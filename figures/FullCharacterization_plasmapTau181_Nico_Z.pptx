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5087600" cy="10698163"/>
  <p:notesSz cx="6858000" cy="9144000"/>
  <p:defaultTextStyle>
    <a:defPPr>
      <a:defRPr lang="en-US"/>
    </a:defPPr>
    <a:lvl1pPr marL="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6237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52474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78712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04949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31186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57423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8366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09898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53" d="100"/>
          <a:sy n="53" d="100"/>
        </p:scale>
        <p:origin x="-1339" y="-86"/>
      </p:cViewPr>
      <p:guideLst>
        <p:guide orient="horz" pos="3370"/>
        <p:guide pos="47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viewProps" Target="viewProps.xml"/>
<Relationship Id="rId2" Type="http://schemas.openxmlformats.org/officeDocument/2006/relationships/presProps" Target="presProps.xml"/>
<Relationship Id="rId1" Type="http://schemas.openxmlformats.org/officeDocument/2006/relationships/slideMaster" Target="slideMasters/slideMaster1.xml"/>
<Relationship Id="rId5" Type="http://schemas.openxmlformats.org/officeDocument/2006/relationships/tableStyles" Target="tableStyles.xml"/>
<Relationship Id="rId4" Type="http://schemas.openxmlformats.org/officeDocument/2006/relationships/theme" Target="theme/theme1.xml"/>
<Relationship Id="rId6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1570" y="3323370"/>
            <a:ext cx="12824460" cy="229317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3140" y="6062292"/>
            <a:ext cx="10561320" cy="273397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26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524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78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049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311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1574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683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09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1817" y="6874563"/>
            <a:ext cx="12824460" cy="2124774"/>
          </a:xfrm>
        </p:spPr>
        <p:txBody>
          <a:bodyPr anchor="t"/>
          <a:lstStyle>
            <a:lvl1pPr algn="l">
              <a:defRPr sz="46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1817" y="4534341"/>
            <a:ext cx="12824460" cy="2340223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2623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105247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7871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1049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6311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1574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836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2098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7249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98184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4" y="2394706"/>
            <a:ext cx="666631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84" y="3392705"/>
            <a:ext cx="666631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64295" y="2394706"/>
            <a:ext cx="666893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64295" y="3392705"/>
            <a:ext cx="666893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4" y="425946"/>
            <a:ext cx="4963717" cy="1812744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8834" y="425950"/>
            <a:ext cx="8434386" cy="9130587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8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4384" y="2238692"/>
            <a:ext cx="4963717" cy="7317841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7275" y="7488714"/>
            <a:ext cx="9052560" cy="884086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57275" y="955901"/>
            <a:ext cx="9052560" cy="6418898"/>
          </a:xfrm>
        </p:spPr>
        <p:txBody>
          <a:bodyPr/>
          <a:lstStyle>
            <a:lvl1pPr marL="0" indent="0">
              <a:buNone/>
              <a:defRPr sz="3700"/>
            </a:lvl1pPr>
            <a:lvl2pPr marL="526237" indent="0">
              <a:buNone/>
              <a:defRPr sz="3200"/>
            </a:lvl2pPr>
            <a:lvl3pPr marL="1052474" indent="0">
              <a:buNone/>
              <a:defRPr sz="2800"/>
            </a:lvl3pPr>
            <a:lvl4pPr marL="1578712" indent="0">
              <a:buNone/>
              <a:defRPr sz="2300"/>
            </a:lvl4pPr>
            <a:lvl5pPr marL="2104949" indent="0">
              <a:buNone/>
              <a:defRPr sz="2300"/>
            </a:lvl5pPr>
            <a:lvl6pPr marL="2631186" indent="0">
              <a:buNone/>
              <a:defRPr sz="2300"/>
            </a:lvl6pPr>
            <a:lvl7pPr marL="3157423" indent="0">
              <a:buNone/>
              <a:defRPr sz="2300"/>
            </a:lvl7pPr>
            <a:lvl8pPr marL="3683660" indent="0">
              <a:buNone/>
              <a:defRPr sz="2300"/>
            </a:lvl8pPr>
            <a:lvl9pPr marL="4209898" indent="0">
              <a:buNone/>
              <a:defRPr sz="23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57275" y="8372800"/>
            <a:ext cx="9052560" cy="1255547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850052" y="428427"/>
            <a:ext cx="3677604" cy="912810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7249" y="428427"/>
            <a:ext cx="10781349" cy="912810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  <a:prstGeom prst="rect">
            <a:avLst/>
          </a:prstGeom>
        </p:spPr>
        <p:txBody>
          <a:bodyPr vert="horz" lIns="105247" tIns="52624" rIns="105247" bIns="5262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2496240"/>
            <a:ext cx="13578840" cy="7060293"/>
          </a:xfrm>
          <a:prstGeom prst="rect">
            <a:avLst/>
          </a:prstGeom>
        </p:spPr>
        <p:txBody>
          <a:bodyPr vert="horz" lIns="105247" tIns="52624" rIns="105247" bIns="5262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4930" y="9915617"/>
            <a:ext cx="47777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127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052474" rtl="0" eaLnBrk="1" latinLnBrk="0" hangingPunct="1">
        <a:spcBef>
          <a:spcPct val="0"/>
        </a:spcBef>
        <a:buNone/>
        <a:defRPr sz="5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4678" indent="-394678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855135" indent="-328898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315593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841830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68067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94305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20542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46779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73016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6237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52474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78712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04949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186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57423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8366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09898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2971800" y="1691481"/>
            <a:ext cx="9144000" cy="7315200"/>
            <a:chOff x="2971800" y="1691481"/>
            <a:chExt cx="9144000" cy="7315200"/>
          </a:xfrm>
        </p:grpSpPr>
        <p:sp>
          <p:nvSpPr>
            <p:cNvPr id="3" name="rc3"/>
            <p:cNvSpPr/>
            <p:nvPr/>
          </p:nvSpPr>
          <p:spPr>
            <a:xfrm>
              <a:off x="2971800" y="1691481"/>
              <a:ext cx="9144000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2971800" y="1691481"/>
              <a:ext cx="45720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3400738" y="1761070"/>
              <a:ext cx="4073472" cy="31781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3400738" y="4851591"/>
              <a:ext cx="4073472" cy="0"/>
            </a:xfrm>
            <a:custGeom>
              <a:avLst/>
              <a:pathLst>
                <a:path w="4073472" h="0">
                  <a:moveTo>
                    <a:pt x="0" y="0"/>
                  </a:moveTo>
                  <a:lnTo>
                    <a:pt x="4073472" y="0"/>
                  </a:lnTo>
                  <a:lnTo>
                    <a:pt x="4073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400738" y="3973529"/>
              <a:ext cx="4073472" cy="0"/>
            </a:xfrm>
            <a:custGeom>
              <a:avLst/>
              <a:pathLst>
                <a:path w="4073472" h="0">
                  <a:moveTo>
                    <a:pt x="0" y="0"/>
                  </a:moveTo>
                  <a:lnTo>
                    <a:pt x="4073472" y="0"/>
                  </a:lnTo>
                  <a:lnTo>
                    <a:pt x="4073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400738" y="3095468"/>
              <a:ext cx="4073472" cy="0"/>
            </a:xfrm>
            <a:custGeom>
              <a:avLst/>
              <a:pathLst>
                <a:path w="4073472" h="0">
                  <a:moveTo>
                    <a:pt x="0" y="0"/>
                  </a:moveTo>
                  <a:lnTo>
                    <a:pt x="4073472" y="0"/>
                  </a:lnTo>
                  <a:lnTo>
                    <a:pt x="4073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400738" y="2217407"/>
              <a:ext cx="4073472" cy="0"/>
            </a:xfrm>
            <a:custGeom>
              <a:avLst/>
              <a:pathLst>
                <a:path w="4073472" h="0">
                  <a:moveTo>
                    <a:pt x="0" y="0"/>
                  </a:moveTo>
                  <a:lnTo>
                    <a:pt x="4073472" y="0"/>
                  </a:lnTo>
                  <a:lnTo>
                    <a:pt x="4073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242548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5555852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6869155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3400738" y="4412560"/>
              <a:ext cx="4073472" cy="0"/>
            </a:xfrm>
            <a:custGeom>
              <a:avLst/>
              <a:pathLst>
                <a:path w="4073472" h="0">
                  <a:moveTo>
                    <a:pt x="0" y="0"/>
                  </a:moveTo>
                  <a:lnTo>
                    <a:pt x="4073472" y="0"/>
                  </a:lnTo>
                  <a:lnTo>
                    <a:pt x="4073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400738" y="3534499"/>
              <a:ext cx="4073472" cy="0"/>
            </a:xfrm>
            <a:custGeom>
              <a:avLst/>
              <a:pathLst>
                <a:path w="4073472" h="0">
                  <a:moveTo>
                    <a:pt x="0" y="0"/>
                  </a:moveTo>
                  <a:lnTo>
                    <a:pt x="4073472" y="0"/>
                  </a:lnTo>
                  <a:lnTo>
                    <a:pt x="4073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400738" y="2656437"/>
              <a:ext cx="4073472" cy="0"/>
            </a:xfrm>
            <a:custGeom>
              <a:avLst/>
              <a:pathLst>
                <a:path w="4073472" h="0">
                  <a:moveTo>
                    <a:pt x="0" y="0"/>
                  </a:moveTo>
                  <a:lnTo>
                    <a:pt x="4073472" y="0"/>
                  </a:lnTo>
                  <a:lnTo>
                    <a:pt x="4073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400738" y="1778376"/>
              <a:ext cx="4073472" cy="0"/>
            </a:xfrm>
            <a:custGeom>
              <a:avLst/>
              <a:pathLst>
                <a:path w="4073472" h="0">
                  <a:moveTo>
                    <a:pt x="0" y="0"/>
                  </a:moveTo>
                  <a:lnTo>
                    <a:pt x="4073472" y="0"/>
                  </a:lnTo>
                  <a:lnTo>
                    <a:pt x="4073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585896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899200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212503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5948764" y="40554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4612433" y="44350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3561070" y="26333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4120214" y="47646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3561070" y="43490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3854690" y="44767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4115192" y="44905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3561070" y="37051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3561070" y="46654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3561070" y="43329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3863143" y="29220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4115650" y="39705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3561070" y="46953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3561070" y="44060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5399945" y="38977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5165819" y="41530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3561070" y="44269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3837874" y="44359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4135076" y="42771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4120933" y="42220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4866145" y="42304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5399695" y="43403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3561070" y="42931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3561070" y="29921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3852889" y="27025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4124758" y="43655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4804077" y="44251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3561070" y="25772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4115110" y="39916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4095509" y="24970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4761394" y="29165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561070" y="39962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5398256" y="40607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6232294" y="39604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3561070" y="43316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3561070" y="40141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3561070" y="45879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4401345" y="41853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6196221" y="41897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4627501" y="42272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3561070" y="42095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3561070" y="43958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4096016" y="44023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5436396" y="41939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3561070" y="32674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3561070" y="41392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4351211" y="44748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4351846" y="40300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5398891" y="41202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4391510" y="39975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3561070" y="44738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3998598" y="43626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3561070" y="42782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4069791" y="40639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3561070" y="42384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3561070" y="43845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4582928" y="44421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4070560" y="31702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4369921" y="31444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3561070" y="45713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4351754" y="45064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5422546" y="44661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3561070" y="40924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4135868" y="19004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3561070" y="41063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3561070" y="40869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3561070" y="40183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4784075" y="30618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3561070" y="28867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3826240" y="26406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3561070" y="44101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4128065" y="43963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3561070" y="42605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3561070" y="34940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3843161" y="38393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3823894" y="38558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4879561" y="36937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5131278" y="40564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5660197" y="42935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5921592" y="40890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3561070" y="37612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3832891" y="38776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4064803" y="30520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4608115" y="30008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5137035" y="29970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3561070" y="42745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3561070" y="46281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4673490" y="44987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5185249" y="46314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4641937" y="45936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5165259" y="46444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3561070" y="42980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3561070" y="40692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6014249" y="39448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3561070" y="28126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4421734" y="40161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3561070" y="40906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4084233" y="42365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4089634" y="37816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3561070" y="45316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4133886" y="45717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4639059" y="45650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3561070" y="39608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4381435" y="41204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5963876" y="37932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3561070" y="42382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5122642" y="43284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5656599" y="44399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6189836" y="43378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4649133" y="45762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5206838" y="47699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3561070" y="41623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4097906" y="43023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3868514" y="41563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6209891" y="41345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3862854" y="36406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4084233" y="31229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4397267" y="32998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3561070" y="45354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3561070" y="39589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4090438" y="42226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3879861" y="33913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3561070" y="26685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3561070" y="45012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4180296" y="44084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4074158" y="41191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3561070" y="41556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4101903" y="41085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3561070" y="43821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3561070" y="40430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3561070" y="46563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4149765" y="44582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3561070" y="47369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3561070" y="46685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4904212" y="28786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5428095" y="29621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3827840" y="44184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3876485" y="35642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3561070" y="43743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4733329" y="43655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5201800" y="42860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3561070" y="45667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3561070" y="44466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3561070" y="45421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4149765" y="43046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4092149" y="41804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4631862" y="42689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4069488" y="43540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4703573" y="41832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4129667" y="41697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5394976" y="41189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6077894" y="42146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4125184" y="36696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3561070" y="44606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4762646" y="46003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4088551" y="42528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3561070" y="42158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3561070" y="42061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3561070" y="41910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3561070" y="40943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3868318" y="40463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3561070" y="45074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3561070" y="45561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5418673" y="44597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3561070" y="42759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3561070" y="45199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5392499" y="43493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5159958" y="35754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5895088" y="44182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3561070" y="46148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3561070" y="41164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4633302" y="42653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4909175" y="40977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5442872" y="43423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3863139" y="28839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3561070" y="42633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4118995" y="20165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3793839" y="40837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4150770" y="40619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3561070" y="45768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3561070" y="46927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4090328" y="47326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4618172" y="47111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3561070" y="46166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4737460" y="46793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4725413" y="36528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6118665" y="42739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3561070" y="37106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3561070" y="43872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4612433" y="43356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4613152" y="43732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5142072" y="44592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3561070" y="44968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3561070" y="46519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5650123" y="41054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5408331" y="21673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4876027" y="42723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5404733" y="43613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6193434" y="44041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4124402" y="43399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5136291" y="44668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3843161" y="26669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4638339" y="37599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3561070" y="44461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3848804" y="33193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4125251" y="431213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4613152" y="41731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4084952" y="43012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4399426" y="40805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4652731" y="42511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5402623" y="36224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3908483" y="45448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4617470" y="37931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4572854" y="45826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5142072" y="45485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5984891" y="41554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3832172" y="27479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4981597" y="42936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3561070" y="43099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4658488" y="44462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3561070" y="39435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4170587" y="33523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4381740" y="32560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4663526" y="29615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3561070" y="29731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3828768" y="25306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4130249" y="22015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3561070" y="41716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3561070" y="28728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4101504" y="31799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3561070" y="33821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3561070" y="36316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4127962" y="35074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3848198" y="42436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4142551" y="42355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4375678" y="42895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5159465" y="41618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5864569" y="40705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3853235" y="37842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4180662" y="32788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4658488" y="31931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4930504" y="30791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5172296" y="28461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3561070" y="38554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3561070" y="42034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4664965" y="43552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3561070" y="42345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3858273" y="42102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4343522" y="39078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5682505" y="44066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4622478" y="29501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3561070" y="42315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4102223" y="42031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3561070" y="45782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3873355" y="35179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5658758" y="37786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6"/>
            <p:cNvSpPr/>
            <p:nvPr/>
          </p:nvSpPr>
          <p:spPr>
            <a:xfrm>
              <a:off x="6210705" y="39663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6733148" y="41494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4139643" y="45817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4643290" y="46554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4376583" y="40018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4849372" y="38065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2"/>
            <p:cNvSpPr/>
            <p:nvPr/>
          </p:nvSpPr>
          <p:spPr>
            <a:xfrm>
              <a:off x="5388366" y="39736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3561070" y="46804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3561070" y="18807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5"/>
            <p:cNvSpPr/>
            <p:nvPr/>
          </p:nvSpPr>
          <p:spPr>
            <a:xfrm>
              <a:off x="3823011" y="24828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6"/>
            <p:cNvSpPr/>
            <p:nvPr/>
          </p:nvSpPr>
          <p:spPr>
            <a:xfrm>
              <a:off x="4110310" y="46190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5175306" y="47228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4493696" y="41258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5177333" y="42446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3561070" y="44015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4140363" y="41574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4935512" y="40759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4104443" y="44287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3561070" y="32442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5"/>
            <p:cNvSpPr/>
            <p:nvPr/>
          </p:nvSpPr>
          <p:spPr>
            <a:xfrm>
              <a:off x="3827359" y="37481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6"/>
            <p:cNvSpPr/>
            <p:nvPr/>
          </p:nvSpPr>
          <p:spPr>
            <a:xfrm>
              <a:off x="3561070" y="38769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4270970" y="44595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4613152" y="44926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3826405" y="28143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3561070" y="41218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3561070" y="26188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2"/>
            <p:cNvSpPr/>
            <p:nvPr/>
          </p:nvSpPr>
          <p:spPr>
            <a:xfrm>
              <a:off x="3863862" y="32768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4084363" y="39524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4"/>
            <p:cNvSpPr/>
            <p:nvPr/>
          </p:nvSpPr>
          <p:spPr>
            <a:xfrm>
              <a:off x="4869810" y="40962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5"/>
            <p:cNvSpPr/>
            <p:nvPr/>
          </p:nvSpPr>
          <p:spPr>
            <a:xfrm>
              <a:off x="4357688" y="38043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6"/>
            <p:cNvSpPr/>
            <p:nvPr/>
          </p:nvSpPr>
          <p:spPr>
            <a:xfrm>
              <a:off x="4089799" y="43444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7"/>
            <p:cNvSpPr/>
            <p:nvPr/>
          </p:nvSpPr>
          <p:spPr>
            <a:xfrm>
              <a:off x="3888497" y="43806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t308"/>
            <p:cNvSpPr/>
            <p:nvPr/>
          </p:nvSpPr>
          <p:spPr>
            <a:xfrm>
              <a:off x="3561070" y="43341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t309"/>
            <p:cNvSpPr/>
            <p:nvPr/>
          </p:nvSpPr>
          <p:spPr>
            <a:xfrm>
              <a:off x="4296263" y="42714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t310"/>
            <p:cNvSpPr/>
            <p:nvPr/>
          </p:nvSpPr>
          <p:spPr>
            <a:xfrm>
              <a:off x="4875093" y="42475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t311"/>
            <p:cNvSpPr/>
            <p:nvPr/>
          </p:nvSpPr>
          <p:spPr>
            <a:xfrm>
              <a:off x="5494024" y="425589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t312"/>
            <p:cNvSpPr/>
            <p:nvPr/>
          </p:nvSpPr>
          <p:spPr>
            <a:xfrm>
              <a:off x="3561070" y="40275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t313"/>
            <p:cNvSpPr/>
            <p:nvPr/>
          </p:nvSpPr>
          <p:spPr>
            <a:xfrm>
              <a:off x="3817974" y="33415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t314"/>
            <p:cNvSpPr/>
            <p:nvPr/>
          </p:nvSpPr>
          <p:spPr>
            <a:xfrm>
              <a:off x="4104766" y="31560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t315"/>
            <p:cNvSpPr/>
            <p:nvPr/>
          </p:nvSpPr>
          <p:spPr>
            <a:xfrm>
              <a:off x="4350492" y="33488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t316"/>
            <p:cNvSpPr/>
            <p:nvPr/>
          </p:nvSpPr>
          <p:spPr>
            <a:xfrm>
              <a:off x="3827606" y="35558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t317"/>
            <p:cNvSpPr/>
            <p:nvPr/>
          </p:nvSpPr>
          <p:spPr>
            <a:xfrm>
              <a:off x="4089270" y="29487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t318"/>
            <p:cNvSpPr/>
            <p:nvPr/>
          </p:nvSpPr>
          <p:spPr>
            <a:xfrm>
              <a:off x="4618190" y="42673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t319"/>
            <p:cNvSpPr/>
            <p:nvPr/>
          </p:nvSpPr>
          <p:spPr>
            <a:xfrm>
              <a:off x="4869337" y="41562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t320"/>
            <p:cNvSpPr/>
            <p:nvPr/>
          </p:nvSpPr>
          <p:spPr>
            <a:xfrm>
              <a:off x="4349963" y="43120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t321"/>
            <p:cNvSpPr/>
            <p:nvPr/>
          </p:nvSpPr>
          <p:spPr>
            <a:xfrm>
              <a:off x="3561070" y="27651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t322"/>
            <p:cNvSpPr/>
            <p:nvPr/>
          </p:nvSpPr>
          <p:spPr>
            <a:xfrm>
              <a:off x="3873347" y="32229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t323"/>
            <p:cNvSpPr/>
            <p:nvPr/>
          </p:nvSpPr>
          <p:spPr>
            <a:xfrm>
              <a:off x="4200091" y="32958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t324"/>
            <p:cNvSpPr/>
            <p:nvPr/>
          </p:nvSpPr>
          <p:spPr>
            <a:xfrm>
              <a:off x="3561070" y="42179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t325"/>
            <p:cNvSpPr/>
            <p:nvPr/>
          </p:nvSpPr>
          <p:spPr>
            <a:xfrm>
              <a:off x="3561070" y="44467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t326"/>
            <p:cNvSpPr/>
            <p:nvPr/>
          </p:nvSpPr>
          <p:spPr>
            <a:xfrm>
              <a:off x="4096016" y="43803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t327"/>
            <p:cNvSpPr/>
            <p:nvPr/>
          </p:nvSpPr>
          <p:spPr>
            <a:xfrm>
              <a:off x="4582928" y="44309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t328"/>
            <p:cNvSpPr/>
            <p:nvPr/>
          </p:nvSpPr>
          <p:spPr>
            <a:xfrm>
              <a:off x="4103088" y="43799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t329"/>
            <p:cNvSpPr/>
            <p:nvPr/>
          </p:nvSpPr>
          <p:spPr>
            <a:xfrm>
              <a:off x="3561070" y="42621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t330"/>
            <p:cNvSpPr/>
            <p:nvPr/>
          </p:nvSpPr>
          <p:spPr>
            <a:xfrm>
              <a:off x="3561070" y="42966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t331"/>
            <p:cNvSpPr/>
            <p:nvPr/>
          </p:nvSpPr>
          <p:spPr>
            <a:xfrm>
              <a:off x="4135153" y="42844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t332"/>
            <p:cNvSpPr/>
            <p:nvPr/>
          </p:nvSpPr>
          <p:spPr>
            <a:xfrm>
              <a:off x="3561070" y="45904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t333"/>
            <p:cNvSpPr/>
            <p:nvPr/>
          </p:nvSpPr>
          <p:spPr>
            <a:xfrm>
              <a:off x="4959006" y="44952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t334"/>
            <p:cNvSpPr/>
            <p:nvPr/>
          </p:nvSpPr>
          <p:spPr>
            <a:xfrm>
              <a:off x="3561070" y="38296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t335"/>
            <p:cNvSpPr/>
            <p:nvPr/>
          </p:nvSpPr>
          <p:spPr>
            <a:xfrm>
              <a:off x="4111578" y="37504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t336"/>
            <p:cNvSpPr/>
            <p:nvPr/>
          </p:nvSpPr>
          <p:spPr>
            <a:xfrm>
              <a:off x="4664245" y="35854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t337"/>
            <p:cNvSpPr/>
            <p:nvPr/>
          </p:nvSpPr>
          <p:spPr>
            <a:xfrm>
              <a:off x="4109911" y="44370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t338"/>
            <p:cNvSpPr/>
            <p:nvPr/>
          </p:nvSpPr>
          <p:spPr>
            <a:xfrm>
              <a:off x="3561070" y="38586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t339"/>
            <p:cNvSpPr/>
            <p:nvPr/>
          </p:nvSpPr>
          <p:spPr>
            <a:xfrm>
              <a:off x="3561070" y="44542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t340"/>
            <p:cNvSpPr/>
            <p:nvPr/>
          </p:nvSpPr>
          <p:spPr>
            <a:xfrm>
              <a:off x="3561070" y="46598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t341"/>
            <p:cNvSpPr/>
            <p:nvPr/>
          </p:nvSpPr>
          <p:spPr>
            <a:xfrm>
              <a:off x="3561070" y="43448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t342"/>
            <p:cNvSpPr/>
            <p:nvPr/>
          </p:nvSpPr>
          <p:spPr>
            <a:xfrm>
              <a:off x="3561070" y="32374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t343"/>
            <p:cNvSpPr/>
            <p:nvPr/>
          </p:nvSpPr>
          <p:spPr>
            <a:xfrm>
              <a:off x="4089897" y="23382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t344"/>
            <p:cNvSpPr/>
            <p:nvPr/>
          </p:nvSpPr>
          <p:spPr>
            <a:xfrm>
              <a:off x="4698695" y="23683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t345"/>
            <p:cNvSpPr/>
            <p:nvPr/>
          </p:nvSpPr>
          <p:spPr>
            <a:xfrm>
              <a:off x="4663526" y="46290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t346"/>
            <p:cNvSpPr/>
            <p:nvPr/>
          </p:nvSpPr>
          <p:spPr>
            <a:xfrm>
              <a:off x="4368482" y="39580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t347"/>
            <p:cNvSpPr/>
            <p:nvPr/>
          </p:nvSpPr>
          <p:spPr>
            <a:xfrm>
              <a:off x="4919790" y="39664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t348"/>
            <p:cNvSpPr/>
            <p:nvPr/>
          </p:nvSpPr>
          <p:spPr>
            <a:xfrm>
              <a:off x="5373069" y="40128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t349"/>
            <p:cNvSpPr/>
            <p:nvPr/>
          </p:nvSpPr>
          <p:spPr>
            <a:xfrm>
              <a:off x="6057427" y="39873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t350"/>
            <p:cNvSpPr/>
            <p:nvPr/>
          </p:nvSpPr>
          <p:spPr>
            <a:xfrm>
              <a:off x="4109948" y="35951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t351"/>
            <p:cNvSpPr/>
            <p:nvPr/>
          </p:nvSpPr>
          <p:spPr>
            <a:xfrm>
              <a:off x="4623227" y="43317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t352"/>
            <p:cNvSpPr/>
            <p:nvPr/>
          </p:nvSpPr>
          <p:spPr>
            <a:xfrm>
              <a:off x="5151427" y="44276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t353"/>
            <p:cNvSpPr/>
            <p:nvPr/>
          </p:nvSpPr>
          <p:spPr>
            <a:xfrm>
              <a:off x="3561070" y="42978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l354"/>
            <p:cNvSpPr/>
            <p:nvPr/>
          </p:nvSpPr>
          <p:spPr>
            <a:xfrm>
              <a:off x="3585896" y="4373897"/>
              <a:ext cx="554121" cy="141428"/>
            </a:xfrm>
            <a:custGeom>
              <a:avLst/>
              <a:pathLst>
                <a:path w="554121" h="141428">
                  <a:moveTo>
                    <a:pt x="0" y="0"/>
                  </a:moveTo>
                  <a:lnTo>
                    <a:pt x="293620" y="127725"/>
                  </a:lnTo>
                  <a:lnTo>
                    <a:pt x="554121" y="14142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l355"/>
            <p:cNvSpPr/>
            <p:nvPr/>
          </p:nvSpPr>
          <p:spPr>
            <a:xfrm>
              <a:off x="3585896" y="4302016"/>
              <a:ext cx="574005" cy="158728"/>
            </a:xfrm>
            <a:custGeom>
              <a:avLst/>
              <a:pathLst>
                <a:path w="574005" h="158728">
                  <a:moveTo>
                    <a:pt x="0" y="149759"/>
                  </a:moveTo>
                  <a:lnTo>
                    <a:pt x="276803" y="158728"/>
                  </a:lnTo>
                  <a:lnTo>
                    <a:pt x="57400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l356"/>
            <p:cNvSpPr/>
            <p:nvPr/>
          </p:nvSpPr>
          <p:spPr>
            <a:xfrm>
              <a:off x="4890971" y="4255284"/>
              <a:ext cx="533549" cy="109935"/>
            </a:xfrm>
            <a:custGeom>
              <a:avLst/>
              <a:pathLst>
                <a:path w="533549" h="109935">
                  <a:moveTo>
                    <a:pt x="0" y="0"/>
                  </a:moveTo>
                  <a:lnTo>
                    <a:pt x="533549" y="10993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l357"/>
            <p:cNvSpPr/>
            <p:nvPr/>
          </p:nvSpPr>
          <p:spPr>
            <a:xfrm>
              <a:off x="3585896" y="2727328"/>
              <a:ext cx="291819" cy="289611"/>
            </a:xfrm>
            <a:custGeom>
              <a:avLst/>
              <a:pathLst>
                <a:path w="291819" h="289611">
                  <a:moveTo>
                    <a:pt x="0" y="289611"/>
                  </a:moveTo>
                  <a:lnTo>
                    <a:pt x="29181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l358"/>
            <p:cNvSpPr/>
            <p:nvPr/>
          </p:nvSpPr>
          <p:spPr>
            <a:xfrm>
              <a:off x="4149583" y="4390379"/>
              <a:ext cx="679319" cy="59608"/>
            </a:xfrm>
            <a:custGeom>
              <a:avLst/>
              <a:pathLst>
                <a:path w="679319" h="59608">
                  <a:moveTo>
                    <a:pt x="0" y="0"/>
                  </a:moveTo>
                  <a:lnTo>
                    <a:pt x="679319" y="5960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l359"/>
            <p:cNvSpPr/>
            <p:nvPr/>
          </p:nvSpPr>
          <p:spPr>
            <a:xfrm>
              <a:off x="5423082" y="3985295"/>
              <a:ext cx="834037" cy="100288"/>
            </a:xfrm>
            <a:custGeom>
              <a:avLst/>
              <a:pathLst>
                <a:path w="834037" h="100288">
                  <a:moveTo>
                    <a:pt x="0" y="100288"/>
                  </a:moveTo>
                  <a:lnTo>
                    <a:pt x="83403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l360"/>
            <p:cNvSpPr/>
            <p:nvPr/>
          </p:nvSpPr>
          <p:spPr>
            <a:xfrm>
              <a:off x="3585896" y="4420645"/>
              <a:ext cx="534945" cy="6509"/>
            </a:xfrm>
            <a:custGeom>
              <a:avLst/>
              <a:pathLst>
                <a:path w="534945" h="6509">
                  <a:moveTo>
                    <a:pt x="0" y="0"/>
                  </a:moveTo>
                  <a:lnTo>
                    <a:pt x="534945" y="650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l361"/>
            <p:cNvSpPr/>
            <p:nvPr/>
          </p:nvSpPr>
          <p:spPr>
            <a:xfrm>
              <a:off x="3585896" y="4088732"/>
              <a:ext cx="508721" cy="214367"/>
            </a:xfrm>
            <a:custGeom>
              <a:avLst/>
              <a:pathLst>
                <a:path w="508721" h="214367">
                  <a:moveTo>
                    <a:pt x="0" y="214367"/>
                  </a:moveTo>
                  <a:lnTo>
                    <a:pt x="50872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l362"/>
            <p:cNvSpPr/>
            <p:nvPr/>
          </p:nvSpPr>
          <p:spPr>
            <a:xfrm>
              <a:off x="4095386" y="3169304"/>
              <a:ext cx="299361" cy="25820"/>
            </a:xfrm>
            <a:custGeom>
              <a:avLst/>
              <a:pathLst>
                <a:path w="299361" h="25820">
                  <a:moveTo>
                    <a:pt x="0" y="25820"/>
                  </a:moveTo>
                  <a:lnTo>
                    <a:pt x="29936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l363"/>
            <p:cNvSpPr/>
            <p:nvPr/>
          </p:nvSpPr>
          <p:spPr>
            <a:xfrm>
              <a:off x="3585896" y="4531268"/>
              <a:ext cx="790683" cy="64907"/>
            </a:xfrm>
            <a:custGeom>
              <a:avLst/>
              <a:pathLst>
                <a:path w="790683" h="64907">
                  <a:moveTo>
                    <a:pt x="0" y="64907"/>
                  </a:moveTo>
                  <a:lnTo>
                    <a:pt x="79068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l364"/>
            <p:cNvSpPr/>
            <p:nvPr/>
          </p:nvSpPr>
          <p:spPr>
            <a:xfrm>
              <a:off x="3585896" y="3086627"/>
              <a:ext cx="1223005" cy="956545"/>
            </a:xfrm>
            <a:custGeom>
              <a:avLst/>
              <a:pathLst>
                <a:path w="1223005" h="956545">
                  <a:moveTo>
                    <a:pt x="0" y="956545"/>
                  </a:moveTo>
                  <a:lnTo>
                    <a:pt x="122300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l365"/>
            <p:cNvSpPr/>
            <p:nvPr/>
          </p:nvSpPr>
          <p:spPr>
            <a:xfrm>
              <a:off x="3585896" y="2665430"/>
              <a:ext cx="265169" cy="246100"/>
            </a:xfrm>
            <a:custGeom>
              <a:avLst/>
              <a:pathLst>
                <a:path w="265169" h="246100">
                  <a:moveTo>
                    <a:pt x="0" y="246100"/>
                  </a:moveTo>
                  <a:lnTo>
                    <a:pt x="26516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l366"/>
            <p:cNvSpPr/>
            <p:nvPr/>
          </p:nvSpPr>
          <p:spPr>
            <a:xfrm>
              <a:off x="3585896" y="4421171"/>
              <a:ext cx="566994" cy="13760"/>
            </a:xfrm>
            <a:custGeom>
              <a:avLst/>
              <a:pathLst>
                <a:path w="566994" h="13760">
                  <a:moveTo>
                    <a:pt x="0" y="13760"/>
                  </a:moveTo>
                  <a:lnTo>
                    <a:pt x="56699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l367"/>
            <p:cNvSpPr/>
            <p:nvPr/>
          </p:nvSpPr>
          <p:spPr>
            <a:xfrm>
              <a:off x="3585896" y="3518866"/>
              <a:ext cx="282090" cy="345341"/>
            </a:xfrm>
            <a:custGeom>
              <a:avLst/>
              <a:pathLst>
                <a:path w="282090" h="345341">
                  <a:moveTo>
                    <a:pt x="0" y="0"/>
                  </a:moveTo>
                  <a:lnTo>
                    <a:pt x="282090" y="34534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l368"/>
            <p:cNvSpPr/>
            <p:nvPr/>
          </p:nvSpPr>
          <p:spPr>
            <a:xfrm>
              <a:off x="4904387" y="3718535"/>
              <a:ext cx="251717" cy="362767"/>
            </a:xfrm>
            <a:custGeom>
              <a:avLst/>
              <a:pathLst>
                <a:path w="251717" h="362767">
                  <a:moveTo>
                    <a:pt x="0" y="0"/>
                  </a:moveTo>
                  <a:lnTo>
                    <a:pt x="251717" y="36276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l369"/>
            <p:cNvSpPr/>
            <p:nvPr/>
          </p:nvSpPr>
          <p:spPr>
            <a:xfrm>
              <a:off x="5685023" y="4113826"/>
              <a:ext cx="261394" cy="204594"/>
            </a:xfrm>
            <a:custGeom>
              <a:avLst/>
              <a:pathLst>
                <a:path w="261394" h="204594">
                  <a:moveTo>
                    <a:pt x="0" y="204594"/>
                  </a:moveTo>
                  <a:lnTo>
                    <a:pt x="26139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l370"/>
            <p:cNvSpPr/>
            <p:nvPr/>
          </p:nvSpPr>
          <p:spPr>
            <a:xfrm>
              <a:off x="3585896" y="3786082"/>
              <a:ext cx="271821" cy="116440"/>
            </a:xfrm>
            <a:custGeom>
              <a:avLst/>
              <a:pathLst>
                <a:path w="271821" h="116440">
                  <a:moveTo>
                    <a:pt x="0" y="0"/>
                  </a:moveTo>
                  <a:lnTo>
                    <a:pt x="271821" y="11644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l371"/>
            <p:cNvSpPr/>
            <p:nvPr/>
          </p:nvSpPr>
          <p:spPr>
            <a:xfrm>
              <a:off x="4089629" y="3025687"/>
              <a:ext cx="543311" cy="51173"/>
            </a:xfrm>
            <a:custGeom>
              <a:avLst/>
              <a:pathLst>
                <a:path w="543311" h="51173">
                  <a:moveTo>
                    <a:pt x="0" y="51173"/>
                  </a:moveTo>
                  <a:lnTo>
                    <a:pt x="54331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l372"/>
            <p:cNvSpPr/>
            <p:nvPr/>
          </p:nvSpPr>
          <p:spPr>
            <a:xfrm>
              <a:off x="4698316" y="4523573"/>
              <a:ext cx="511758" cy="132740"/>
            </a:xfrm>
            <a:custGeom>
              <a:avLst/>
              <a:pathLst>
                <a:path w="511758" h="132740">
                  <a:moveTo>
                    <a:pt x="0" y="0"/>
                  </a:moveTo>
                  <a:lnTo>
                    <a:pt x="511758" y="13274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l373"/>
            <p:cNvSpPr/>
            <p:nvPr/>
          </p:nvSpPr>
          <p:spPr>
            <a:xfrm>
              <a:off x="4666763" y="4618456"/>
              <a:ext cx="523321" cy="50807"/>
            </a:xfrm>
            <a:custGeom>
              <a:avLst/>
              <a:pathLst>
                <a:path w="523321" h="50807">
                  <a:moveTo>
                    <a:pt x="0" y="0"/>
                  </a:moveTo>
                  <a:lnTo>
                    <a:pt x="523321" y="5080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l374"/>
            <p:cNvSpPr/>
            <p:nvPr/>
          </p:nvSpPr>
          <p:spPr>
            <a:xfrm>
              <a:off x="3585896" y="4556481"/>
              <a:ext cx="1077988" cy="40130"/>
            </a:xfrm>
            <a:custGeom>
              <a:avLst/>
              <a:pathLst>
                <a:path w="1077988" h="40130">
                  <a:moveTo>
                    <a:pt x="0" y="0"/>
                  </a:moveTo>
                  <a:lnTo>
                    <a:pt x="572816" y="40130"/>
                  </a:lnTo>
                  <a:lnTo>
                    <a:pt x="1077988" y="3343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l375"/>
            <p:cNvSpPr/>
            <p:nvPr/>
          </p:nvSpPr>
          <p:spPr>
            <a:xfrm>
              <a:off x="4406261" y="3818050"/>
              <a:ext cx="1582440" cy="327244"/>
            </a:xfrm>
            <a:custGeom>
              <a:avLst/>
              <a:pathLst>
                <a:path w="1582440" h="327244">
                  <a:moveTo>
                    <a:pt x="0" y="327244"/>
                  </a:moveTo>
                  <a:lnTo>
                    <a:pt x="158244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l376"/>
            <p:cNvSpPr/>
            <p:nvPr/>
          </p:nvSpPr>
          <p:spPr>
            <a:xfrm>
              <a:off x="5147468" y="4353303"/>
              <a:ext cx="1067194" cy="111423"/>
            </a:xfrm>
            <a:custGeom>
              <a:avLst/>
              <a:pathLst>
                <a:path w="1067194" h="111423">
                  <a:moveTo>
                    <a:pt x="0" y="0"/>
                  </a:moveTo>
                  <a:lnTo>
                    <a:pt x="533956" y="111423"/>
                  </a:lnTo>
                  <a:lnTo>
                    <a:pt x="1067194" y="939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l377"/>
            <p:cNvSpPr/>
            <p:nvPr/>
          </p:nvSpPr>
          <p:spPr>
            <a:xfrm>
              <a:off x="4673959" y="4601099"/>
              <a:ext cx="557704" cy="193632"/>
            </a:xfrm>
            <a:custGeom>
              <a:avLst/>
              <a:pathLst>
                <a:path w="557704" h="193632">
                  <a:moveTo>
                    <a:pt x="0" y="0"/>
                  </a:moveTo>
                  <a:lnTo>
                    <a:pt x="557704" y="19363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l378"/>
            <p:cNvSpPr/>
            <p:nvPr/>
          </p:nvSpPr>
          <p:spPr>
            <a:xfrm>
              <a:off x="3887680" y="3147752"/>
              <a:ext cx="534413" cy="517685"/>
            </a:xfrm>
            <a:custGeom>
              <a:avLst/>
              <a:pathLst>
                <a:path w="534413" h="517685">
                  <a:moveTo>
                    <a:pt x="0" y="517685"/>
                  </a:moveTo>
                  <a:lnTo>
                    <a:pt x="221379" y="0"/>
                  </a:lnTo>
                  <a:lnTo>
                    <a:pt x="534413" y="17690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l379"/>
            <p:cNvSpPr/>
            <p:nvPr/>
          </p:nvSpPr>
          <p:spPr>
            <a:xfrm>
              <a:off x="3585896" y="3983737"/>
              <a:ext cx="529367" cy="263758"/>
            </a:xfrm>
            <a:custGeom>
              <a:avLst/>
              <a:pathLst>
                <a:path w="529367" h="263758">
                  <a:moveTo>
                    <a:pt x="0" y="0"/>
                  </a:moveTo>
                  <a:lnTo>
                    <a:pt x="529367" y="26375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l380"/>
            <p:cNvSpPr/>
            <p:nvPr/>
          </p:nvSpPr>
          <p:spPr>
            <a:xfrm>
              <a:off x="3585896" y="4433292"/>
              <a:ext cx="619225" cy="92780"/>
            </a:xfrm>
            <a:custGeom>
              <a:avLst/>
              <a:pathLst>
                <a:path w="619225" h="92780">
                  <a:moveTo>
                    <a:pt x="0" y="92780"/>
                  </a:moveTo>
                  <a:lnTo>
                    <a:pt x="61922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l381"/>
            <p:cNvSpPr/>
            <p:nvPr/>
          </p:nvSpPr>
          <p:spPr>
            <a:xfrm>
              <a:off x="3585896" y="4133404"/>
              <a:ext cx="540832" cy="47053"/>
            </a:xfrm>
            <a:custGeom>
              <a:avLst/>
              <a:pathLst>
                <a:path w="540832" h="47053">
                  <a:moveTo>
                    <a:pt x="0" y="47053"/>
                  </a:moveTo>
                  <a:lnTo>
                    <a:pt x="54083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l382"/>
            <p:cNvSpPr/>
            <p:nvPr/>
          </p:nvSpPr>
          <p:spPr>
            <a:xfrm>
              <a:off x="3585896" y="4483109"/>
              <a:ext cx="588695" cy="198115"/>
            </a:xfrm>
            <a:custGeom>
              <a:avLst/>
              <a:pathLst>
                <a:path w="588695" h="198115">
                  <a:moveTo>
                    <a:pt x="0" y="198115"/>
                  </a:moveTo>
                  <a:lnTo>
                    <a:pt x="58869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l383"/>
            <p:cNvSpPr/>
            <p:nvPr/>
          </p:nvSpPr>
          <p:spPr>
            <a:xfrm>
              <a:off x="4929038" y="2903443"/>
              <a:ext cx="523882" cy="83530"/>
            </a:xfrm>
            <a:custGeom>
              <a:avLst/>
              <a:pathLst>
                <a:path w="523882" h="83530">
                  <a:moveTo>
                    <a:pt x="0" y="0"/>
                  </a:moveTo>
                  <a:lnTo>
                    <a:pt x="523882" y="8353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l384"/>
            <p:cNvSpPr/>
            <p:nvPr/>
          </p:nvSpPr>
          <p:spPr>
            <a:xfrm>
              <a:off x="4758155" y="4310881"/>
              <a:ext cx="468471" cy="79517"/>
            </a:xfrm>
            <a:custGeom>
              <a:avLst/>
              <a:pathLst>
                <a:path w="468471" h="79517">
                  <a:moveTo>
                    <a:pt x="0" y="79517"/>
                  </a:moveTo>
                  <a:lnTo>
                    <a:pt x="46847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l385"/>
            <p:cNvSpPr/>
            <p:nvPr/>
          </p:nvSpPr>
          <p:spPr>
            <a:xfrm>
              <a:off x="3585896" y="4329456"/>
              <a:ext cx="588695" cy="237535"/>
            </a:xfrm>
            <a:custGeom>
              <a:avLst/>
              <a:pathLst>
                <a:path w="588695" h="237535">
                  <a:moveTo>
                    <a:pt x="0" y="237535"/>
                  </a:moveTo>
                  <a:lnTo>
                    <a:pt x="58869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l386"/>
            <p:cNvSpPr/>
            <p:nvPr/>
          </p:nvSpPr>
          <p:spPr>
            <a:xfrm>
              <a:off x="4116975" y="4205248"/>
              <a:ext cx="539713" cy="88568"/>
            </a:xfrm>
            <a:custGeom>
              <a:avLst/>
              <a:pathLst>
                <a:path w="539713" h="88568">
                  <a:moveTo>
                    <a:pt x="0" y="0"/>
                  </a:moveTo>
                  <a:lnTo>
                    <a:pt x="539713" y="8856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l387"/>
            <p:cNvSpPr/>
            <p:nvPr/>
          </p:nvSpPr>
          <p:spPr>
            <a:xfrm>
              <a:off x="4094314" y="4208043"/>
              <a:ext cx="634084" cy="170860"/>
            </a:xfrm>
            <a:custGeom>
              <a:avLst/>
              <a:pathLst>
                <a:path w="634084" h="170860">
                  <a:moveTo>
                    <a:pt x="0" y="170860"/>
                  </a:moveTo>
                  <a:lnTo>
                    <a:pt x="63408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l388"/>
            <p:cNvSpPr/>
            <p:nvPr/>
          </p:nvSpPr>
          <p:spPr>
            <a:xfrm>
              <a:off x="5419802" y="4143823"/>
              <a:ext cx="682917" cy="95619"/>
            </a:xfrm>
            <a:custGeom>
              <a:avLst/>
              <a:pathLst>
                <a:path w="682917" h="95619">
                  <a:moveTo>
                    <a:pt x="0" y="0"/>
                  </a:moveTo>
                  <a:lnTo>
                    <a:pt x="682917" y="9561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l389"/>
            <p:cNvSpPr/>
            <p:nvPr/>
          </p:nvSpPr>
          <p:spPr>
            <a:xfrm>
              <a:off x="3585896" y="4071177"/>
              <a:ext cx="307247" cy="48025"/>
            </a:xfrm>
            <a:custGeom>
              <a:avLst/>
              <a:pathLst>
                <a:path w="307247" h="48025">
                  <a:moveTo>
                    <a:pt x="0" y="48025"/>
                  </a:moveTo>
                  <a:lnTo>
                    <a:pt x="30724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l390"/>
            <p:cNvSpPr/>
            <p:nvPr/>
          </p:nvSpPr>
          <p:spPr>
            <a:xfrm>
              <a:off x="4934001" y="4122531"/>
              <a:ext cx="533697" cy="244606"/>
            </a:xfrm>
            <a:custGeom>
              <a:avLst/>
              <a:pathLst>
                <a:path w="533697" h="244606">
                  <a:moveTo>
                    <a:pt x="0" y="0"/>
                  </a:moveTo>
                  <a:lnTo>
                    <a:pt x="533697" y="24460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l391"/>
            <p:cNvSpPr/>
            <p:nvPr/>
          </p:nvSpPr>
          <p:spPr>
            <a:xfrm>
              <a:off x="3818665" y="4086757"/>
              <a:ext cx="356930" cy="21805"/>
            </a:xfrm>
            <a:custGeom>
              <a:avLst/>
              <a:pathLst>
                <a:path w="356930" h="21805">
                  <a:moveTo>
                    <a:pt x="0" y="21805"/>
                  </a:moveTo>
                  <a:lnTo>
                    <a:pt x="35693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l392"/>
            <p:cNvSpPr/>
            <p:nvPr/>
          </p:nvSpPr>
          <p:spPr>
            <a:xfrm>
              <a:off x="3585896" y="4717573"/>
              <a:ext cx="1057101" cy="39942"/>
            </a:xfrm>
            <a:custGeom>
              <a:avLst/>
              <a:pathLst>
                <a:path w="1057101" h="39942">
                  <a:moveTo>
                    <a:pt x="0" y="0"/>
                  </a:moveTo>
                  <a:lnTo>
                    <a:pt x="529257" y="39942"/>
                  </a:lnTo>
                  <a:lnTo>
                    <a:pt x="1057101" y="1842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l393"/>
            <p:cNvSpPr/>
            <p:nvPr/>
          </p:nvSpPr>
          <p:spPr>
            <a:xfrm>
              <a:off x="4637978" y="4398123"/>
              <a:ext cx="528919" cy="85951"/>
            </a:xfrm>
            <a:custGeom>
              <a:avLst/>
              <a:pathLst>
                <a:path w="528919" h="85951">
                  <a:moveTo>
                    <a:pt x="0" y="0"/>
                  </a:moveTo>
                  <a:lnTo>
                    <a:pt x="528919" y="8595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l394"/>
            <p:cNvSpPr/>
            <p:nvPr/>
          </p:nvSpPr>
          <p:spPr>
            <a:xfrm>
              <a:off x="4900853" y="4297158"/>
              <a:ext cx="1317407" cy="131858"/>
            </a:xfrm>
            <a:custGeom>
              <a:avLst/>
              <a:pathLst>
                <a:path w="1317407" h="131858">
                  <a:moveTo>
                    <a:pt x="0" y="0"/>
                  </a:moveTo>
                  <a:lnTo>
                    <a:pt x="528705" y="89000"/>
                  </a:lnTo>
                  <a:lnTo>
                    <a:pt x="1317407" y="13185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l395"/>
            <p:cNvSpPr/>
            <p:nvPr/>
          </p:nvSpPr>
          <p:spPr>
            <a:xfrm>
              <a:off x="4150077" y="4197951"/>
              <a:ext cx="487901" cy="139006"/>
            </a:xfrm>
            <a:custGeom>
              <a:avLst/>
              <a:pathLst>
                <a:path w="487901" h="139006">
                  <a:moveTo>
                    <a:pt x="0" y="139006"/>
                  </a:moveTo>
                  <a:lnTo>
                    <a:pt x="48790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l396"/>
            <p:cNvSpPr/>
            <p:nvPr/>
          </p:nvSpPr>
          <p:spPr>
            <a:xfrm>
              <a:off x="4109778" y="3647300"/>
              <a:ext cx="1317670" cy="678790"/>
            </a:xfrm>
            <a:custGeom>
              <a:avLst/>
              <a:pathLst>
                <a:path w="1317670" h="678790">
                  <a:moveTo>
                    <a:pt x="0" y="678790"/>
                  </a:moveTo>
                  <a:lnTo>
                    <a:pt x="314473" y="458076"/>
                  </a:lnTo>
                  <a:lnTo>
                    <a:pt x="567778" y="628664"/>
                  </a:lnTo>
                  <a:lnTo>
                    <a:pt x="131767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l397"/>
            <p:cNvSpPr/>
            <p:nvPr/>
          </p:nvSpPr>
          <p:spPr>
            <a:xfrm>
              <a:off x="4597680" y="4573383"/>
              <a:ext cx="569218" cy="34071"/>
            </a:xfrm>
            <a:custGeom>
              <a:avLst/>
              <a:pathLst>
                <a:path w="569218" h="34071">
                  <a:moveTo>
                    <a:pt x="0" y="34071"/>
                  </a:moveTo>
                  <a:lnTo>
                    <a:pt x="56921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l398"/>
            <p:cNvSpPr/>
            <p:nvPr/>
          </p:nvSpPr>
          <p:spPr>
            <a:xfrm>
              <a:off x="4195413" y="2986345"/>
              <a:ext cx="492938" cy="390876"/>
            </a:xfrm>
            <a:custGeom>
              <a:avLst/>
              <a:pathLst>
                <a:path w="492938" h="390876">
                  <a:moveTo>
                    <a:pt x="0" y="390876"/>
                  </a:moveTo>
                  <a:lnTo>
                    <a:pt x="211152" y="294520"/>
                  </a:lnTo>
                  <a:lnTo>
                    <a:pt x="49293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l399"/>
            <p:cNvSpPr/>
            <p:nvPr/>
          </p:nvSpPr>
          <p:spPr>
            <a:xfrm>
              <a:off x="3585896" y="2226341"/>
              <a:ext cx="569178" cy="771654"/>
            </a:xfrm>
            <a:custGeom>
              <a:avLst/>
              <a:pathLst>
                <a:path w="569178" h="771654">
                  <a:moveTo>
                    <a:pt x="0" y="771654"/>
                  </a:moveTo>
                  <a:lnTo>
                    <a:pt x="267698" y="329157"/>
                  </a:lnTo>
                  <a:lnTo>
                    <a:pt x="56917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l400"/>
            <p:cNvSpPr/>
            <p:nvPr/>
          </p:nvSpPr>
          <p:spPr>
            <a:xfrm>
              <a:off x="3873024" y="4260407"/>
              <a:ext cx="527480" cy="53933"/>
            </a:xfrm>
            <a:custGeom>
              <a:avLst/>
              <a:pathLst>
                <a:path w="527480" h="53933">
                  <a:moveTo>
                    <a:pt x="0" y="8081"/>
                  </a:moveTo>
                  <a:lnTo>
                    <a:pt x="294353" y="0"/>
                  </a:lnTo>
                  <a:lnTo>
                    <a:pt x="527480" y="5393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l401"/>
            <p:cNvSpPr/>
            <p:nvPr/>
          </p:nvSpPr>
          <p:spPr>
            <a:xfrm>
              <a:off x="5184291" y="4095363"/>
              <a:ext cx="705104" cy="91324"/>
            </a:xfrm>
            <a:custGeom>
              <a:avLst/>
              <a:pathLst>
                <a:path w="705104" h="91324">
                  <a:moveTo>
                    <a:pt x="0" y="91324"/>
                  </a:moveTo>
                  <a:lnTo>
                    <a:pt x="70510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l402"/>
            <p:cNvSpPr/>
            <p:nvPr/>
          </p:nvSpPr>
          <p:spPr>
            <a:xfrm>
              <a:off x="4205488" y="2870935"/>
              <a:ext cx="991634" cy="432735"/>
            </a:xfrm>
            <a:custGeom>
              <a:avLst/>
              <a:pathLst>
                <a:path w="991634" h="432735">
                  <a:moveTo>
                    <a:pt x="0" y="432735"/>
                  </a:moveTo>
                  <a:lnTo>
                    <a:pt x="477826" y="347022"/>
                  </a:lnTo>
                  <a:lnTo>
                    <a:pt x="749842" y="233082"/>
                  </a:lnTo>
                  <a:lnTo>
                    <a:pt x="99163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l403"/>
            <p:cNvSpPr/>
            <p:nvPr/>
          </p:nvSpPr>
          <p:spPr>
            <a:xfrm>
              <a:off x="3585896" y="3932723"/>
              <a:ext cx="782451" cy="326626"/>
            </a:xfrm>
            <a:custGeom>
              <a:avLst/>
              <a:pathLst>
                <a:path w="782451" h="326626">
                  <a:moveTo>
                    <a:pt x="0" y="326626"/>
                  </a:moveTo>
                  <a:lnTo>
                    <a:pt x="297202" y="302398"/>
                  </a:lnTo>
                  <a:lnTo>
                    <a:pt x="78245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l404"/>
            <p:cNvSpPr/>
            <p:nvPr/>
          </p:nvSpPr>
          <p:spPr>
            <a:xfrm>
              <a:off x="5683584" y="3803441"/>
              <a:ext cx="1074390" cy="370838"/>
            </a:xfrm>
            <a:custGeom>
              <a:avLst/>
              <a:pathLst>
                <a:path w="1074390" h="370838">
                  <a:moveTo>
                    <a:pt x="0" y="0"/>
                  </a:moveTo>
                  <a:lnTo>
                    <a:pt x="551947" y="187703"/>
                  </a:lnTo>
                  <a:lnTo>
                    <a:pt x="1074390" y="37083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l405"/>
            <p:cNvSpPr/>
            <p:nvPr/>
          </p:nvSpPr>
          <p:spPr>
            <a:xfrm>
              <a:off x="4401409" y="3831411"/>
              <a:ext cx="1011783" cy="195284"/>
            </a:xfrm>
            <a:custGeom>
              <a:avLst/>
              <a:pathLst>
                <a:path w="1011783" h="195284">
                  <a:moveTo>
                    <a:pt x="0" y="195284"/>
                  </a:moveTo>
                  <a:lnTo>
                    <a:pt x="472789" y="0"/>
                  </a:lnTo>
                  <a:lnTo>
                    <a:pt x="1011783" y="16705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l406"/>
            <p:cNvSpPr/>
            <p:nvPr/>
          </p:nvSpPr>
          <p:spPr>
            <a:xfrm>
              <a:off x="3585896" y="1905530"/>
              <a:ext cx="261941" cy="602118"/>
            </a:xfrm>
            <a:custGeom>
              <a:avLst/>
              <a:pathLst>
                <a:path w="261941" h="602118">
                  <a:moveTo>
                    <a:pt x="0" y="0"/>
                  </a:moveTo>
                  <a:lnTo>
                    <a:pt x="261941" y="60211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l407"/>
            <p:cNvSpPr/>
            <p:nvPr/>
          </p:nvSpPr>
          <p:spPr>
            <a:xfrm>
              <a:off x="3585896" y="4182245"/>
              <a:ext cx="579292" cy="244110"/>
            </a:xfrm>
            <a:custGeom>
              <a:avLst/>
              <a:pathLst>
                <a:path w="579292" h="244110">
                  <a:moveTo>
                    <a:pt x="0" y="244110"/>
                  </a:moveTo>
                  <a:lnTo>
                    <a:pt x="57929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l408"/>
            <p:cNvSpPr/>
            <p:nvPr/>
          </p:nvSpPr>
          <p:spPr>
            <a:xfrm>
              <a:off x="3585896" y="3269050"/>
              <a:ext cx="266288" cy="503963"/>
            </a:xfrm>
            <a:custGeom>
              <a:avLst/>
              <a:pathLst>
                <a:path w="266288" h="503963">
                  <a:moveTo>
                    <a:pt x="0" y="0"/>
                  </a:moveTo>
                  <a:lnTo>
                    <a:pt x="266288" y="50396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l409"/>
            <p:cNvSpPr/>
            <p:nvPr/>
          </p:nvSpPr>
          <p:spPr>
            <a:xfrm>
              <a:off x="4295796" y="4484419"/>
              <a:ext cx="342182" cy="33102"/>
            </a:xfrm>
            <a:custGeom>
              <a:avLst/>
              <a:pathLst>
                <a:path w="342182" h="33102">
                  <a:moveTo>
                    <a:pt x="0" y="0"/>
                  </a:moveTo>
                  <a:lnTo>
                    <a:pt x="342182" y="3310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l410"/>
            <p:cNvSpPr/>
            <p:nvPr/>
          </p:nvSpPr>
          <p:spPr>
            <a:xfrm>
              <a:off x="3585896" y="2643641"/>
              <a:ext cx="302792" cy="658007"/>
            </a:xfrm>
            <a:custGeom>
              <a:avLst/>
              <a:pathLst>
                <a:path w="302792" h="658007">
                  <a:moveTo>
                    <a:pt x="0" y="0"/>
                  </a:moveTo>
                  <a:lnTo>
                    <a:pt x="302792" y="65800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l411"/>
            <p:cNvSpPr/>
            <p:nvPr/>
          </p:nvSpPr>
          <p:spPr>
            <a:xfrm>
              <a:off x="3585896" y="4272380"/>
              <a:ext cx="1932954" cy="86614"/>
            </a:xfrm>
            <a:custGeom>
              <a:avLst/>
              <a:pathLst>
                <a:path w="1932954" h="86614">
                  <a:moveTo>
                    <a:pt x="0" y="86614"/>
                  </a:moveTo>
                  <a:lnTo>
                    <a:pt x="735192" y="23890"/>
                  </a:lnTo>
                  <a:lnTo>
                    <a:pt x="1314023" y="0"/>
                  </a:lnTo>
                  <a:lnTo>
                    <a:pt x="1932954" y="834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l412"/>
            <p:cNvSpPr/>
            <p:nvPr/>
          </p:nvSpPr>
          <p:spPr>
            <a:xfrm>
              <a:off x="3842800" y="3180832"/>
              <a:ext cx="532517" cy="192851"/>
            </a:xfrm>
            <a:custGeom>
              <a:avLst/>
              <a:pathLst>
                <a:path w="532517" h="192851">
                  <a:moveTo>
                    <a:pt x="0" y="185544"/>
                  </a:moveTo>
                  <a:lnTo>
                    <a:pt x="286791" y="0"/>
                  </a:lnTo>
                  <a:lnTo>
                    <a:pt x="532517" y="19285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l413"/>
            <p:cNvSpPr/>
            <p:nvPr/>
          </p:nvSpPr>
          <p:spPr>
            <a:xfrm>
              <a:off x="3852432" y="2973596"/>
              <a:ext cx="261663" cy="607037"/>
            </a:xfrm>
            <a:custGeom>
              <a:avLst/>
              <a:pathLst>
                <a:path w="261663" h="607037">
                  <a:moveTo>
                    <a:pt x="0" y="607037"/>
                  </a:moveTo>
                  <a:lnTo>
                    <a:pt x="26166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l414"/>
            <p:cNvSpPr/>
            <p:nvPr/>
          </p:nvSpPr>
          <p:spPr>
            <a:xfrm>
              <a:off x="3585896" y="2789942"/>
              <a:ext cx="639021" cy="530763"/>
            </a:xfrm>
            <a:custGeom>
              <a:avLst/>
              <a:pathLst>
                <a:path w="639021" h="530763">
                  <a:moveTo>
                    <a:pt x="0" y="0"/>
                  </a:moveTo>
                  <a:lnTo>
                    <a:pt x="312277" y="457876"/>
                  </a:lnTo>
                  <a:lnTo>
                    <a:pt x="639021" y="53076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l415"/>
            <p:cNvSpPr/>
            <p:nvPr/>
          </p:nvSpPr>
          <p:spPr>
            <a:xfrm>
              <a:off x="3585896" y="4405222"/>
              <a:ext cx="1021858" cy="66359"/>
            </a:xfrm>
            <a:custGeom>
              <a:avLst/>
              <a:pathLst>
                <a:path w="1021858" h="66359">
                  <a:moveTo>
                    <a:pt x="0" y="66359"/>
                  </a:moveTo>
                  <a:lnTo>
                    <a:pt x="534945" y="0"/>
                  </a:lnTo>
                  <a:lnTo>
                    <a:pt x="1021858" y="5052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l416"/>
            <p:cNvSpPr/>
            <p:nvPr/>
          </p:nvSpPr>
          <p:spPr>
            <a:xfrm>
              <a:off x="3585896" y="4520114"/>
              <a:ext cx="1397935" cy="95140"/>
            </a:xfrm>
            <a:custGeom>
              <a:avLst/>
              <a:pathLst>
                <a:path w="1397935" h="95140">
                  <a:moveTo>
                    <a:pt x="0" y="95140"/>
                  </a:moveTo>
                  <a:lnTo>
                    <a:pt x="139793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l417"/>
            <p:cNvSpPr/>
            <p:nvPr/>
          </p:nvSpPr>
          <p:spPr>
            <a:xfrm>
              <a:off x="3585896" y="3610309"/>
              <a:ext cx="1103175" cy="244156"/>
            </a:xfrm>
            <a:custGeom>
              <a:avLst/>
              <a:pathLst>
                <a:path w="1103175" h="244156">
                  <a:moveTo>
                    <a:pt x="0" y="244156"/>
                  </a:moveTo>
                  <a:lnTo>
                    <a:pt x="550508" y="164999"/>
                  </a:lnTo>
                  <a:lnTo>
                    <a:pt x="110317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l418"/>
            <p:cNvSpPr/>
            <p:nvPr/>
          </p:nvSpPr>
          <p:spPr>
            <a:xfrm>
              <a:off x="3585896" y="2363103"/>
              <a:ext cx="1137624" cy="899137"/>
            </a:xfrm>
            <a:custGeom>
              <a:avLst/>
              <a:pathLst>
                <a:path w="1137624" h="899137">
                  <a:moveTo>
                    <a:pt x="0" y="899137"/>
                  </a:moveTo>
                  <a:lnTo>
                    <a:pt x="528827" y="0"/>
                  </a:lnTo>
                  <a:lnTo>
                    <a:pt x="1137624" y="3011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l419"/>
            <p:cNvSpPr/>
            <p:nvPr/>
          </p:nvSpPr>
          <p:spPr>
            <a:xfrm>
              <a:off x="4393308" y="3982881"/>
              <a:ext cx="1688944" cy="54797"/>
            </a:xfrm>
            <a:custGeom>
              <a:avLst/>
              <a:pathLst>
                <a:path w="1688944" h="54797">
                  <a:moveTo>
                    <a:pt x="0" y="0"/>
                  </a:moveTo>
                  <a:lnTo>
                    <a:pt x="551308" y="8385"/>
                  </a:lnTo>
                  <a:lnTo>
                    <a:pt x="1004587" y="54797"/>
                  </a:lnTo>
                  <a:lnTo>
                    <a:pt x="1688944" y="2931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l420"/>
            <p:cNvSpPr/>
            <p:nvPr/>
          </p:nvSpPr>
          <p:spPr>
            <a:xfrm>
              <a:off x="4648053" y="4356564"/>
              <a:ext cx="528199" cy="95913"/>
            </a:xfrm>
            <a:custGeom>
              <a:avLst/>
              <a:pathLst>
                <a:path w="528199" h="95913">
                  <a:moveTo>
                    <a:pt x="0" y="0"/>
                  </a:moveTo>
                  <a:lnTo>
                    <a:pt x="528199" y="9591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rc421"/>
            <p:cNvSpPr/>
            <p:nvPr/>
          </p:nvSpPr>
          <p:spPr>
            <a:xfrm>
              <a:off x="3400738" y="1761070"/>
              <a:ext cx="4073472" cy="31781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tx422"/>
            <p:cNvSpPr/>
            <p:nvPr/>
          </p:nvSpPr>
          <p:spPr>
            <a:xfrm>
              <a:off x="3275953" y="4370868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423" name="tx423"/>
            <p:cNvSpPr/>
            <p:nvPr/>
          </p:nvSpPr>
          <p:spPr>
            <a:xfrm>
              <a:off x="3275953" y="3494499"/>
              <a:ext cx="62155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424" name="tx424"/>
            <p:cNvSpPr/>
            <p:nvPr/>
          </p:nvSpPr>
          <p:spPr>
            <a:xfrm>
              <a:off x="3275953" y="2614746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425" name="tx425"/>
            <p:cNvSpPr/>
            <p:nvPr/>
          </p:nvSpPr>
          <p:spPr>
            <a:xfrm>
              <a:off x="3213797" y="1738049"/>
              <a:ext cx="124311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426" name="pl426"/>
            <p:cNvSpPr/>
            <p:nvPr/>
          </p:nvSpPr>
          <p:spPr>
            <a:xfrm>
              <a:off x="3365944" y="441256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l427"/>
            <p:cNvSpPr/>
            <p:nvPr/>
          </p:nvSpPr>
          <p:spPr>
            <a:xfrm>
              <a:off x="3365944" y="353449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l428"/>
            <p:cNvSpPr/>
            <p:nvPr/>
          </p:nvSpPr>
          <p:spPr>
            <a:xfrm>
              <a:off x="3365944" y="265643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l429"/>
            <p:cNvSpPr/>
            <p:nvPr/>
          </p:nvSpPr>
          <p:spPr>
            <a:xfrm>
              <a:off x="3365944" y="177837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l430"/>
            <p:cNvSpPr/>
            <p:nvPr/>
          </p:nvSpPr>
          <p:spPr>
            <a:xfrm>
              <a:off x="3585896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l431"/>
            <p:cNvSpPr/>
            <p:nvPr/>
          </p:nvSpPr>
          <p:spPr>
            <a:xfrm>
              <a:off x="4899200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l432"/>
            <p:cNvSpPr/>
            <p:nvPr/>
          </p:nvSpPr>
          <p:spPr>
            <a:xfrm>
              <a:off x="6212503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tx433"/>
            <p:cNvSpPr/>
            <p:nvPr/>
          </p:nvSpPr>
          <p:spPr>
            <a:xfrm>
              <a:off x="3554818" y="500013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434" name="tx434"/>
            <p:cNvSpPr/>
            <p:nvPr/>
          </p:nvSpPr>
          <p:spPr>
            <a:xfrm>
              <a:off x="4868122" y="5001549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435" name="tx435"/>
            <p:cNvSpPr/>
            <p:nvPr/>
          </p:nvSpPr>
          <p:spPr>
            <a:xfrm>
              <a:off x="6150348" y="500013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436" name="tx436"/>
            <p:cNvSpPr/>
            <p:nvPr/>
          </p:nvSpPr>
          <p:spPr>
            <a:xfrm>
              <a:off x="4816294" y="5147574"/>
              <a:ext cx="1242361" cy="10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Years from baseline</a:t>
              </a:r>
            </a:p>
          </p:txBody>
        </p:sp>
        <p:sp>
          <p:nvSpPr>
            <p:cNvPr id="437" name="tx437"/>
            <p:cNvSpPr/>
            <p:nvPr/>
          </p:nvSpPr>
          <p:spPr>
            <a:xfrm rot="-5400000">
              <a:off x="2256770" y="3284579"/>
              <a:ext cx="1638132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Plasma pTau181- Nico (Z)</a:t>
              </a:r>
            </a:p>
          </p:txBody>
        </p:sp>
        <p:sp>
          <p:nvSpPr>
            <p:cNvPr id="438" name="rc438"/>
            <p:cNvSpPr/>
            <p:nvPr/>
          </p:nvSpPr>
          <p:spPr>
            <a:xfrm>
              <a:off x="7543800" y="1691481"/>
              <a:ext cx="4571999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rc439"/>
            <p:cNvSpPr/>
            <p:nvPr/>
          </p:nvSpPr>
          <p:spPr>
            <a:xfrm>
              <a:off x="7648183" y="1761070"/>
              <a:ext cx="4398027" cy="31781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40" name="pl440"/>
            <p:cNvSpPr/>
            <p:nvPr/>
          </p:nvSpPr>
          <p:spPr>
            <a:xfrm>
              <a:off x="7648183" y="4433582"/>
              <a:ext cx="4398027" cy="0"/>
            </a:xfrm>
            <a:custGeom>
              <a:avLst/>
              <a:pathLst>
                <a:path w="4398027" h="0">
                  <a:moveTo>
                    <a:pt x="0" y="0"/>
                  </a:moveTo>
                  <a:lnTo>
                    <a:pt x="4398027" y="0"/>
                  </a:lnTo>
                  <a:lnTo>
                    <a:pt x="439802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l441"/>
            <p:cNvSpPr/>
            <p:nvPr/>
          </p:nvSpPr>
          <p:spPr>
            <a:xfrm>
              <a:off x="7648183" y="3711281"/>
              <a:ext cx="4398027" cy="0"/>
            </a:xfrm>
            <a:custGeom>
              <a:avLst/>
              <a:pathLst>
                <a:path w="4398027" h="0">
                  <a:moveTo>
                    <a:pt x="0" y="0"/>
                  </a:moveTo>
                  <a:lnTo>
                    <a:pt x="4398027" y="0"/>
                  </a:lnTo>
                  <a:lnTo>
                    <a:pt x="439802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l442"/>
            <p:cNvSpPr/>
            <p:nvPr/>
          </p:nvSpPr>
          <p:spPr>
            <a:xfrm>
              <a:off x="7648183" y="2988981"/>
              <a:ext cx="4398027" cy="0"/>
            </a:xfrm>
            <a:custGeom>
              <a:avLst/>
              <a:pathLst>
                <a:path w="4398027" h="0">
                  <a:moveTo>
                    <a:pt x="0" y="0"/>
                  </a:moveTo>
                  <a:lnTo>
                    <a:pt x="4398027" y="0"/>
                  </a:lnTo>
                  <a:lnTo>
                    <a:pt x="439802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l443"/>
            <p:cNvSpPr/>
            <p:nvPr/>
          </p:nvSpPr>
          <p:spPr>
            <a:xfrm>
              <a:off x="7648183" y="2266680"/>
              <a:ext cx="4398027" cy="0"/>
            </a:xfrm>
            <a:custGeom>
              <a:avLst/>
              <a:pathLst>
                <a:path w="4398027" h="0">
                  <a:moveTo>
                    <a:pt x="0" y="0"/>
                  </a:moveTo>
                  <a:lnTo>
                    <a:pt x="4398027" y="0"/>
                  </a:lnTo>
                  <a:lnTo>
                    <a:pt x="439802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l444"/>
            <p:cNvSpPr/>
            <p:nvPr/>
          </p:nvSpPr>
          <p:spPr>
            <a:xfrm>
              <a:off x="7848093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l445"/>
            <p:cNvSpPr/>
            <p:nvPr/>
          </p:nvSpPr>
          <p:spPr>
            <a:xfrm>
              <a:off x="8647735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l446"/>
            <p:cNvSpPr/>
            <p:nvPr/>
          </p:nvSpPr>
          <p:spPr>
            <a:xfrm>
              <a:off x="9447376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l447"/>
            <p:cNvSpPr/>
            <p:nvPr/>
          </p:nvSpPr>
          <p:spPr>
            <a:xfrm>
              <a:off x="10247017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l448"/>
            <p:cNvSpPr/>
            <p:nvPr/>
          </p:nvSpPr>
          <p:spPr>
            <a:xfrm>
              <a:off x="11046659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l449"/>
            <p:cNvSpPr/>
            <p:nvPr/>
          </p:nvSpPr>
          <p:spPr>
            <a:xfrm>
              <a:off x="11846300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l450"/>
            <p:cNvSpPr/>
            <p:nvPr/>
          </p:nvSpPr>
          <p:spPr>
            <a:xfrm>
              <a:off x="7648183" y="4794732"/>
              <a:ext cx="4398027" cy="0"/>
            </a:xfrm>
            <a:custGeom>
              <a:avLst/>
              <a:pathLst>
                <a:path w="4398027" h="0">
                  <a:moveTo>
                    <a:pt x="0" y="0"/>
                  </a:moveTo>
                  <a:lnTo>
                    <a:pt x="4398027" y="0"/>
                  </a:lnTo>
                  <a:lnTo>
                    <a:pt x="439802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l451"/>
            <p:cNvSpPr/>
            <p:nvPr/>
          </p:nvSpPr>
          <p:spPr>
            <a:xfrm>
              <a:off x="7648183" y="4072432"/>
              <a:ext cx="4398027" cy="0"/>
            </a:xfrm>
            <a:custGeom>
              <a:avLst/>
              <a:pathLst>
                <a:path w="4398027" h="0">
                  <a:moveTo>
                    <a:pt x="0" y="0"/>
                  </a:moveTo>
                  <a:lnTo>
                    <a:pt x="4398027" y="0"/>
                  </a:lnTo>
                  <a:lnTo>
                    <a:pt x="439802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l452"/>
            <p:cNvSpPr/>
            <p:nvPr/>
          </p:nvSpPr>
          <p:spPr>
            <a:xfrm>
              <a:off x="7648183" y="3350131"/>
              <a:ext cx="4398027" cy="0"/>
            </a:xfrm>
            <a:custGeom>
              <a:avLst/>
              <a:pathLst>
                <a:path w="4398027" h="0">
                  <a:moveTo>
                    <a:pt x="0" y="0"/>
                  </a:moveTo>
                  <a:lnTo>
                    <a:pt x="4398027" y="0"/>
                  </a:lnTo>
                  <a:lnTo>
                    <a:pt x="439802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l453"/>
            <p:cNvSpPr/>
            <p:nvPr/>
          </p:nvSpPr>
          <p:spPr>
            <a:xfrm>
              <a:off x="7648183" y="2627831"/>
              <a:ext cx="4398027" cy="0"/>
            </a:xfrm>
            <a:custGeom>
              <a:avLst/>
              <a:pathLst>
                <a:path w="4398027" h="0">
                  <a:moveTo>
                    <a:pt x="0" y="0"/>
                  </a:moveTo>
                  <a:lnTo>
                    <a:pt x="4398027" y="0"/>
                  </a:lnTo>
                  <a:lnTo>
                    <a:pt x="439802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l454"/>
            <p:cNvSpPr/>
            <p:nvPr/>
          </p:nvSpPr>
          <p:spPr>
            <a:xfrm>
              <a:off x="7648183" y="1905530"/>
              <a:ext cx="4398027" cy="0"/>
            </a:xfrm>
            <a:custGeom>
              <a:avLst/>
              <a:pathLst>
                <a:path w="4398027" h="0">
                  <a:moveTo>
                    <a:pt x="0" y="0"/>
                  </a:moveTo>
                  <a:lnTo>
                    <a:pt x="4398027" y="0"/>
                  </a:lnTo>
                  <a:lnTo>
                    <a:pt x="439802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l455"/>
            <p:cNvSpPr/>
            <p:nvPr/>
          </p:nvSpPr>
          <p:spPr>
            <a:xfrm>
              <a:off x="8247914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l456"/>
            <p:cNvSpPr/>
            <p:nvPr/>
          </p:nvSpPr>
          <p:spPr>
            <a:xfrm>
              <a:off x="9047555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l457"/>
            <p:cNvSpPr/>
            <p:nvPr/>
          </p:nvSpPr>
          <p:spPr>
            <a:xfrm>
              <a:off x="9847197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l458"/>
            <p:cNvSpPr/>
            <p:nvPr/>
          </p:nvSpPr>
          <p:spPr>
            <a:xfrm>
              <a:off x="10646838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l459"/>
            <p:cNvSpPr/>
            <p:nvPr/>
          </p:nvSpPr>
          <p:spPr>
            <a:xfrm>
              <a:off x="11446479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rc460"/>
            <p:cNvSpPr/>
            <p:nvPr/>
          </p:nvSpPr>
          <p:spPr>
            <a:xfrm>
              <a:off x="7848093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61" name="rc461"/>
            <p:cNvSpPr/>
            <p:nvPr/>
          </p:nvSpPr>
          <p:spPr>
            <a:xfrm>
              <a:off x="7985963" y="4650272"/>
              <a:ext cx="137869" cy="14446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62" name="rc462"/>
            <p:cNvSpPr/>
            <p:nvPr/>
          </p:nvSpPr>
          <p:spPr>
            <a:xfrm>
              <a:off x="8123832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63" name="rc463"/>
            <p:cNvSpPr/>
            <p:nvPr/>
          </p:nvSpPr>
          <p:spPr>
            <a:xfrm>
              <a:off x="8261701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64" name="rc464"/>
            <p:cNvSpPr/>
            <p:nvPr/>
          </p:nvSpPr>
          <p:spPr>
            <a:xfrm>
              <a:off x="8399570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65" name="rc465"/>
            <p:cNvSpPr/>
            <p:nvPr/>
          </p:nvSpPr>
          <p:spPr>
            <a:xfrm>
              <a:off x="8537439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66" name="rc466"/>
            <p:cNvSpPr/>
            <p:nvPr/>
          </p:nvSpPr>
          <p:spPr>
            <a:xfrm>
              <a:off x="8675309" y="4650272"/>
              <a:ext cx="137869" cy="14446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67" name="rc467"/>
            <p:cNvSpPr/>
            <p:nvPr/>
          </p:nvSpPr>
          <p:spPr>
            <a:xfrm>
              <a:off x="8813178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68" name="rc468"/>
            <p:cNvSpPr/>
            <p:nvPr/>
          </p:nvSpPr>
          <p:spPr>
            <a:xfrm>
              <a:off x="8951047" y="4650272"/>
              <a:ext cx="137869" cy="14446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69" name="rc469"/>
            <p:cNvSpPr/>
            <p:nvPr/>
          </p:nvSpPr>
          <p:spPr>
            <a:xfrm>
              <a:off x="9088916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70" name="rc470"/>
            <p:cNvSpPr/>
            <p:nvPr/>
          </p:nvSpPr>
          <p:spPr>
            <a:xfrm>
              <a:off x="9226785" y="4505812"/>
              <a:ext cx="137869" cy="28892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71" name="rc471"/>
            <p:cNvSpPr/>
            <p:nvPr/>
          </p:nvSpPr>
          <p:spPr>
            <a:xfrm>
              <a:off x="9364655" y="4361352"/>
              <a:ext cx="137869" cy="43338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72" name="rc472"/>
            <p:cNvSpPr/>
            <p:nvPr/>
          </p:nvSpPr>
          <p:spPr>
            <a:xfrm>
              <a:off x="9502524" y="4361352"/>
              <a:ext cx="137869" cy="43338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73" name="rc473"/>
            <p:cNvSpPr/>
            <p:nvPr/>
          </p:nvSpPr>
          <p:spPr>
            <a:xfrm>
              <a:off x="9640393" y="2483371"/>
              <a:ext cx="137869" cy="2311361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74" name="rc474"/>
            <p:cNvSpPr/>
            <p:nvPr/>
          </p:nvSpPr>
          <p:spPr>
            <a:xfrm>
              <a:off x="9778262" y="1905530"/>
              <a:ext cx="137869" cy="2889201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75" name="rc475"/>
            <p:cNvSpPr/>
            <p:nvPr/>
          </p:nvSpPr>
          <p:spPr>
            <a:xfrm>
              <a:off x="9916131" y="3639051"/>
              <a:ext cx="137869" cy="115568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76" name="rc476"/>
            <p:cNvSpPr/>
            <p:nvPr/>
          </p:nvSpPr>
          <p:spPr>
            <a:xfrm>
              <a:off x="10054001" y="3927972"/>
              <a:ext cx="137869" cy="86676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77" name="rc477"/>
            <p:cNvSpPr/>
            <p:nvPr/>
          </p:nvSpPr>
          <p:spPr>
            <a:xfrm>
              <a:off x="10191870" y="4072432"/>
              <a:ext cx="137869" cy="72230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78" name="rc478"/>
            <p:cNvSpPr/>
            <p:nvPr/>
          </p:nvSpPr>
          <p:spPr>
            <a:xfrm>
              <a:off x="10329739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79" name="rc479"/>
            <p:cNvSpPr/>
            <p:nvPr/>
          </p:nvSpPr>
          <p:spPr>
            <a:xfrm>
              <a:off x="10467608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80" name="rc480"/>
            <p:cNvSpPr/>
            <p:nvPr/>
          </p:nvSpPr>
          <p:spPr>
            <a:xfrm>
              <a:off x="10605477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81" name="rc481"/>
            <p:cNvSpPr/>
            <p:nvPr/>
          </p:nvSpPr>
          <p:spPr>
            <a:xfrm>
              <a:off x="10743347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82" name="rc482"/>
            <p:cNvSpPr/>
            <p:nvPr/>
          </p:nvSpPr>
          <p:spPr>
            <a:xfrm>
              <a:off x="10881216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83" name="rc483"/>
            <p:cNvSpPr/>
            <p:nvPr/>
          </p:nvSpPr>
          <p:spPr>
            <a:xfrm>
              <a:off x="11019085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84" name="rc484"/>
            <p:cNvSpPr/>
            <p:nvPr/>
          </p:nvSpPr>
          <p:spPr>
            <a:xfrm>
              <a:off x="11156954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85" name="rc485"/>
            <p:cNvSpPr/>
            <p:nvPr/>
          </p:nvSpPr>
          <p:spPr>
            <a:xfrm>
              <a:off x="11294823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86" name="rc486"/>
            <p:cNvSpPr/>
            <p:nvPr/>
          </p:nvSpPr>
          <p:spPr>
            <a:xfrm>
              <a:off x="11432693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87" name="rc487"/>
            <p:cNvSpPr/>
            <p:nvPr/>
          </p:nvSpPr>
          <p:spPr>
            <a:xfrm>
              <a:off x="11570562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88" name="rc488"/>
            <p:cNvSpPr/>
            <p:nvPr/>
          </p:nvSpPr>
          <p:spPr>
            <a:xfrm>
              <a:off x="11708431" y="4794732"/>
              <a:ext cx="137869" cy="0"/>
            </a:xfrm>
            <a:prstGeom prst="rect">
              <a:avLst/>
            </a:prstGeom>
            <a:solidFill>
              <a:srgbClr val="007B82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89" name="rc489"/>
            <p:cNvSpPr/>
            <p:nvPr/>
          </p:nvSpPr>
          <p:spPr>
            <a:xfrm>
              <a:off x="7848093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90" name="rc490"/>
            <p:cNvSpPr/>
            <p:nvPr/>
          </p:nvSpPr>
          <p:spPr>
            <a:xfrm>
              <a:off x="7985963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91" name="rc491"/>
            <p:cNvSpPr/>
            <p:nvPr/>
          </p:nvSpPr>
          <p:spPr>
            <a:xfrm>
              <a:off x="8123832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92" name="rc492"/>
            <p:cNvSpPr/>
            <p:nvPr/>
          </p:nvSpPr>
          <p:spPr>
            <a:xfrm>
              <a:off x="8261701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93" name="rc493"/>
            <p:cNvSpPr/>
            <p:nvPr/>
          </p:nvSpPr>
          <p:spPr>
            <a:xfrm>
              <a:off x="8399570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94" name="rc494"/>
            <p:cNvSpPr/>
            <p:nvPr/>
          </p:nvSpPr>
          <p:spPr>
            <a:xfrm>
              <a:off x="8537439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95" name="rc495"/>
            <p:cNvSpPr/>
            <p:nvPr/>
          </p:nvSpPr>
          <p:spPr>
            <a:xfrm>
              <a:off x="8675309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96" name="rc496"/>
            <p:cNvSpPr/>
            <p:nvPr/>
          </p:nvSpPr>
          <p:spPr>
            <a:xfrm>
              <a:off x="8813178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97" name="rc497"/>
            <p:cNvSpPr/>
            <p:nvPr/>
          </p:nvSpPr>
          <p:spPr>
            <a:xfrm>
              <a:off x="8951047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98" name="rc498"/>
            <p:cNvSpPr/>
            <p:nvPr/>
          </p:nvSpPr>
          <p:spPr>
            <a:xfrm>
              <a:off x="9088916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499" name="rc499"/>
            <p:cNvSpPr/>
            <p:nvPr/>
          </p:nvSpPr>
          <p:spPr>
            <a:xfrm>
              <a:off x="9226785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500" name="rc500"/>
            <p:cNvSpPr/>
            <p:nvPr/>
          </p:nvSpPr>
          <p:spPr>
            <a:xfrm>
              <a:off x="9364655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501" name="rc501"/>
            <p:cNvSpPr/>
            <p:nvPr/>
          </p:nvSpPr>
          <p:spPr>
            <a:xfrm>
              <a:off x="9502524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502" name="rc502"/>
            <p:cNvSpPr/>
            <p:nvPr/>
          </p:nvSpPr>
          <p:spPr>
            <a:xfrm>
              <a:off x="9640393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503" name="rc503"/>
            <p:cNvSpPr/>
            <p:nvPr/>
          </p:nvSpPr>
          <p:spPr>
            <a:xfrm>
              <a:off x="9778262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504" name="rc504"/>
            <p:cNvSpPr/>
            <p:nvPr/>
          </p:nvSpPr>
          <p:spPr>
            <a:xfrm>
              <a:off x="9916131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505" name="rc505"/>
            <p:cNvSpPr/>
            <p:nvPr/>
          </p:nvSpPr>
          <p:spPr>
            <a:xfrm>
              <a:off x="10054001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506" name="rc506"/>
            <p:cNvSpPr/>
            <p:nvPr/>
          </p:nvSpPr>
          <p:spPr>
            <a:xfrm>
              <a:off x="10191870" y="4650272"/>
              <a:ext cx="137869" cy="14446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507" name="rc507"/>
            <p:cNvSpPr/>
            <p:nvPr/>
          </p:nvSpPr>
          <p:spPr>
            <a:xfrm>
              <a:off x="10329739" y="4650272"/>
              <a:ext cx="137869" cy="14446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508" name="rc508"/>
            <p:cNvSpPr/>
            <p:nvPr/>
          </p:nvSpPr>
          <p:spPr>
            <a:xfrm>
              <a:off x="10467608" y="4505812"/>
              <a:ext cx="137869" cy="28892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509" name="rc509"/>
            <p:cNvSpPr/>
            <p:nvPr/>
          </p:nvSpPr>
          <p:spPr>
            <a:xfrm>
              <a:off x="10605477" y="4505812"/>
              <a:ext cx="137869" cy="28892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510" name="rc510"/>
            <p:cNvSpPr/>
            <p:nvPr/>
          </p:nvSpPr>
          <p:spPr>
            <a:xfrm>
              <a:off x="10743347" y="4650272"/>
              <a:ext cx="137869" cy="14446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511" name="rc511"/>
            <p:cNvSpPr/>
            <p:nvPr/>
          </p:nvSpPr>
          <p:spPr>
            <a:xfrm>
              <a:off x="10881216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512" name="rc512"/>
            <p:cNvSpPr/>
            <p:nvPr/>
          </p:nvSpPr>
          <p:spPr>
            <a:xfrm>
              <a:off x="11019085" y="4650272"/>
              <a:ext cx="137869" cy="14446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513" name="rc513"/>
            <p:cNvSpPr/>
            <p:nvPr/>
          </p:nvSpPr>
          <p:spPr>
            <a:xfrm>
              <a:off x="11156954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514" name="rc514"/>
            <p:cNvSpPr/>
            <p:nvPr/>
          </p:nvSpPr>
          <p:spPr>
            <a:xfrm>
              <a:off x="11294823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515" name="rc515"/>
            <p:cNvSpPr/>
            <p:nvPr/>
          </p:nvSpPr>
          <p:spPr>
            <a:xfrm>
              <a:off x="11432693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516" name="rc516"/>
            <p:cNvSpPr/>
            <p:nvPr/>
          </p:nvSpPr>
          <p:spPr>
            <a:xfrm>
              <a:off x="11570562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517" name="rc517"/>
            <p:cNvSpPr/>
            <p:nvPr/>
          </p:nvSpPr>
          <p:spPr>
            <a:xfrm>
              <a:off x="11708431" y="4794732"/>
              <a:ext cx="137869" cy="0"/>
            </a:xfrm>
            <a:prstGeom prst="rect">
              <a:avLst/>
            </a:prstGeom>
            <a:solidFill>
              <a:srgbClr val="ABABAB">
                <a:alpha val="29803"/>
              </a:srgbClr>
            </a:solidFill>
          </p:spPr>
          <p:txBody>
            <a:bodyPr/>
            <a:lstStyle/>
            <a:p/>
          </p:txBody>
        </p:sp>
        <p:sp>
          <p:nvSpPr>
            <p:cNvPr id="518" name="pl518"/>
            <p:cNvSpPr/>
            <p:nvPr/>
          </p:nvSpPr>
          <p:spPr>
            <a:xfrm>
              <a:off x="10265798" y="17610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54202" cap="flat">
              <a:solidFill>
                <a:srgbClr val="FFD7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10307658" y="2483371"/>
              <a:ext cx="1023446" cy="790163"/>
            </a:xfrm>
            <a:custGeom>
              <a:avLst/>
              <a:pathLst>
                <a:path w="1023446" h="790163">
                  <a:moveTo>
                    <a:pt x="25236" y="790163"/>
                  </a:moveTo>
                  <a:lnTo>
                    <a:pt x="998209" y="790163"/>
                  </a:lnTo>
                  <a:lnTo>
                    <a:pt x="997193" y="790142"/>
                  </a:lnTo>
                  <a:lnTo>
                    <a:pt x="1001251" y="789979"/>
                  </a:lnTo>
                  <a:lnTo>
                    <a:pt x="1005231" y="789167"/>
                  </a:lnTo>
                  <a:lnTo>
                    <a:pt x="1009028" y="787726"/>
                  </a:lnTo>
                  <a:lnTo>
                    <a:pt x="1012546" y="785696"/>
                  </a:lnTo>
                  <a:lnTo>
                    <a:pt x="1015692" y="783127"/>
                  </a:lnTo>
                  <a:lnTo>
                    <a:pt x="1018385" y="780087"/>
                  </a:lnTo>
                  <a:lnTo>
                    <a:pt x="1020555" y="776654"/>
                  </a:lnTo>
                  <a:lnTo>
                    <a:pt x="1022147" y="772918"/>
                  </a:lnTo>
                  <a:lnTo>
                    <a:pt x="1023119" y="768974"/>
                  </a:lnTo>
                  <a:lnTo>
                    <a:pt x="1023446" y="764926"/>
                  </a:lnTo>
                  <a:lnTo>
                    <a:pt x="1023446" y="25236"/>
                  </a:lnTo>
                  <a:lnTo>
                    <a:pt x="1023119" y="21188"/>
                  </a:lnTo>
                  <a:lnTo>
                    <a:pt x="1022147" y="17245"/>
                  </a:lnTo>
                  <a:lnTo>
                    <a:pt x="1020555" y="13508"/>
                  </a:lnTo>
                  <a:lnTo>
                    <a:pt x="1018385" y="10075"/>
                  </a:lnTo>
                  <a:lnTo>
                    <a:pt x="1015692" y="7035"/>
                  </a:lnTo>
                  <a:lnTo>
                    <a:pt x="1012546" y="4467"/>
                  </a:lnTo>
                  <a:lnTo>
                    <a:pt x="1009028" y="2436"/>
                  </a:lnTo>
                  <a:lnTo>
                    <a:pt x="1005231" y="996"/>
                  </a:lnTo>
                  <a:lnTo>
                    <a:pt x="1001251" y="184"/>
                  </a:lnTo>
                  <a:lnTo>
                    <a:pt x="998209" y="0"/>
                  </a:lnTo>
                  <a:lnTo>
                    <a:pt x="25236" y="0"/>
                  </a:lnTo>
                  <a:lnTo>
                    <a:pt x="28278" y="184"/>
                  </a:lnTo>
                  <a:lnTo>
                    <a:pt x="24220" y="20"/>
                  </a:lnTo>
                  <a:lnTo>
                    <a:pt x="20188" y="510"/>
                  </a:lnTo>
                  <a:lnTo>
                    <a:pt x="16287" y="1639"/>
                  </a:lnTo>
                  <a:lnTo>
                    <a:pt x="12618" y="3381"/>
                  </a:lnTo>
                  <a:lnTo>
                    <a:pt x="9275" y="5688"/>
                  </a:lnTo>
                  <a:lnTo>
                    <a:pt x="6346" y="8501"/>
                  </a:lnTo>
                  <a:lnTo>
                    <a:pt x="3906" y="11748"/>
                  </a:lnTo>
                  <a:lnTo>
                    <a:pt x="2019" y="15344"/>
                  </a:lnTo>
                  <a:lnTo>
                    <a:pt x="733" y="19197"/>
                  </a:lnTo>
                  <a:lnTo>
                    <a:pt x="81" y="23205"/>
                  </a:lnTo>
                  <a:lnTo>
                    <a:pt x="0" y="25236"/>
                  </a:lnTo>
                  <a:lnTo>
                    <a:pt x="0" y="764926"/>
                  </a:lnTo>
                  <a:lnTo>
                    <a:pt x="81" y="762896"/>
                  </a:lnTo>
                  <a:lnTo>
                    <a:pt x="81" y="766957"/>
                  </a:lnTo>
                  <a:lnTo>
                    <a:pt x="733" y="770966"/>
                  </a:lnTo>
                  <a:lnTo>
                    <a:pt x="2019" y="774818"/>
                  </a:lnTo>
                  <a:lnTo>
                    <a:pt x="3906" y="778414"/>
                  </a:lnTo>
                  <a:lnTo>
                    <a:pt x="6346" y="781661"/>
                  </a:lnTo>
                  <a:lnTo>
                    <a:pt x="9275" y="784475"/>
                  </a:lnTo>
                  <a:lnTo>
                    <a:pt x="12618" y="786782"/>
                  </a:lnTo>
                  <a:lnTo>
                    <a:pt x="16287" y="788523"/>
                  </a:lnTo>
                  <a:lnTo>
                    <a:pt x="20188" y="789653"/>
                  </a:lnTo>
                  <a:lnTo>
                    <a:pt x="24220" y="790142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  <a:ln w="813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tx520"/>
            <p:cNvSpPr/>
            <p:nvPr/>
          </p:nvSpPr>
          <p:spPr>
            <a:xfrm>
              <a:off x="10349720" y="2494214"/>
              <a:ext cx="709165" cy="1315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0.52 Z/year</a:t>
              </a:r>
            </a:p>
          </p:txBody>
        </p:sp>
        <p:sp>
          <p:nvSpPr>
            <p:cNvPr id="521" name="tx521"/>
            <p:cNvSpPr/>
            <p:nvPr/>
          </p:nvSpPr>
          <p:spPr>
            <a:xfrm>
              <a:off x="10349720" y="2725203"/>
              <a:ext cx="611885" cy="1024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xi = 0.609</a:t>
              </a:r>
            </a:p>
          </p:txBody>
        </p:sp>
        <p:sp>
          <p:nvSpPr>
            <p:cNvPr id="522" name="tx522"/>
            <p:cNvSpPr/>
            <p:nvPr/>
          </p:nvSpPr>
          <p:spPr>
            <a:xfrm>
              <a:off x="10349720" y="2899302"/>
              <a:ext cx="939324" cy="1302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omega = 0.968</a:t>
              </a:r>
            </a:p>
          </p:txBody>
        </p:sp>
        <p:sp>
          <p:nvSpPr>
            <p:cNvPr id="523" name="tx523"/>
            <p:cNvSpPr/>
            <p:nvPr/>
          </p:nvSpPr>
          <p:spPr>
            <a:xfrm>
              <a:off x="10349720" y="3102839"/>
              <a:ext cx="900371" cy="1286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alpha = -1.348</a:t>
              </a:r>
            </a:p>
          </p:txBody>
        </p:sp>
        <p:sp>
          <p:nvSpPr>
            <p:cNvPr id="524" name="pg524"/>
            <p:cNvSpPr/>
            <p:nvPr/>
          </p:nvSpPr>
          <p:spPr>
            <a:xfrm>
              <a:off x="7848093" y="2679737"/>
              <a:ext cx="3998206" cy="2114995"/>
            </a:xfrm>
            <a:custGeom>
              <a:avLst/>
              <a:pathLst>
                <a:path w="3998206" h="2114995">
                  <a:moveTo>
                    <a:pt x="0" y="2094447"/>
                  </a:moveTo>
                  <a:lnTo>
                    <a:pt x="7824" y="2092596"/>
                  </a:lnTo>
                  <a:lnTo>
                    <a:pt x="15648" y="2090670"/>
                  </a:lnTo>
                  <a:lnTo>
                    <a:pt x="23472" y="2088656"/>
                  </a:lnTo>
                  <a:lnTo>
                    <a:pt x="31297" y="2086587"/>
                  </a:lnTo>
                  <a:lnTo>
                    <a:pt x="39121" y="2084473"/>
                  </a:lnTo>
                  <a:lnTo>
                    <a:pt x="46945" y="2082323"/>
                  </a:lnTo>
                  <a:lnTo>
                    <a:pt x="54769" y="2080147"/>
                  </a:lnTo>
                  <a:lnTo>
                    <a:pt x="62594" y="2077960"/>
                  </a:lnTo>
                  <a:lnTo>
                    <a:pt x="70418" y="2075784"/>
                  </a:lnTo>
                  <a:lnTo>
                    <a:pt x="78242" y="2073631"/>
                  </a:lnTo>
                  <a:lnTo>
                    <a:pt x="86067" y="2071515"/>
                  </a:lnTo>
                  <a:lnTo>
                    <a:pt x="93891" y="2069456"/>
                  </a:lnTo>
                  <a:lnTo>
                    <a:pt x="101715" y="2067490"/>
                  </a:lnTo>
                  <a:lnTo>
                    <a:pt x="109539" y="2065617"/>
                  </a:lnTo>
                  <a:lnTo>
                    <a:pt x="117364" y="2063850"/>
                  </a:lnTo>
                  <a:lnTo>
                    <a:pt x="125188" y="2062204"/>
                  </a:lnTo>
                  <a:lnTo>
                    <a:pt x="133012" y="2060711"/>
                  </a:lnTo>
                  <a:lnTo>
                    <a:pt x="140837" y="2059404"/>
                  </a:lnTo>
                  <a:lnTo>
                    <a:pt x="148661" y="2058264"/>
                  </a:lnTo>
                  <a:lnTo>
                    <a:pt x="156485" y="2057300"/>
                  </a:lnTo>
                  <a:lnTo>
                    <a:pt x="164309" y="2056520"/>
                  </a:lnTo>
                  <a:lnTo>
                    <a:pt x="172134" y="2055966"/>
                  </a:lnTo>
                  <a:lnTo>
                    <a:pt x="179958" y="2055646"/>
                  </a:lnTo>
                  <a:lnTo>
                    <a:pt x="187782" y="2055529"/>
                  </a:lnTo>
                  <a:lnTo>
                    <a:pt x="195606" y="2055616"/>
                  </a:lnTo>
                  <a:lnTo>
                    <a:pt x="203431" y="2055905"/>
                  </a:lnTo>
                  <a:lnTo>
                    <a:pt x="211255" y="2056438"/>
                  </a:lnTo>
                  <a:lnTo>
                    <a:pt x="219079" y="2057189"/>
                  </a:lnTo>
                  <a:lnTo>
                    <a:pt x="226904" y="2058126"/>
                  </a:lnTo>
                  <a:lnTo>
                    <a:pt x="234728" y="2059240"/>
                  </a:lnTo>
                  <a:lnTo>
                    <a:pt x="242552" y="2060523"/>
                  </a:lnTo>
                  <a:lnTo>
                    <a:pt x="250376" y="2062000"/>
                  </a:lnTo>
                  <a:lnTo>
                    <a:pt x="258201" y="2063626"/>
                  </a:lnTo>
                  <a:lnTo>
                    <a:pt x="266025" y="2065373"/>
                  </a:lnTo>
                  <a:lnTo>
                    <a:pt x="273849" y="2067230"/>
                  </a:lnTo>
                  <a:lnTo>
                    <a:pt x="281674" y="2069183"/>
                  </a:lnTo>
                  <a:lnTo>
                    <a:pt x="289498" y="2071233"/>
                  </a:lnTo>
                  <a:lnTo>
                    <a:pt x="297322" y="2073339"/>
                  </a:lnTo>
                  <a:lnTo>
                    <a:pt x="305146" y="2075483"/>
                  </a:lnTo>
                  <a:lnTo>
                    <a:pt x="312971" y="2077652"/>
                  </a:lnTo>
                  <a:lnTo>
                    <a:pt x="320795" y="2079834"/>
                  </a:lnTo>
                  <a:lnTo>
                    <a:pt x="328619" y="2082004"/>
                  </a:lnTo>
                  <a:lnTo>
                    <a:pt x="336444" y="2084150"/>
                  </a:lnTo>
                  <a:lnTo>
                    <a:pt x="344268" y="2086259"/>
                  </a:lnTo>
                  <a:lnTo>
                    <a:pt x="352092" y="2088322"/>
                  </a:lnTo>
                  <a:lnTo>
                    <a:pt x="359916" y="2090326"/>
                  </a:lnTo>
                  <a:lnTo>
                    <a:pt x="367741" y="2092242"/>
                  </a:lnTo>
                  <a:lnTo>
                    <a:pt x="375565" y="2094079"/>
                  </a:lnTo>
                  <a:lnTo>
                    <a:pt x="383389" y="2095832"/>
                  </a:lnTo>
                  <a:lnTo>
                    <a:pt x="391213" y="2097497"/>
                  </a:lnTo>
                  <a:lnTo>
                    <a:pt x="399038" y="2099060"/>
                  </a:lnTo>
                  <a:lnTo>
                    <a:pt x="406862" y="2100500"/>
                  </a:lnTo>
                  <a:lnTo>
                    <a:pt x="414686" y="2101839"/>
                  </a:lnTo>
                  <a:lnTo>
                    <a:pt x="422511" y="2103076"/>
                  </a:lnTo>
                  <a:lnTo>
                    <a:pt x="430335" y="2104210"/>
                  </a:lnTo>
                  <a:lnTo>
                    <a:pt x="438159" y="2105227"/>
                  </a:lnTo>
                  <a:lnTo>
                    <a:pt x="445983" y="2106118"/>
                  </a:lnTo>
                  <a:lnTo>
                    <a:pt x="453808" y="2106906"/>
                  </a:lnTo>
                  <a:lnTo>
                    <a:pt x="461632" y="2107592"/>
                  </a:lnTo>
                  <a:lnTo>
                    <a:pt x="469456" y="2108177"/>
                  </a:lnTo>
                  <a:lnTo>
                    <a:pt x="477281" y="2108643"/>
                  </a:lnTo>
                  <a:lnTo>
                    <a:pt x="485105" y="2108993"/>
                  </a:lnTo>
                  <a:lnTo>
                    <a:pt x="492929" y="2109245"/>
                  </a:lnTo>
                  <a:lnTo>
                    <a:pt x="500753" y="2109398"/>
                  </a:lnTo>
                  <a:lnTo>
                    <a:pt x="508578" y="2109454"/>
                  </a:lnTo>
                  <a:lnTo>
                    <a:pt x="516402" y="2109391"/>
                  </a:lnTo>
                  <a:lnTo>
                    <a:pt x="524226" y="2109218"/>
                  </a:lnTo>
                  <a:lnTo>
                    <a:pt x="532050" y="2108946"/>
                  </a:lnTo>
                  <a:lnTo>
                    <a:pt x="539875" y="2108575"/>
                  </a:lnTo>
                  <a:lnTo>
                    <a:pt x="547699" y="2108105"/>
                  </a:lnTo>
                  <a:lnTo>
                    <a:pt x="555523" y="2107509"/>
                  </a:lnTo>
                  <a:lnTo>
                    <a:pt x="563348" y="2106802"/>
                  </a:lnTo>
                  <a:lnTo>
                    <a:pt x="571172" y="2105993"/>
                  </a:lnTo>
                  <a:lnTo>
                    <a:pt x="578996" y="2105080"/>
                  </a:lnTo>
                  <a:lnTo>
                    <a:pt x="586820" y="2104065"/>
                  </a:lnTo>
                  <a:lnTo>
                    <a:pt x="594645" y="2102914"/>
                  </a:lnTo>
                  <a:lnTo>
                    <a:pt x="602469" y="2101655"/>
                  </a:lnTo>
                  <a:lnTo>
                    <a:pt x="610293" y="2100295"/>
                  </a:lnTo>
                  <a:lnTo>
                    <a:pt x="618118" y="2098835"/>
                  </a:lnTo>
                  <a:lnTo>
                    <a:pt x="625942" y="2097276"/>
                  </a:lnTo>
                  <a:lnTo>
                    <a:pt x="633766" y="2095592"/>
                  </a:lnTo>
                  <a:lnTo>
                    <a:pt x="641590" y="2093819"/>
                  </a:lnTo>
                  <a:lnTo>
                    <a:pt x="649415" y="2091965"/>
                  </a:lnTo>
                  <a:lnTo>
                    <a:pt x="657239" y="2090034"/>
                  </a:lnTo>
                  <a:lnTo>
                    <a:pt x="665063" y="2088032"/>
                  </a:lnTo>
                  <a:lnTo>
                    <a:pt x="672888" y="2085954"/>
                  </a:lnTo>
                  <a:lnTo>
                    <a:pt x="680712" y="2083834"/>
                  </a:lnTo>
                  <a:lnTo>
                    <a:pt x="688536" y="2081679"/>
                  </a:lnTo>
                  <a:lnTo>
                    <a:pt x="696360" y="2079502"/>
                  </a:lnTo>
                  <a:lnTo>
                    <a:pt x="704185" y="2077315"/>
                  </a:lnTo>
                  <a:lnTo>
                    <a:pt x="712009" y="2075140"/>
                  </a:lnTo>
                  <a:lnTo>
                    <a:pt x="719833" y="2072992"/>
                  </a:lnTo>
                  <a:lnTo>
                    <a:pt x="727657" y="2070886"/>
                  </a:lnTo>
                  <a:lnTo>
                    <a:pt x="735482" y="2068834"/>
                  </a:lnTo>
                  <a:lnTo>
                    <a:pt x="743306" y="2066863"/>
                  </a:lnTo>
                  <a:lnTo>
                    <a:pt x="751130" y="2065003"/>
                  </a:lnTo>
                  <a:lnTo>
                    <a:pt x="758955" y="2063253"/>
                  </a:lnTo>
                  <a:lnTo>
                    <a:pt x="766779" y="2061623"/>
                  </a:lnTo>
                  <a:lnTo>
                    <a:pt x="774603" y="2060127"/>
                  </a:lnTo>
                  <a:lnTo>
                    <a:pt x="782427" y="2058802"/>
                  </a:lnTo>
                  <a:lnTo>
                    <a:pt x="790252" y="2057665"/>
                  </a:lnTo>
                  <a:lnTo>
                    <a:pt x="798076" y="2056699"/>
                  </a:lnTo>
                  <a:lnTo>
                    <a:pt x="805900" y="2055908"/>
                  </a:lnTo>
                  <a:lnTo>
                    <a:pt x="813725" y="2055297"/>
                  </a:lnTo>
                  <a:lnTo>
                    <a:pt x="821549" y="2054911"/>
                  </a:lnTo>
                  <a:lnTo>
                    <a:pt x="829373" y="2054733"/>
                  </a:lnTo>
                  <a:lnTo>
                    <a:pt x="837197" y="2054737"/>
                  </a:lnTo>
                  <a:lnTo>
                    <a:pt x="845022" y="2054919"/>
                  </a:lnTo>
                  <a:lnTo>
                    <a:pt x="852846" y="2055274"/>
                  </a:lnTo>
                  <a:lnTo>
                    <a:pt x="860670" y="2055834"/>
                  </a:lnTo>
                  <a:lnTo>
                    <a:pt x="868495" y="2056554"/>
                  </a:lnTo>
                  <a:lnTo>
                    <a:pt x="876319" y="2057408"/>
                  </a:lnTo>
                  <a:lnTo>
                    <a:pt x="884143" y="2058383"/>
                  </a:lnTo>
                  <a:lnTo>
                    <a:pt x="891967" y="2059464"/>
                  </a:lnTo>
                  <a:lnTo>
                    <a:pt x="899792" y="2060656"/>
                  </a:lnTo>
                  <a:lnTo>
                    <a:pt x="907616" y="2061908"/>
                  </a:lnTo>
                  <a:lnTo>
                    <a:pt x="915440" y="2063200"/>
                  </a:lnTo>
                  <a:lnTo>
                    <a:pt x="923264" y="2064514"/>
                  </a:lnTo>
                  <a:lnTo>
                    <a:pt x="931089" y="2065830"/>
                  </a:lnTo>
                  <a:lnTo>
                    <a:pt x="938913" y="2067114"/>
                  </a:lnTo>
                  <a:lnTo>
                    <a:pt x="946737" y="2068345"/>
                  </a:lnTo>
                  <a:lnTo>
                    <a:pt x="954562" y="2069508"/>
                  </a:lnTo>
                  <a:lnTo>
                    <a:pt x="962386" y="2070584"/>
                  </a:lnTo>
                  <a:lnTo>
                    <a:pt x="970210" y="2071553"/>
                  </a:lnTo>
                  <a:lnTo>
                    <a:pt x="978034" y="2072358"/>
                  </a:lnTo>
                  <a:lnTo>
                    <a:pt x="985859" y="2073019"/>
                  </a:lnTo>
                  <a:lnTo>
                    <a:pt x="993683" y="2073524"/>
                  </a:lnTo>
                  <a:lnTo>
                    <a:pt x="1001507" y="2073864"/>
                  </a:lnTo>
                  <a:lnTo>
                    <a:pt x="1009332" y="2074012"/>
                  </a:lnTo>
                  <a:lnTo>
                    <a:pt x="1017156" y="2073926"/>
                  </a:lnTo>
                  <a:lnTo>
                    <a:pt x="1024980" y="2073648"/>
                  </a:lnTo>
                  <a:lnTo>
                    <a:pt x="1032804" y="2073175"/>
                  </a:lnTo>
                  <a:lnTo>
                    <a:pt x="1040629" y="2072506"/>
                  </a:lnTo>
                  <a:lnTo>
                    <a:pt x="1048453" y="2071615"/>
                  </a:lnTo>
                  <a:lnTo>
                    <a:pt x="1056277" y="2070489"/>
                  </a:lnTo>
                  <a:lnTo>
                    <a:pt x="1064101" y="2069174"/>
                  </a:lnTo>
                  <a:lnTo>
                    <a:pt x="1071926" y="2067677"/>
                  </a:lnTo>
                  <a:lnTo>
                    <a:pt x="1079750" y="2066002"/>
                  </a:lnTo>
                  <a:lnTo>
                    <a:pt x="1087574" y="2064128"/>
                  </a:lnTo>
                  <a:lnTo>
                    <a:pt x="1095399" y="2062069"/>
                  </a:lnTo>
                  <a:lnTo>
                    <a:pt x="1103223" y="2059862"/>
                  </a:lnTo>
                  <a:lnTo>
                    <a:pt x="1111047" y="2057515"/>
                  </a:lnTo>
                  <a:lnTo>
                    <a:pt x="1118871" y="2055036"/>
                  </a:lnTo>
                  <a:lnTo>
                    <a:pt x="1126696" y="2052410"/>
                  </a:lnTo>
                  <a:lnTo>
                    <a:pt x="1134520" y="2049661"/>
                  </a:lnTo>
                  <a:lnTo>
                    <a:pt x="1142344" y="2046809"/>
                  </a:lnTo>
                  <a:lnTo>
                    <a:pt x="1150169" y="2043860"/>
                  </a:lnTo>
                  <a:lnTo>
                    <a:pt x="1157993" y="2040821"/>
                  </a:lnTo>
                  <a:lnTo>
                    <a:pt x="1165817" y="2037674"/>
                  </a:lnTo>
                  <a:lnTo>
                    <a:pt x="1173641" y="2034438"/>
                  </a:lnTo>
                  <a:lnTo>
                    <a:pt x="1181466" y="2031120"/>
                  </a:lnTo>
                  <a:lnTo>
                    <a:pt x="1189290" y="2027720"/>
                  </a:lnTo>
                  <a:lnTo>
                    <a:pt x="1197114" y="2024237"/>
                  </a:lnTo>
                  <a:lnTo>
                    <a:pt x="1204939" y="2020641"/>
                  </a:lnTo>
                  <a:lnTo>
                    <a:pt x="1212763" y="2016945"/>
                  </a:lnTo>
                  <a:lnTo>
                    <a:pt x="1220587" y="2013149"/>
                  </a:lnTo>
                  <a:lnTo>
                    <a:pt x="1228411" y="2009246"/>
                  </a:lnTo>
                  <a:lnTo>
                    <a:pt x="1236236" y="2005228"/>
                  </a:lnTo>
                  <a:lnTo>
                    <a:pt x="1244060" y="2001040"/>
                  </a:lnTo>
                  <a:lnTo>
                    <a:pt x="1251884" y="1996712"/>
                  </a:lnTo>
                  <a:lnTo>
                    <a:pt x="1259708" y="1992236"/>
                  </a:lnTo>
                  <a:lnTo>
                    <a:pt x="1267533" y="1987603"/>
                  </a:lnTo>
                  <a:lnTo>
                    <a:pt x="1275357" y="1982798"/>
                  </a:lnTo>
                  <a:lnTo>
                    <a:pt x="1283181" y="1977761"/>
                  </a:lnTo>
                  <a:lnTo>
                    <a:pt x="1291006" y="1972537"/>
                  </a:lnTo>
                  <a:lnTo>
                    <a:pt x="1298830" y="1967121"/>
                  </a:lnTo>
                  <a:lnTo>
                    <a:pt x="1306654" y="1961508"/>
                  </a:lnTo>
                  <a:lnTo>
                    <a:pt x="1314478" y="1955677"/>
                  </a:lnTo>
                  <a:lnTo>
                    <a:pt x="1322303" y="1949591"/>
                  </a:lnTo>
                  <a:lnTo>
                    <a:pt x="1330127" y="1943304"/>
                  </a:lnTo>
                  <a:lnTo>
                    <a:pt x="1337951" y="1936818"/>
                  </a:lnTo>
                  <a:lnTo>
                    <a:pt x="1345776" y="1930137"/>
                  </a:lnTo>
                  <a:lnTo>
                    <a:pt x="1353600" y="1923242"/>
                  </a:lnTo>
                  <a:lnTo>
                    <a:pt x="1361424" y="1916132"/>
                  </a:lnTo>
                  <a:lnTo>
                    <a:pt x="1369248" y="1908858"/>
                  </a:lnTo>
                  <a:lnTo>
                    <a:pt x="1377073" y="1901430"/>
                  </a:lnTo>
                  <a:lnTo>
                    <a:pt x="1384897" y="1893860"/>
                  </a:lnTo>
                  <a:lnTo>
                    <a:pt x="1392721" y="1886143"/>
                  </a:lnTo>
                  <a:lnTo>
                    <a:pt x="1400545" y="1878301"/>
                  </a:lnTo>
                  <a:lnTo>
                    <a:pt x="1408370" y="1870373"/>
                  </a:lnTo>
                  <a:lnTo>
                    <a:pt x="1416194" y="1862370"/>
                  </a:lnTo>
                  <a:lnTo>
                    <a:pt x="1424018" y="1854309"/>
                  </a:lnTo>
                  <a:lnTo>
                    <a:pt x="1431843" y="1846196"/>
                  </a:lnTo>
                  <a:lnTo>
                    <a:pt x="1439667" y="1838057"/>
                  </a:lnTo>
                  <a:lnTo>
                    <a:pt x="1447491" y="1829906"/>
                  </a:lnTo>
                  <a:lnTo>
                    <a:pt x="1455315" y="1821752"/>
                  </a:lnTo>
                  <a:lnTo>
                    <a:pt x="1463140" y="1813601"/>
                  </a:lnTo>
                  <a:lnTo>
                    <a:pt x="1470964" y="1805462"/>
                  </a:lnTo>
                  <a:lnTo>
                    <a:pt x="1478788" y="1797333"/>
                  </a:lnTo>
                  <a:lnTo>
                    <a:pt x="1486613" y="1789208"/>
                  </a:lnTo>
                  <a:lnTo>
                    <a:pt x="1494437" y="1781079"/>
                  </a:lnTo>
                  <a:lnTo>
                    <a:pt x="1502261" y="1772936"/>
                  </a:lnTo>
                  <a:lnTo>
                    <a:pt x="1510085" y="1764746"/>
                  </a:lnTo>
                  <a:lnTo>
                    <a:pt x="1517910" y="1756482"/>
                  </a:lnTo>
                  <a:lnTo>
                    <a:pt x="1525734" y="1748120"/>
                  </a:lnTo>
                  <a:lnTo>
                    <a:pt x="1533558" y="1739626"/>
                  </a:lnTo>
                  <a:lnTo>
                    <a:pt x="1541383" y="1730966"/>
                  </a:lnTo>
                  <a:lnTo>
                    <a:pt x="1549207" y="1721998"/>
                  </a:lnTo>
                  <a:lnTo>
                    <a:pt x="1557031" y="1712726"/>
                  </a:lnTo>
                  <a:lnTo>
                    <a:pt x="1564855" y="1703096"/>
                  </a:lnTo>
                  <a:lnTo>
                    <a:pt x="1572680" y="1693051"/>
                  </a:lnTo>
                  <a:lnTo>
                    <a:pt x="1580504" y="1682506"/>
                  </a:lnTo>
                  <a:lnTo>
                    <a:pt x="1588328" y="1671203"/>
                  </a:lnTo>
                  <a:lnTo>
                    <a:pt x="1596152" y="1659217"/>
                  </a:lnTo>
                  <a:lnTo>
                    <a:pt x="1603977" y="1646473"/>
                  </a:lnTo>
                  <a:lnTo>
                    <a:pt x="1611801" y="1632897"/>
                  </a:lnTo>
                  <a:lnTo>
                    <a:pt x="1619625" y="1618323"/>
                  </a:lnTo>
                  <a:lnTo>
                    <a:pt x="1627450" y="1602442"/>
                  </a:lnTo>
                  <a:lnTo>
                    <a:pt x="1635274" y="1585419"/>
                  </a:lnTo>
                  <a:lnTo>
                    <a:pt x="1643098" y="1567178"/>
                  </a:lnTo>
                  <a:lnTo>
                    <a:pt x="1650922" y="1547649"/>
                  </a:lnTo>
                  <a:lnTo>
                    <a:pt x="1658747" y="1526569"/>
                  </a:lnTo>
                  <a:lnTo>
                    <a:pt x="1666571" y="1503701"/>
                  </a:lnTo>
                  <a:lnTo>
                    <a:pt x="1674395" y="1479292"/>
                  </a:lnTo>
                  <a:lnTo>
                    <a:pt x="1682220" y="1453293"/>
                  </a:lnTo>
                  <a:lnTo>
                    <a:pt x="1690044" y="1425663"/>
                  </a:lnTo>
                  <a:lnTo>
                    <a:pt x="1697868" y="1396070"/>
                  </a:lnTo>
                  <a:lnTo>
                    <a:pt x="1705692" y="1364478"/>
                  </a:lnTo>
                  <a:lnTo>
                    <a:pt x="1713517" y="1331177"/>
                  </a:lnTo>
                  <a:lnTo>
                    <a:pt x="1721341" y="1296173"/>
                  </a:lnTo>
                  <a:lnTo>
                    <a:pt x="1729165" y="1259481"/>
                  </a:lnTo>
                  <a:lnTo>
                    <a:pt x="1736990" y="1220781"/>
                  </a:lnTo>
                  <a:lnTo>
                    <a:pt x="1744814" y="1180293"/>
                  </a:lnTo>
                  <a:lnTo>
                    <a:pt x="1752638" y="1138300"/>
                  </a:lnTo>
                  <a:lnTo>
                    <a:pt x="1760462" y="1094878"/>
                  </a:lnTo>
                  <a:lnTo>
                    <a:pt x="1768287" y="1050109"/>
                  </a:lnTo>
                  <a:lnTo>
                    <a:pt x="1776111" y="1003816"/>
                  </a:lnTo>
                  <a:lnTo>
                    <a:pt x="1783935" y="956399"/>
                  </a:lnTo>
                  <a:lnTo>
                    <a:pt x="1791759" y="908095"/>
                  </a:lnTo>
                  <a:lnTo>
                    <a:pt x="1799584" y="859041"/>
                  </a:lnTo>
                  <a:lnTo>
                    <a:pt x="1807408" y="809382"/>
                  </a:lnTo>
                  <a:lnTo>
                    <a:pt x="1815232" y="759230"/>
                  </a:lnTo>
                  <a:lnTo>
                    <a:pt x="1823057" y="708947"/>
                  </a:lnTo>
                  <a:lnTo>
                    <a:pt x="1830881" y="658725"/>
                  </a:lnTo>
                  <a:lnTo>
                    <a:pt x="1838705" y="608737"/>
                  </a:lnTo>
                  <a:lnTo>
                    <a:pt x="1846529" y="559164"/>
                  </a:lnTo>
                  <a:lnTo>
                    <a:pt x="1854354" y="510524"/>
                  </a:lnTo>
                  <a:lnTo>
                    <a:pt x="1862178" y="462858"/>
                  </a:lnTo>
                  <a:lnTo>
                    <a:pt x="1870002" y="416346"/>
                  </a:lnTo>
                  <a:lnTo>
                    <a:pt x="1877827" y="371167"/>
                  </a:lnTo>
                  <a:lnTo>
                    <a:pt x="1885651" y="327579"/>
                  </a:lnTo>
                  <a:lnTo>
                    <a:pt x="1893475" y="286320"/>
                  </a:lnTo>
                  <a:lnTo>
                    <a:pt x="1901299" y="247088"/>
                  </a:lnTo>
                  <a:lnTo>
                    <a:pt x="1909124" y="210036"/>
                  </a:lnTo>
                  <a:lnTo>
                    <a:pt x="1916948" y="175312"/>
                  </a:lnTo>
                  <a:lnTo>
                    <a:pt x="1924772" y="143294"/>
                  </a:lnTo>
                  <a:lnTo>
                    <a:pt x="1932596" y="114661"/>
                  </a:lnTo>
                  <a:lnTo>
                    <a:pt x="1940421" y="88870"/>
                  </a:lnTo>
                  <a:lnTo>
                    <a:pt x="1948245" y="66018"/>
                  </a:lnTo>
                  <a:lnTo>
                    <a:pt x="1956069" y="46194"/>
                  </a:lnTo>
                  <a:lnTo>
                    <a:pt x="1963894" y="29899"/>
                  </a:lnTo>
                  <a:lnTo>
                    <a:pt x="1971718" y="17512"/>
                  </a:lnTo>
                  <a:lnTo>
                    <a:pt x="1979542" y="8387"/>
                  </a:lnTo>
                  <a:lnTo>
                    <a:pt x="1987366" y="2546"/>
                  </a:lnTo>
                  <a:lnTo>
                    <a:pt x="1995191" y="0"/>
                  </a:lnTo>
                  <a:lnTo>
                    <a:pt x="2003015" y="1317"/>
                  </a:lnTo>
                  <a:lnTo>
                    <a:pt x="2010839" y="6455"/>
                  </a:lnTo>
                  <a:lnTo>
                    <a:pt x="2018664" y="14789"/>
                  </a:lnTo>
                  <a:lnTo>
                    <a:pt x="2026488" y="26261"/>
                  </a:lnTo>
                  <a:lnTo>
                    <a:pt x="2034312" y="40801"/>
                  </a:lnTo>
                  <a:lnTo>
                    <a:pt x="2042136" y="58937"/>
                  </a:lnTo>
                  <a:lnTo>
                    <a:pt x="2049961" y="80236"/>
                  </a:lnTo>
                  <a:lnTo>
                    <a:pt x="2057785" y="104188"/>
                  </a:lnTo>
                  <a:lnTo>
                    <a:pt x="2065609" y="130663"/>
                  </a:lnTo>
                  <a:lnTo>
                    <a:pt x="2073434" y="159527"/>
                  </a:lnTo>
                  <a:lnTo>
                    <a:pt x="2081258" y="191140"/>
                  </a:lnTo>
                  <a:lnTo>
                    <a:pt x="2089082" y="224862"/>
                  </a:lnTo>
                  <a:lnTo>
                    <a:pt x="2096906" y="260337"/>
                  </a:lnTo>
                  <a:lnTo>
                    <a:pt x="2104731" y="297395"/>
                  </a:lnTo>
                  <a:lnTo>
                    <a:pt x="2112555" y="335866"/>
                  </a:lnTo>
                  <a:lnTo>
                    <a:pt x="2120379" y="375850"/>
                  </a:lnTo>
                  <a:lnTo>
                    <a:pt x="2128203" y="416768"/>
                  </a:lnTo>
                  <a:lnTo>
                    <a:pt x="2136028" y="458403"/>
                  </a:lnTo>
                  <a:lnTo>
                    <a:pt x="2143852" y="500587"/>
                  </a:lnTo>
                  <a:lnTo>
                    <a:pt x="2151676" y="543159"/>
                  </a:lnTo>
                  <a:lnTo>
                    <a:pt x="2159501" y="585934"/>
                  </a:lnTo>
                  <a:lnTo>
                    <a:pt x="2167325" y="628639"/>
                  </a:lnTo>
                  <a:lnTo>
                    <a:pt x="2175149" y="671144"/>
                  </a:lnTo>
                  <a:lnTo>
                    <a:pt x="2182973" y="713323"/>
                  </a:lnTo>
                  <a:lnTo>
                    <a:pt x="2190798" y="755034"/>
                  </a:lnTo>
                  <a:lnTo>
                    <a:pt x="2198622" y="795955"/>
                  </a:lnTo>
                  <a:lnTo>
                    <a:pt x="2206446" y="836147"/>
                  </a:lnTo>
                  <a:lnTo>
                    <a:pt x="2214271" y="875539"/>
                  </a:lnTo>
                  <a:lnTo>
                    <a:pt x="2222095" y="914070"/>
                  </a:lnTo>
                  <a:lnTo>
                    <a:pt x="2229919" y="951602"/>
                  </a:lnTo>
                  <a:lnTo>
                    <a:pt x="2237743" y="987907"/>
                  </a:lnTo>
                  <a:lnTo>
                    <a:pt x="2245568" y="1023211"/>
                  </a:lnTo>
                  <a:lnTo>
                    <a:pt x="2253392" y="1057508"/>
                  </a:lnTo>
                  <a:lnTo>
                    <a:pt x="2261216" y="1090798"/>
                  </a:lnTo>
                  <a:lnTo>
                    <a:pt x="2269040" y="1122961"/>
                  </a:lnTo>
                  <a:lnTo>
                    <a:pt x="2276865" y="1153951"/>
                  </a:lnTo>
                  <a:lnTo>
                    <a:pt x="2284689" y="1184017"/>
                  </a:lnTo>
                  <a:lnTo>
                    <a:pt x="2292513" y="1213198"/>
                  </a:lnTo>
                  <a:lnTo>
                    <a:pt x="2300338" y="1241534"/>
                  </a:lnTo>
                  <a:lnTo>
                    <a:pt x="2308162" y="1268948"/>
                  </a:lnTo>
                  <a:lnTo>
                    <a:pt x="2315986" y="1295530"/>
                  </a:lnTo>
                  <a:lnTo>
                    <a:pt x="2323810" y="1321471"/>
                  </a:lnTo>
                  <a:lnTo>
                    <a:pt x="2331635" y="1346823"/>
                  </a:lnTo>
                  <a:lnTo>
                    <a:pt x="2339459" y="1371640"/>
                  </a:lnTo>
                  <a:lnTo>
                    <a:pt x="2347283" y="1395889"/>
                  </a:lnTo>
                  <a:lnTo>
                    <a:pt x="2355108" y="1419698"/>
                  </a:lnTo>
                  <a:lnTo>
                    <a:pt x="2362932" y="1443169"/>
                  </a:lnTo>
                  <a:lnTo>
                    <a:pt x="2370756" y="1466345"/>
                  </a:lnTo>
                  <a:lnTo>
                    <a:pt x="2378580" y="1489264"/>
                  </a:lnTo>
                  <a:lnTo>
                    <a:pt x="2386405" y="1511915"/>
                  </a:lnTo>
                  <a:lnTo>
                    <a:pt x="2394229" y="1534378"/>
                  </a:lnTo>
                  <a:lnTo>
                    <a:pt x="2402053" y="1556686"/>
                  </a:lnTo>
                  <a:lnTo>
                    <a:pt x="2409878" y="1578851"/>
                  </a:lnTo>
                  <a:lnTo>
                    <a:pt x="2417702" y="1600884"/>
                  </a:lnTo>
                  <a:lnTo>
                    <a:pt x="2425526" y="1622744"/>
                  </a:lnTo>
                  <a:lnTo>
                    <a:pt x="2433350" y="1644456"/>
                  </a:lnTo>
                  <a:lnTo>
                    <a:pt x="2441175" y="1666011"/>
                  </a:lnTo>
                  <a:lnTo>
                    <a:pt x="2448999" y="1687393"/>
                  </a:lnTo>
                  <a:lnTo>
                    <a:pt x="2456823" y="1708582"/>
                  </a:lnTo>
                  <a:lnTo>
                    <a:pt x="2464647" y="1729458"/>
                  </a:lnTo>
                  <a:lnTo>
                    <a:pt x="2472472" y="1750058"/>
                  </a:lnTo>
                  <a:lnTo>
                    <a:pt x="2480296" y="1770350"/>
                  </a:lnTo>
                  <a:lnTo>
                    <a:pt x="2488120" y="1790301"/>
                  </a:lnTo>
                  <a:lnTo>
                    <a:pt x="2495945" y="1809858"/>
                  </a:lnTo>
                  <a:lnTo>
                    <a:pt x="2503769" y="1828854"/>
                  </a:lnTo>
                  <a:lnTo>
                    <a:pt x="2511593" y="1847371"/>
                  </a:lnTo>
                  <a:lnTo>
                    <a:pt x="2519417" y="1865377"/>
                  </a:lnTo>
                  <a:lnTo>
                    <a:pt x="2527242" y="1882841"/>
                  </a:lnTo>
                  <a:lnTo>
                    <a:pt x="2535066" y="1899682"/>
                  </a:lnTo>
                  <a:lnTo>
                    <a:pt x="2542890" y="1915749"/>
                  </a:lnTo>
                  <a:lnTo>
                    <a:pt x="2550715" y="1931173"/>
                  </a:lnTo>
                  <a:lnTo>
                    <a:pt x="2558539" y="1945938"/>
                  </a:lnTo>
                  <a:lnTo>
                    <a:pt x="2566363" y="1960029"/>
                  </a:lnTo>
                  <a:lnTo>
                    <a:pt x="2574187" y="1973342"/>
                  </a:lnTo>
                  <a:lnTo>
                    <a:pt x="2582012" y="1985807"/>
                  </a:lnTo>
                  <a:lnTo>
                    <a:pt x="2589836" y="1997574"/>
                  </a:lnTo>
                  <a:lnTo>
                    <a:pt x="2597660" y="2008646"/>
                  </a:lnTo>
                  <a:lnTo>
                    <a:pt x="2605485" y="2019028"/>
                  </a:lnTo>
                  <a:lnTo>
                    <a:pt x="2613309" y="2028614"/>
                  </a:lnTo>
                  <a:lnTo>
                    <a:pt x="2621133" y="2037426"/>
                  </a:lnTo>
                  <a:lnTo>
                    <a:pt x="2628957" y="2045600"/>
                  </a:lnTo>
                  <a:lnTo>
                    <a:pt x="2636782" y="2053155"/>
                  </a:lnTo>
                  <a:lnTo>
                    <a:pt x="2644606" y="2060111"/>
                  </a:lnTo>
                  <a:lnTo>
                    <a:pt x="2652430" y="2066374"/>
                  </a:lnTo>
                  <a:lnTo>
                    <a:pt x="2660254" y="2072034"/>
                  </a:lnTo>
                  <a:lnTo>
                    <a:pt x="2668079" y="2077192"/>
                  </a:lnTo>
                  <a:lnTo>
                    <a:pt x="2675903" y="2081872"/>
                  </a:lnTo>
                  <a:lnTo>
                    <a:pt x="2683727" y="2086102"/>
                  </a:lnTo>
                  <a:lnTo>
                    <a:pt x="2691552" y="2089810"/>
                  </a:lnTo>
                  <a:lnTo>
                    <a:pt x="2699376" y="2093109"/>
                  </a:lnTo>
                  <a:lnTo>
                    <a:pt x="2707200" y="2096063"/>
                  </a:lnTo>
                  <a:lnTo>
                    <a:pt x="2715024" y="2098694"/>
                  </a:lnTo>
                  <a:lnTo>
                    <a:pt x="2722849" y="2101027"/>
                  </a:lnTo>
                  <a:lnTo>
                    <a:pt x="2730673" y="2103015"/>
                  </a:lnTo>
                  <a:lnTo>
                    <a:pt x="2738497" y="2104761"/>
                  </a:lnTo>
                  <a:lnTo>
                    <a:pt x="2746322" y="2106295"/>
                  </a:lnTo>
                  <a:lnTo>
                    <a:pt x="2754146" y="2107637"/>
                  </a:lnTo>
                  <a:lnTo>
                    <a:pt x="2761970" y="2108804"/>
                  </a:lnTo>
                  <a:lnTo>
                    <a:pt x="2769794" y="2109770"/>
                  </a:lnTo>
                  <a:lnTo>
                    <a:pt x="2777619" y="2110608"/>
                  </a:lnTo>
                  <a:lnTo>
                    <a:pt x="2785443" y="2111332"/>
                  </a:lnTo>
                  <a:lnTo>
                    <a:pt x="2793267" y="2111953"/>
                  </a:lnTo>
                  <a:lnTo>
                    <a:pt x="2801091" y="2112479"/>
                  </a:lnTo>
                  <a:lnTo>
                    <a:pt x="2808916" y="2112908"/>
                  </a:lnTo>
                  <a:lnTo>
                    <a:pt x="2816740" y="2113273"/>
                  </a:lnTo>
                  <a:lnTo>
                    <a:pt x="2824564" y="2113583"/>
                  </a:lnTo>
                  <a:lnTo>
                    <a:pt x="2832389" y="2113844"/>
                  </a:lnTo>
                  <a:lnTo>
                    <a:pt x="2840213" y="2114059"/>
                  </a:lnTo>
                  <a:lnTo>
                    <a:pt x="2848037" y="2114232"/>
                  </a:lnTo>
                  <a:lnTo>
                    <a:pt x="2855861" y="2114377"/>
                  </a:lnTo>
                  <a:lnTo>
                    <a:pt x="2863686" y="2114497"/>
                  </a:lnTo>
                  <a:lnTo>
                    <a:pt x="2871510" y="2114597"/>
                  </a:lnTo>
                  <a:lnTo>
                    <a:pt x="2879334" y="2114677"/>
                  </a:lnTo>
                  <a:lnTo>
                    <a:pt x="2887159" y="2114740"/>
                  </a:lnTo>
                  <a:lnTo>
                    <a:pt x="2894983" y="2114792"/>
                  </a:lnTo>
                  <a:lnTo>
                    <a:pt x="2902807" y="2114834"/>
                  </a:lnTo>
                  <a:lnTo>
                    <a:pt x="2910631" y="2114869"/>
                  </a:lnTo>
                  <a:lnTo>
                    <a:pt x="2918456" y="2114896"/>
                  </a:lnTo>
                  <a:lnTo>
                    <a:pt x="2926280" y="2114917"/>
                  </a:lnTo>
                  <a:lnTo>
                    <a:pt x="2934104" y="2114934"/>
                  </a:lnTo>
                  <a:lnTo>
                    <a:pt x="2941929" y="2114948"/>
                  </a:lnTo>
                  <a:lnTo>
                    <a:pt x="2949753" y="2114958"/>
                  </a:lnTo>
                  <a:lnTo>
                    <a:pt x="2957577" y="2114967"/>
                  </a:lnTo>
                  <a:lnTo>
                    <a:pt x="2965401" y="2114973"/>
                  </a:lnTo>
                  <a:lnTo>
                    <a:pt x="2973226" y="2114978"/>
                  </a:lnTo>
                  <a:lnTo>
                    <a:pt x="2981050" y="2114982"/>
                  </a:lnTo>
                  <a:lnTo>
                    <a:pt x="2988874" y="2114985"/>
                  </a:lnTo>
                  <a:lnTo>
                    <a:pt x="2996698" y="2114988"/>
                  </a:lnTo>
                  <a:lnTo>
                    <a:pt x="3004523" y="2114989"/>
                  </a:lnTo>
                  <a:lnTo>
                    <a:pt x="3012347" y="2114991"/>
                  </a:lnTo>
                  <a:lnTo>
                    <a:pt x="3020171" y="2114992"/>
                  </a:lnTo>
                  <a:lnTo>
                    <a:pt x="3027996" y="2114993"/>
                  </a:lnTo>
                  <a:lnTo>
                    <a:pt x="3035820" y="2114993"/>
                  </a:lnTo>
                  <a:lnTo>
                    <a:pt x="3043644" y="2114994"/>
                  </a:lnTo>
                  <a:lnTo>
                    <a:pt x="3051468" y="2114994"/>
                  </a:lnTo>
                  <a:lnTo>
                    <a:pt x="3059293" y="2114994"/>
                  </a:lnTo>
                  <a:lnTo>
                    <a:pt x="3067117" y="2114994"/>
                  </a:lnTo>
                  <a:lnTo>
                    <a:pt x="3074941" y="2114994"/>
                  </a:lnTo>
                  <a:lnTo>
                    <a:pt x="3082766" y="2114995"/>
                  </a:lnTo>
                  <a:lnTo>
                    <a:pt x="3090590" y="2114995"/>
                  </a:lnTo>
                  <a:lnTo>
                    <a:pt x="3098414" y="2114995"/>
                  </a:lnTo>
                  <a:lnTo>
                    <a:pt x="3106238" y="2114995"/>
                  </a:lnTo>
                  <a:lnTo>
                    <a:pt x="3114063" y="2114995"/>
                  </a:lnTo>
                  <a:lnTo>
                    <a:pt x="3121887" y="2114995"/>
                  </a:lnTo>
                  <a:lnTo>
                    <a:pt x="3129711" y="2114995"/>
                  </a:lnTo>
                  <a:lnTo>
                    <a:pt x="3137536" y="2114995"/>
                  </a:lnTo>
                  <a:lnTo>
                    <a:pt x="3145360" y="2114995"/>
                  </a:lnTo>
                  <a:lnTo>
                    <a:pt x="3153184" y="2114995"/>
                  </a:lnTo>
                  <a:lnTo>
                    <a:pt x="3161008" y="2114995"/>
                  </a:lnTo>
                  <a:lnTo>
                    <a:pt x="3168833" y="2114995"/>
                  </a:lnTo>
                  <a:lnTo>
                    <a:pt x="3176657" y="2114995"/>
                  </a:lnTo>
                  <a:lnTo>
                    <a:pt x="3184481" y="2114995"/>
                  </a:lnTo>
                  <a:lnTo>
                    <a:pt x="3192305" y="2114995"/>
                  </a:lnTo>
                  <a:lnTo>
                    <a:pt x="3200130" y="2114995"/>
                  </a:lnTo>
                  <a:lnTo>
                    <a:pt x="3207954" y="2114995"/>
                  </a:lnTo>
                  <a:lnTo>
                    <a:pt x="3215778" y="2114995"/>
                  </a:lnTo>
                  <a:lnTo>
                    <a:pt x="3223603" y="2114995"/>
                  </a:lnTo>
                  <a:lnTo>
                    <a:pt x="3231427" y="2114995"/>
                  </a:lnTo>
                  <a:lnTo>
                    <a:pt x="3239251" y="2114995"/>
                  </a:lnTo>
                  <a:lnTo>
                    <a:pt x="3247075" y="2114995"/>
                  </a:lnTo>
                  <a:lnTo>
                    <a:pt x="3254900" y="2114995"/>
                  </a:lnTo>
                  <a:lnTo>
                    <a:pt x="3262724" y="2114995"/>
                  </a:lnTo>
                  <a:lnTo>
                    <a:pt x="3270548" y="2114995"/>
                  </a:lnTo>
                  <a:lnTo>
                    <a:pt x="3278373" y="2114995"/>
                  </a:lnTo>
                  <a:lnTo>
                    <a:pt x="3286197" y="2114995"/>
                  </a:lnTo>
                  <a:lnTo>
                    <a:pt x="3294021" y="2114995"/>
                  </a:lnTo>
                  <a:lnTo>
                    <a:pt x="3301845" y="2114995"/>
                  </a:lnTo>
                  <a:lnTo>
                    <a:pt x="3309670" y="2114995"/>
                  </a:lnTo>
                  <a:lnTo>
                    <a:pt x="3317494" y="2114995"/>
                  </a:lnTo>
                  <a:lnTo>
                    <a:pt x="3325318" y="2114995"/>
                  </a:lnTo>
                  <a:lnTo>
                    <a:pt x="3333142" y="2114995"/>
                  </a:lnTo>
                  <a:lnTo>
                    <a:pt x="3340967" y="2114995"/>
                  </a:lnTo>
                  <a:lnTo>
                    <a:pt x="3348791" y="2114995"/>
                  </a:lnTo>
                  <a:lnTo>
                    <a:pt x="3356615" y="2114995"/>
                  </a:lnTo>
                  <a:lnTo>
                    <a:pt x="3364440" y="2114995"/>
                  </a:lnTo>
                  <a:lnTo>
                    <a:pt x="3372264" y="2114995"/>
                  </a:lnTo>
                  <a:lnTo>
                    <a:pt x="3380088" y="2114995"/>
                  </a:lnTo>
                  <a:lnTo>
                    <a:pt x="3387912" y="2114995"/>
                  </a:lnTo>
                  <a:lnTo>
                    <a:pt x="3395737" y="2114995"/>
                  </a:lnTo>
                  <a:lnTo>
                    <a:pt x="3403561" y="2114995"/>
                  </a:lnTo>
                  <a:lnTo>
                    <a:pt x="3411385" y="2114995"/>
                  </a:lnTo>
                  <a:lnTo>
                    <a:pt x="3419210" y="2114995"/>
                  </a:lnTo>
                  <a:lnTo>
                    <a:pt x="3427034" y="2114995"/>
                  </a:lnTo>
                  <a:lnTo>
                    <a:pt x="3434858" y="2114995"/>
                  </a:lnTo>
                  <a:lnTo>
                    <a:pt x="3442682" y="2114995"/>
                  </a:lnTo>
                  <a:lnTo>
                    <a:pt x="3450507" y="2114995"/>
                  </a:lnTo>
                  <a:lnTo>
                    <a:pt x="3458331" y="2114995"/>
                  </a:lnTo>
                  <a:lnTo>
                    <a:pt x="3466155" y="2114995"/>
                  </a:lnTo>
                  <a:lnTo>
                    <a:pt x="3473980" y="2114995"/>
                  </a:lnTo>
                  <a:lnTo>
                    <a:pt x="3481804" y="2114995"/>
                  </a:lnTo>
                  <a:lnTo>
                    <a:pt x="3489628" y="2114995"/>
                  </a:lnTo>
                  <a:lnTo>
                    <a:pt x="3497452" y="2114995"/>
                  </a:lnTo>
                  <a:lnTo>
                    <a:pt x="3505277" y="2114995"/>
                  </a:lnTo>
                  <a:lnTo>
                    <a:pt x="3513101" y="2114995"/>
                  </a:lnTo>
                  <a:lnTo>
                    <a:pt x="3520925" y="2114995"/>
                  </a:lnTo>
                  <a:lnTo>
                    <a:pt x="3528749" y="2114995"/>
                  </a:lnTo>
                  <a:lnTo>
                    <a:pt x="3536574" y="2114995"/>
                  </a:lnTo>
                  <a:lnTo>
                    <a:pt x="3544398" y="2114995"/>
                  </a:lnTo>
                  <a:lnTo>
                    <a:pt x="3552222" y="2114995"/>
                  </a:lnTo>
                  <a:lnTo>
                    <a:pt x="3560047" y="2114995"/>
                  </a:lnTo>
                  <a:lnTo>
                    <a:pt x="3567871" y="2114995"/>
                  </a:lnTo>
                  <a:lnTo>
                    <a:pt x="3575695" y="2114995"/>
                  </a:lnTo>
                  <a:lnTo>
                    <a:pt x="3583519" y="2114995"/>
                  </a:lnTo>
                  <a:lnTo>
                    <a:pt x="3591344" y="2114995"/>
                  </a:lnTo>
                  <a:lnTo>
                    <a:pt x="3599168" y="2114995"/>
                  </a:lnTo>
                  <a:lnTo>
                    <a:pt x="3606992" y="2114995"/>
                  </a:lnTo>
                  <a:lnTo>
                    <a:pt x="3614817" y="2114995"/>
                  </a:lnTo>
                  <a:lnTo>
                    <a:pt x="3622641" y="2114995"/>
                  </a:lnTo>
                  <a:lnTo>
                    <a:pt x="3630465" y="2114995"/>
                  </a:lnTo>
                  <a:lnTo>
                    <a:pt x="3638289" y="2114995"/>
                  </a:lnTo>
                  <a:lnTo>
                    <a:pt x="3646114" y="2114995"/>
                  </a:lnTo>
                  <a:lnTo>
                    <a:pt x="3653938" y="2114995"/>
                  </a:lnTo>
                  <a:lnTo>
                    <a:pt x="3661762" y="2114995"/>
                  </a:lnTo>
                  <a:lnTo>
                    <a:pt x="3669586" y="2114995"/>
                  </a:lnTo>
                  <a:lnTo>
                    <a:pt x="3677411" y="2114995"/>
                  </a:lnTo>
                  <a:lnTo>
                    <a:pt x="3685235" y="2114995"/>
                  </a:lnTo>
                  <a:lnTo>
                    <a:pt x="3693059" y="2114995"/>
                  </a:lnTo>
                  <a:lnTo>
                    <a:pt x="3700884" y="2114995"/>
                  </a:lnTo>
                  <a:lnTo>
                    <a:pt x="3708708" y="2114995"/>
                  </a:lnTo>
                  <a:lnTo>
                    <a:pt x="3716532" y="2114995"/>
                  </a:lnTo>
                  <a:lnTo>
                    <a:pt x="3724356" y="2114995"/>
                  </a:lnTo>
                  <a:lnTo>
                    <a:pt x="3732181" y="2114995"/>
                  </a:lnTo>
                  <a:lnTo>
                    <a:pt x="3740005" y="2114995"/>
                  </a:lnTo>
                  <a:lnTo>
                    <a:pt x="3747829" y="2114995"/>
                  </a:lnTo>
                  <a:lnTo>
                    <a:pt x="3755654" y="2114995"/>
                  </a:lnTo>
                  <a:lnTo>
                    <a:pt x="3763478" y="2114995"/>
                  </a:lnTo>
                  <a:lnTo>
                    <a:pt x="3771302" y="2114995"/>
                  </a:lnTo>
                  <a:lnTo>
                    <a:pt x="3779126" y="2114995"/>
                  </a:lnTo>
                  <a:lnTo>
                    <a:pt x="3786951" y="2114995"/>
                  </a:lnTo>
                  <a:lnTo>
                    <a:pt x="3794775" y="2114995"/>
                  </a:lnTo>
                  <a:lnTo>
                    <a:pt x="3802599" y="2114995"/>
                  </a:lnTo>
                  <a:lnTo>
                    <a:pt x="3810424" y="2114995"/>
                  </a:lnTo>
                  <a:lnTo>
                    <a:pt x="3818248" y="2114995"/>
                  </a:lnTo>
                  <a:lnTo>
                    <a:pt x="3826072" y="2114995"/>
                  </a:lnTo>
                  <a:lnTo>
                    <a:pt x="3833896" y="2114995"/>
                  </a:lnTo>
                  <a:lnTo>
                    <a:pt x="3841721" y="2114995"/>
                  </a:lnTo>
                  <a:lnTo>
                    <a:pt x="3849545" y="2114995"/>
                  </a:lnTo>
                  <a:lnTo>
                    <a:pt x="3857369" y="2114995"/>
                  </a:lnTo>
                  <a:lnTo>
                    <a:pt x="3865193" y="2114995"/>
                  </a:lnTo>
                  <a:lnTo>
                    <a:pt x="3873018" y="2114995"/>
                  </a:lnTo>
                  <a:lnTo>
                    <a:pt x="3880842" y="2114995"/>
                  </a:lnTo>
                  <a:lnTo>
                    <a:pt x="3888666" y="2114995"/>
                  </a:lnTo>
                  <a:lnTo>
                    <a:pt x="3896491" y="2114995"/>
                  </a:lnTo>
                  <a:lnTo>
                    <a:pt x="3904315" y="2114995"/>
                  </a:lnTo>
                  <a:lnTo>
                    <a:pt x="3912139" y="2114995"/>
                  </a:lnTo>
                  <a:lnTo>
                    <a:pt x="3919963" y="2114995"/>
                  </a:lnTo>
                  <a:lnTo>
                    <a:pt x="3927788" y="2114995"/>
                  </a:lnTo>
                  <a:lnTo>
                    <a:pt x="3935612" y="2114995"/>
                  </a:lnTo>
                  <a:lnTo>
                    <a:pt x="3943436" y="2114995"/>
                  </a:lnTo>
                  <a:lnTo>
                    <a:pt x="3951261" y="2114995"/>
                  </a:lnTo>
                  <a:lnTo>
                    <a:pt x="3959085" y="2114995"/>
                  </a:lnTo>
                  <a:lnTo>
                    <a:pt x="3966909" y="2114995"/>
                  </a:lnTo>
                  <a:lnTo>
                    <a:pt x="3974733" y="2114995"/>
                  </a:lnTo>
                  <a:lnTo>
                    <a:pt x="3982558" y="2114995"/>
                  </a:lnTo>
                  <a:lnTo>
                    <a:pt x="3990382" y="2114995"/>
                  </a:lnTo>
                  <a:lnTo>
                    <a:pt x="3998206" y="2114995"/>
                  </a:lnTo>
                  <a:lnTo>
                    <a:pt x="3990382" y="2114995"/>
                  </a:lnTo>
                  <a:lnTo>
                    <a:pt x="3982558" y="2114995"/>
                  </a:lnTo>
                  <a:lnTo>
                    <a:pt x="3974733" y="2114995"/>
                  </a:lnTo>
                  <a:lnTo>
                    <a:pt x="3966909" y="2114995"/>
                  </a:lnTo>
                  <a:lnTo>
                    <a:pt x="3959085" y="2114995"/>
                  </a:lnTo>
                  <a:lnTo>
                    <a:pt x="3951261" y="2114995"/>
                  </a:lnTo>
                  <a:lnTo>
                    <a:pt x="3943436" y="2114995"/>
                  </a:lnTo>
                  <a:lnTo>
                    <a:pt x="3935612" y="2114995"/>
                  </a:lnTo>
                  <a:lnTo>
                    <a:pt x="3927788" y="2114995"/>
                  </a:lnTo>
                  <a:lnTo>
                    <a:pt x="3919963" y="2114995"/>
                  </a:lnTo>
                  <a:lnTo>
                    <a:pt x="3912139" y="2114995"/>
                  </a:lnTo>
                  <a:lnTo>
                    <a:pt x="3904315" y="2114995"/>
                  </a:lnTo>
                  <a:lnTo>
                    <a:pt x="3896491" y="2114995"/>
                  </a:lnTo>
                  <a:lnTo>
                    <a:pt x="3888666" y="2114995"/>
                  </a:lnTo>
                  <a:lnTo>
                    <a:pt x="3880842" y="2114995"/>
                  </a:lnTo>
                  <a:lnTo>
                    <a:pt x="3873018" y="2114995"/>
                  </a:lnTo>
                  <a:lnTo>
                    <a:pt x="3865193" y="2114995"/>
                  </a:lnTo>
                  <a:lnTo>
                    <a:pt x="3857369" y="2114995"/>
                  </a:lnTo>
                  <a:lnTo>
                    <a:pt x="3849545" y="2114995"/>
                  </a:lnTo>
                  <a:lnTo>
                    <a:pt x="3841721" y="2114995"/>
                  </a:lnTo>
                  <a:lnTo>
                    <a:pt x="3833896" y="2114995"/>
                  </a:lnTo>
                  <a:lnTo>
                    <a:pt x="3826072" y="2114995"/>
                  </a:lnTo>
                  <a:lnTo>
                    <a:pt x="3818248" y="2114995"/>
                  </a:lnTo>
                  <a:lnTo>
                    <a:pt x="3810424" y="2114995"/>
                  </a:lnTo>
                  <a:lnTo>
                    <a:pt x="3802599" y="2114995"/>
                  </a:lnTo>
                  <a:lnTo>
                    <a:pt x="3794775" y="2114995"/>
                  </a:lnTo>
                  <a:lnTo>
                    <a:pt x="3786951" y="2114995"/>
                  </a:lnTo>
                  <a:lnTo>
                    <a:pt x="3779126" y="2114995"/>
                  </a:lnTo>
                  <a:lnTo>
                    <a:pt x="3771302" y="2114995"/>
                  </a:lnTo>
                  <a:lnTo>
                    <a:pt x="3763478" y="2114995"/>
                  </a:lnTo>
                  <a:lnTo>
                    <a:pt x="3755654" y="2114995"/>
                  </a:lnTo>
                  <a:lnTo>
                    <a:pt x="3747829" y="2114995"/>
                  </a:lnTo>
                  <a:lnTo>
                    <a:pt x="3740005" y="2114995"/>
                  </a:lnTo>
                  <a:lnTo>
                    <a:pt x="3732181" y="2114995"/>
                  </a:lnTo>
                  <a:lnTo>
                    <a:pt x="3724356" y="2114995"/>
                  </a:lnTo>
                  <a:lnTo>
                    <a:pt x="3716532" y="2114995"/>
                  </a:lnTo>
                  <a:lnTo>
                    <a:pt x="3708708" y="2114995"/>
                  </a:lnTo>
                  <a:lnTo>
                    <a:pt x="3700884" y="2114995"/>
                  </a:lnTo>
                  <a:lnTo>
                    <a:pt x="3693059" y="2114995"/>
                  </a:lnTo>
                  <a:lnTo>
                    <a:pt x="3685235" y="2114995"/>
                  </a:lnTo>
                  <a:lnTo>
                    <a:pt x="3677411" y="2114995"/>
                  </a:lnTo>
                  <a:lnTo>
                    <a:pt x="3669586" y="2114995"/>
                  </a:lnTo>
                  <a:lnTo>
                    <a:pt x="3661762" y="2114995"/>
                  </a:lnTo>
                  <a:lnTo>
                    <a:pt x="3653938" y="2114995"/>
                  </a:lnTo>
                  <a:lnTo>
                    <a:pt x="3646114" y="2114995"/>
                  </a:lnTo>
                  <a:lnTo>
                    <a:pt x="3638289" y="2114995"/>
                  </a:lnTo>
                  <a:lnTo>
                    <a:pt x="3630465" y="2114995"/>
                  </a:lnTo>
                  <a:lnTo>
                    <a:pt x="3622641" y="2114995"/>
                  </a:lnTo>
                  <a:lnTo>
                    <a:pt x="3614817" y="2114995"/>
                  </a:lnTo>
                  <a:lnTo>
                    <a:pt x="3606992" y="2114995"/>
                  </a:lnTo>
                  <a:lnTo>
                    <a:pt x="3599168" y="2114995"/>
                  </a:lnTo>
                  <a:lnTo>
                    <a:pt x="3591344" y="2114995"/>
                  </a:lnTo>
                  <a:lnTo>
                    <a:pt x="3583519" y="2114995"/>
                  </a:lnTo>
                  <a:lnTo>
                    <a:pt x="3575695" y="2114995"/>
                  </a:lnTo>
                  <a:lnTo>
                    <a:pt x="3567871" y="2114995"/>
                  </a:lnTo>
                  <a:lnTo>
                    <a:pt x="3560047" y="2114995"/>
                  </a:lnTo>
                  <a:lnTo>
                    <a:pt x="3552222" y="2114995"/>
                  </a:lnTo>
                  <a:lnTo>
                    <a:pt x="3544398" y="2114995"/>
                  </a:lnTo>
                  <a:lnTo>
                    <a:pt x="3536574" y="2114995"/>
                  </a:lnTo>
                  <a:lnTo>
                    <a:pt x="3528749" y="2114995"/>
                  </a:lnTo>
                  <a:lnTo>
                    <a:pt x="3520925" y="2114995"/>
                  </a:lnTo>
                  <a:lnTo>
                    <a:pt x="3513101" y="2114995"/>
                  </a:lnTo>
                  <a:lnTo>
                    <a:pt x="3505277" y="2114995"/>
                  </a:lnTo>
                  <a:lnTo>
                    <a:pt x="3497452" y="2114995"/>
                  </a:lnTo>
                  <a:lnTo>
                    <a:pt x="3489628" y="2114995"/>
                  </a:lnTo>
                  <a:lnTo>
                    <a:pt x="3481804" y="2114995"/>
                  </a:lnTo>
                  <a:lnTo>
                    <a:pt x="3473980" y="2114995"/>
                  </a:lnTo>
                  <a:lnTo>
                    <a:pt x="3466155" y="2114995"/>
                  </a:lnTo>
                  <a:lnTo>
                    <a:pt x="3458331" y="2114995"/>
                  </a:lnTo>
                  <a:lnTo>
                    <a:pt x="3450507" y="2114995"/>
                  </a:lnTo>
                  <a:lnTo>
                    <a:pt x="3442682" y="2114995"/>
                  </a:lnTo>
                  <a:lnTo>
                    <a:pt x="3434858" y="2114995"/>
                  </a:lnTo>
                  <a:lnTo>
                    <a:pt x="3427034" y="2114995"/>
                  </a:lnTo>
                  <a:lnTo>
                    <a:pt x="3419210" y="2114995"/>
                  </a:lnTo>
                  <a:lnTo>
                    <a:pt x="3411385" y="2114995"/>
                  </a:lnTo>
                  <a:lnTo>
                    <a:pt x="3403561" y="2114995"/>
                  </a:lnTo>
                  <a:lnTo>
                    <a:pt x="3395737" y="2114995"/>
                  </a:lnTo>
                  <a:lnTo>
                    <a:pt x="3387912" y="2114995"/>
                  </a:lnTo>
                  <a:lnTo>
                    <a:pt x="3380088" y="2114995"/>
                  </a:lnTo>
                  <a:lnTo>
                    <a:pt x="3372264" y="2114995"/>
                  </a:lnTo>
                  <a:lnTo>
                    <a:pt x="3364440" y="2114995"/>
                  </a:lnTo>
                  <a:lnTo>
                    <a:pt x="3356615" y="2114995"/>
                  </a:lnTo>
                  <a:lnTo>
                    <a:pt x="3348791" y="2114995"/>
                  </a:lnTo>
                  <a:lnTo>
                    <a:pt x="3340967" y="2114995"/>
                  </a:lnTo>
                  <a:lnTo>
                    <a:pt x="3333142" y="2114995"/>
                  </a:lnTo>
                  <a:lnTo>
                    <a:pt x="3325318" y="2114995"/>
                  </a:lnTo>
                  <a:lnTo>
                    <a:pt x="3317494" y="2114995"/>
                  </a:lnTo>
                  <a:lnTo>
                    <a:pt x="3309670" y="2114995"/>
                  </a:lnTo>
                  <a:lnTo>
                    <a:pt x="3301845" y="2114995"/>
                  </a:lnTo>
                  <a:lnTo>
                    <a:pt x="3294021" y="2114995"/>
                  </a:lnTo>
                  <a:lnTo>
                    <a:pt x="3286197" y="2114995"/>
                  </a:lnTo>
                  <a:lnTo>
                    <a:pt x="3278373" y="2114995"/>
                  </a:lnTo>
                  <a:lnTo>
                    <a:pt x="3270548" y="2114995"/>
                  </a:lnTo>
                  <a:lnTo>
                    <a:pt x="3262724" y="2114995"/>
                  </a:lnTo>
                  <a:lnTo>
                    <a:pt x="3254900" y="2114995"/>
                  </a:lnTo>
                  <a:lnTo>
                    <a:pt x="3247075" y="2114995"/>
                  </a:lnTo>
                  <a:lnTo>
                    <a:pt x="3239251" y="2114995"/>
                  </a:lnTo>
                  <a:lnTo>
                    <a:pt x="3231427" y="2114995"/>
                  </a:lnTo>
                  <a:lnTo>
                    <a:pt x="3223603" y="2114995"/>
                  </a:lnTo>
                  <a:lnTo>
                    <a:pt x="3215778" y="2114995"/>
                  </a:lnTo>
                  <a:lnTo>
                    <a:pt x="3207954" y="2114995"/>
                  </a:lnTo>
                  <a:lnTo>
                    <a:pt x="3200130" y="2114995"/>
                  </a:lnTo>
                  <a:lnTo>
                    <a:pt x="3192305" y="2114995"/>
                  </a:lnTo>
                  <a:lnTo>
                    <a:pt x="3184481" y="2114995"/>
                  </a:lnTo>
                  <a:lnTo>
                    <a:pt x="3176657" y="2114995"/>
                  </a:lnTo>
                  <a:lnTo>
                    <a:pt x="3168833" y="2114995"/>
                  </a:lnTo>
                  <a:lnTo>
                    <a:pt x="3161008" y="2114995"/>
                  </a:lnTo>
                  <a:lnTo>
                    <a:pt x="3153184" y="2114995"/>
                  </a:lnTo>
                  <a:lnTo>
                    <a:pt x="3145360" y="2114995"/>
                  </a:lnTo>
                  <a:lnTo>
                    <a:pt x="3137536" y="2114995"/>
                  </a:lnTo>
                  <a:lnTo>
                    <a:pt x="3129711" y="2114995"/>
                  </a:lnTo>
                  <a:lnTo>
                    <a:pt x="3121887" y="2114995"/>
                  </a:lnTo>
                  <a:lnTo>
                    <a:pt x="3114063" y="2114995"/>
                  </a:lnTo>
                  <a:lnTo>
                    <a:pt x="3106238" y="2114995"/>
                  </a:lnTo>
                  <a:lnTo>
                    <a:pt x="3098414" y="2114995"/>
                  </a:lnTo>
                  <a:lnTo>
                    <a:pt x="3090590" y="2114995"/>
                  </a:lnTo>
                  <a:lnTo>
                    <a:pt x="3082766" y="2114995"/>
                  </a:lnTo>
                  <a:lnTo>
                    <a:pt x="3074941" y="2114995"/>
                  </a:lnTo>
                  <a:lnTo>
                    <a:pt x="3067117" y="2114995"/>
                  </a:lnTo>
                  <a:lnTo>
                    <a:pt x="3059293" y="2114995"/>
                  </a:lnTo>
                  <a:lnTo>
                    <a:pt x="3051468" y="2114995"/>
                  </a:lnTo>
                  <a:lnTo>
                    <a:pt x="3043644" y="2114995"/>
                  </a:lnTo>
                  <a:lnTo>
                    <a:pt x="3035820" y="2114995"/>
                  </a:lnTo>
                  <a:lnTo>
                    <a:pt x="3027996" y="2114995"/>
                  </a:lnTo>
                  <a:lnTo>
                    <a:pt x="3020171" y="2114995"/>
                  </a:lnTo>
                  <a:lnTo>
                    <a:pt x="3012347" y="2114995"/>
                  </a:lnTo>
                  <a:lnTo>
                    <a:pt x="3004523" y="2114995"/>
                  </a:lnTo>
                  <a:lnTo>
                    <a:pt x="2996698" y="2114995"/>
                  </a:lnTo>
                  <a:lnTo>
                    <a:pt x="2988874" y="2114995"/>
                  </a:lnTo>
                  <a:lnTo>
                    <a:pt x="2981050" y="2114995"/>
                  </a:lnTo>
                  <a:lnTo>
                    <a:pt x="2973226" y="2114995"/>
                  </a:lnTo>
                  <a:lnTo>
                    <a:pt x="2965401" y="2114995"/>
                  </a:lnTo>
                  <a:lnTo>
                    <a:pt x="2957577" y="2114995"/>
                  </a:lnTo>
                  <a:lnTo>
                    <a:pt x="2949753" y="2114995"/>
                  </a:lnTo>
                  <a:lnTo>
                    <a:pt x="2941929" y="2114995"/>
                  </a:lnTo>
                  <a:lnTo>
                    <a:pt x="2934104" y="2114995"/>
                  </a:lnTo>
                  <a:lnTo>
                    <a:pt x="2926280" y="2114995"/>
                  </a:lnTo>
                  <a:lnTo>
                    <a:pt x="2918456" y="2114995"/>
                  </a:lnTo>
                  <a:lnTo>
                    <a:pt x="2910631" y="2114995"/>
                  </a:lnTo>
                  <a:lnTo>
                    <a:pt x="2902807" y="2114995"/>
                  </a:lnTo>
                  <a:lnTo>
                    <a:pt x="2894983" y="2114995"/>
                  </a:lnTo>
                  <a:lnTo>
                    <a:pt x="2887159" y="2114995"/>
                  </a:lnTo>
                  <a:lnTo>
                    <a:pt x="2879334" y="2114995"/>
                  </a:lnTo>
                  <a:lnTo>
                    <a:pt x="2871510" y="2114995"/>
                  </a:lnTo>
                  <a:lnTo>
                    <a:pt x="2863686" y="2114995"/>
                  </a:lnTo>
                  <a:lnTo>
                    <a:pt x="2855861" y="2114995"/>
                  </a:lnTo>
                  <a:lnTo>
                    <a:pt x="2848037" y="2114995"/>
                  </a:lnTo>
                  <a:lnTo>
                    <a:pt x="2840213" y="2114995"/>
                  </a:lnTo>
                  <a:lnTo>
                    <a:pt x="2832389" y="2114995"/>
                  </a:lnTo>
                  <a:lnTo>
                    <a:pt x="2824564" y="2114995"/>
                  </a:lnTo>
                  <a:lnTo>
                    <a:pt x="2816740" y="2114995"/>
                  </a:lnTo>
                  <a:lnTo>
                    <a:pt x="2808916" y="2114995"/>
                  </a:lnTo>
                  <a:lnTo>
                    <a:pt x="2801091" y="2114995"/>
                  </a:lnTo>
                  <a:lnTo>
                    <a:pt x="2793267" y="2114995"/>
                  </a:lnTo>
                  <a:lnTo>
                    <a:pt x="2785443" y="2114995"/>
                  </a:lnTo>
                  <a:lnTo>
                    <a:pt x="2777619" y="2114995"/>
                  </a:lnTo>
                  <a:lnTo>
                    <a:pt x="2769794" y="2114995"/>
                  </a:lnTo>
                  <a:lnTo>
                    <a:pt x="2761970" y="2114995"/>
                  </a:lnTo>
                  <a:lnTo>
                    <a:pt x="2754146" y="2114995"/>
                  </a:lnTo>
                  <a:lnTo>
                    <a:pt x="2746322" y="2114995"/>
                  </a:lnTo>
                  <a:lnTo>
                    <a:pt x="2738497" y="2114995"/>
                  </a:lnTo>
                  <a:lnTo>
                    <a:pt x="2730673" y="2114995"/>
                  </a:lnTo>
                  <a:lnTo>
                    <a:pt x="2722849" y="2114995"/>
                  </a:lnTo>
                  <a:lnTo>
                    <a:pt x="2715024" y="2114995"/>
                  </a:lnTo>
                  <a:lnTo>
                    <a:pt x="2707200" y="2114995"/>
                  </a:lnTo>
                  <a:lnTo>
                    <a:pt x="2699376" y="2114995"/>
                  </a:lnTo>
                  <a:lnTo>
                    <a:pt x="2691552" y="2114995"/>
                  </a:lnTo>
                  <a:lnTo>
                    <a:pt x="2683727" y="2114995"/>
                  </a:lnTo>
                  <a:lnTo>
                    <a:pt x="2675903" y="2114995"/>
                  </a:lnTo>
                  <a:lnTo>
                    <a:pt x="2668079" y="2114995"/>
                  </a:lnTo>
                  <a:lnTo>
                    <a:pt x="2660254" y="2114995"/>
                  </a:lnTo>
                  <a:lnTo>
                    <a:pt x="2652430" y="2114995"/>
                  </a:lnTo>
                  <a:lnTo>
                    <a:pt x="2644606" y="2114995"/>
                  </a:lnTo>
                  <a:lnTo>
                    <a:pt x="2636782" y="2114995"/>
                  </a:lnTo>
                  <a:lnTo>
                    <a:pt x="2628957" y="2114995"/>
                  </a:lnTo>
                  <a:lnTo>
                    <a:pt x="2621133" y="2114995"/>
                  </a:lnTo>
                  <a:lnTo>
                    <a:pt x="2613309" y="2114995"/>
                  </a:lnTo>
                  <a:lnTo>
                    <a:pt x="2605485" y="2114995"/>
                  </a:lnTo>
                  <a:lnTo>
                    <a:pt x="2597660" y="2114995"/>
                  </a:lnTo>
                  <a:lnTo>
                    <a:pt x="2589836" y="2114995"/>
                  </a:lnTo>
                  <a:lnTo>
                    <a:pt x="2582012" y="2114995"/>
                  </a:lnTo>
                  <a:lnTo>
                    <a:pt x="2574187" y="2114995"/>
                  </a:lnTo>
                  <a:lnTo>
                    <a:pt x="2566363" y="2114995"/>
                  </a:lnTo>
                  <a:lnTo>
                    <a:pt x="2558539" y="2114995"/>
                  </a:lnTo>
                  <a:lnTo>
                    <a:pt x="2550715" y="2114995"/>
                  </a:lnTo>
                  <a:lnTo>
                    <a:pt x="2542890" y="2114995"/>
                  </a:lnTo>
                  <a:lnTo>
                    <a:pt x="2535066" y="2114995"/>
                  </a:lnTo>
                  <a:lnTo>
                    <a:pt x="2527242" y="2114995"/>
                  </a:lnTo>
                  <a:lnTo>
                    <a:pt x="2519417" y="2114995"/>
                  </a:lnTo>
                  <a:lnTo>
                    <a:pt x="2511593" y="2114995"/>
                  </a:lnTo>
                  <a:lnTo>
                    <a:pt x="2503769" y="2114995"/>
                  </a:lnTo>
                  <a:lnTo>
                    <a:pt x="2495945" y="2114995"/>
                  </a:lnTo>
                  <a:lnTo>
                    <a:pt x="2488120" y="2114995"/>
                  </a:lnTo>
                  <a:lnTo>
                    <a:pt x="2480296" y="2114995"/>
                  </a:lnTo>
                  <a:lnTo>
                    <a:pt x="2472472" y="2114995"/>
                  </a:lnTo>
                  <a:lnTo>
                    <a:pt x="2464647" y="2114995"/>
                  </a:lnTo>
                  <a:lnTo>
                    <a:pt x="2456823" y="2114995"/>
                  </a:lnTo>
                  <a:lnTo>
                    <a:pt x="2448999" y="2114995"/>
                  </a:lnTo>
                  <a:lnTo>
                    <a:pt x="2441175" y="2114995"/>
                  </a:lnTo>
                  <a:lnTo>
                    <a:pt x="2433350" y="2114995"/>
                  </a:lnTo>
                  <a:lnTo>
                    <a:pt x="2425526" y="2114995"/>
                  </a:lnTo>
                  <a:lnTo>
                    <a:pt x="2417702" y="2114995"/>
                  </a:lnTo>
                  <a:lnTo>
                    <a:pt x="2409878" y="2114995"/>
                  </a:lnTo>
                  <a:lnTo>
                    <a:pt x="2402053" y="2114995"/>
                  </a:lnTo>
                  <a:lnTo>
                    <a:pt x="2394229" y="2114995"/>
                  </a:lnTo>
                  <a:lnTo>
                    <a:pt x="2386405" y="2114995"/>
                  </a:lnTo>
                  <a:lnTo>
                    <a:pt x="2378580" y="2114995"/>
                  </a:lnTo>
                  <a:lnTo>
                    <a:pt x="2370756" y="2114995"/>
                  </a:lnTo>
                  <a:lnTo>
                    <a:pt x="2362932" y="2114995"/>
                  </a:lnTo>
                  <a:lnTo>
                    <a:pt x="2355108" y="2114995"/>
                  </a:lnTo>
                  <a:lnTo>
                    <a:pt x="2347283" y="2114995"/>
                  </a:lnTo>
                  <a:lnTo>
                    <a:pt x="2339459" y="2114995"/>
                  </a:lnTo>
                  <a:lnTo>
                    <a:pt x="2331635" y="2114995"/>
                  </a:lnTo>
                  <a:lnTo>
                    <a:pt x="2323810" y="2114995"/>
                  </a:lnTo>
                  <a:lnTo>
                    <a:pt x="2315986" y="2114995"/>
                  </a:lnTo>
                  <a:lnTo>
                    <a:pt x="2308162" y="2114995"/>
                  </a:lnTo>
                  <a:lnTo>
                    <a:pt x="2300338" y="2114995"/>
                  </a:lnTo>
                  <a:lnTo>
                    <a:pt x="2292513" y="2114995"/>
                  </a:lnTo>
                  <a:lnTo>
                    <a:pt x="2284689" y="2114995"/>
                  </a:lnTo>
                  <a:lnTo>
                    <a:pt x="2276865" y="2114995"/>
                  </a:lnTo>
                  <a:lnTo>
                    <a:pt x="2269040" y="2114995"/>
                  </a:lnTo>
                  <a:lnTo>
                    <a:pt x="2261216" y="2114995"/>
                  </a:lnTo>
                  <a:lnTo>
                    <a:pt x="2253392" y="2114995"/>
                  </a:lnTo>
                  <a:lnTo>
                    <a:pt x="2245568" y="2114995"/>
                  </a:lnTo>
                  <a:lnTo>
                    <a:pt x="2237743" y="2114995"/>
                  </a:lnTo>
                  <a:lnTo>
                    <a:pt x="2229919" y="2114995"/>
                  </a:lnTo>
                  <a:lnTo>
                    <a:pt x="2222095" y="2114995"/>
                  </a:lnTo>
                  <a:lnTo>
                    <a:pt x="2214271" y="2114995"/>
                  </a:lnTo>
                  <a:lnTo>
                    <a:pt x="2206446" y="2114995"/>
                  </a:lnTo>
                  <a:lnTo>
                    <a:pt x="2198622" y="2114995"/>
                  </a:lnTo>
                  <a:lnTo>
                    <a:pt x="2190798" y="2114995"/>
                  </a:lnTo>
                  <a:lnTo>
                    <a:pt x="2182973" y="2114995"/>
                  </a:lnTo>
                  <a:lnTo>
                    <a:pt x="2175149" y="2114995"/>
                  </a:lnTo>
                  <a:lnTo>
                    <a:pt x="2167325" y="2114995"/>
                  </a:lnTo>
                  <a:lnTo>
                    <a:pt x="2159501" y="2114995"/>
                  </a:lnTo>
                  <a:lnTo>
                    <a:pt x="2151676" y="2114995"/>
                  </a:lnTo>
                  <a:lnTo>
                    <a:pt x="2143852" y="2114995"/>
                  </a:lnTo>
                  <a:lnTo>
                    <a:pt x="2136028" y="2114995"/>
                  </a:lnTo>
                  <a:lnTo>
                    <a:pt x="2128203" y="2114995"/>
                  </a:lnTo>
                  <a:lnTo>
                    <a:pt x="2120379" y="2114995"/>
                  </a:lnTo>
                  <a:lnTo>
                    <a:pt x="2112555" y="2114995"/>
                  </a:lnTo>
                  <a:lnTo>
                    <a:pt x="2104731" y="2114995"/>
                  </a:lnTo>
                  <a:lnTo>
                    <a:pt x="2096906" y="2114995"/>
                  </a:lnTo>
                  <a:lnTo>
                    <a:pt x="2089082" y="2114995"/>
                  </a:lnTo>
                  <a:lnTo>
                    <a:pt x="2081258" y="2114995"/>
                  </a:lnTo>
                  <a:lnTo>
                    <a:pt x="2073434" y="2114995"/>
                  </a:lnTo>
                  <a:lnTo>
                    <a:pt x="2065609" y="2114995"/>
                  </a:lnTo>
                  <a:lnTo>
                    <a:pt x="2057785" y="2114995"/>
                  </a:lnTo>
                  <a:lnTo>
                    <a:pt x="2049961" y="2114995"/>
                  </a:lnTo>
                  <a:lnTo>
                    <a:pt x="2042136" y="2114995"/>
                  </a:lnTo>
                  <a:lnTo>
                    <a:pt x="2034312" y="2114995"/>
                  </a:lnTo>
                  <a:lnTo>
                    <a:pt x="2026488" y="2114995"/>
                  </a:lnTo>
                  <a:lnTo>
                    <a:pt x="2018664" y="2114995"/>
                  </a:lnTo>
                  <a:lnTo>
                    <a:pt x="2010839" y="2114995"/>
                  </a:lnTo>
                  <a:lnTo>
                    <a:pt x="2003015" y="2114995"/>
                  </a:lnTo>
                  <a:lnTo>
                    <a:pt x="1995191" y="2114995"/>
                  </a:lnTo>
                  <a:lnTo>
                    <a:pt x="1987366" y="2114995"/>
                  </a:lnTo>
                  <a:lnTo>
                    <a:pt x="1979542" y="2114995"/>
                  </a:lnTo>
                  <a:lnTo>
                    <a:pt x="1971718" y="2114995"/>
                  </a:lnTo>
                  <a:lnTo>
                    <a:pt x="1963894" y="2114995"/>
                  </a:lnTo>
                  <a:lnTo>
                    <a:pt x="1956069" y="2114995"/>
                  </a:lnTo>
                  <a:lnTo>
                    <a:pt x="1948245" y="2114995"/>
                  </a:lnTo>
                  <a:lnTo>
                    <a:pt x="1940421" y="2114995"/>
                  </a:lnTo>
                  <a:lnTo>
                    <a:pt x="1932596" y="2114995"/>
                  </a:lnTo>
                  <a:lnTo>
                    <a:pt x="1924772" y="2114995"/>
                  </a:lnTo>
                  <a:lnTo>
                    <a:pt x="1916948" y="2114995"/>
                  </a:lnTo>
                  <a:lnTo>
                    <a:pt x="1909124" y="2114995"/>
                  </a:lnTo>
                  <a:lnTo>
                    <a:pt x="1901299" y="2114995"/>
                  </a:lnTo>
                  <a:lnTo>
                    <a:pt x="1893475" y="2114995"/>
                  </a:lnTo>
                  <a:lnTo>
                    <a:pt x="1885651" y="2114995"/>
                  </a:lnTo>
                  <a:lnTo>
                    <a:pt x="1877827" y="2114995"/>
                  </a:lnTo>
                  <a:lnTo>
                    <a:pt x="1870002" y="2114995"/>
                  </a:lnTo>
                  <a:lnTo>
                    <a:pt x="1862178" y="2114995"/>
                  </a:lnTo>
                  <a:lnTo>
                    <a:pt x="1854354" y="2114995"/>
                  </a:lnTo>
                  <a:lnTo>
                    <a:pt x="1846529" y="2114995"/>
                  </a:lnTo>
                  <a:lnTo>
                    <a:pt x="1838705" y="2114995"/>
                  </a:lnTo>
                  <a:lnTo>
                    <a:pt x="1830881" y="2114995"/>
                  </a:lnTo>
                  <a:lnTo>
                    <a:pt x="1823057" y="2114995"/>
                  </a:lnTo>
                  <a:lnTo>
                    <a:pt x="1815232" y="2114995"/>
                  </a:lnTo>
                  <a:lnTo>
                    <a:pt x="1807408" y="2114995"/>
                  </a:lnTo>
                  <a:lnTo>
                    <a:pt x="1799584" y="2114995"/>
                  </a:lnTo>
                  <a:lnTo>
                    <a:pt x="1791759" y="2114995"/>
                  </a:lnTo>
                  <a:lnTo>
                    <a:pt x="1783935" y="2114995"/>
                  </a:lnTo>
                  <a:lnTo>
                    <a:pt x="1776111" y="2114995"/>
                  </a:lnTo>
                  <a:lnTo>
                    <a:pt x="1768287" y="2114995"/>
                  </a:lnTo>
                  <a:lnTo>
                    <a:pt x="1760462" y="2114995"/>
                  </a:lnTo>
                  <a:lnTo>
                    <a:pt x="1752638" y="2114995"/>
                  </a:lnTo>
                  <a:lnTo>
                    <a:pt x="1744814" y="2114995"/>
                  </a:lnTo>
                  <a:lnTo>
                    <a:pt x="1736990" y="2114995"/>
                  </a:lnTo>
                  <a:lnTo>
                    <a:pt x="1729165" y="2114995"/>
                  </a:lnTo>
                  <a:lnTo>
                    <a:pt x="1721341" y="2114995"/>
                  </a:lnTo>
                  <a:lnTo>
                    <a:pt x="1713517" y="2114995"/>
                  </a:lnTo>
                  <a:lnTo>
                    <a:pt x="1705692" y="2114995"/>
                  </a:lnTo>
                  <a:lnTo>
                    <a:pt x="1697868" y="2114995"/>
                  </a:lnTo>
                  <a:lnTo>
                    <a:pt x="1690044" y="2114995"/>
                  </a:lnTo>
                  <a:lnTo>
                    <a:pt x="1682220" y="2114995"/>
                  </a:lnTo>
                  <a:lnTo>
                    <a:pt x="1674395" y="2114995"/>
                  </a:lnTo>
                  <a:lnTo>
                    <a:pt x="1666571" y="2114995"/>
                  </a:lnTo>
                  <a:lnTo>
                    <a:pt x="1658747" y="2114995"/>
                  </a:lnTo>
                  <a:lnTo>
                    <a:pt x="1650922" y="2114995"/>
                  </a:lnTo>
                  <a:lnTo>
                    <a:pt x="1643098" y="2114995"/>
                  </a:lnTo>
                  <a:lnTo>
                    <a:pt x="1635274" y="2114995"/>
                  </a:lnTo>
                  <a:lnTo>
                    <a:pt x="1627450" y="2114995"/>
                  </a:lnTo>
                  <a:lnTo>
                    <a:pt x="1619625" y="2114995"/>
                  </a:lnTo>
                  <a:lnTo>
                    <a:pt x="1611801" y="2114995"/>
                  </a:lnTo>
                  <a:lnTo>
                    <a:pt x="1603977" y="2114995"/>
                  </a:lnTo>
                  <a:lnTo>
                    <a:pt x="1596152" y="2114995"/>
                  </a:lnTo>
                  <a:lnTo>
                    <a:pt x="1588328" y="2114995"/>
                  </a:lnTo>
                  <a:lnTo>
                    <a:pt x="1580504" y="2114995"/>
                  </a:lnTo>
                  <a:lnTo>
                    <a:pt x="1572680" y="2114995"/>
                  </a:lnTo>
                  <a:lnTo>
                    <a:pt x="1564855" y="2114995"/>
                  </a:lnTo>
                  <a:lnTo>
                    <a:pt x="1557031" y="2114995"/>
                  </a:lnTo>
                  <a:lnTo>
                    <a:pt x="1549207" y="2114995"/>
                  </a:lnTo>
                  <a:lnTo>
                    <a:pt x="1541383" y="2114995"/>
                  </a:lnTo>
                  <a:lnTo>
                    <a:pt x="1533558" y="2114995"/>
                  </a:lnTo>
                  <a:lnTo>
                    <a:pt x="1525734" y="2114995"/>
                  </a:lnTo>
                  <a:lnTo>
                    <a:pt x="1517910" y="2114995"/>
                  </a:lnTo>
                  <a:lnTo>
                    <a:pt x="1510085" y="2114995"/>
                  </a:lnTo>
                  <a:lnTo>
                    <a:pt x="1502261" y="2114995"/>
                  </a:lnTo>
                  <a:lnTo>
                    <a:pt x="1494437" y="2114995"/>
                  </a:lnTo>
                  <a:lnTo>
                    <a:pt x="1486613" y="2114995"/>
                  </a:lnTo>
                  <a:lnTo>
                    <a:pt x="1478788" y="2114995"/>
                  </a:lnTo>
                  <a:lnTo>
                    <a:pt x="1470964" y="2114995"/>
                  </a:lnTo>
                  <a:lnTo>
                    <a:pt x="1463140" y="2114995"/>
                  </a:lnTo>
                  <a:lnTo>
                    <a:pt x="1455315" y="2114995"/>
                  </a:lnTo>
                  <a:lnTo>
                    <a:pt x="1447491" y="2114995"/>
                  </a:lnTo>
                  <a:lnTo>
                    <a:pt x="1439667" y="2114995"/>
                  </a:lnTo>
                  <a:lnTo>
                    <a:pt x="1431843" y="2114995"/>
                  </a:lnTo>
                  <a:lnTo>
                    <a:pt x="1424018" y="2114995"/>
                  </a:lnTo>
                  <a:lnTo>
                    <a:pt x="1416194" y="2114995"/>
                  </a:lnTo>
                  <a:lnTo>
                    <a:pt x="1408370" y="2114995"/>
                  </a:lnTo>
                  <a:lnTo>
                    <a:pt x="1400545" y="2114995"/>
                  </a:lnTo>
                  <a:lnTo>
                    <a:pt x="1392721" y="2114995"/>
                  </a:lnTo>
                  <a:lnTo>
                    <a:pt x="1384897" y="2114995"/>
                  </a:lnTo>
                  <a:lnTo>
                    <a:pt x="1377073" y="2114995"/>
                  </a:lnTo>
                  <a:lnTo>
                    <a:pt x="1369248" y="2114995"/>
                  </a:lnTo>
                  <a:lnTo>
                    <a:pt x="1361424" y="2114995"/>
                  </a:lnTo>
                  <a:lnTo>
                    <a:pt x="1353600" y="2114995"/>
                  </a:lnTo>
                  <a:lnTo>
                    <a:pt x="1345776" y="2114995"/>
                  </a:lnTo>
                  <a:lnTo>
                    <a:pt x="1337951" y="2114995"/>
                  </a:lnTo>
                  <a:lnTo>
                    <a:pt x="1330127" y="2114995"/>
                  </a:lnTo>
                  <a:lnTo>
                    <a:pt x="1322303" y="2114995"/>
                  </a:lnTo>
                  <a:lnTo>
                    <a:pt x="1314478" y="2114995"/>
                  </a:lnTo>
                  <a:lnTo>
                    <a:pt x="1306654" y="2114995"/>
                  </a:lnTo>
                  <a:lnTo>
                    <a:pt x="1298830" y="2114995"/>
                  </a:lnTo>
                  <a:lnTo>
                    <a:pt x="1291006" y="2114995"/>
                  </a:lnTo>
                  <a:lnTo>
                    <a:pt x="1283181" y="2114995"/>
                  </a:lnTo>
                  <a:lnTo>
                    <a:pt x="1275357" y="2114995"/>
                  </a:lnTo>
                  <a:lnTo>
                    <a:pt x="1267533" y="2114995"/>
                  </a:lnTo>
                  <a:lnTo>
                    <a:pt x="1259708" y="2114995"/>
                  </a:lnTo>
                  <a:lnTo>
                    <a:pt x="1251884" y="2114995"/>
                  </a:lnTo>
                  <a:lnTo>
                    <a:pt x="1244060" y="2114995"/>
                  </a:lnTo>
                  <a:lnTo>
                    <a:pt x="1236236" y="2114995"/>
                  </a:lnTo>
                  <a:lnTo>
                    <a:pt x="1228411" y="2114995"/>
                  </a:lnTo>
                  <a:lnTo>
                    <a:pt x="1220587" y="2114995"/>
                  </a:lnTo>
                  <a:lnTo>
                    <a:pt x="1212763" y="2114995"/>
                  </a:lnTo>
                  <a:lnTo>
                    <a:pt x="1204939" y="2114995"/>
                  </a:lnTo>
                  <a:lnTo>
                    <a:pt x="1197114" y="2114995"/>
                  </a:lnTo>
                  <a:lnTo>
                    <a:pt x="1189290" y="2114995"/>
                  </a:lnTo>
                  <a:lnTo>
                    <a:pt x="1181466" y="2114995"/>
                  </a:lnTo>
                  <a:lnTo>
                    <a:pt x="1173641" y="2114995"/>
                  </a:lnTo>
                  <a:lnTo>
                    <a:pt x="1165817" y="2114995"/>
                  </a:lnTo>
                  <a:lnTo>
                    <a:pt x="1157993" y="2114995"/>
                  </a:lnTo>
                  <a:lnTo>
                    <a:pt x="1150169" y="2114995"/>
                  </a:lnTo>
                  <a:lnTo>
                    <a:pt x="1142344" y="2114995"/>
                  </a:lnTo>
                  <a:lnTo>
                    <a:pt x="1134520" y="2114995"/>
                  </a:lnTo>
                  <a:lnTo>
                    <a:pt x="1126696" y="2114995"/>
                  </a:lnTo>
                  <a:lnTo>
                    <a:pt x="1118871" y="2114995"/>
                  </a:lnTo>
                  <a:lnTo>
                    <a:pt x="1111047" y="2114995"/>
                  </a:lnTo>
                  <a:lnTo>
                    <a:pt x="1103223" y="2114995"/>
                  </a:lnTo>
                  <a:lnTo>
                    <a:pt x="1095399" y="2114995"/>
                  </a:lnTo>
                  <a:lnTo>
                    <a:pt x="1087574" y="2114995"/>
                  </a:lnTo>
                  <a:lnTo>
                    <a:pt x="1079750" y="2114995"/>
                  </a:lnTo>
                  <a:lnTo>
                    <a:pt x="1071926" y="2114995"/>
                  </a:lnTo>
                  <a:lnTo>
                    <a:pt x="1064101" y="2114995"/>
                  </a:lnTo>
                  <a:lnTo>
                    <a:pt x="1056277" y="2114995"/>
                  </a:lnTo>
                  <a:lnTo>
                    <a:pt x="1048453" y="2114995"/>
                  </a:lnTo>
                  <a:lnTo>
                    <a:pt x="1040629" y="2114995"/>
                  </a:lnTo>
                  <a:lnTo>
                    <a:pt x="1032804" y="2114995"/>
                  </a:lnTo>
                  <a:lnTo>
                    <a:pt x="1024980" y="2114995"/>
                  </a:lnTo>
                  <a:lnTo>
                    <a:pt x="1017156" y="2114995"/>
                  </a:lnTo>
                  <a:lnTo>
                    <a:pt x="1009332" y="2114995"/>
                  </a:lnTo>
                  <a:lnTo>
                    <a:pt x="1001507" y="2114995"/>
                  </a:lnTo>
                  <a:lnTo>
                    <a:pt x="993683" y="2114995"/>
                  </a:lnTo>
                  <a:lnTo>
                    <a:pt x="985859" y="2114995"/>
                  </a:lnTo>
                  <a:lnTo>
                    <a:pt x="978034" y="2114995"/>
                  </a:lnTo>
                  <a:lnTo>
                    <a:pt x="970210" y="2114995"/>
                  </a:lnTo>
                  <a:lnTo>
                    <a:pt x="962386" y="2114995"/>
                  </a:lnTo>
                  <a:lnTo>
                    <a:pt x="954562" y="2114995"/>
                  </a:lnTo>
                  <a:lnTo>
                    <a:pt x="946737" y="2114995"/>
                  </a:lnTo>
                  <a:lnTo>
                    <a:pt x="938913" y="2114995"/>
                  </a:lnTo>
                  <a:lnTo>
                    <a:pt x="931089" y="2114995"/>
                  </a:lnTo>
                  <a:lnTo>
                    <a:pt x="923264" y="2114995"/>
                  </a:lnTo>
                  <a:lnTo>
                    <a:pt x="915440" y="2114995"/>
                  </a:lnTo>
                  <a:lnTo>
                    <a:pt x="907616" y="2114995"/>
                  </a:lnTo>
                  <a:lnTo>
                    <a:pt x="899792" y="2114995"/>
                  </a:lnTo>
                  <a:lnTo>
                    <a:pt x="891967" y="2114995"/>
                  </a:lnTo>
                  <a:lnTo>
                    <a:pt x="884143" y="2114995"/>
                  </a:lnTo>
                  <a:lnTo>
                    <a:pt x="876319" y="2114995"/>
                  </a:lnTo>
                  <a:lnTo>
                    <a:pt x="868495" y="2114995"/>
                  </a:lnTo>
                  <a:lnTo>
                    <a:pt x="860670" y="2114995"/>
                  </a:lnTo>
                  <a:lnTo>
                    <a:pt x="852846" y="2114995"/>
                  </a:lnTo>
                  <a:lnTo>
                    <a:pt x="845022" y="2114995"/>
                  </a:lnTo>
                  <a:lnTo>
                    <a:pt x="837197" y="2114995"/>
                  </a:lnTo>
                  <a:lnTo>
                    <a:pt x="829373" y="2114995"/>
                  </a:lnTo>
                  <a:lnTo>
                    <a:pt x="821549" y="2114995"/>
                  </a:lnTo>
                  <a:lnTo>
                    <a:pt x="813725" y="2114995"/>
                  </a:lnTo>
                  <a:lnTo>
                    <a:pt x="805900" y="2114995"/>
                  </a:lnTo>
                  <a:lnTo>
                    <a:pt x="798076" y="2114995"/>
                  </a:lnTo>
                  <a:lnTo>
                    <a:pt x="790252" y="2114995"/>
                  </a:lnTo>
                  <a:lnTo>
                    <a:pt x="782427" y="2114995"/>
                  </a:lnTo>
                  <a:lnTo>
                    <a:pt x="774603" y="2114995"/>
                  </a:lnTo>
                  <a:lnTo>
                    <a:pt x="766779" y="2114995"/>
                  </a:lnTo>
                  <a:lnTo>
                    <a:pt x="758955" y="2114995"/>
                  </a:lnTo>
                  <a:lnTo>
                    <a:pt x="751130" y="2114995"/>
                  </a:lnTo>
                  <a:lnTo>
                    <a:pt x="743306" y="2114995"/>
                  </a:lnTo>
                  <a:lnTo>
                    <a:pt x="735482" y="2114995"/>
                  </a:lnTo>
                  <a:lnTo>
                    <a:pt x="727657" y="2114995"/>
                  </a:lnTo>
                  <a:lnTo>
                    <a:pt x="719833" y="2114995"/>
                  </a:lnTo>
                  <a:lnTo>
                    <a:pt x="712009" y="2114995"/>
                  </a:lnTo>
                  <a:lnTo>
                    <a:pt x="704185" y="2114995"/>
                  </a:lnTo>
                  <a:lnTo>
                    <a:pt x="696360" y="2114995"/>
                  </a:lnTo>
                  <a:lnTo>
                    <a:pt x="688536" y="2114995"/>
                  </a:lnTo>
                  <a:lnTo>
                    <a:pt x="680712" y="2114995"/>
                  </a:lnTo>
                  <a:lnTo>
                    <a:pt x="672888" y="2114995"/>
                  </a:lnTo>
                  <a:lnTo>
                    <a:pt x="665063" y="2114995"/>
                  </a:lnTo>
                  <a:lnTo>
                    <a:pt x="657239" y="2114995"/>
                  </a:lnTo>
                  <a:lnTo>
                    <a:pt x="649415" y="2114995"/>
                  </a:lnTo>
                  <a:lnTo>
                    <a:pt x="641590" y="2114995"/>
                  </a:lnTo>
                  <a:lnTo>
                    <a:pt x="633766" y="2114995"/>
                  </a:lnTo>
                  <a:lnTo>
                    <a:pt x="625942" y="2114995"/>
                  </a:lnTo>
                  <a:lnTo>
                    <a:pt x="618118" y="2114995"/>
                  </a:lnTo>
                  <a:lnTo>
                    <a:pt x="610293" y="2114995"/>
                  </a:lnTo>
                  <a:lnTo>
                    <a:pt x="602469" y="2114995"/>
                  </a:lnTo>
                  <a:lnTo>
                    <a:pt x="594645" y="2114995"/>
                  </a:lnTo>
                  <a:lnTo>
                    <a:pt x="586820" y="2114995"/>
                  </a:lnTo>
                  <a:lnTo>
                    <a:pt x="578996" y="2114995"/>
                  </a:lnTo>
                  <a:lnTo>
                    <a:pt x="571172" y="2114995"/>
                  </a:lnTo>
                  <a:lnTo>
                    <a:pt x="563348" y="2114995"/>
                  </a:lnTo>
                  <a:lnTo>
                    <a:pt x="555523" y="2114995"/>
                  </a:lnTo>
                  <a:lnTo>
                    <a:pt x="547699" y="2114995"/>
                  </a:lnTo>
                  <a:lnTo>
                    <a:pt x="539875" y="2114995"/>
                  </a:lnTo>
                  <a:lnTo>
                    <a:pt x="532050" y="2114995"/>
                  </a:lnTo>
                  <a:lnTo>
                    <a:pt x="524226" y="2114995"/>
                  </a:lnTo>
                  <a:lnTo>
                    <a:pt x="516402" y="2114995"/>
                  </a:lnTo>
                  <a:lnTo>
                    <a:pt x="508578" y="2114995"/>
                  </a:lnTo>
                  <a:lnTo>
                    <a:pt x="500753" y="2114995"/>
                  </a:lnTo>
                  <a:lnTo>
                    <a:pt x="492929" y="2114995"/>
                  </a:lnTo>
                  <a:lnTo>
                    <a:pt x="485105" y="2114995"/>
                  </a:lnTo>
                  <a:lnTo>
                    <a:pt x="477281" y="2114995"/>
                  </a:lnTo>
                  <a:lnTo>
                    <a:pt x="469456" y="2114995"/>
                  </a:lnTo>
                  <a:lnTo>
                    <a:pt x="461632" y="2114995"/>
                  </a:lnTo>
                  <a:lnTo>
                    <a:pt x="453808" y="2114995"/>
                  </a:lnTo>
                  <a:lnTo>
                    <a:pt x="445983" y="2114995"/>
                  </a:lnTo>
                  <a:lnTo>
                    <a:pt x="438159" y="2114995"/>
                  </a:lnTo>
                  <a:lnTo>
                    <a:pt x="430335" y="2114995"/>
                  </a:lnTo>
                  <a:lnTo>
                    <a:pt x="422511" y="2114995"/>
                  </a:lnTo>
                  <a:lnTo>
                    <a:pt x="414686" y="2114995"/>
                  </a:lnTo>
                  <a:lnTo>
                    <a:pt x="406862" y="2114995"/>
                  </a:lnTo>
                  <a:lnTo>
                    <a:pt x="399038" y="2114995"/>
                  </a:lnTo>
                  <a:lnTo>
                    <a:pt x="391213" y="2114995"/>
                  </a:lnTo>
                  <a:lnTo>
                    <a:pt x="383389" y="2114995"/>
                  </a:lnTo>
                  <a:lnTo>
                    <a:pt x="375565" y="2114995"/>
                  </a:lnTo>
                  <a:lnTo>
                    <a:pt x="367741" y="2114995"/>
                  </a:lnTo>
                  <a:lnTo>
                    <a:pt x="359916" y="2114995"/>
                  </a:lnTo>
                  <a:lnTo>
                    <a:pt x="352092" y="2114995"/>
                  </a:lnTo>
                  <a:lnTo>
                    <a:pt x="344268" y="2114995"/>
                  </a:lnTo>
                  <a:lnTo>
                    <a:pt x="336444" y="2114995"/>
                  </a:lnTo>
                  <a:lnTo>
                    <a:pt x="328619" y="2114995"/>
                  </a:lnTo>
                  <a:lnTo>
                    <a:pt x="320795" y="2114995"/>
                  </a:lnTo>
                  <a:lnTo>
                    <a:pt x="312971" y="2114995"/>
                  </a:lnTo>
                  <a:lnTo>
                    <a:pt x="305146" y="2114995"/>
                  </a:lnTo>
                  <a:lnTo>
                    <a:pt x="297322" y="2114995"/>
                  </a:lnTo>
                  <a:lnTo>
                    <a:pt x="289498" y="2114995"/>
                  </a:lnTo>
                  <a:lnTo>
                    <a:pt x="281674" y="2114995"/>
                  </a:lnTo>
                  <a:lnTo>
                    <a:pt x="273849" y="2114995"/>
                  </a:lnTo>
                  <a:lnTo>
                    <a:pt x="266025" y="2114995"/>
                  </a:lnTo>
                  <a:lnTo>
                    <a:pt x="258201" y="2114995"/>
                  </a:lnTo>
                  <a:lnTo>
                    <a:pt x="250376" y="2114995"/>
                  </a:lnTo>
                  <a:lnTo>
                    <a:pt x="242552" y="2114995"/>
                  </a:lnTo>
                  <a:lnTo>
                    <a:pt x="234728" y="2114995"/>
                  </a:lnTo>
                  <a:lnTo>
                    <a:pt x="226904" y="2114995"/>
                  </a:lnTo>
                  <a:lnTo>
                    <a:pt x="219079" y="2114995"/>
                  </a:lnTo>
                  <a:lnTo>
                    <a:pt x="211255" y="2114995"/>
                  </a:lnTo>
                  <a:lnTo>
                    <a:pt x="203431" y="2114995"/>
                  </a:lnTo>
                  <a:lnTo>
                    <a:pt x="195606" y="2114995"/>
                  </a:lnTo>
                  <a:lnTo>
                    <a:pt x="187782" y="2114995"/>
                  </a:lnTo>
                  <a:lnTo>
                    <a:pt x="179958" y="2114995"/>
                  </a:lnTo>
                  <a:lnTo>
                    <a:pt x="172134" y="2114995"/>
                  </a:lnTo>
                  <a:lnTo>
                    <a:pt x="164309" y="2114995"/>
                  </a:lnTo>
                  <a:lnTo>
                    <a:pt x="156485" y="2114995"/>
                  </a:lnTo>
                  <a:lnTo>
                    <a:pt x="148661" y="2114995"/>
                  </a:lnTo>
                  <a:lnTo>
                    <a:pt x="140837" y="2114995"/>
                  </a:lnTo>
                  <a:lnTo>
                    <a:pt x="133012" y="2114995"/>
                  </a:lnTo>
                  <a:lnTo>
                    <a:pt x="125188" y="2114995"/>
                  </a:lnTo>
                  <a:lnTo>
                    <a:pt x="117364" y="2114995"/>
                  </a:lnTo>
                  <a:lnTo>
                    <a:pt x="109539" y="2114995"/>
                  </a:lnTo>
                  <a:lnTo>
                    <a:pt x="101715" y="2114995"/>
                  </a:lnTo>
                  <a:lnTo>
                    <a:pt x="93891" y="2114995"/>
                  </a:lnTo>
                  <a:lnTo>
                    <a:pt x="86067" y="2114995"/>
                  </a:lnTo>
                  <a:lnTo>
                    <a:pt x="78242" y="2114995"/>
                  </a:lnTo>
                  <a:lnTo>
                    <a:pt x="70418" y="2114995"/>
                  </a:lnTo>
                  <a:lnTo>
                    <a:pt x="62594" y="2114995"/>
                  </a:lnTo>
                  <a:lnTo>
                    <a:pt x="54769" y="2114995"/>
                  </a:lnTo>
                  <a:lnTo>
                    <a:pt x="46945" y="2114995"/>
                  </a:lnTo>
                  <a:lnTo>
                    <a:pt x="39121" y="2114995"/>
                  </a:lnTo>
                  <a:lnTo>
                    <a:pt x="31297" y="2114995"/>
                  </a:lnTo>
                  <a:lnTo>
                    <a:pt x="23472" y="2114995"/>
                  </a:lnTo>
                  <a:lnTo>
                    <a:pt x="15648" y="2114995"/>
                  </a:lnTo>
                  <a:lnTo>
                    <a:pt x="7824" y="2114995"/>
                  </a:lnTo>
                  <a:lnTo>
                    <a:pt x="0" y="2114995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25" name="pl525"/>
            <p:cNvSpPr/>
            <p:nvPr/>
          </p:nvSpPr>
          <p:spPr>
            <a:xfrm>
              <a:off x="7848093" y="2679737"/>
              <a:ext cx="3998206" cy="2114995"/>
            </a:xfrm>
            <a:custGeom>
              <a:avLst/>
              <a:pathLst>
                <a:path w="3998206" h="2114995">
                  <a:moveTo>
                    <a:pt x="0" y="2094447"/>
                  </a:moveTo>
                  <a:lnTo>
                    <a:pt x="7824" y="2092596"/>
                  </a:lnTo>
                  <a:lnTo>
                    <a:pt x="15648" y="2090670"/>
                  </a:lnTo>
                  <a:lnTo>
                    <a:pt x="23472" y="2088656"/>
                  </a:lnTo>
                  <a:lnTo>
                    <a:pt x="31297" y="2086587"/>
                  </a:lnTo>
                  <a:lnTo>
                    <a:pt x="39121" y="2084473"/>
                  </a:lnTo>
                  <a:lnTo>
                    <a:pt x="46945" y="2082323"/>
                  </a:lnTo>
                  <a:lnTo>
                    <a:pt x="54769" y="2080147"/>
                  </a:lnTo>
                  <a:lnTo>
                    <a:pt x="62594" y="2077960"/>
                  </a:lnTo>
                  <a:lnTo>
                    <a:pt x="70418" y="2075784"/>
                  </a:lnTo>
                  <a:lnTo>
                    <a:pt x="78242" y="2073631"/>
                  </a:lnTo>
                  <a:lnTo>
                    <a:pt x="86067" y="2071515"/>
                  </a:lnTo>
                  <a:lnTo>
                    <a:pt x="93891" y="2069456"/>
                  </a:lnTo>
                  <a:lnTo>
                    <a:pt x="101715" y="2067490"/>
                  </a:lnTo>
                  <a:lnTo>
                    <a:pt x="109539" y="2065617"/>
                  </a:lnTo>
                  <a:lnTo>
                    <a:pt x="117364" y="2063850"/>
                  </a:lnTo>
                  <a:lnTo>
                    <a:pt x="125188" y="2062204"/>
                  </a:lnTo>
                  <a:lnTo>
                    <a:pt x="133012" y="2060711"/>
                  </a:lnTo>
                  <a:lnTo>
                    <a:pt x="140837" y="2059404"/>
                  </a:lnTo>
                  <a:lnTo>
                    <a:pt x="148661" y="2058264"/>
                  </a:lnTo>
                  <a:lnTo>
                    <a:pt x="156485" y="2057300"/>
                  </a:lnTo>
                  <a:lnTo>
                    <a:pt x="164309" y="2056520"/>
                  </a:lnTo>
                  <a:lnTo>
                    <a:pt x="172134" y="2055966"/>
                  </a:lnTo>
                  <a:lnTo>
                    <a:pt x="179958" y="2055646"/>
                  </a:lnTo>
                  <a:lnTo>
                    <a:pt x="187782" y="2055529"/>
                  </a:lnTo>
                  <a:lnTo>
                    <a:pt x="195606" y="2055616"/>
                  </a:lnTo>
                  <a:lnTo>
                    <a:pt x="203431" y="2055905"/>
                  </a:lnTo>
                  <a:lnTo>
                    <a:pt x="211255" y="2056438"/>
                  </a:lnTo>
                  <a:lnTo>
                    <a:pt x="219079" y="2057189"/>
                  </a:lnTo>
                  <a:lnTo>
                    <a:pt x="226904" y="2058126"/>
                  </a:lnTo>
                  <a:lnTo>
                    <a:pt x="234728" y="2059240"/>
                  </a:lnTo>
                  <a:lnTo>
                    <a:pt x="242552" y="2060523"/>
                  </a:lnTo>
                  <a:lnTo>
                    <a:pt x="250376" y="2062000"/>
                  </a:lnTo>
                  <a:lnTo>
                    <a:pt x="258201" y="2063626"/>
                  </a:lnTo>
                  <a:lnTo>
                    <a:pt x="266025" y="2065373"/>
                  </a:lnTo>
                  <a:lnTo>
                    <a:pt x="273849" y="2067230"/>
                  </a:lnTo>
                  <a:lnTo>
                    <a:pt x="281674" y="2069183"/>
                  </a:lnTo>
                  <a:lnTo>
                    <a:pt x="289498" y="2071233"/>
                  </a:lnTo>
                  <a:lnTo>
                    <a:pt x="297322" y="2073339"/>
                  </a:lnTo>
                  <a:lnTo>
                    <a:pt x="305146" y="2075483"/>
                  </a:lnTo>
                  <a:lnTo>
                    <a:pt x="312971" y="2077652"/>
                  </a:lnTo>
                  <a:lnTo>
                    <a:pt x="320795" y="2079834"/>
                  </a:lnTo>
                  <a:lnTo>
                    <a:pt x="328619" y="2082004"/>
                  </a:lnTo>
                  <a:lnTo>
                    <a:pt x="336444" y="2084150"/>
                  </a:lnTo>
                  <a:lnTo>
                    <a:pt x="344268" y="2086259"/>
                  </a:lnTo>
                  <a:lnTo>
                    <a:pt x="352092" y="2088322"/>
                  </a:lnTo>
                  <a:lnTo>
                    <a:pt x="359916" y="2090326"/>
                  </a:lnTo>
                  <a:lnTo>
                    <a:pt x="367741" y="2092242"/>
                  </a:lnTo>
                  <a:lnTo>
                    <a:pt x="375565" y="2094079"/>
                  </a:lnTo>
                  <a:lnTo>
                    <a:pt x="383389" y="2095832"/>
                  </a:lnTo>
                  <a:lnTo>
                    <a:pt x="391213" y="2097497"/>
                  </a:lnTo>
                  <a:lnTo>
                    <a:pt x="399038" y="2099060"/>
                  </a:lnTo>
                  <a:lnTo>
                    <a:pt x="406862" y="2100500"/>
                  </a:lnTo>
                  <a:lnTo>
                    <a:pt x="414686" y="2101839"/>
                  </a:lnTo>
                  <a:lnTo>
                    <a:pt x="422511" y="2103076"/>
                  </a:lnTo>
                  <a:lnTo>
                    <a:pt x="430335" y="2104210"/>
                  </a:lnTo>
                  <a:lnTo>
                    <a:pt x="438159" y="2105227"/>
                  </a:lnTo>
                  <a:lnTo>
                    <a:pt x="445983" y="2106118"/>
                  </a:lnTo>
                  <a:lnTo>
                    <a:pt x="453808" y="2106906"/>
                  </a:lnTo>
                  <a:lnTo>
                    <a:pt x="461632" y="2107592"/>
                  </a:lnTo>
                  <a:lnTo>
                    <a:pt x="469456" y="2108177"/>
                  </a:lnTo>
                  <a:lnTo>
                    <a:pt x="477281" y="2108643"/>
                  </a:lnTo>
                  <a:lnTo>
                    <a:pt x="485105" y="2108993"/>
                  </a:lnTo>
                  <a:lnTo>
                    <a:pt x="492929" y="2109245"/>
                  </a:lnTo>
                  <a:lnTo>
                    <a:pt x="500753" y="2109398"/>
                  </a:lnTo>
                  <a:lnTo>
                    <a:pt x="508578" y="2109454"/>
                  </a:lnTo>
                  <a:lnTo>
                    <a:pt x="516402" y="2109391"/>
                  </a:lnTo>
                  <a:lnTo>
                    <a:pt x="524226" y="2109218"/>
                  </a:lnTo>
                  <a:lnTo>
                    <a:pt x="532050" y="2108946"/>
                  </a:lnTo>
                  <a:lnTo>
                    <a:pt x="539875" y="2108575"/>
                  </a:lnTo>
                  <a:lnTo>
                    <a:pt x="547699" y="2108105"/>
                  </a:lnTo>
                  <a:lnTo>
                    <a:pt x="555523" y="2107509"/>
                  </a:lnTo>
                  <a:lnTo>
                    <a:pt x="563348" y="2106802"/>
                  </a:lnTo>
                  <a:lnTo>
                    <a:pt x="571172" y="2105993"/>
                  </a:lnTo>
                  <a:lnTo>
                    <a:pt x="578996" y="2105080"/>
                  </a:lnTo>
                  <a:lnTo>
                    <a:pt x="586820" y="2104065"/>
                  </a:lnTo>
                  <a:lnTo>
                    <a:pt x="594645" y="2102914"/>
                  </a:lnTo>
                  <a:lnTo>
                    <a:pt x="602469" y="2101655"/>
                  </a:lnTo>
                  <a:lnTo>
                    <a:pt x="610293" y="2100295"/>
                  </a:lnTo>
                  <a:lnTo>
                    <a:pt x="618118" y="2098835"/>
                  </a:lnTo>
                  <a:lnTo>
                    <a:pt x="625942" y="2097276"/>
                  </a:lnTo>
                  <a:lnTo>
                    <a:pt x="633766" y="2095592"/>
                  </a:lnTo>
                  <a:lnTo>
                    <a:pt x="641590" y="2093819"/>
                  </a:lnTo>
                  <a:lnTo>
                    <a:pt x="649415" y="2091965"/>
                  </a:lnTo>
                  <a:lnTo>
                    <a:pt x="657239" y="2090034"/>
                  </a:lnTo>
                  <a:lnTo>
                    <a:pt x="665063" y="2088032"/>
                  </a:lnTo>
                  <a:lnTo>
                    <a:pt x="672888" y="2085954"/>
                  </a:lnTo>
                  <a:lnTo>
                    <a:pt x="680712" y="2083834"/>
                  </a:lnTo>
                  <a:lnTo>
                    <a:pt x="688536" y="2081679"/>
                  </a:lnTo>
                  <a:lnTo>
                    <a:pt x="696360" y="2079502"/>
                  </a:lnTo>
                  <a:lnTo>
                    <a:pt x="704185" y="2077315"/>
                  </a:lnTo>
                  <a:lnTo>
                    <a:pt x="712009" y="2075140"/>
                  </a:lnTo>
                  <a:lnTo>
                    <a:pt x="719833" y="2072992"/>
                  </a:lnTo>
                  <a:lnTo>
                    <a:pt x="727657" y="2070886"/>
                  </a:lnTo>
                  <a:lnTo>
                    <a:pt x="735482" y="2068834"/>
                  </a:lnTo>
                  <a:lnTo>
                    <a:pt x="743306" y="2066863"/>
                  </a:lnTo>
                  <a:lnTo>
                    <a:pt x="751130" y="2065003"/>
                  </a:lnTo>
                  <a:lnTo>
                    <a:pt x="758955" y="2063253"/>
                  </a:lnTo>
                  <a:lnTo>
                    <a:pt x="766779" y="2061623"/>
                  </a:lnTo>
                  <a:lnTo>
                    <a:pt x="774603" y="2060127"/>
                  </a:lnTo>
                  <a:lnTo>
                    <a:pt x="782427" y="2058802"/>
                  </a:lnTo>
                  <a:lnTo>
                    <a:pt x="790252" y="2057665"/>
                  </a:lnTo>
                  <a:lnTo>
                    <a:pt x="798076" y="2056699"/>
                  </a:lnTo>
                  <a:lnTo>
                    <a:pt x="805900" y="2055908"/>
                  </a:lnTo>
                  <a:lnTo>
                    <a:pt x="813725" y="2055297"/>
                  </a:lnTo>
                  <a:lnTo>
                    <a:pt x="821549" y="2054911"/>
                  </a:lnTo>
                  <a:lnTo>
                    <a:pt x="829373" y="2054733"/>
                  </a:lnTo>
                  <a:lnTo>
                    <a:pt x="837197" y="2054737"/>
                  </a:lnTo>
                  <a:lnTo>
                    <a:pt x="845022" y="2054919"/>
                  </a:lnTo>
                  <a:lnTo>
                    <a:pt x="852846" y="2055274"/>
                  </a:lnTo>
                  <a:lnTo>
                    <a:pt x="860670" y="2055834"/>
                  </a:lnTo>
                  <a:lnTo>
                    <a:pt x="868495" y="2056554"/>
                  </a:lnTo>
                  <a:lnTo>
                    <a:pt x="876319" y="2057408"/>
                  </a:lnTo>
                  <a:lnTo>
                    <a:pt x="884143" y="2058383"/>
                  </a:lnTo>
                  <a:lnTo>
                    <a:pt x="891967" y="2059464"/>
                  </a:lnTo>
                  <a:lnTo>
                    <a:pt x="899792" y="2060656"/>
                  </a:lnTo>
                  <a:lnTo>
                    <a:pt x="907616" y="2061908"/>
                  </a:lnTo>
                  <a:lnTo>
                    <a:pt x="915440" y="2063200"/>
                  </a:lnTo>
                  <a:lnTo>
                    <a:pt x="923264" y="2064514"/>
                  </a:lnTo>
                  <a:lnTo>
                    <a:pt x="931089" y="2065830"/>
                  </a:lnTo>
                  <a:lnTo>
                    <a:pt x="938913" y="2067114"/>
                  </a:lnTo>
                  <a:lnTo>
                    <a:pt x="946737" y="2068345"/>
                  </a:lnTo>
                  <a:lnTo>
                    <a:pt x="954562" y="2069508"/>
                  </a:lnTo>
                  <a:lnTo>
                    <a:pt x="962386" y="2070584"/>
                  </a:lnTo>
                  <a:lnTo>
                    <a:pt x="970210" y="2071553"/>
                  </a:lnTo>
                  <a:lnTo>
                    <a:pt x="978034" y="2072358"/>
                  </a:lnTo>
                  <a:lnTo>
                    <a:pt x="985859" y="2073019"/>
                  </a:lnTo>
                  <a:lnTo>
                    <a:pt x="993683" y="2073524"/>
                  </a:lnTo>
                  <a:lnTo>
                    <a:pt x="1001507" y="2073864"/>
                  </a:lnTo>
                  <a:lnTo>
                    <a:pt x="1009332" y="2074012"/>
                  </a:lnTo>
                  <a:lnTo>
                    <a:pt x="1017156" y="2073926"/>
                  </a:lnTo>
                  <a:lnTo>
                    <a:pt x="1024980" y="2073648"/>
                  </a:lnTo>
                  <a:lnTo>
                    <a:pt x="1032804" y="2073175"/>
                  </a:lnTo>
                  <a:lnTo>
                    <a:pt x="1040629" y="2072506"/>
                  </a:lnTo>
                  <a:lnTo>
                    <a:pt x="1048453" y="2071615"/>
                  </a:lnTo>
                  <a:lnTo>
                    <a:pt x="1056277" y="2070489"/>
                  </a:lnTo>
                  <a:lnTo>
                    <a:pt x="1064101" y="2069174"/>
                  </a:lnTo>
                  <a:lnTo>
                    <a:pt x="1071926" y="2067677"/>
                  </a:lnTo>
                  <a:lnTo>
                    <a:pt x="1079750" y="2066002"/>
                  </a:lnTo>
                  <a:lnTo>
                    <a:pt x="1087574" y="2064128"/>
                  </a:lnTo>
                  <a:lnTo>
                    <a:pt x="1095399" y="2062069"/>
                  </a:lnTo>
                  <a:lnTo>
                    <a:pt x="1103223" y="2059862"/>
                  </a:lnTo>
                  <a:lnTo>
                    <a:pt x="1111047" y="2057515"/>
                  </a:lnTo>
                  <a:lnTo>
                    <a:pt x="1118871" y="2055036"/>
                  </a:lnTo>
                  <a:lnTo>
                    <a:pt x="1126696" y="2052410"/>
                  </a:lnTo>
                  <a:lnTo>
                    <a:pt x="1134520" y="2049661"/>
                  </a:lnTo>
                  <a:lnTo>
                    <a:pt x="1142344" y="2046809"/>
                  </a:lnTo>
                  <a:lnTo>
                    <a:pt x="1150169" y="2043860"/>
                  </a:lnTo>
                  <a:lnTo>
                    <a:pt x="1157993" y="2040821"/>
                  </a:lnTo>
                  <a:lnTo>
                    <a:pt x="1165817" y="2037674"/>
                  </a:lnTo>
                  <a:lnTo>
                    <a:pt x="1173641" y="2034438"/>
                  </a:lnTo>
                  <a:lnTo>
                    <a:pt x="1181466" y="2031120"/>
                  </a:lnTo>
                  <a:lnTo>
                    <a:pt x="1189290" y="2027720"/>
                  </a:lnTo>
                  <a:lnTo>
                    <a:pt x="1197114" y="2024237"/>
                  </a:lnTo>
                  <a:lnTo>
                    <a:pt x="1204939" y="2020641"/>
                  </a:lnTo>
                  <a:lnTo>
                    <a:pt x="1212763" y="2016945"/>
                  </a:lnTo>
                  <a:lnTo>
                    <a:pt x="1220587" y="2013149"/>
                  </a:lnTo>
                  <a:lnTo>
                    <a:pt x="1228411" y="2009246"/>
                  </a:lnTo>
                  <a:lnTo>
                    <a:pt x="1236236" y="2005228"/>
                  </a:lnTo>
                  <a:lnTo>
                    <a:pt x="1244060" y="2001040"/>
                  </a:lnTo>
                  <a:lnTo>
                    <a:pt x="1251884" y="1996712"/>
                  </a:lnTo>
                  <a:lnTo>
                    <a:pt x="1259708" y="1992236"/>
                  </a:lnTo>
                  <a:lnTo>
                    <a:pt x="1267533" y="1987603"/>
                  </a:lnTo>
                  <a:lnTo>
                    <a:pt x="1275357" y="1982798"/>
                  </a:lnTo>
                  <a:lnTo>
                    <a:pt x="1283181" y="1977761"/>
                  </a:lnTo>
                  <a:lnTo>
                    <a:pt x="1291006" y="1972537"/>
                  </a:lnTo>
                  <a:lnTo>
                    <a:pt x="1298830" y="1967121"/>
                  </a:lnTo>
                  <a:lnTo>
                    <a:pt x="1306654" y="1961508"/>
                  </a:lnTo>
                  <a:lnTo>
                    <a:pt x="1314478" y="1955677"/>
                  </a:lnTo>
                  <a:lnTo>
                    <a:pt x="1322303" y="1949591"/>
                  </a:lnTo>
                  <a:lnTo>
                    <a:pt x="1330127" y="1943304"/>
                  </a:lnTo>
                  <a:lnTo>
                    <a:pt x="1337951" y="1936818"/>
                  </a:lnTo>
                  <a:lnTo>
                    <a:pt x="1345776" y="1930137"/>
                  </a:lnTo>
                  <a:lnTo>
                    <a:pt x="1353600" y="1923242"/>
                  </a:lnTo>
                  <a:lnTo>
                    <a:pt x="1361424" y="1916132"/>
                  </a:lnTo>
                  <a:lnTo>
                    <a:pt x="1369248" y="1908858"/>
                  </a:lnTo>
                  <a:lnTo>
                    <a:pt x="1377073" y="1901430"/>
                  </a:lnTo>
                  <a:lnTo>
                    <a:pt x="1384897" y="1893860"/>
                  </a:lnTo>
                  <a:lnTo>
                    <a:pt x="1392721" y="1886143"/>
                  </a:lnTo>
                  <a:lnTo>
                    <a:pt x="1400545" y="1878301"/>
                  </a:lnTo>
                  <a:lnTo>
                    <a:pt x="1408370" y="1870373"/>
                  </a:lnTo>
                  <a:lnTo>
                    <a:pt x="1416194" y="1862370"/>
                  </a:lnTo>
                  <a:lnTo>
                    <a:pt x="1424018" y="1854309"/>
                  </a:lnTo>
                  <a:lnTo>
                    <a:pt x="1431843" y="1846196"/>
                  </a:lnTo>
                  <a:lnTo>
                    <a:pt x="1439667" y="1838057"/>
                  </a:lnTo>
                  <a:lnTo>
                    <a:pt x="1447491" y="1829906"/>
                  </a:lnTo>
                  <a:lnTo>
                    <a:pt x="1455315" y="1821752"/>
                  </a:lnTo>
                  <a:lnTo>
                    <a:pt x="1463140" y="1813601"/>
                  </a:lnTo>
                  <a:lnTo>
                    <a:pt x="1470964" y="1805462"/>
                  </a:lnTo>
                  <a:lnTo>
                    <a:pt x="1478788" y="1797333"/>
                  </a:lnTo>
                  <a:lnTo>
                    <a:pt x="1486613" y="1789208"/>
                  </a:lnTo>
                  <a:lnTo>
                    <a:pt x="1494437" y="1781079"/>
                  </a:lnTo>
                  <a:lnTo>
                    <a:pt x="1502261" y="1772936"/>
                  </a:lnTo>
                  <a:lnTo>
                    <a:pt x="1510085" y="1764746"/>
                  </a:lnTo>
                  <a:lnTo>
                    <a:pt x="1517910" y="1756482"/>
                  </a:lnTo>
                  <a:lnTo>
                    <a:pt x="1525734" y="1748120"/>
                  </a:lnTo>
                  <a:lnTo>
                    <a:pt x="1533558" y="1739626"/>
                  </a:lnTo>
                  <a:lnTo>
                    <a:pt x="1541383" y="1730966"/>
                  </a:lnTo>
                  <a:lnTo>
                    <a:pt x="1549207" y="1721998"/>
                  </a:lnTo>
                  <a:lnTo>
                    <a:pt x="1557031" y="1712726"/>
                  </a:lnTo>
                  <a:lnTo>
                    <a:pt x="1564855" y="1703096"/>
                  </a:lnTo>
                  <a:lnTo>
                    <a:pt x="1572680" y="1693051"/>
                  </a:lnTo>
                  <a:lnTo>
                    <a:pt x="1580504" y="1682506"/>
                  </a:lnTo>
                  <a:lnTo>
                    <a:pt x="1588328" y="1671203"/>
                  </a:lnTo>
                  <a:lnTo>
                    <a:pt x="1596152" y="1659217"/>
                  </a:lnTo>
                  <a:lnTo>
                    <a:pt x="1603977" y="1646473"/>
                  </a:lnTo>
                  <a:lnTo>
                    <a:pt x="1611801" y="1632897"/>
                  </a:lnTo>
                  <a:lnTo>
                    <a:pt x="1619625" y="1618323"/>
                  </a:lnTo>
                  <a:lnTo>
                    <a:pt x="1627450" y="1602442"/>
                  </a:lnTo>
                  <a:lnTo>
                    <a:pt x="1635274" y="1585419"/>
                  </a:lnTo>
                  <a:lnTo>
                    <a:pt x="1643098" y="1567178"/>
                  </a:lnTo>
                  <a:lnTo>
                    <a:pt x="1650922" y="1547649"/>
                  </a:lnTo>
                  <a:lnTo>
                    <a:pt x="1658747" y="1526569"/>
                  </a:lnTo>
                  <a:lnTo>
                    <a:pt x="1666571" y="1503701"/>
                  </a:lnTo>
                  <a:lnTo>
                    <a:pt x="1674395" y="1479292"/>
                  </a:lnTo>
                  <a:lnTo>
                    <a:pt x="1682220" y="1453293"/>
                  </a:lnTo>
                  <a:lnTo>
                    <a:pt x="1690044" y="1425663"/>
                  </a:lnTo>
                  <a:lnTo>
                    <a:pt x="1697868" y="1396070"/>
                  </a:lnTo>
                  <a:lnTo>
                    <a:pt x="1705692" y="1364478"/>
                  </a:lnTo>
                  <a:lnTo>
                    <a:pt x="1713517" y="1331177"/>
                  </a:lnTo>
                  <a:lnTo>
                    <a:pt x="1721341" y="1296173"/>
                  </a:lnTo>
                  <a:lnTo>
                    <a:pt x="1729165" y="1259481"/>
                  </a:lnTo>
                  <a:lnTo>
                    <a:pt x="1736990" y="1220781"/>
                  </a:lnTo>
                  <a:lnTo>
                    <a:pt x="1744814" y="1180293"/>
                  </a:lnTo>
                  <a:lnTo>
                    <a:pt x="1752638" y="1138300"/>
                  </a:lnTo>
                  <a:lnTo>
                    <a:pt x="1760462" y="1094878"/>
                  </a:lnTo>
                  <a:lnTo>
                    <a:pt x="1768287" y="1050109"/>
                  </a:lnTo>
                  <a:lnTo>
                    <a:pt x="1776111" y="1003816"/>
                  </a:lnTo>
                  <a:lnTo>
                    <a:pt x="1783935" y="956399"/>
                  </a:lnTo>
                  <a:lnTo>
                    <a:pt x="1791759" y="908095"/>
                  </a:lnTo>
                  <a:lnTo>
                    <a:pt x="1799584" y="859041"/>
                  </a:lnTo>
                  <a:lnTo>
                    <a:pt x="1807408" y="809382"/>
                  </a:lnTo>
                  <a:lnTo>
                    <a:pt x="1815232" y="759230"/>
                  </a:lnTo>
                  <a:lnTo>
                    <a:pt x="1823057" y="708947"/>
                  </a:lnTo>
                  <a:lnTo>
                    <a:pt x="1830881" y="658725"/>
                  </a:lnTo>
                  <a:lnTo>
                    <a:pt x="1838705" y="608737"/>
                  </a:lnTo>
                  <a:lnTo>
                    <a:pt x="1846529" y="559164"/>
                  </a:lnTo>
                  <a:lnTo>
                    <a:pt x="1854354" y="510524"/>
                  </a:lnTo>
                  <a:lnTo>
                    <a:pt x="1862178" y="462858"/>
                  </a:lnTo>
                  <a:lnTo>
                    <a:pt x="1870002" y="416346"/>
                  </a:lnTo>
                  <a:lnTo>
                    <a:pt x="1877827" y="371167"/>
                  </a:lnTo>
                  <a:lnTo>
                    <a:pt x="1885651" y="327579"/>
                  </a:lnTo>
                  <a:lnTo>
                    <a:pt x="1893475" y="286320"/>
                  </a:lnTo>
                  <a:lnTo>
                    <a:pt x="1901299" y="247088"/>
                  </a:lnTo>
                  <a:lnTo>
                    <a:pt x="1909124" y="210036"/>
                  </a:lnTo>
                  <a:lnTo>
                    <a:pt x="1916948" y="175312"/>
                  </a:lnTo>
                  <a:lnTo>
                    <a:pt x="1924772" y="143294"/>
                  </a:lnTo>
                  <a:lnTo>
                    <a:pt x="1932596" y="114661"/>
                  </a:lnTo>
                  <a:lnTo>
                    <a:pt x="1940421" y="88870"/>
                  </a:lnTo>
                  <a:lnTo>
                    <a:pt x="1948245" y="66018"/>
                  </a:lnTo>
                  <a:lnTo>
                    <a:pt x="1956069" y="46194"/>
                  </a:lnTo>
                  <a:lnTo>
                    <a:pt x="1963894" y="29899"/>
                  </a:lnTo>
                  <a:lnTo>
                    <a:pt x="1971718" y="17512"/>
                  </a:lnTo>
                  <a:lnTo>
                    <a:pt x="1979542" y="8387"/>
                  </a:lnTo>
                  <a:lnTo>
                    <a:pt x="1987366" y="2546"/>
                  </a:lnTo>
                  <a:lnTo>
                    <a:pt x="1995191" y="0"/>
                  </a:lnTo>
                  <a:lnTo>
                    <a:pt x="2003015" y="1317"/>
                  </a:lnTo>
                  <a:lnTo>
                    <a:pt x="2010839" y="6455"/>
                  </a:lnTo>
                  <a:lnTo>
                    <a:pt x="2018664" y="14789"/>
                  </a:lnTo>
                  <a:lnTo>
                    <a:pt x="2026488" y="26261"/>
                  </a:lnTo>
                  <a:lnTo>
                    <a:pt x="2034312" y="40801"/>
                  </a:lnTo>
                  <a:lnTo>
                    <a:pt x="2042136" y="58937"/>
                  </a:lnTo>
                  <a:lnTo>
                    <a:pt x="2049961" y="80236"/>
                  </a:lnTo>
                  <a:lnTo>
                    <a:pt x="2057785" y="104188"/>
                  </a:lnTo>
                  <a:lnTo>
                    <a:pt x="2065609" y="130663"/>
                  </a:lnTo>
                  <a:lnTo>
                    <a:pt x="2073434" y="159527"/>
                  </a:lnTo>
                  <a:lnTo>
                    <a:pt x="2081258" y="191140"/>
                  </a:lnTo>
                  <a:lnTo>
                    <a:pt x="2089082" y="224862"/>
                  </a:lnTo>
                  <a:lnTo>
                    <a:pt x="2096906" y="260337"/>
                  </a:lnTo>
                  <a:lnTo>
                    <a:pt x="2104731" y="297395"/>
                  </a:lnTo>
                  <a:lnTo>
                    <a:pt x="2112555" y="335866"/>
                  </a:lnTo>
                  <a:lnTo>
                    <a:pt x="2120379" y="375850"/>
                  </a:lnTo>
                  <a:lnTo>
                    <a:pt x="2128203" y="416768"/>
                  </a:lnTo>
                  <a:lnTo>
                    <a:pt x="2136028" y="458403"/>
                  </a:lnTo>
                  <a:lnTo>
                    <a:pt x="2143852" y="500587"/>
                  </a:lnTo>
                  <a:lnTo>
                    <a:pt x="2151676" y="543159"/>
                  </a:lnTo>
                  <a:lnTo>
                    <a:pt x="2159501" y="585934"/>
                  </a:lnTo>
                  <a:lnTo>
                    <a:pt x="2167325" y="628639"/>
                  </a:lnTo>
                  <a:lnTo>
                    <a:pt x="2175149" y="671144"/>
                  </a:lnTo>
                  <a:lnTo>
                    <a:pt x="2182973" y="713323"/>
                  </a:lnTo>
                  <a:lnTo>
                    <a:pt x="2190798" y="755034"/>
                  </a:lnTo>
                  <a:lnTo>
                    <a:pt x="2198622" y="795955"/>
                  </a:lnTo>
                  <a:lnTo>
                    <a:pt x="2206446" y="836147"/>
                  </a:lnTo>
                  <a:lnTo>
                    <a:pt x="2214271" y="875539"/>
                  </a:lnTo>
                  <a:lnTo>
                    <a:pt x="2222095" y="914070"/>
                  </a:lnTo>
                  <a:lnTo>
                    <a:pt x="2229919" y="951602"/>
                  </a:lnTo>
                  <a:lnTo>
                    <a:pt x="2237743" y="987907"/>
                  </a:lnTo>
                  <a:lnTo>
                    <a:pt x="2245568" y="1023211"/>
                  </a:lnTo>
                  <a:lnTo>
                    <a:pt x="2253392" y="1057508"/>
                  </a:lnTo>
                  <a:lnTo>
                    <a:pt x="2261216" y="1090798"/>
                  </a:lnTo>
                  <a:lnTo>
                    <a:pt x="2269040" y="1122961"/>
                  </a:lnTo>
                  <a:lnTo>
                    <a:pt x="2276865" y="1153951"/>
                  </a:lnTo>
                  <a:lnTo>
                    <a:pt x="2284689" y="1184017"/>
                  </a:lnTo>
                  <a:lnTo>
                    <a:pt x="2292513" y="1213198"/>
                  </a:lnTo>
                  <a:lnTo>
                    <a:pt x="2300338" y="1241534"/>
                  </a:lnTo>
                  <a:lnTo>
                    <a:pt x="2308162" y="1268948"/>
                  </a:lnTo>
                  <a:lnTo>
                    <a:pt x="2315986" y="1295530"/>
                  </a:lnTo>
                  <a:lnTo>
                    <a:pt x="2323810" y="1321471"/>
                  </a:lnTo>
                  <a:lnTo>
                    <a:pt x="2331635" y="1346823"/>
                  </a:lnTo>
                  <a:lnTo>
                    <a:pt x="2339459" y="1371640"/>
                  </a:lnTo>
                  <a:lnTo>
                    <a:pt x="2347283" y="1395889"/>
                  </a:lnTo>
                  <a:lnTo>
                    <a:pt x="2355108" y="1419698"/>
                  </a:lnTo>
                  <a:lnTo>
                    <a:pt x="2362932" y="1443169"/>
                  </a:lnTo>
                  <a:lnTo>
                    <a:pt x="2370756" y="1466345"/>
                  </a:lnTo>
                  <a:lnTo>
                    <a:pt x="2378580" y="1489264"/>
                  </a:lnTo>
                  <a:lnTo>
                    <a:pt x="2386405" y="1511915"/>
                  </a:lnTo>
                  <a:lnTo>
                    <a:pt x="2394229" y="1534378"/>
                  </a:lnTo>
                  <a:lnTo>
                    <a:pt x="2402053" y="1556686"/>
                  </a:lnTo>
                  <a:lnTo>
                    <a:pt x="2409878" y="1578851"/>
                  </a:lnTo>
                  <a:lnTo>
                    <a:pt x="2417702" y="1600884"/>
                  </a:lnTo>
                  <a:lnTo>
                    <a:pt x="2425526" y="1622744"/>
                  </a:lnTo>
                  <a:lnTo>
                    <a:pt x="2433350" y="1644456"/>
                  </a:lnTo>
                  <a:lnTo>
                    <a:pt x="2441175" y="1666011"/>
                  </a:lnTo>
                  <a:lnTo>
                    <a:pt x="2448999" y="1687393"/>
                  </a:lnTo>
                  <a:lnTo>
                    <a:pt x="2456823" y="1708582"/>
                  </a:lnTo>
                  <a:lnTo>
                    <a:pt x="2464647" y="1729458"/>
                  </a:lnTo>
                  <a:lnTo>
                    <a:pt x="2472472" y="1750058"/>
                  </a:lnTo>
                  <a:lnTo>
                    <a:pt x="2480296" y="1770350"/>
                  </a:lnTo>
                  <a:lnTo>
                    <a:pt x="2488120" y="1790301"/>
                  </a:lnTo>
                  <a:lnTo>
                    <a:pt x="2495945" y="1809858"/>
                  </a:lnTo>
                  <a:lnTo>
                    <a:pt x="2503769" y="1828854"/>
                  </a:lnTo>
                  <a:lnTo>
                    <a:pt x="2511593" y="1847371"/>
                  </a:lnTo>
                  <a:lnTo>
                    <a:pt x="2519417" y="1865377"/>
                  </a:lnTo>
                  <a:lnTo>
                    <a:pt x="2527242" y="1882841"/>
                  </a:lnTo>
                  <a:lnTo>
                    <a:pt x="2535066" y="1899682"/>
                  </a:lnTo>
                  <a:lnTo>
                    <a:pt x="2542890" y="1915749"/>
                  </a:lnTo>
                  <a:lnTo>
                    <a:pt x="2550715" y="1931173"/>
                  </a:lnTo>
                  <a:lnTo>
                    <a:pt x="2558539" y="1945938"/>
                  </a:lnTo>
                  <a:lnTo>
                    <a:pt x="2566363" y="1960029"/>
                  </a:lnTo>
                  <a:lnTo>
                    <a:pt x="2574187" y="1973342"/>
                  </a:lnTo>
                  <a:lnTo>
                    <a:pt x="2582012" y="1985807"/>
                  </a:lnTo>
                  <a:lnTo>
                    <a:pt x="2589836" y="1997574"/>
                  </a:lnTo>
                  <a:lnTo>
                    <a:pt x="2597660" y="2008646"/>
                  </a:lnTo>
                  <a:lnTo>
                    <a:pt x="2605485" y="2019028"/>
                  </a:lnTo>
                  <a:lnTo>
                    <a:pt x="2613309" y="2028614"/>
                  </a:lnTo>
                  <a:lnTo>
                    <a:pt x="2621133" y="2037426"/>
                  </a:lnTo>
                  <a:lnTo>
                    <a:pt x="2628957" y="2045600"/>
                  </a:lnTo>
                  <a:lnTo>
                    <a:pt x="2636782" y="2053155"/>
                  </a:lnTo>
                  <a:lnTo>
                    <a:pt x="2644606" y="2060111"/>
                  </a:lnTo>
                  <a:lnTo>
                    <a:pt x="2652430" y="2066374"/>
                  </a:lnTo>
                  <a:lnTo>
                    <a:pt x="2660254" y="2072034"/>
                  </a:lnTo>
                  <a:lnTo>
                    <a:pt x="2668079" y="2077192"/>
                  </a:lnTo>
                  <a:lnTo>
                    <a:pt x="2675903" y="2081872"/>
                  </a:lnTo>
                  <a:lnTo>
                    <a:pt x="2683727" y="2086102"/>
                  </a:lnTo>
                  <a:lnTo>
                    <a:pt x="2691552" y="2089810"/>
                  </a:lnTo>
                  <a:lnTo>
                    <a:pt x="2699376" y="2093109"/>
                  </a:lnTo>
                  <a:lnTo>
                    <a:pt x="2707200" y="2096063"/>
                  </a:lnTo>
                  <a:lnTo>
                    <a:pt x="2715024" y="2098694"/>
                  </a:lnTo>
                  <a:lnTo>
                    <a:pt x="2722849" y="2101027"/>
                  </a:lnTo>
                  <a:lnTo>
                    <a:pt x="2730673" y="2103015"/>
                  </a:lnTo>
                  <a:lnTo>
                    <a:pt x="2738497" y="2104761"/>
                  </a:lnTo>
                  <a:lnTo>
                    <a:pt x="2746322" y="2106295"/>
                  </a:lnTo>
                  <a:lnTo>
                    <a:pt x="2754146" y="2107637"/>
                  </a:lnTo>
                  <a:lnTo>
                    <a:pt x="2761970" y="2108804"/>
                  </a:lnTo>
                  <a:lnTo>
                    <a:pt x="2769794" y="2109770"/>
                  </a:lnTo>
                  <a:lnTo>
                    <a:pt x="2777619" y="2110608"/>
                  </a:lnTo>
                  <a:lnTo>
                    <a:pt x="2785443" y="2111332"/>
                  </a:lnTo>
                  <a:lnTo>
                    <a:pt x="2793267" y="2111953"/>
                  </a:lnTo>
                  <a:lnTo>
                    <a:pt x="2801091" y="2112479"/>
                  </a:lnTo>
                  <a:lnTo>
                    <a:pt x="2808916" y="2112908"/>
                  </a:lnTo>
                  <a:lnTo>
                    <a:pt x="2816740" y="2113273"/>
                  </a:lnTo>
                  <a:lnTo>
                    <a:pt x="2824564" y="2113583"/>
                  </a:lnTo>
                  <a:lnTo>
                    <a:pt x="2832389" y="2113844"/>
                  </a:lnTo>
                  <a:lnTo>
                    <a:pt x="2840213" y="2114059"/>
                  </a:lnTo>
                  <a:lnTo>
                    <a:pt x="2848037" y="2114232"/>
                  </a:lnTo>
                  <a:lnTo>
                    <a:pt x="2855861" y="2114377"/>
                  </a:lnTo>
                  <a:lnTo>
                    <a:pt x="2863686" y="2114497"/>
                  </a:lnTo>
                  <a:lnTo>
                    <a:pt x="2871510" y="2114597"/>
                  </a:lnTo>
                  <a:lnTo>
                    <a:pt x="2879334" y="2114677"/>
                  </a:lnTo>
                  <a:lnTo>
                    <a:pt x="2887159" y="2114740"/>
                  </a:lnTo>
                  <a:lnTo>
                    <a:pt x="2894983" y="2114792"/>
                  </a:lnTo>
                  <a:lnTo>
                    <a:pt x="2902807" y="2114834"/>
                  </a:lnTo>
                  <a:lnTo>
                    <a:pt x="2910631" y="2114869"/>
                  </a:lnTo>
                  <a:lnTo>
                    <a:pt x="2918456" y="2114896"/>
                  </a:lnTo>
                  <a:lnTo>
                    <a:pt x="2926280" y="2114917"/>
                  </a:lnTo>
                  <a:lnTo>
                    <a:pt x="2934104" y="2114934"/>
                  </a:lnTo>
                  <a:lnTo>
                    <a:pt x="2941929" y="2114948"/>
                  </a:lnTo>
                  <a:lnTo>
                    <a:pt x="2949753" y="2114958"/>
                  </a:lnTo>
                  <a:lnTo>
                    <a:pt x="2957577" y="2114967"/>
                  </a:lnTo>
                  <a:lnTo>
                    <a:pt x="2965401" y="2114973"/>
                  </a:lnTo>
                  <a:lnTo>
                    <a:pt x="2973226" y="2114978"/>
                  </a:lnTo>
                  <a:lnTo>
                    <a:pt x="2981050" y="2114982"/>
                  </a:lnTo>
                  <a:lnTo>
                    <a:pt x="2988874" y="2114985"/>
                  </a:lnTo>
                  <a:lnTo>
                    <a:pt x="2996698" y="2114988"/>
                  </a:lnTo>
                  <a:lnTo>
                    <a:pt x="3004523" y="2114989"/>
                  </a:lnTo>
                  <a:lnTo>
                    <a:pt x="3012347" y="2114991"/>
                  </a:lnTo>
                  <a:lnTo>
                    <a:pt x="3020171" y="2114992"/>
                  </a:lnTo>
                  <a:lnTo>
                    <a:pt x="3027996" y="2114993"/>
                  </a:lnTo>
                  <a:lnTo>
                    <a:pt x="3035820" y="2114993"/>
                  </a:lnTo>
                  <a:lnTo>
                    <a:pt x="3043644" y="2114994"/>
                  </a:lnTo>
                  <a:lnTo>
                    <a:pt x="3051468" y="2114994"/>
                  </a:lnTo>
                  <a:lnTo>
                    <a:pt x="3059293" y="2114994"/>
                  </a:lnTo>
                  <a:lnTo>
                    <a:pt x="3067117" y="2114994"/>
                  </a:lnTo>
                  <a:lnTo>
                    <a:pt x="3074941" y="2114994"/>
                  </a:lnTo>
                  <a:lnTo>
                    <a:pt x="3082766" y="2114995"/>
                  </a:lnTo>
                  <a:lnTo>
                    <a:pt x="3090590" y="2114995"/>
                  </a:lnTo>
                  <a:lnTo>
                    <a:pt x="3098414" y="2114995"/>
                  </a:lnTo>
                  <a:lnTo>
                    <a:pt x="3106238" y="2114995"/>
                  </a:lnTo>
                  <a:lnTo>
                    <a:pt x="3114063" y="2114995"/>
                  </a:lnTo>
                  <a:lnTo>
                    <a:pt x="3121887" y="2114995"/>
                  </a:lnTo>
                  <a:lnTo>
                    <a:pt x="3129711" y="2114995"/>
                  </a:lnTo>
                  <a:lnTo>
                    <a:pt x="3137536" y="2114995"/>
                  </a:lnTo>
                  <a:lnTo>
                    <a:pt x="3145360" y="2114995"/>
                  </a:lnTo>
                  <a:lnTo>
                    <a:pt x="3153184" y="2114995"/>
                  </a:lnTo>
                  <a:lnTo>
                    <a:pt x="3161008" y="2114995"/>
                  </a:lnTo>
                  <a:lnTo>
                    <a:pt x="3168833" y="2114995"/>
                  </a:lnTo>
                  <a:lnTo>
                    <a:pt x="3176657" y="2114995"/>
                  </a:lnTo>
                  <a:lnTo>
                    <a:pt x="3184481" y="2114995"/>
                  </a:lnTo>
                  <a:lnTo>
                    <a:pt x="3192305" y="2114995"/>
                  </a:lnTo>
                  <a:lnTo>
                    <a:pt x="3200130" y="2114995"/>
                  </a:lnTo>
                  <a:lnTo>
                    <a:pt x="3207954" y="2114995"/>
                  </a:lnTo>
                  <a:lnTo>
                    <a:pt x="3215778" y="2114995"/>
                  </a:lnTo>
                  <a:lnTo>
                    <a:pt x="3223603" y="2114995"/>
                  </a:lnTo>
                  <a:lnTo>
                    <a:pt x="3231427" y="2114995"/>
                  </a:lnTo>
                  <a:lnTo>
                    <a:pt x="3239251" y="2114995"/>
                  </a:lnTo>
                  <a:lnTo>
                    <a:pt x="3247075" y="2114995"/>
                  </a:lnTo>
                  <a:lnTo>
                    <a:pt x="3254900" y="2114995"/>
                  </a:lnTo>
                  <a:lnTo>
                    <a:pt x="3262724" y="2114995"/>
                  </a:lnTo>
                  <a:lnTo>
                    <a:pt x="3270548" y="2114995"/>
                  </a:lnTo>
                  <a:lnTo>
                    <a:pt x="3278373" y="2114995"/>
                  </a:lnTo>
                  <a:lnTo>
                    <a:pt x="3286197" y="2114995"/>
                  </a:lnTo>
                  <a:lnTo>
                    <a:pt x="3294021" y="2114995"/>
                  </a:lnTo>
                  <a:lnTo>
                    <a:pt x="3301845" y="2114995"/>
                  </a:lnTo>
                  <a:lnTo>
                    <a:pt x="3309670" y="2114995"/>
                  </a:lnTo>
                  <a:lnTo>
                    <a:pt x="3317494" y="2114995"/>
                  </a:lnTo>
                  <a:lnTo>
                    <a:pt x="3325318" y="2114995"/>
                  </a:lnTo>
                  <a:lnTo>
                    <a:pt x="3333142" y="2114995"/>
                  </a:lnTo>
                  <a:lnTo>
                    <a:pt x="3340967" y="2114995"/>
                  </a:lnTo>
                  <a:lnTo>
                    <a:pt x="3348791" y="2114995"/>
                  </a:lnTo>
                  <a:lnTo>
                    <a:pt x="3356615" y="2114995"/>
                  </a:lnTo>
                  <a:lnTo>
                    <a:pt x="3364440" y="2114995"/>
                  </a:lnTo>
                  <a:lnTo>
                    <a:pt x="3372264" y="2114995"/>
                  </a:lnTo>
                  <a:lnTo>
                    <a:pt x="3380088" y="2114995"/>
                  </a:lnTo>
                  <a:lnTo>
                    <a:pt x="3387912" y="2114995"/>
                  </a:lnTo>
                  <a:lnTo>
                    <a:pt x="3395737" y="2114995"/>
                  </a:lnTo>
                  <a:lnTo>
                    <a:pt x="3403561" y="2114995"/>
                  </a:lnTo>
                  <a:lnTo>
                    <a:pt x="3411385" y="2114995"/>
                  </a:lnTo>
                  <a:lnTo>
                    <a:pt x="3419210" y="2114995"/>
                  </a:lnTo>
                  <a:lnTo>
                    <a:pt x="3427034" y="2114995"/>
                  </a:lnTo>
                  <a:lnTo>
                    <a:pt x="3434858" y="2114995"/>
                  </a:lnTo>
                  <a:lnTo>
                    <a:pt x="3442682" y="2114995"/>
                  </a:lnTo>
                  <a:lnTo>
                    <a:pt x="3450507" y="2114995"/>
                  </a:lnTo>
                  <a:lnTo>
                    <a:pt x="3458331" y="2114995"/>
                  </a:lnTo>
                  <a:lnTo>
                    <a:pt x="3466155" y="2114995"/>
                  </a:lnTo>
                  <a:lnTo>
                    <a:pt x="3473980" y="2114995"/>
                  </a:lnTo>
                  <a:lnTo>
                    <a:pt x="3481804" y="2114995"/>
                  </a:lnTo>
                  <a:lnTo>
                    <a:pt x="3489628" y="2114995"/>
                  </a:lnTo>
                  <a:lnTo>
                    <a:pt x="3497452" y="2114995"/>
                  </a:lnTo>
                  <a:lnTo>
                    <a:pt x="3505277" y="2114995"/>
                  </a:lnTo>
                  <a:lnTo>
                    <a:pt x="3513101" y="2114995"/>
                  </a:lnTo>
                  <a:lnTo>
                    <a:pt x="3520925" y="2114995"/>
                  </a:lnTo>
                  <a:lnTo>
                    <a:pt x="3528749" y="2114995"/>
                  </a:lnTo>
                  <a:lnTo>
                    <a:pt x="3536574" y="2114995"/>
                  </a:lnTo>
                  <a:lnTo>
                    <a:pt x="3544398" y="2114995"/>
                  </a:lnTo>
                  <a:lnTo>
                    <a:pt x="3552222" y="2114995"/>
                  </a:lnTo>
                  <a:lnTo>
                    <a:pt x="3560047" y="2114995"/>
                  </a:lnTo>
                  <a:lnTo>
                    <a:pt x="3567871" y="2114995"/>
                  </a:lnTo>
                  <a:lnTo>
                    <a:pt x="3575695" y="2114995"/>
                  </a:lnTo>
                  <a:lnTo>
                    <a:pt x="3583519" y="2114995"/>
                  </a:lnTo>
                  <a:lnTo>
                    <a:pt x="3591344" y="2114995"/>
                  </a:lnTo>
                  <a:lnTo>
                    <a:pt x="3599168" y="2114995"/>
                  </a:lnTo>
                  <a:lnTo>
                    <a:pt x="3606992" y="2114995"/>
                  </a:lnTo>
                  <a:lnTo>
                    <a:pt x="3614817" y="2114995"/>
                  </a:lnTo>
                  <a:lnTo>
                    <a:pt x="3622641" y="2114995"/>
                  </a:lnTo>
                  <a:lnTo>
                    <a:pt x="3630465" y="2114995"/>
                  </a:lnTo>
                  <a:lnTo>
                    <a:pt x="3638289" y="2114995"/>
                  </a:lnTo>
                  <a:lnTo>
                    <a:pt x="3646114" y="2114995"/>
                  </a:lnTo>
                  <a:lnTo>
                    <a:pt x="3653938" y="2114995"/>
                  </a:lnTo>
                  <a:lnTo>
                    <a:pt x="3661762" y="2114995"/>
                  </a:lnTo>
                  <a:lnTo>
                    <a:pt x="3669586" y="2114995"/>
                  </a:lnTo>
                  <a:lnTo>
                    <a:pt x="3677411" y="2114995"/>
                  </a:lnTo>
                  <a:lnTo>
                    <a:pt x="3685235" y="2114995"/>
                  </a:lnTo>
                  <a:lnTo>
                    <a:pt x="3693059" y="2114995"/>
                  </a:lnTo>
                  <a:lnTo>
                    <a:pt x="3700884" y="2114995"/>
                  </a:lnTo>
                  <a:lnTo>
                    <a:pt x="3708708" y="2114995"/>
                  </a:lnTo>
                  <a:lnTo>
                    <a:pt x="3716532" y="2114995"/>
                  </a:lnTo>
                  <a:lnTo>
                    <a:pt x="3724356" y="2114995"/>
                  </a:lnTo>
                  <a:lnTo>
                    <a:pt x="3732181" y="2114995"/>
                  </a:lnTo>
                  <a:lnTo>
                    <a:pt x="3740005" y="2114995"/>
                  </a:lnTo>
                  <a:lnTo>
                    <a:pt x="3747829" y="2114995"/>
                  </a:lnTo>
                  <a:lnTo>
                    <a:pt x="3755654" y="2114995"/>
                  </a:lnTo>
                  <a:lnTo>
                    <a:pt x="3763478" y="2114995"/>
                  </a:lnTo>
                  <a:lnTo>
                    <a:pt x="3771302" y="2114995"/>
                  </a:lnTo>
                  <a:lnTo>
                    <a:pt x="3779126" y="2114995"/>
                  </a:lnTo>
                  <a:lnTo>
                    <a:pt x="3786951" y="2114995"/>
                  </a:lnTo>
                  <a:lnTo>
                    <a:pt x="3794775" y="2114995"/>
                  </a:lnTo>
                  <a:lnTo>
                    <a:pt x="3802599" y="2114995"/>
                  </a:lnTo>
                  <a:lnTo>
                    <a:pt x="3810424" y="2114995"/>
                  </a:lnTo>
                  <a:lnTo>
                    <a:pt x="3818248" y="2114995"/>
                  </a:lnTo>
                  <a:lnTo>
                    <a:pt x="3826072" y="2114995"/>
                  </a:lnTo>
                  <a:lnTo>
                    <a:pt x="3833896" y="2114995"/>
                  </a:lnTo>
                  <a:lnTo>
                    <a:pt x="3841721" y="2114995"/>
                  </a:lnTo>
                  <a:lnTo>
                    <a:pt x="3849545" y="2114995"/>
                  </a:lnTo>
                  <a:lnTo>
                    <a:pt x="3857369" y="2114995"/>
                  </a:lnTo>
                  <a:lnTo>
                    <a:pt x="3865193" y="2114995"/>
                  </a:lnTo>
                  <a:lnTo>
                    <a:pt x="3873018" y="2114995"/>
                  </a:lnTo>
                  <a:lnTo>
                    <a:pt x="3880842" y="2114995"/>
                  </a:lnTo>
                  <a:lnTo>
                    <a:pt x="3888666" y="2114995"/>
                  </a:lnTo>
                  <a:lnTo>
                    <a:pt x="3896491" y="2114995"/>
                  </a:lnTo>
                  <a:lnTo>
                    <a:pt x="3904315" y="2114995"/>
                  </a:lnTo>
                  <a:lnTo>
                    <a:pt x="3912139" y="2114995"/>
                  </a:lnTo>
                  <a:lnTo>
                    <a:pt x="3919963" y="2114995"/>
                  </a:lnTo>
                  <a:lnTo>
                    <a:pt x="3927788" y="2114995"/>
                  </a:lnTo>
                  <a:lnTo>
                    <a:pt x="3935612" y="2114995"/>
                  </a:lnTo>
                  <a:lnTo>
                    <a:pt x="3943436" y="2114995"/>
                  </a:lnTo>
                  <a:lnTo>
                    <a:pt x="3951261" y="2114995"/>
                  </a:lnTo>
                  <a:lnTo>
                    <a:pt x="3959085" y="2114995"/>
                  </a:lnTo>
                  <a:lnTo>
                    <a:pt x="3966909" y="2114995"/>
                  </a:lnTo>
                  <a:lnTo>
                    <a:pt x="3974733" y="2114995"/>
                  </a:lnTo>
                  <a:lnTo>
                    <a:pt x="3982558" y="2114995"/>
                  </a:lnTo>
                  <a:lnTo>
                    <a:pt x="3990382" y="2114995"/>
                  </a:lnTo>
                  <a:lnTo>
                    <a:pt x="3998206" y="2114995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7848093" y="4594534"/>
              <a:ext cx="3998206" cy="200198"/>
            </a:xfrm>
            <a:custGeom>
              <a:avLst/>
              <a:pathLst>
                <a:path w="3998206" h="200198">
                  <a:moveTo>
                    <a:pt x="0" y="200198"/>
                  </a:moveTo>
                  <a:lnTo>
                    <a:pt x="7824" y="200198"/>
                  </a:lnTo>
                  <a:lnTo>
                    <a:pt x="15648" y="200198"/>
                  </a:lnTo>
                  <a:lnTo>
                    <a:pt x="23472" y="200198"/>
                  </a:lnTo>
                  <a:lnTo>
                    <a:pt x="31297" y="200198"/>
                  </a:lnTo>
                  <a:lnTo>
                    <a:pt x="39121" y="200198"/>
                  </a:lnTo>
                  <a:lnTo>
                    <a:pt x="46945" y="200198"/>
                  </a:lnTo>
                  <a:lnTo>
                    <a:pt x="54769" y="200198"/>
                  </a:lnTo>
                  <a:lnTo>
                    <a:pt x="62594" y="200198"/>
                  </a:lnTo>
                  <a:lnTo>
                    <a:pt x="70418" y="200198"/>
                  </a:lnTo>
                  <a:lnTo>
                    <a:pt x="78242" y="200198"/>
                  </a:lnTo>
                  <a:lnTo>
                    <a:pt x="86067" y="200198"/>
                  </a:lnTo>
                  <a:lnTo>
                    <a:pt x="93891" y="200198"/>
                  </a:lnTo>
                  <a:lnTo>
                    <a:pt x="101715" y="200198"/>
                  </a:lnTo>
                  <a:lnTo>
                    <a:pt x="109539" y="200198"/>
                  </a:lnTo>
                  <a:lnTo>
                    <a:pt x="117364" y="200198"/>
                  </a:lnTo>
                  <a:lnTo>
                    <a:pt x="125188" y="200198"/>
                  </a:lnTo>
                  <a:lnTo>
                    <a:pt x="133012" y="200198"/>
                  </a:lnTo>
                  <a:lnTo>
                    <a:pt x="140837" y="200198"/>
                  </a:lnTo>
                  <a:lnTo>
                    <a:pt x="148661" y="200198"/>
                  </a:lnTo>
                  <a:lnTo>
                    <a:pt x="156485" y="200198"/>
                  </a:lnTo>
                  <a:lnTo>
                    <a:pt x="164309" y="200198"/>
                  </a:lnTo>
                  <a:lnTo>
                    <a:pt x="172134" y="200198"/>
                  </a:lnTo>
                  <a:lnTo>
                    <a:pt x="179958" y="200198"/>
                  </a:lnTo>
                  <a:lnTo>
                    <a:pt x="187782" y="200198"/>
                  </a:lnTo>
                  <a:lnTo>
                    <a:pt x="195606" y="200198"/>
                  </a:lnTo>
                  <a:lnTo>
                    <a:pt x="203431" y="200198"/>
                  </a:lnTo>
                  <a:lnTo>
                    <a:pt x="211255" y="200198"/>
                  </a:lnTo>
                  <a:lnTo>
                    <a:pt x="219079" y="200198"/>
                  </a:lnTo>
                  <a:lnTo>
                    <a:pt x="226904" y="200198"/>
                  </a:lnTo>
                  <a:lnTo>
                    <a:pt x="234728" y="200198"/>
                  </a:lnTo>
                  <a:lnTo>
                    <a:pt x="242552" y="200198"/>
                  </a:lnTo>
                  <a:lnTo>
                    <a:pt x="250376" y="200198"/>
                  </a:lnTo>
                  <a:lnTo>
                    <a:pt x="258201" y="200198"/>
                  </a:lnTo>
                  <a:lnTo>
                    <a:pt x="266025" y="200198"/>
                  </a:lnTo>
                  <a:lnTo>
                    <a:pt x="273849" y="200198"/>
                  </a:lnTo>
                  <a:lnTo>
                    <a:pt x="281674" y="200198"/>
                  </a:lnTo>
                  <a:lnTo>
                    <a:pt x="289498" y="200198"/>
                  </a:lnTo>
                  <a:lnTo>
                    <a:pt x="297322" y="200198"/>
                  </a:lnTo>
                  <a:lnTo>
                    <a:pt x="305146" y="200198"/>
                  </a:lnTo>
                  <a:lnTo>
                    <a:pt x="312971" y="200198"/>
                  </a:lnTo>
                  <a:lnTo>
                    <a:pt x="320795" y="200198"/>
                  </a:lnTo>
                  <a:lnTo>
                    <a:pt x="328619" y="200198"/>
                  </a:lnTo>
                  <a:lnTo>
                    <a:pt x="336444" y="200198"/>
                  </a:lnTo>
                  <a:lnTo>
                    <a:pt x="344268" y="200198"/>
                  </a:lnTo>
                  <a:lnTo>
                    <a:pt x="352092" y="200198"/>
                  </a:lnTo>
                  <a:lnTo>
                    <a:pt x="359916" y="200198"/>
                  </a:lnTo>
                  <a:lnTo>
                    <a:pt x="367741" y="200198"/>
                  </a:lnTo>
                  <a:lnTo>
                    <a:pt x="375565" y="200198"/>
                  </a:lnTo>
                  <a:lnTo>
                    <a:pt x="383389" y="200198"/>
                  </a:lnTo>
                  <a:lnTo>
                    <a:pt x="391213" y="200198"/>
                  </a:lnTo>
                  <a:lnTo>
                    <a:pt x="399038" y="200198"/>
                  </a:lnTo>
                  <a:lnTo>
                    <a:pt x="406862" y="200198"/>
                  </a:lnTo>
                  <a:lnTo>
                    <a:pt x="414686" y="200198"/>
                  </a:lnTo>
                  <a:lnTo>
                    <a:pt x="422511" y="200198"/>
                  </a:lnTo>
                  <a:lnTo>
                    <a:pt x="430335" y="200198"/>
                  </a:lnTo>
                  <a:lnTo>
                    <a:pt x="438159" y="200198"/>
                  </a:lnTo>
                  <a:lnTo>
                    <a:pt x="445983" y="200198"/>
                  </a:lnTo>
                  <a:lnTo>
                    <a:pt x="453808" y="200198"/>
                  </a:lnTo>
                  <a:lnTo>
                    <a:pt x="461632" y="200198"/>
                  </a:lnTo>
                  <a:lnTo>
                    <a:pt x="469456" y="200198"/>
                  </a:lnTo>
                  <a:lnTo>
                    <a:pt x="477281" y="200198"/>
                  </a:lnTo>
                  <a:lnTo>
                    <a:pt x="485105" y="200198"/>
                  </a:lnTo>
                  <a:lnTo>
                    <a:pt x="492929" y="200198"/>
                  </a:lnTo>
                  <a:lnTo>
                    <a:pt x="500753" y="200198"/>
                  </a:lnTo>
                  <a:lnTo>
                    <a:pt x="508578" y="200198"/>
                  </a:lnTo>
                  <a:lnTo>
                    <a:pt x="516402" y="200198"/>
                  </a:lnTo>
                  <a:lnTo>
                    <a:pt x="524226" y="200198"/>
                  </a:lnTo>
                  <a:lnTo>
                    <a:pt x="532050" y="200198"/>
                  </a:lnTo>
                  <a:lnTo>
                    <a:pt x="539875" y="200198"/>
                  </a:lnTo>
                  <a:lnTo>
                    <a:pt x="547699" y="200198"/>
                  </a:lnTo>
                  <a:lnTo>
                    <a:pt x="555523" y="200198"/>
                  </a:lnTo>
                  <a:lnTo>
                    <a:pt x="563348" y="200198"/>
                  </a:lnTo>
                  <a:lnTo>
                    <a:pt x="571172" y="200198"/>
                  </a:lnTo>
                  <a:lnTo>
                    <a:pt x="578996" y="200198"/>
                  </a:lnTo>
                  <a:lnTo>
                    <a:pt x="586820" y="200198"/>
                  </a:lnTo>
                  <a:lnTo>
                    <a:pt x="594645" y="200198"/>
                  </a:lnTo>
                  <a:lnTo>
                    <a:pt x="602469" y="200198"/>
                  </a:lnTo>
                  <a:lnTo>
                    <a:pt x="610293" y="200198"/>
                  </a:lnTo>
                  <a:lnTo>
                    <a:pt x="618118" y="200198"/>
                  </a:lnTo>
                  <a:lnTo>
                    <a:pt x="625942" y="200198"/>
                  </a:lnTo>
                  <a:lnTo>
                    <a:pt x="633766" y="200198"/>
                  </a:lnTo>
                  <a:lnTo>
                    <a:pt x="641590" y="200198"/>
                  </a:lnTo>
                  <a:lnTo>
                    <a:pt x="649415" y="200198"/>
                  </a:lnTo>
                  <a:lnTo>
                    <a:pt x="657239" y="200198"/>
                  </a:lnTo>
                  <a:lnTo>
                    <a:pt x="665063" y="200198"/>
                  </a:lnTo>
                  <a:lnTo>
                    <a:pt x="672888" y="200198"/>
                  </a:lnTo>
                  <a:lnTo>
                    <a:pt x="680712" y="200198"/>
                  </a:lnTo>
                  <a:lnTo>
                    <a:pt x="688536" y="200198"/>
                  </a:lnTo>
                  <a:lnTo>
                    <a:pt x="696360" y="200198"/>
                  </a:lnTo>
                  <a:lnTo>
                    <a:pt x="704185" y="200198"/>
                  </a:lnTo>
                  <a:lnTo>
                    <a:pt x="712009" y="200198"/>
                  </a:lnTo>
                  <a:lnTo>
                    <a:pt x="719833" y="200198"/>
                  </a:lnTo>
                  <a:lnTo>
                    <a:pt x="727657" y="200198"/>
                  </a:lnTo>
                  <a:lnTo>
                    <a:pt x="735482" y="200198"/>
                  </a:lnTo>
                  <a:lnTo>
                    <a:pt x="743306" y="200198"/>
                  </a:lnTo>
                  <a:lnTo>
                    <a:pt x="751130" y="200198"/>
                  </a:lnTo>
                  <a:lnTo>
                    <a:pt x="758955" y="200198"/>
                  </a:lnTo>
                  <a:lnTo>
                    <a:pt x="766779" y="200198"/>
                  </a:lnTo>
                  <a:lnTo>
                    <a:pt x="774603" y="200198"/>
                  </a:lnTo>
                  <a:lnTo>
                    <a:pt x="782427" y="200198"/>
                  </a:lnTo>
                  <a:lnTo>
                    <a:pt x="790252" y="200198"/>
                  </a:lnTo>
                  <a:lnTo>
                    <a:pt x="798076" y="200198"/>
                  </a:lnTo>
                  <a:lnTo>
                    <a:pt x="805900" y="200198"/>
                  </a:lnTo>
                  <a:lnTo>
                    <a:pt x="813725" y="200198"/>
                  </a:lnTo>
                  <a:lnTo>
                    <a:pt x="821549" y="200198"/>
                  </a:lnTo>
                  <a:lnTo>
                    <a:pt x="829373" y="200198"/>
                  </a:lnTo>
                  <a:lnTo>
                    <a:pt x="837197" y="200198"/>
                  </a:lnTo>
                  <a:lnTo>
                    <a:pt x="845022" y="200198"/>
                  </a:lnTo>
                  <a:lnTo>
                    <a:pt x="852846" y="200198"/>
                  </a:lnTo>
                  <a:lnTo>
                    <a:pt x="860670" y="200198"/>
                  </a:lnTo>
                  <a:lnTo>
                    <a:pt x="868495" y="200198"/>
                  </a:lnTo>
                  <a:lnTo>
                    <a:pt x="876319" y="200198"/>
                  </a:lnTo>
                  <a:lnTo>
                    <a:pt x="884143" y="200198"/>
                  </a:lnTo>
                  <a:lnTo>
                    <a:pt x="891967" y="200198"/>
                  </a:lnTo>
                  <a:lnTo>
                    <a:pt x="899792" y="200198"/>
                  </a:lnTo>
                  <a:lnTo>
                    <a:pt x="907616" y="200198"/>
                  </a:lnTo>
                  <a:lnTo>
                    <a:pt x="915440" y="200198"/>
                  </a:lnTo>
                  <a:lnTo>
                    <a:pt x="923264" y="200198"/>
                  </a:lnTo>
                  <a:lnTo>
                    <a:pt x="931089" y="200198"/>
                  </a:lnTo>
                  <a:lnTo>
                    <a:pt x="938913" y="200198"/>
                  </a:lnTo>
                  <a:lnTo>
                    <a:pt x="946737" y="200198"/>
                  </a:lnTo>
                  <a:lnTo>
                    <a:pt x="954562" y="200198"/>
                  </a:lnTo>
                  <a:lnTo>
                    <a:pt x="962386" y="200198"/>
                  </a:lnTo>
                  <a:lnTo>
                    <a:pt x="970210" y="200198"/>
                  </a:lnTo>
                  <a:lnTo>
                    <a:pt x="978034" y="200198"/>
                  </a:lnTo>
                  <a:lnTo>
                    <a:pt x="985859" y="200198"/>
                  </a:lnTo>
                  <a:lnTo>
                    <a:pt x="993683" y="200198"/>
                  </a:lnTo>
                  <a:lnTo>
                    <a:pt x="1001507" y="200198"/>
                  </a:lnTo>
                  <a:lnTo>
                    <a:pt x="1009332" y="200198"/>
                  </a:lnTo>
                  <a:lnTo>
                    <a:pt x="1017156" y="200198"/>
                  </a:lnTo>
                  <a:lnTo>
                    <a:pt x="1024980" y="200198"/>
                  </a:lnTo>
                  <a:lnTo>
                    <a:pt x="1032804" y="200198"/>
                  </a:lnTo>
                  <a:lnTo>
                    <a:pt x="1040629" y="200198"/>
                  </a:lnTo>
                  <a:lnTo>
                    <a:pt x="1048453" y="200198"/>
                  </a:lnTo>
                  <a:lnTo>
                    <a:pt x="1056277" y="200198"/>
                  </a:lnTo>
                  <a:lnTo>
                    <a:pt x="1064101" y="200198"/>
                  </a:lnTo>
                  <a:lnTo>
                    <a:pt x="1071926" y="200198"/>
                  </a:lnTo>
                  <a:lnTo>
                    <a:pt x="1079750" y="200198"/>
                  </a:lnTo>
                  <a:lnTo>
                    <a:pt x="1087574" y="200198"/>
                  </a:lnTo>
                  <a:lnTo>
                    <a:pt x="1095399" y="200198"/>
                  </a:lnTo>
                  <a:lnTo>
                    <a:pt x="1103223" y="200198"/>
                  </a:lnTo>
                  <a:lnTo>
                    <a:pt x="1111047" y="200198"/>
                  </a:lnTo>
                  <a:lnTo>
                    <a:pt x="1118871" y="200198"/>
                  </a:lnTo>
                  <a:lnTo>
                    <a:pt x="1126696" y="200198"/>
                  </a:lnTo>
                  <a:lnTo>
                    <a:pt x="1134520" y="200198"/>
                  </a:lnTo>
                  <a:lnTo>
                    <a:pt x="1142344" y="200198"/>
                  </a:lnTo>
                  <a:lnTo>
                    <a:pt x="1150169" y="200198"/>
                  </a:lnTo>
                  <a:lnTo>
                    <a:pt x="1157993" y="200198"/>
                  </a:lnTo>
                  <a:lnTo>
                    <a:pt x="1165817" y="200198"/>
                  </a:lnTo>
                  <a:lnTo>
                    <a:pt x="1173641" y="200198"/>
                  </a:lnTo>
                  <a:lnTo>
                    <a:pt x="1181466" y="200198"/>
                  </a:lnTo>
                  <a:lnTo>
                    <a:pt x="1189290" y="200198"/>
                  </a:lnTo>
                  <a:lnTo>
                    <a:pt x="1197114" y="200198"/>
                  </a:lnTo>
                  <a:lnTo>
                    <a:pt x="1204939" y="200198"/>
                  </a:lnTo>
                  <a:lnTo>
                    <a:pt x="1212763" y="200198"/>
                  </a:lnTo>
                  <a:lnTo>
                    <a:pt x="1220587" y="200198"/>
                  </a:lnTo>
                  <a:lnTo>
                    <a:pt x="1228411" y="200198"/>
                  </a:lnTo>
                  <a:lnTo>
                    <a:pt x="1236236" y="200198"/>
                  </a:lnTo>
                  <a:lnTo>
                    <a:pt x="1244060" y="200198"/>
                  </a:lnTo>
                  <a:lnTo>
                    <a:pt x="1251884" y="200198"/>
                  </a:lnTo>
                  <a:lnTo>
                    <a:pt x="1259708" y="200198"/>
                  </a:lnTo>
                  <a:lnTo>
                    <a:pt x="1267533" y="200198"/>
                  </a:lnTo>
                  <a:lnTo>
                    <a:pt x="1275357" y="200198"/>
                  </a:lnTo>
                  <a:lnTo>
                    <a:pt x="1283181" y="200198"/>
                  </a:lnTo>
                  <a:lnTo>
                    <a:pt x="1291006" y="200198"/>
                  </a:lnTo>
                  <a:lnTo>
                    <a:pt x="1298830" y="200198"/>
                  </a:lnTo>
                  <a:lnTo>
                    <a:pt x="1306654" y="200198"/>
                  </a:lnTo>
                  <a:lnTo>
                    <a:pt x="1314478" y="200198"/>
                  </a:lnTo>
                  <a:lnTo>
                    <a:pt x="1322303" y="200198"/>
                  </a:lnTo>
                  <a:lnTo>
                    <a:pt x="1330127" y="200198"/>
                  </a:lnTo>
                  <a:lnTo>
                    <a:pt x="1337951" y="200198"/>
                  </a:lnTo>
                  <a:lnTo>
                    <a:pt x="1345776" y="200198"/>
                  </a:lnTo>
                  <a:lnTo>
                    <a:pt x="1353600" y="200198"/>
                  </a:lnTo>
                  <a:lnTo>
                    <a:pt x="1361424" y="200198"/>
                  </a:lnTo>
                  <a:lnTo>
                    <a:pt x="1369248" y="200198"/>
                  </a:lnTo>
                  <a:lnTo>
                    <a:pt x="1377073" y="200198"/>
                  </a:lnTo>
                  <a:lnTo>
                    <a:pt x="1384897" y="200198"/>
                  </a:lnTo>
                  <a:lnTo>
                    <a:pt x="1392721" y="200198"/>
                  </a:lnTo>
                  <a:lnTo>
                    <a:pt x="1400545" y="200198"/>
                  </a:lnTo>
                  <a:lnTo>
                    <a:pt x="1408370" y="200198"/>
                  </a:lnTo>
                  <a:lnTo>
                    <a:pt x="1416194" y="200198"/>
                  </a:lnTo>
                  <a:lnTo>
                    <a:pt x="1424018" y="200198"/>
                  </a:lnTo>
                  <a:lnTo>
                    <a:pt x="1431843" y="200198"/>
                  </a:lnTo>
                  <a:lnTo>
                    <a:pt x="1439667" y="200198"/>
                  </a:lnTo>
                  <a:lnTo>
                    <a:pt x="1447491" y="200198"/>
                  </a:lnTo>
                  <a:lnTo>
                    <a:pt x="1455315" y="200198"/>
                  </a:lnTo>
                  <a:lnTo>
                    <a:pt x="1463140" y="200197"/>
                  </a:lnTo>
                  <a:lnTo>
                    <a:pt x="1470964" y="200197"/>
                  </a:lnTo>
                  <a:lnTo>
                    <a:pt x="1478788" y="200197"/>
                  </a:lnTo>
                  <a:lnTo>
                    <a:pt x="1486613" y="200197"/>
                  </a:lnTo>
                  <a:lnTo>
                    <a:pt x="1494437" y="200197"/>
                  </a:lnTo>
                  <a:lnTo>
                    <a:pt x="1502261" y="200197"/>
                  </a:lnTo>
                  <a:lnTo>
                    <a:pt x="1510085" y="200197"/>
                  </a:lnTo>
                  <a:lnTo>
                    <a:pt x="1517910" y="200196"/>
                  </a:lnTo>
                  <a:lnTo>
                    <a:pt x="1525734" y="200196"/>
                  </a:lnTo>
                  <a:lnTo>
                    <a:pt x="1533558" y="200196"/>
                  </a:lnTo>
                  <a:lnTo>
                    <a:pt x="1541383" y="200196"/>
                  </a:lnTo>
                  <a:lnTo>
                    <a:pt x="1549207" y="200195"/>
                  </a:lnTo>
                  <a:lnTo>
                    <a:pt x="1557031" y="200195"/>
                  </a:lnTo>
                  <a:lnTo>
                    <a:pt x="1564855" y="200194"/>
                  </a:lnTo>
                  <a:lnTo>
                    <a:pt x="1572680" y="200193"/>
                  </a:lnTo>
                  <a:lnTo>
                    <a:pt x="1580504" y="200193"/>
                  </a:lnTo>
                  <a:lnTo>
                    <a:pt x="1588328" y="200192"/>
                  </a:lnTo>
                  <a:lnTo>
                    <a:pt x="1596152" y="200190"/>
                  </a:lnTo>
                  <a:lnTo>
                    <a:pt x="1603977" y="200189"/>
                  </a:lnTo>
                  <a:lnTo>
                    <a:pt x="1611801" y="200188"/>
                  </a:lnTo>
                  <a:lnTo>
                    <a:pt x="1619625" y="200186"/>
                  </a:lnTo>
                  <a:lnTo>
                    <a:pt x="1627450" y="200184"/>
                  </a:lnTo>
                  <a:lnTo>
                    <a:pt x="1635274" y="200182"/>
                  </a:lnTo>
                  <a:lnTo>
                    <a:pt x="1643098" y="200179"/>
                  </a:lnTo>
                  <a:lnTo>
                    <a:pt x="1650922" y="200176"/>
                  </a:lnTo>
                  <a:lnTo>
                    <a:pt x="1658747" y="200172"/>
                  </a:lnTo>
                  <a:lnTo>
                    <a:pt x="1666571" y="200168"/>
                  </a:lnTo>
                  <a:lnTo>
                    <a:pt x="1674395" y="200164"/>
                  </a:lnTo>
                  <a:lnTo>
                    <a:pt x="1682220" y="200159"/>
                  </a:lnTo>
                  <a:lnTo>
                    <a:pt x="1690044" y="200152"/>
                  </a:lnTo>
                  <a:lnTo>
                    <a:pt x="1697868" y="200145"/>
                  </a:lnTo>
                  <a:lnTo>
                    <a:pt x="1705692" y="200138"/>
                  </a:lnTo>
                  <a:lnTo>
                    <a:pt x="1713517" y="200129"/>
                  </a:lnTo>
                  <a:lnTo>
                    <a:pt x="1721341" y="200118"/>
                  </a:lnTo>
                  <a:lnTo>
                    <a:pt x="1729165" y="200107"/>
                  </a:lnTo>
                  <a:lnTo>
                    <a:pt x="1736990" y="200094"/>
                  </a:lnTo>
                  <a:lnTo>
                    <a:pt x="1744814" y="200078"/>
                  </a:lnTo>
                  <a:lnTo>
                    <a:pt x="1752638" y="200061"/>
                  </a:lnTo>
                  <a:lnTo>
                    <a:pt x="1760462" y="200043"/>
                  </a:lnTo>
                  <a:lnTo>
                    <a:pt x="1768287" y="200021"/>
                  </a:lnTo>
                  <a:lnTo>
                    <a:pt x="1776111" y="199996"/>
                  </a:lnTo>
                  <a:lnTo>
                    <a:pt x="1783935" y="199969"/>
                  </a:lnTo>
                  <a:lnTo>
                    <a:pt x="1791759" y="199939"/>
                  </a:lnTo>
                  <a:lnTo>
                    <a:pt x="1799584" y="199904"/>
                  </a:lnTo>
                  <a:lnTo>
                    <a:pt x="1807408" y="199866"/>
                  </a:lnTo>
                  <a:lnTo>
                    <a:pt x="1815232" y="199823"/>
                  </a:lnTo>
                  <a:lnTo>
                    <a:pt x="1823057" y="199775"/>
                  </a:lnTo>
                  <a:lnTo>
                    <a:pt x="1830881" y="199721"/>
                  </a:lnTo>
                  <a:lnTo>
                    <a:pt x="1838705" y="199663"/>
                  </a:lnTo>
                  <a:lnTo>
                    <a:pt x="1846529" y="199596"/>
                  </a:lnTo>
                  <a:lnTo>
                    <a:pt x="1854354" y="199522"/>
                  </a:lnTo>
                  <a:lnTo>
                    <a:pt x="1862178" y="199441"/>
                  </a:lnTo>
                  <a:lnTo>
                    <a:pt x="1870002" y="199351"/>
                  </a:lnTo>
                  <a:lnTo>
                    <a:pt x="1877827" y="199250"/>
                  </a:lnTo>
                  <a:lnTo>
                    <a:pt x="1885651" y="199141"/>
                  </a:lnTo>
                  <a:lnTo>
                    <a:pt x="1893475" y="199022"/>
                  </a:lnTo>
                  <a:lnTo>
                    <a:pt x="1901299" y="198887"/>
                  </a:lnTo>
                  <a:lnTo>
                    <a:pt x="1909124" y="198740"/>
                  </a:lnTo>
                  <a:lnTo>
                    <a:pt x="1916948" y="198581"/>
                  </a:lnTo>
                  <a:lnTo>
                    <a:pt x="1924772" y="198405"/>
                  </a:lnTo>
                  <a:lnTo>
                    <a:pt x="1932596" y="198211"/>
                  </a:lnTo>
                  <a:lnTo>
                    <a:pt x="1940421" y="198002"/>
                  </a:lnTo>
                  <a:lnTo>
                    <a:pt x="1948245" y="197775"/>
                  </a:lnTo>
                  <a:lnTo>
                    <a:pt x="1956069" y="197522"/>
                  </a:lnTo>
                  <a:lnTo>
                    <a:pt x="1963894" y="197250"/>
                  </a:lnTo>
                  <a:lnTo>
                    <a:pt x="1971718" y="196960"/>
                  </a:lnTo>
                  <a:lnTo>
                    <a:pt x="1979542" y="196636"/>
                  </a:lnTo>
                  <a:lnTo>
                    <a:pt x="1987366" y="196288"/>
                  </a:lnTo>
                  <a:lnTo>
                    <a:pt x="1995191" y="195917"/>
                  </a:lnTo>
                  <a:lnTo>
                    <a:pt x="2003015" y="195513"/>
                  </a:lnTo>
                  <a:lnTo>
                    <a:pt x="2010839" y="195073"/>
                  </a:lnTo>
                  <a:lnTo>
                    <a:pt x="2018664" y="194605"/>
                  </a:lnTo>
                  <a:lnTo>
                    <a:pt x="2026488" y="194106"/>
                  </a:lnTo>
                  <a:lnTo>
                    <a:pt x="2034312" y="193557"/>
                  </a:lnTo>
                  <a:lnTo>
                    <a:pt x="2042136" y="192975"/>
                  </a:lnTo>
                  <a:lnTo>
                    <a:pt x="2049961" y="192360"/>
                  </a:lnTo>
                  <a:lnTo>
                    <a:pt x="2057785" y="191691"/>
                  </a:lnTo>
                  <a:lnTo>
                    <a:pt x="2065609" y="190977"/>
                  </a:lnTo>
                  <a:lnTo>
                    <a:pt x="2073434" y="190225"/>
                  </a:lnTo>
                  <a:lnTo>
                    <a:pt x="2081258" y="189423"/>
                  </a:lnTo>
                  <a:lnTo>
                    <a:pt x="2089082" y="188559"/>
                  </a:lnTo>
                  <a:lnTo>
                    <a:pt x="2096906" y="187651"/>
                  </a:lnTo>
                  <a:lnTo>
                    <a:pt x="2104731" y="186699"/>
                  </a:lnTo>
                  <a:lnTo>
                    <a:pt x="2112555" y="185668"/>
                  </a:lnTo>
                  <a:lnTo>
                    <a:pt x="2120379" y="184587"/>
                  </a:lnTo>
                  <a:lnTo>
                    <a:pt x="2128203" y="183458"/>
                  </a:lnTo>
                  <a:lnTo>
                    <a:pt x="2136028" y="182257"/>
                  </a:lnTo>
                  <a:lnTo>
                    <a:pt x="2143852" y="180987"/>
                  </a:lnTo>
                  <a:lnTo>
                    <a:pt x="2151676" y="179664"/>
                  </a:lnTo>
                  <a:lnTo>
                    <a:pt x="2159501" y="178280"/>
                  </a:lnTo>
                  <a:lnTo>
                    <a:pt x="2167325" y="176808"/>
                  </a:lnTo>
                  <a:lnTo>
                    <a:pt x="2175149" y="175280"/>
                  </a:lnTo>
                  <a:lnTo>
                    <a:pt x="2182973" y="173695"/>
                  </a:lnTo>
                  <a:lnTo>
                    <a:pt x="2190798" y="172018"/>
                  </a:lnTo>
                  <a:lnTo>
                    <a:pt x="2198622" y="170275"/>
                  </a:lnTo>
                  <a:lnTo>
                    <a:pt x="2206446" y="168472"/>
                  </a:lnTo>
                  <a:lnTo>
                    <a:pt x="2214271" y="166593"/>
                  </a:lnTo>
                  <a:lnTo>
                    <a:pt x="2222095" y="164629"/>
                  </a:lnTo>
                  <a:lnTo>
                    <a:pt x="2229919" y="162606"/>
                  </a:lnTo>
                  <a:lnTo>
                    <a:pt x="2237743" y="160523"/>
                  </a:lnTo>
                  <a:lnTo>
                    <a:pt x="2245568" y="158339"/>
                  </a:lnTo>
                  <a:lnTo>
                    <a:pt x="2253392" y="156096"/>
                  </a:lnTo>
                  <a:lnTo>
                    <a:pt x="2261216" y="153796"/>
                  </a:lnTo>
                  <a:lnTo>
                    <a:pt x="2269040" y="151411"/>
                  </a:lnTo>
                  <a:lnTo>
                    <a:pt x="2276865" y="148956"/>
                  </a:lnTo>
                  <a:lnTo>
                    <a:pt x="2284689" y="146446"/>
                  </a:lnTo>
                  <a:lnTo>
                    <a:pt x="2292513" y="143871"/>
                  </a:lnTo>
                  <a:lnTo>
                    <a:pt x="2300338" y="141216"/>
                  </a:lnTo>
                  <a:lnTo>
                    <a:pt x="2308162" y="138509"/>
                  </a:lnTo>
                  <a:lnTo>
                    <a:pt x="2315986" y="135753"/>
                  </a:lnTo>
                  <a:lnTo>
                    <a:pt x="2323810" y="132919"/>
                  </a:lnTo>
                  <a:lnTo>
                    <a:pt x="2331635" y="130036"/>
                  </a:lnTo>
                  <a:lnTo>
                    <a:pt x="2339459" y="127110"/>
                  </a:lnTo>
                  <a:lnTo>
                    <a:pt x="2347283" y="124127"/>
                  </a:lnTo>
                  <a:lnTo>
                    <a:pt x="2355108" y="121091"/>
                  </a:lnTo>
                  <a:lnTo>
                    <a:pt x="2362932" y="118020"/>
                  </a:lnTo>
                  <a:lnTo>
                    <a:pt x="2370756" y="114912"/>
                  </a:lnTo>
                  <a:lnTo>
                    <a:pt x="2378580" y="111753"/>
                  </a:lnTo>
                  <a:lnTo>
                    <a:pt x="2386405" y="108568"/>
                  </a:lnTo>
                  <a:lnTo>
                    <a:pt x="2394229" y="105357"/>
                  </a:lnTo>
                  <a:lnTo>
                    <a:pt x="2402053" y="102112"/>
                  </a:lnTo>
                  <a:lnTo>
                    <a:pt x="2409878" y="98846"/>
                  </a:lnTo>
                  <a:lnTo>
                    <a:pt x="2417702" y="95564"/>
                  </a:lnTo>
                  <a:lnTo>
                    <a:pt x="2425526" y="92267"/>
                  </a:lnTo>
                  <a:lnTo>
                    <a:pt x="2433350" y="88958"/>
                  </a:lnTo>
                  <a:lnTo>
                    <a:pt x="2441175" y="85644"/>
                  </a:lnTo>
                  <a:lnTo>
                    <a:pt x="2448999" y="82328"/>
                  </a:lnTo>
                  <a:lnTo>
                    <a:pt x="2456823" y="79015"/>
                  </a:lnTo>
                  <a:lnTo>
                    <a:pt x="2464647" y="75710"/>
                  </a:lnTo>
                  <a:lnTo>
                    <a:pt x="2472472" y="72413"/>
                  </a:lnTo>
                  <a:lnTo>
                    <a:pt x="2480296" y="69134"/>
                  </a:lnTo>
                  <a:lnTo>
                    <a:pt x="2488120" y="65879"/>
                  </a:lnTo>
                  <a:lnTo>
                    <a:pt x="2495945" y="62645"/>
                  </a:lnTo>
                  <a:lnTo>
                    <a:pt x="2503769" y="59438"/>
                  </a:lnTo>
                  <a:lnTo>
                    <a:pt x="2511593" y="56276"/>
                  </a:lnTo>
                  <a:lnTo>
                    <a:pt x="2519417" y="53148"/>
                  </a:lnTo>
                  <a:lnTo>
                    <a:pt x="2527242" y="50056"/>
                  </a:lnTo>
                  <a:lnTo>
                    <a:pt x="2535066" y="47027"/>
                  </a:lnTo>
                  <a:lnTo>
                    <a:pt x="2542890" y="44050"/>
                  </a:lnTo>
                  <a:lnTo>
                    <a:pt x="2550715" y="41121"/>
                  </a:lnTo>
                  <a:lnTo>
                    <a:pt x="2558539" y="38258"/>
                  </a:lnTo>
                  <a:lnTo>
                    <a:pt x="2566363" y="35477"/>
                  </a:lnTo>
                  <a:lnTo>
                    <a:pt x="2574187" y="32756"/>
                  </a:lnTo>
                  <a:lnTo>
                    <a:pt x="2582012" y="30098"/>
                  </a:lnTo>
                  <a:lnTo>
                    <a:pt x="2589836" y="27556"/>
                  </a:lnTo>
                  <a:lnTo>
                    <a:pt x="2597660" y="25088"/>
                  </a:lnTo>
                  <a:lnTo>
                    <a:pt x="2605485" y="22694"/>
                  </a:lnTo>
                  <a:lnTo>
                    <a:pt x="2613309" y="20414"/>
                  </a:lnTo>
                  <a:lnTo>
                    <a:pt x="2621133" y="18240"/>
                  </a:lnTo>
                  <a:lnTo>
                    <a:pt x="2628957" y="16153"/>
                  </a:lnTo>
                  <a:lnTo>
                    <a:pt x="2636782" y="14170"/>
                  </a:lnTo>
                  <a:lnTo>
                    <a:pt x="2644606" y="12332"/>
                  </a:lnTo>
                  <a:lnTo>
                    <a:pt x="2652430" y="10590"/>
                  </a:lnTo>
                  <a:lnTo>
                    <a:pt x="2660254" y="8948"/>
                  </a:lnTo>
                  <a:lnTo>
                    <a:pt x="2668079" y="7471"/>
                  </a:lnTo>
                  <a:lnTo>
                    <a:pt x="2675903" y="6111"/>
                  </a:lnTo>
                  <a:lnTo>
                    <a:pt x="2683727" y="4860"/>
                  </a:lnTo>
                  <a:lnTo>
                    <a:pt x="2691552" y="3755"/>
                  </a:lnTo>
                  <a:lnTo>
                    <a:pt x="2699376" y="2808"/>
                  </a:lnTo>
                  <a:lnTo>
                    <a:pt x="2707200" y="1975"/>
                  </a:lnTo>
                  <a:lnTo>
                    <a:pt x="2715024" y="1266"/>
                  </a:lnTo>
                  <a:lnTo>
                    <a:pt x="2722849" y="753"/>
                  </a:lnTo>
                  <a:lnTo>
                    <a:pt x="2730673" y="360"/>
                  </a:lnTo>
                  <a:lnTo>
                    <a:pt x="2738497" y="88"/>
                  </a:lnTo>
                  <a:lnTo>
                    <a:pt x="2746322" y="0"/>
                  </a:lnTo>
                  <a:lnTo>
                    <a:pt x="2754146" y="59"/>
                  </a:lnTo>
                  <a:lnTo>
                    <a:pt x="2761970" y="241"/>
                  </a:lnTo>
                  <a:lnTo>
                    <a:pt x="2769794" y="573"/>
                  </a:lnTo>
                  <a:lnTo>
                    <a:pt x="2777619" y="1087"/>
                  </a:lnTo>
                  <a:lnTo>
                    <a:pt x="2785443" y="1722"/>
                  </a:lnTo>
                  <a:lnTo>
                    <a:pt x="2793267" y="2477"/>
                  </a:lnTo>
                  <a:lnTo>
                    <a:pt x="2801091" y="3431"/>
                  </a:lnTo>
                  <a:lnTo>
                    <a:pt x="2808916" y="4507"/>
                  </a:lnTo>
                  <a:lnTo>
                    <a:pt x="2816740" y="5697"/>
                  </a:lnTo>
                  <a:lnTo>
                    <a:pt x="2824564" y="7045"/>
                  </a:lnTo>
                  <a:lnTo>
                    <a:pt x="2832389" y="8538"/>
                  </a:lnTo>
                  <a:lnTo>
                    <a:pt x="2840213" y="10137"/>
                  </a:lnTo>
                  <a:lnTo>
                    <a:pt x="2848037" y="11852"/>
                  </a:lnTo>
                  <a:lnTo>
                    <a:pt x="2855861" y="13727"/>
                  </a:lnTo>
                  <a:lnTo>
                    <a:pt x="2863686" y="15696"/>
                  </a:lnTo>
                  <a:lnTo>
                    <a:pt x="2871510" y="17757"/>
                  </a:lnTo>
                  <a:lnTo>
                    <a:pt x="2879334" y="19955"/>
                  </a:lnTo>
                  <a:lnTo>
                    <a:pt x="2887159" y="22247"/>
                  </a:lnTo>
                  <a:lnTo>
                    <a:pt x="2894983" y="24616"/>
                  </a:lnTo>
                  <a:lnTo>
                    <a:pt x="2902807" y="27079"/>
                  </a:lnTo>
                  <a:lnTo>
                    <a:pt x="2910631" y="29637"/>
                  </a:lnTo>
                  <a:lnTo>
                    <a:pt x="2918456" y="32256"/>
                  </a:lnTo>
                  <a:lnTo>
                    <a:pt x="2926280" y="34933"/>
                  </a:lnTo>
                  <a:lnTo>
                    <a:pt x="2934104" y="37696"/>
                  </a:lnTo>
                  <a:lnTo>
                    <a:pt x="2941929" y="40501"/>
                  </a:lnTo>
                  <a:lnTo>
                    <a:pt x="2949753" y="43346"/>
                  </a:lnTo>
                  <a:lnTo>
                    <a:pt x="2957577" y="46240"/>
                  </a:lnTo>
                  <a:lnTo>
                    <a:pt x="2965401" y="49167"/>
                  </a:lnTo>
                  <a:lnTo>
                    <a:pt x="2973226" y="52115"/>
                  </a:lnTo>
                  <a:lnTo>
                    <a:pt x="2981050" y="55084"/>
                  </a:lnTo>
                  <a:lnTo>
                    <a:pt x="2988874" y="58067"/>
                  </a:lnTo>
                  <a:lnTo>
                    <a:pt x="2996698" y="61054"/>
                  </a:lnTo>
                  <a:lnTo>
                    <a:pt x="3004523" y="64043"/>
                  </a:lnTo>
                  <a:lnTo>
                    <a:pt x="3012347" y="67023"/>
                  </a:lnTo>
                  <a:lnTo>
                    <a:pt x="3020171" y="69990"/>
                  </a:lnTo>
                  <a:lnTo>
                    <a:pt x="3027996" y="72942"/>
                  </a:lnTo>
                  <a:lnTo>
                    <a:pt x="3035820" y="75869"/>
                  </a:lnTo>
                  <a:lnTo>
                    <a:pt x="3043644" y="78763"/>
                  </a:lnTo>
                  <a:lnTo>
                    <a:pt x="3051468" y="81629"/>
                  </a:lnTo>
                  <a:lnTo>
                    <a:pt x="3059293" y="84464"/>
                  </a:lnTo>
                  <a:lnTo>
                    <a:pt x="3067117" y="87241"/>
                  </a:lnTo>
                  <a:lnTo>
                    <a:pt x="3074941" y="89979"/>
                  </a:lnTo>
                  <a:lnTo>
                    <a:pt x="3082766" y="92679"/>
                  </a:lnTo>
                  <a:lnTo>
                    <a:pt x="3090590" y="95315"/>
                  </a:lnTo>
                  <a:lnTo>
                    <a:pt x="3098414" y="97897"/>
                  </a:lnTo>
                  <a:lnTo>
                    <a:pt x="3106238" y="100432"/>
                  </a:lnTo>
                  <a:lnTo>
                    <a:pt x="3114063" y="102911"/>
                  </a:lnTo>
                  <a:lnTo>
                    <a:pt x="3121887" y="105316"/>
                  </a:lnTo>
                  <a:lnTo>
                    <a:pt x="3129711" y="107672"/>
                  </a:lnTo>
                  <a:lnTo>
                    <a:pt x="3137536" y="109979"/>
                  </a:lnTo>
                  <a:lnTo>
                    <a:pt x="3145360" y="112203"/>
                  </a:lnTo>
                  <a:lnTo>
                    <a:pt x="3153184" y="114375"/>
                  </a:lnTo>
                  <a:lnTo>
                    <a:pt x="3161008" y="116497"/>
                  </a:lnTo>
                  <a:lnTo>
                    <a:pt x="3168833" y="118552"/>
                  </a:lnTo>
                  <a:lnTo>
                    <a:pt x="3176657" y="120544"/>
                  </a:lnTo>
                  <a:lnTo>
                    <a:pt x="3184481" y="122489"/>
                  </a:lnTo>
                  <a:lnTo>
                    <a:pt x="3192305" y="124384"/>
                  </a:lnTo>
                  <a:lnTo>
                    <a:pt x="3200130" y="126208"/>
                  </a:lnTo>
                  <a:lnTo>
                    <a:pt x="3207954" y="127990"/>
                  </a:lnTo>
                  <a:lnTo>
                    <a:pt x="3215778" y="129732"/>
                  </a:lnTo>
                  <a:lnTo>
                    <a:pt x="3223603" y="131413"/>
                  </a:lnTo>
                  <a:lnTo>
                    <a:pt x="3231427" y="133053"/>
                  </a:lnTo>
                  <a:lnTo>
                    <a:pt x="3239251" y="134657"/>
                  </a:lnTo>
                  <a:lnTo>
                    <a:pt x="3247075" y="136219"/>
                  </a:lnTo>
                  <a:lnTo>
                    <a:pt x="3254900" y="137737"/>
                  </a:lnTo>
                  <a:lnTo>
                    <a:pt x="3262724" y="139227"/>
                  </a:lnTo>
                  <a:lnTo>
                    <a:pt x="3270548" y="140690"/>
                  </a:lnTo>
                  <a:lnTo>
                    <a:pt x="3278373" y="142111"/>
                  </a:lnTo>
                  <a:lnTo>
                    <a:pt x="3286197" y="143509"/>
                  </a:lnTo>
                  <a:lnTo>
                    <a:pt x="3294021" y="144886"/>
                  </a:lnTo>
                  <a:lnTo>
                    <a:pt x="3301845" y="146236"/>
                  </a:lnTo>
                  <a:lnTo>
                    <a:pt x="3309670" y="147564"/>
                  </a:lnTo>
                  <a:lnTo>
                    <a:pt x="3317494" y="148876"/>
                  </a:lnTo>
                  <a:lnTo>
                    <a:pt x="3325318" y="150171"/>
                  </a:lnTo>
                  <a:lnTo>
                    <a:pt x="3333142" y="151446"/>
                  </a:lnTo>
                  <a:lnTo>
                    <a:pt x="3340967" y="152710"/>
                  </a:lnTo>
                  <a:lnTo>
                    <a:pt x="3348791" y="153962"/>
                  </a:lnTo>
                  <a:lnTo>
                    <a:pt x="3356615" y="155199"/>
                  </a:lnTo>
                  <a:lnTo>
                    <a:pt x="3364440" y="156425"/>
                  </a:lnTo>
                  <a:lnTo>
                    <a:pt x="3372264" y="157643"/>
                  </a:lnTo>
                  <a:lnTo>
                    <a:pt x="3380088" y="158850"/>
                  </a:lnTo>
                  <a:lnTo>
                    <a:pt x="3387912" y="160047"/>
                  </a:lnTo>
                  <a:lnTo>
                    <a:pt x="3395737" y="161236"/>
                  </a:lnTo>
                  <a:lnTo>
                    <a:pt x="3403561" y="162418"/>
                  </a:lnTo>
                  <a:lnTo>
                    <a:pt x="3411385" y="163587"/>
                  </a:lnTo>
                  <a:lnTo>
                    <a:pt x="3419210" y="164748"/>
                  </a:lnTo>
                  <a:lnTo>
                    <a:pt x="3427034" y="165902"/>
                  </a:lnTo>
                  <a:lnTo>
                    <a:pt x="3434858" y="167043"/>
                  </a:lnTo>
                  <a:lnTo>
                    <a:pt x="3442682" y="168174"/>
                  </a:lnTo>
                  <a:lnTo>
                    <a:pt x="3450507" y="169295"/>
                  </a:lnTo>
                  <a:lnTo>
                    <a:pt x="3458331" y="170405"/>
                  </a:lnTo>
                  <a:lnTo>
                    <a:pt x="3466155" y="171499"/>
                  </a:lnTo>
                  <a:lnTo>
                    <a:pt x="3473980" y="172581"/>
                  </a:lnTo>
                  <a:lnTo>
                    <a:pt x="3481804" y="173652"/>
                  </a:lnTo>
                  <a:lnTo>
                    <a:pt x="3489628" y="174702"/>
                  </a:lnTo>
                  <a:lnTo>
                    <a:pt x="3497452" y="175737"/>
                  </a:lnTo>
                  <a:lnTo>
                    <a:pt x="3505277" y="176758"/>
                  </a:lnTo>
                  <a:lnTo>
                    <a:pt x="3513101" y="177759"/>
                  </a:lnTo>
                  <a:lnTo>
                    <a:pt x="3520925" y="178738"/>
                  </a:lnTo>
                  <a:lnTo>
                    <a:pt x="3528749" y="179700"/>
                  </a:lnTo>
                  <a:lnTo>
                    <a:pt x="3536574" y="180644"/>
                  </a:lnTo>
                  <a:lnTo>
                    <a:pt x="3544398" y="181559"/>
                  </a:lnTo>
                  <a:lnTo>
                    <a:pt x="3552222" y="182455"/>
                  </a:lnTo>
                  <a:lnTo>
                    <a:pt x="3560047" y="183332"/>
                  </a:lnTo>
                  <a:lnTo>
                    <a:pt x="3567871" y="184178"/>
                  </a:lnTo>
                  <a:lnTo>
                    <a:pt x="3575695" y="185001"/>
                  </a:lnTo>
                  <a:lnTo>
                    <a:pt x="3583519" y="185803"/>
                  </a:lnTo>
                  <a:lnTo>
                    <a:pt x="3591344" y="186579"/>
                  </a:lnTo>
                  <a:lnTo>
                    <a:pt x="3599168" y="187324"/>
                  </a:lnTo>
                  <a:lnTo>
                    <a:pt x="3606992" y="188048"/>
                  </a:lnTo>
                  <a:lnTo>
                    <a:pt x="3614817" y="188749"/>
                  </a:lnTo>
                  <a:lnTo>
                    <a:pt x="3622641" y="189414"/>
                  </a:lnTo>
                  <a:lnTo>
                    <a:pt x="3630465" y="190057"/>
                  </a:lnTo>
                  <a:lnTo>
                    <a:pt x="3638289" y="190678"/>
                  </a:lnTo>
                  <a:lnTo>
                    <a:pt x="3646114" y="191269"/>
                  </a:lnTo>
                  <a:lnTo>
                    <a:pt x="3653938" y="191832"/>
                  </a:lnTo>
                  <a:lnTo>
                    <a:pt x="3661762" y="192374"/>
                  </a:lnTo>
                  <a:lnTo>
                    <a:pt x="3669586" y="192891"/>
                  </a:lnTo>
                  <a:lnTo>
                    <a:pt x="3677411" y="193377"/>
                  </a:lnTo>
                  <a:lnTo>
                    <a:pt x="3685235" y="193842"/>
                  </a:lnTo>
                  <a:lnTo>
                    <a:pt x="3693059" y="194288"/>
                  </a:lnTo>
                  <a:lnTo>
                    <a:pt x="3700884" y="194702"/>
                  </a:lnTo>
                  <a:lnTo>
                    <a:pt x="3708708" y="195096"/>
                  </a:lnTo>
                  <a:lnTo>
                    <a:pt x="3716532" y="195472"/>
                  </a:lnTo>
                  <a:lnTo>
                    <a:pt x="3724356" y="195824"/>
                  </a:lnTo>
                  <a:lnTo>
                    <a:pt x="3732181" y="196152"/>
                  </a:lnTo>
                  <a:lnTo>
                    <a:pt x="3740005" y="196464"/>
                  </a:lnTo>
                  <a:lnTo>
                    <a:pt x="3747829" y="196759"/>
                  </a:lnTo>
                  <a:lnTo>
                    <a:pt x="3755654" y="197029"/>
                  </a:lnTo>
                  <a:lnTo>
                    <a:pt x="3763478" y="197284"/>
                  </a:lnTo>
                  <a:lnTo>
                    <a:pt x="3771302" y="197525"/>
                  </a:lnTo>
                  <a:lnTo>
                    <a:pt x="3779126" y="197746"/>
                  </a:lnTo>
                  <a:lnTo>
                    <a:pt x="3786951" y="197952"/>
                  </a:lnTo>
                  <a:lnTo>
                    <a:pt x="3794775" y="198145"/>
                  </a:lnTo>
                  <a:lnTo>
                    <a:pt x="3802599" y="198324"/>
                  </a:lnTo>
                  <a:lnTo>
                    <a:pt x="3810424" y="198488"/>
                  </a:lnTo>
                  <a:lnTo>
                    <a:pt x="3818248" y="198641"/>
                  </a:lnTo>
                  <a:lnTo>
                    <a:pt x="3826072" y="198784"/>
                  </a:lnTo>
                  <a:lnTo>
                    <a:pt x="3833896" y="198912"/>
                  </a:lnTo>
                  <a:lnTo>
                    <a:pt x="3841721" y="199031"/>
                  </a:lnTo>
                  <a:lnTo>
                    <a:pt x="3849545" y="199142"/>
                  </a:lnTo>
                  <a:lnTo>
                    <a:pt x="3857369" y="199243"/>
                  </a:lnTo>
                  <a:lnTo>
                    <a:pt x="3865193" y="199335"/>
                  </a:lnTo>
                  <a:lnTo>
                    <a:pt x="3873018" y="199420"/>
                  </a:lnTo>
                  <a:lnTo>
                    <a:pt x="3880842" y="199498"/>
                  </a:lnTo>
                  <a:lnTo>
                    <a:pt x="3888666" y="199567"/>
                  </a:lnTo>
                  <a:lnTo>
                    <a:pt x="3896491" y="199631"/>
                  </a:lnTo>
                  <a:lnTo>
                    <a:pt x="3904315" y="199691"/>
                  </a:lnTo>
                  <a:lnTo>
                    <a:pt x="3912139" y="199743"/>
                  </a:lnTo>
                  <a:lnTo>
                    <a:pt x="3919963" y="199791"/>
                  </a:lnTo>
                  <a:lnTo>
                    <a:pt x="3927788" y="199835"/>
                  </a:lnTo>
                  <a:lnTo>
                    <a:pt x="3935612" y="199874"/>
                  </a:lnTo>
                  <a:lnTo>
                    <a:pt x="3943436" y="199909"/>
                  </a:lnTo>
                  <a:lnTo>
                    <a:pt x="3951261" y="199941"/>
                  </a:lnTo>
                  <a:lnTo>
                    <a:pt x="3959085" y="199970"/>
                  </a:lnTo>
                  <a:lnTo>
                    <a:pt x="3966909" y="199995"/>
                  </a:lnTo>
                  <a:lnTo>
                    <a:pt x="3974733" y="200018"/>
                  </a:lnTo>
                  <a:lnTo>
                    <a:pt x="3982558" y="200039"/>
                  </a:lnTo>
                  <a:lnTo>
                    <a:pt x="3990382" y="200058"/>
                  </a:lnTo>
                  <a:lnTo>
                    <a:pt x="3998206" y="200198"/>
                  </a:lnTo>
                  <a:lnTo>
                    <a:pt x="3990382" y="200198"/>
                  </a:lnTo>
                  <a:lnTo>
                    <a:pt x="3982558" y="200198"/>
                  </a:lnTo>
                  <a:lnTo>
                    <a:pt x="3974733" y="200198"/>
                  </a:lnTo>
                  <a:lnTo>
                    <a:pt x="3966909" y="200198"/>
                  </a:lnTo>
                  <a:lnTo>
                    <a:pt x="3959085" y="200198"/>
                  </a:lnTo>
                  <a:lnTo>
                    <a:pt x="3951261" y="200198"/>
                  </a:lnTo>
                  <a:lnTo>
                    <a:pt x="3943436" y="200198"/>
                  </a:lnTo>
                  <a:lnTo>
                    <a:pt x="3935612" y="200198"/>
                  </a:lnTo>
                  <a:lnTo>
                    <a:pt x="3927788" y="200198"/>
                  </a:lnTo>
                  <a:lnTo>
                    <a:pt x="3919963" y="200198"/>
                  </a:lnTo>
                  <a:lnTo>
                    <a:pt x="3912139" y="200198"/>
                  </a:lnTo>
                  <a:lnTo>
                    <a:pt x="3904315" y="200198"/>
                  </a:lnTo>
                  <a:lnTo>
                    <a:pt x="3896491" y="200198"/>
                  </a:lnTo>
                  <a:lnTo>
                    <a:pt x="3888666" y="200198"/>
                  </a:lnTo>
                  <a:lnTo>
                    <a:pt x="3880842" y="200198"/>
                  </a:lnTo>
                  <a:lnTo>
                    <a:pt x="3873018" y="200198"/>
                  </a:lnTo>
                  <a:lnTo>
                    <a:pt x="3865193" y="200198"/>
                  </a:lnTo>
                  <a:lnTo>
                    <a:pt x="3857369" y="200198"/>
                  </a:lnTo>
                  <a:lnTo>
                    <a:pt x="3849545" y="200198"/>
                  </a:lnTo>
                  <a:lnTo>
                    <a:pt x="3841721" y="200198"/>
                  </a:lnTo>
                  <a:lnTo>
                    <a:pt x="3833896" y="200198"/>
                  </a:lnTo>
                  <a:lnTo>
                    <a:pt x="3826072" y="200198"/>
                  </a:lnTo>
                  <a:lnTo>
                    <a:pt x="3818248" y="200198"/>
                  </a:lnTo>
                  <a:lnTo>
                    <a:pt x="3810424" y="200198"/>
                  </a:lnTo>
                  <a:lnTo>
                    <a:pt x="3802599" y="200198"/>
                  </a:lnTo>
                  <a:lnTo>
                    <a:pt x="3794775" y="200198"/>
                  </a:lnTo>
                  <a:lnTo>
                    <a:pt x="3786951" y="200198"/>
                  </a:lnTo>
                  <a:lnTo>
                    <a:pt x="3779126" y="200198"/>
                  </a:lnTo>
                  <a:lnTo>
                    <a:pt x="3771302" y="200198"/>
                  </a:lnTo>
                  <a:lnTo>
                    <a:pt x="3763478" y="200198"/>
                  </a:lnTo>
                  <a:lnTo>
                    <a:pt x="3755654" y="200198"/>
                  </a:lnTo>
                  <a:lnTo>
                    <a:pt x="3747829" y="200198"/>
                  </a:lnTo>
                  <a:lnTo>
                    <a:pt x="3740005" y="200198"/>
                  </a:lnTo>
                  <a:lnTo>
                    <a:pt x="3732181" y="200198"/>
                  </a:lnTo>
                  <a:lnTo>
                    <a:pt x="3724356" y="200198"/>
                  </a:lnTo>
                  <a:lnTo>
                    <a:pt x="3716532" y="200198"/>
                  </a:lnTo>
                  <a:lnTo>
                    <a:pt x="3708708" y="200198"/>
                  </a:lnTo>
                  <a:lnTo>
                    <a:pt x="3700884" y="200198"/>
                  </a:lnTo>
                  <a:lnTo>
                    <a:pt x="3693059" y="200198"/>
                  </a:lnTo>
                  <a:lnTo>
                    <a:pt x="3685235" y="200198"/>
                  </a:lnTo>
                  <a:lnTo>
                    <a:pt x="3677411" y="200198"/>
                  </a:lnTo>
                  <a:lnTo>
                    <a:pt x="3669586" y="200198"/>
                  </a:lnTo>
                  <a:lnTo>
                    <a:pt x="3661762" y="200198"/>
                  </a:lnTo>
                  <a:lnTo>
                    <a:pt x="3653938" y="200198"/>
                  </a:lnTo>
                  <a:lnTo>
                    <a:pt x="3646114" y="200198"/>
                  </a:lnTo>
                  <a:lnTo>
                    <a:pt x="3638289" y="200198"/>
                  </a:lnTo>
                  <a:lnTo>
                    <a:pt x="3630465" y="200198"/>
                  </a:lnTo>
                  <a:lnTo>
                    <a:pt x="3622641" y="200198"/>
                  </a:lnTo>
                  <a:lnTo>
                    <a:pt x="3614817" y="200198"/>
                  </a:lnTo>
                  <a:lnTo>
                    <a:pt x="3606992" y="200198"/>
                  </a:lnTo>
                  <a:lnTo>
                    <a:pt x="3599168" y="200198"/>
                  </a:lnTo>
                  <a:lnTo>
                    <a:pt x="3591344" y="200198"/>
                  </a:lnTo>
                  <a:lnTo>
                    <a:pt x="3583519" y="200198"/>
                  </a:lnTo>
                  <a:lnTo>
                    <a:pt x="3575695" y="200198"/>
                  </a:lnTo>
                  <a:lnTo>
                    <a:pt x="3567871" y="200198"/>
                  </a:lnTo>
                  <a:lnTo>
                    <a:pt x="3560047" y="200198"/>
                  </a:lnTo>
                  <a:lnTo>
                    <a:pt x="3552222" y="200198"/>
                  </a:lnTo>
                  <a:lnTo>
                    <a:pt x="3544398" y="200198"/>
                  </a:lnTo>
                  <a:lnTo>
                    <a:pt x="3536574" y="200198"/>
                  </a:lnTo>
                  <a:lnTo>
                    <a:pt x="3528749" y="200198"/>
                  </a:lnTo>
                  <a:lnTo>
                    <a:pt x="3520925" y="200198"/>
                  </a:lnTo>
                  <a:lnTo>
                    <a:pt x="3513101" y="200198"/>
                  </a:lnTo>
                  <a:lnTo>
                    <a:pt x="3505277" y="200198"/>
                  </a:lnTo>
                  <a:lnTo>
                    <a:pt x="3497452" y="200198"/>
                  </a:lnTo>
                  <a:lnTo>
                    <a:pt x="3489628" y="200198"/>
                  </a:lnTo>
                  <a:lnTo>
                    <a:pt x="3481804" y="200198"/>
                  </a:lnTo>
                  <a:lnTo>
                    <a:pt x="3473980" y="200198"/>
                  </a:lnTo>
                  <a:lnTo>
                    <a:pt x="3466155" y="200198"/>
                  </a:lnTo>
                  <a:lnTo>
                    <a:pt x="3458331" y="200198"/>
                  </a:lnTo>
                  <a:lnTo>
                    <a:pt x="3450507" y="200198"/>
                  </a:lnTo>
                  <a:lnTo>
                    <a:pt x="3442682" y="200198"/>
                  </a:lnTo>
                  <a:lnTo>
                    <a:pt x="3434858" y="200198"/>
                  </a:lnTo>
                  <a:lnTo>
                    <a:pt x="3427034" y="200198"/>
                  </a:lnTo>
                  <a:lnTo>
                    <a:pt x="3419210" y="200198"/>
                  </a:lnTo>
                  <a:lnTo>
                    <a:pt x="3411385" y="200198"/>
                  </a:lnTo>
                  <a:lnTo>
                    <a:pt x="3403561" y="200198"/>
                  </a:lnTo>
                  <a:lnTo>
                    <a:pt x="3395737" y="200198"/>
                  </a:lnTo>
                  <a:lnTo>
                    <a:pt x="3387912" y="200198"/>
                  </a:lnTo>
                  <a:lnTo>
                    <a:pt x="3380088" y="200198"/>
                  </a:lnTo>
                  <a:lnTo>
                    <a:pt x="3372264" y="200198"/>
                  </a:lnTo>
                  <a:lnTo>
                    <a:pt x="3364440" y="200198"/>
                  </a:lnTo>
                  <a:lnTo>
                    <a:pt x="3356615" y="200198"/>
                  </a:lnTo>
                  <a:lnTo>
                    <a:pt x="3348791" y="200198"/>
                  </a:lnTo>
                  <a:lnTo>
                    <a:pt x="3340967" y="200198"/>
                  </a:lnTo>
                  <a:lnTo>
                    <a:pt x="3333142" y="200198"/>
                  </a:lnTo>
                  <a:lnTo>
                    <a:pt x="3325318" y="200198"/>
                  </a:lnTo>
                  <a:lnTo>
                    <a:pt x="3317494" y="200198"/>
                  </a:lnTo>
                  <a:lnTo>
                    <a:pt x="3309670" y="200198"/>
                  </a:lnTo>
                  <a:lnTo>
                    <a:pt x="3301845" y="200198"/>
                  </a:lnTo>
                  <a:lnTo>
                    <a:pt x="3294021" y="200198"/>
                  </a:lnTo>
                  <a:lnTo>
                    <a:pt x="3286197" y="200198"/>
                  </a:lnTo>
                  <a:lnTo>
                    <a:pt x="3278373" y="200198"/>
                  </a:lnTo>
                  <a:lnTo>
                    <a:pt x="3270548" y="200198"/>
                  </a:lnTo>
                  <a:lnTo>
                    <a:pt x="3262724" y="200198"/>
                  </a:lnTo>
                  <a:lnTo>
                    <a:pt x="3254900" y="200198"/>
                  </a:lnTo>
                  <a:lnTo>
                    <a:pt x="3247075" y="200198"/>
                  </a:lnTo>
                  <a:lnTo>
                    <a:pt x="3239251" y="200198"/>
                  </a:lnTo>
                  <a:lnTo>
                    <a:pt x="3231427" y="200198"/>
                  </a:lnTo>
                  <a:lnTo>
                    <a:pt x="3223603" y="200198"/>
                  </a:lnTo>
                  <a:lnTo>
                    <a:pt x="3215778" y="200198"/>
                  </a:lnTo>
                  <a:lnTo>
                    <a:pt x="3207954" y="200198"/>
                  </a:lnTo>
                  <a:lnTo>
                    <a:pt x="3200130" y="200198"/>
                  </a:lnTo>
                  <a:lnTo>
                    <a:pt x="3192305" y="200198"/>
                  </a:lnTo>
                  <a:lnTo>
                    <a:pt x="3184481" y="200198"/>
                  </a:lnTo>
                  <a:lnTo>
                    <a:pt x="3176657" y="200198"/>
                  </a:lnTo>
                  <a:lnTo>
                    <a:pt x="3168833" y="200198"/>
                  </a:lnTo>
                  <a:lnTo>
                    <a:pt x="3161008" y="200198"/>
                  </a:lnTo>
                  <a:lnTo>
                    <a:pt x="3153184" y="200198"/>
                  </a:lnTo>
                  <a:lnTo>
                    <a:pt x="3145360" y="200198"/>
                  </a:lnTo>
                  <a:lnTo>
                    <a:pt x="3137536" y="200198"/>
                  </a:lnTo>
                  <a:lnTo>
                    <a:pt x="3129711" y="200198"/>
                  </a:lnTo>
                  <a:lnTo>
                    <a:pt x="3121887" y="200198"/>
                  </a:lnTo>
                  <a:lnTo>
                    <a:pt x="3114063" y="200198"/>
                  </a:lnTo>
                  <a:lnTo>
                    <a:pt x="3106238" y="200198"/>
                  </a:lnTo>
                  <a:lnTo>
                    <a:pt x="3098414" y="200198"/>
                  </a:lnTo>
                  <a:lnTo>
                    <a:pt x="3090590" y="200198"/>
                  </a:lnTo>
                  <a:lnTo>
                    <a:pt x="3082766" y="200198"/>
                  </a:lnTo>
                  <a:lnTo>
                    <a:pt x="3074941" y="200198"/>
                  </a:lnTo>
                  <a:lnTo>
                    <a:pt x="3067117" y="200198"/>
                  </a:lnTo>
                  <a:lnTo>
                    <a:pt x="3059293" y="200198"/>
                  </a:lnTo>
                  <a:lnTo>
                    <a:pt x="3051468" y="200198"/>
                  </a:lnTo>
                  <a:lnTo>
                    <a:pt x="3043644" y="200198"/>
                  </a:lnTo>
                  <a:lnTo>
                    <a:pt x="3035820" y="200198"/>
                  </a:lnTo>
                  <a:lnTo>
                    <a:pt x="3027996" y="200198"/>
                  </a:lnTo>
                  <a:lnTo>
                    <a:pt x="3020171" y="200198"/>
                  </a:lnTo>
                  <a:lnTo>
                    <a:pt x="3012347" y="200198"/>
                  </a:lnTo>
                  <a:lnTo>
                    <a:pt x="3004523" y="200198"/>
                  </a:lnTo>
                  <a:lnTo>
                    <a:pt x="2996698" y="200198"/>
                  </a:lnTo>
                  <a:lnTo>
                    <a:pt x="2988874" y="200198"/>
                  </a:lnTo>
                  <a:lnTo>
                    <a:pt x="2981050" y="200198"/>
                  </a:lnTo>
                  <a:lnTo>
                    <a:pt x="2973226" y="200198"/>
                  </a:lnTo>
                  <a:lnTo>
                    <a:pt x="2965401" y="200198"/>
                  </a:lnTo>
                  <a:lnTo>
                    <a:pt x="2957577" y="200198"/>
                  </a:lnTo>
                  <a:lnTo>
                    <a:pt x="2949753" y="200198"/>
                  </a:lnTo>
                  <a:lnTo>
                    <a:pt x="2941929" y="200198"/>
                  </a:lnTo>
                  <a:lnTo>
                    <a:pt x="2934104" y="200198"/>
                  </a:lnTo>
                  <a:lnTo>
                    <a:pt x="2926280" y="200198"/>
                  </a:lnTo>
                  <a:lnTo>
                    <a:pt x="2918456" y="200198"/>
                  </a:lnTo>
                  <a:lnTo>
                    <a:pt x="2910631" y="200198"/>
                  </a:lnTo>
                  <a:lnTo>
                    <a:pt x="2902807" y="200198"/>
                  </a:lnTo>
                  <a:lnTo>
                    <a:pt x="2894983" y="200198"/>
                  </a:lnTo>
                  <a:lnTo>
                    <a:pt x="2887159" y="200198"/>
                  </a:lnTo>
                  <a:lnTo>
                    <a:pt x="2879334" y="200198"/>
                  </a:lnTo>
                  <a:lnTo>
                    <a:pt x="2871510" y="200198"/>
                  </a:lnTo>
                  <a:lnTo>
                    <a:pt x="2863686" y="200198"/>
                  </a:lnTo>
                  <a:lnTo>
                    <a:pt x="2855861" y="200198"/>
                  </a:lnTo>
                  <a:lnTo>
                    <a:pt x="2848037" y="200198"/>
                  </a:lnTo>
                  <a:lnTo>
                    <a:pt x="2840213" y="200198"/>
                  </a:lnTo>
                  <a:lnTo>
                    <a:pt x="2832389" y="200198"/>
                  </a:lnTo>
                  <a:lnTo>
                    <a:pt x="2824564" y="200198"/>
                  </a:lnTo>
                  <a:lnTo>
                    <a:pt x="2816740" y="200198"/>
                  </a:lnTo>
                  <a:lnTo>
                    <a:pt x="2808916" y="200198"/>
                  </a:lnTo>
                  <a:lnTo>
                    <a:pt x="2801091" y="200198"/>
                  </a:lnTo>
                  <a:lnTo>
                    <a:pt x="2793267" y="200198"/>
                  </a:lnTo>
                  <a:lnTo>
                    <a:pt x="2785443" y="200198"/>
                  </a:lnTo>
                  <a:lnTo>
                    <a:pt x="2777619" y="200198"/>
                  </a:lnTo>
                  <a:lnTo>
                    <a:pt x="2769794" y="200198"/>
                  </a:lnTo>
                  <a:lnTo>
                    <a:pt x="2761970" y="200198"/>
                  </a:lnTo>
                  <a:lnTo>
                    <a:pt x="2754146" y="200198"/>
                  </a:lnTo>
                  <a:lnTo>
                    <a:pt x="2746322" y="200198"/>
                  </a:lnTo>
                  <a:lnTo>
                    <a:pt x="2738497" y="200198"/>
                  </a:lnTo>
                  <a:lnTo>
                    <a:pt x="2730673" y="200198"/>
                  </a:lnTo>
                  <a:lnTo>
                    <a:pt x="2722849" y="200198"/>
                  </a:lnTo>
                  <a:lnTo>
                    <a:pt x="2715024" y="200198"/>
                  </a:lnTo>
                  <a:lnTo>
                    <a:pt x="2707200" y="200198"/>
                  </a:lnTo>
                  <a:lnTo>
                    <a:pt x="2699376" y="200198"/>
                  </a:lnTo>
                  <a:lnTo>
                    <a:pt x="2691552" y="200198"/>
                  </a:lnTo>
                  <a:lnTo>
                    <a:pt x="2683727" y="200198"/>
                  </a:lnTo>
                  <a:lnTo>
                    <a:pt x="2675903" y="200198"/>
                  </a:lnTo>
                  <a:lnTo>
                    <a:pt x="2668079" y="200198"/>
                  </a:lnTo>
                  <a:lnTo>
                    <a:pt x="2660254" y="200198"/>
                  </a:lnTo>
                  <a:lnTo>
                    <a:pt x="2652430" y="200198"/>
                  </a:lnTo>
                  <a:lnTo>
                    <a:pt x="2644606" y="200198"/>
                  </a:lnTo>
                  <a:lnTo>
                    <a:pt x="2636782" y="200198"/>
                  </a:lnTo>
                  <a:lnTo>
                    <a:pt x="2628957" y="200198"/>
                  </a:lnTo>
                  <a:lnTo>
                    <a:pt x="2621133" y="200198"/>
                  </a:lnTo>
                  <a:lnTo>
                    <a:pt x="2613309" y="200198"/>
                  </a:lnTo>
                  <a:lnTo>
                    <a:pt x="2605485" y="200198"/>
                  </a:lnTo>
                  <a:lnTo>
                    <a:pt x="2597660" y="200198"/>
                  </a:lnTo>
                  <a:lnTo>
                    <a:pt x="2589836" y="200198"/>
                  </a:lnTo>
                  <a:lnTo>
                    <a:pt x="2582012" y="200198"/>
                  </a:lnTo>
                  <a:lnTo>
                    <a:pt x="2574187" y="200198"/>
                  </a:lnTo>
                  <a:lnTo>
                    <a:pt x="2566363" y="200198"/>
                  </a:lnTo>
                  <a:lnTo>
                    <a:pt x="2558539" y="200198"/>
                  </a:lnTo>
                  <a:lnTo>
                    <a:pt x="2550715" y="200198"/>
                  </a:lnTo>
                  <a:lnTo>
                    <a:pt x="2542890" y="200198"/>
                  </a:lnTo>
                  <a:lnTo>
                    <a:pt x="2535066" y="200198"/>
                  </a:lnTo>
                  <a:lnTo>
                    <a:pt x="2527242" y="200198"/>
                  </a:lnTo>
                  <a:lnTo>
                    <a:pt x="2519417" y="200198"/>
                  </a:lnTo>
                  <a:lnTo>
                    <a:pt x="2511593" y="200198"/>
                  </a:lnTo>
                  <a:lnTo>
                    <a:pt x="2503769" y="200198"/>
                  </a:lnTo>
                  <a:lnTo>
                    <a:pt x="2495945" y="200198"/>
                  </a:lnTo>
                  <a:lnTo>
                    <a:pt x="2488120" y="200198"/>
                  </a:lnTo>
                  <a:lnTo>
                    <a:pt x="2480296" y="200198"/>
                  </a:lnTo>
                  <a:lnTo>
                    <a:pt x="2472472" y="200198"/>
                  </a:lnTo>
                  <a:lnTo>
                    <a:pt x="2464647" y="200198"/>
                  </a:lnTo>
                  <a:lnTo>
                    <a:pt x="2456823" y="200198"/>
                  </a:lnTo>
                  <a:lnTo>
                    <a:pt x="2448999" y="200198"/>
                  </a:lnTo>
                  <a:lnTo>
                    <a:pt x="2441175" y="200198"/>
                  </a:lnTo>
                  <a:lnTo>
                    <a:pt x="2433350" y="200198"/>
                  </a:lnTo>
                  <a:lnTo>
                    <a:pt x="2425526" y="200198"/>
                  </a:lnTo>
                  <a:lnTo>
                    <a:pt x="2417702" y="200198"/>
                  </a:lnTo>
                  <a:lnTo>
                    <a:pt x="2409878" y="200198"/>
                  </a:lnTo>
                  <a:lnTo>
                    <a:pt x="2402053" y="200198"/>
                  </a:lnTo>
                  <a:lnTo>
                    <a:pt x="2394229" y="200198"/>
                  </a:lnTo>
                  <a:lnTo>
                    <a:pt x="2386405" y="200198"/>
                  </a:lnTo>
                  <a:lnTo>
                    <a:pt x="2378580" y="200198"/>
                  </a:lnTo>
                  <a:lnTo>
                    <a:pt x="2370756" y="200198"/>
                  </a:lnTo>
                  <a:lnTo>
                    <a:pt x="2362932" y="200198"/>
                  </a:lnTo>
                  <a:lnTo>
                    <a:pt x="2355108" y="200198"/>
                  </a:lnTo>
                  <a:lnTo>
                    <a:pt x="2347283" y="200198"/>
                  </a:lnTo>
                  <a:lnTo>
                    <a:pt x="2339459" y="200198"/>
                  </a:lnTo>
                  <a:lnTo>
                    <a:pt x="2331635" y="200198"/>
                  </a:lnTo>
                  <a:lnTo>
                    <a:pt x="2323810" y="200198"/>
                  </a:lnTo>
                  <a:lnTo>
                    <a:pt x="2315986" y="200198"/>
                  </a:lnTo>
                  <a:lnTo>
                    <a:pt x="2308162" y="200198"/>
                  </a:lnTo>
                  <a:lnTo>
                    <a:pt x="2300338" y="200198"/>
                  </a:lnTo>
                  <a:lnTo>
                    <a:pt x="2292513" y="200198"/>
                  </a:lnTo>
                  <a:lnTo>
                    <a:pt x="2284689" y="200198"/>
                  </a:lnTo>
                  <a:lnTo>
                    <a:pt x="2276865" y="200198"/>
                  </a:lnTo>
                  <a:lnTo>
                    <a:pt x="2269040" y="200198"/>
                  </a:lnTo>
                  <a:lnTo>
                    <a:pt x="2261216" y="200198"/>
                  </a:lnTo>
                  <a:lnTo>
                    <a:pt x="2253392" y="200198"/>
                  </a:lnTo>
                  <a:lnTo>
                    <a:pt x="2245568" y="200198"/>
                  </a:lnTo>
                  <a:lnTo>
                    <a:pt x="2237743" y="200198"/>
                  </a:lnTo>
                  <a:lnTo>
                    <a:pt x="2229919" y="200198"/>
                  </a:lnTo>
                  <a:lnTo>
                    <a:pt x="2222095" y="200198"/>
                  </a:lnTo>
                  <a:lnTo>
                    <a:pt x="2214271" y="200198"/>
                  </a:lnTo>
                  <a:lnTo>
                    <a:pt x="2206446" y="200198"/>
                  </a:lnTo>
                  <a:lnTo>
                    <a:pt x="2198622" y="200198"/>
                  </a:lnTo>
                  <a:lnTo>
                    <a:pt x="2190798" y="200198"/>
                  </a:lnTo>
                  <a:lnTo>
                    <a:pt x="2182973" y="200198"/>
                  </a:lnTo>
                  <a:lnTo>
                    <a:pt x="2175149" y="200198"/>
                  </a:lnTo>
                  <a:lnTo>
                    <a:pt x="2167325" y="200198"/>
                  </a:lnTo>
                  <a:lnTo>
                    <a:pt x="2159501" y="200198"/>
                  </a:lnTo>
                  <a:lnTo>
                    <a:pt x="2151676" y="200198"/>
                  </a:lnTo>
                  <a:lnTo>
                    <a:pt x="2143852" y="200198"/>
                  </a:lnTo>
                  <a:lnTo>
                    <a:pt x="2136028" y="200198"/>
                  </a:lnTo>
                  <a:lnTo>
                    <a:pt x="2128203" y="200198"/>
                  </a:lnTo>
                  <a:lnTo>
                    <a:pt x="2120379" y="200198"/>
                  </a:lnTo>
                  <a:lnTo>
                    <a:pt x="2112555" y="200198"/>
                  </a:lnTo>
                  <a:lnTo>
                    <a:pt x="2104731" y="200198"/>
                  </a:lnTo>
                  <a:lnTo>
                    <a:pt x="2096906" y="200198"/>
                  </a:lnTo>
                  <a:lnTo>
                    <a:pt x="2089082" y="200198"/>
                  </a:lnTo>
                  <a:lnTo>
                    <a:pt x="2081258" y="200198"/>
                  </a:lnTo>
                  <a:lnTo>
                    <a:pt x="2073434" y="200198"/>
                  </a:lnTo>
                  <a:lnTo>
                    <a:pt x="2065609" y="200198"/>
                  </a:lnTo>
                  <a:lnTo>
                    <a:pt x="2057785" y="200198"/>
                  </a:lnTo>
                  <a:lnTo>
                    <a:pt x="2049961" y="200198"/>
                  </a:lnTo>
                  <a:lnTo>
                    <a:pt x="2042136" y="200198"/>
                  </a:lnTo>
                  <a:lnTo>
                    <a:pt x="2034312" y="200198"/>
                  </a:lnTo>
                  <a:lnTo>
                    <a:pt x="2026488" y="200198"/>
                  </a:lnTo>
                  <a:lnTo>
                    <a:pt x="2018664" y="200198"/>
                  </a:lnTo>
                  <a:lnTo>
                    <a:pt x="2010839" y="200198"/>
                  </a:lnTo>
                  <a:lnTo>
                    <a:pt x="2003015" y="200198"/>
                  </a:lnTo>
                  <a:lnTo>
                    <a:pt x="1995191" y="200198"/>
                  </a:lnTo>
                  <a:lnTo>
                    <a:pt x="1987366" y="200198"/>
                  </a:lnTo>
                  <a:lnTo>
                    <a:pt x="1979542" y="200198"/>
                  </a:lnTo>
                  <a:lnTo>
                    <a:pt x="1971718" y="200198"/>
                  </a:lnTo>
                  <a:lnTo>
                    <a:pt x="1963894" y="200198"/>
                  </a:lnTo>
                  <a:lnTo>
                    <a:pt x="1956069" y="200198"/>
                  </a:lnTo>
                  <a:lnTo>
                    <a:pt x="1948245" y="200198"/>
                  </a:lnTo>
                  <a:lnTo>
                    <a:pt x="1940421" y="200198"/>
                  </a:lnTo>
                  <a:lnTo>
                    <a:pt x="1932596" y="200198"/>
                  </a:lnTo>
                  <a:lnTo>
                    <a:pt x="1924772" y="200198"/>
                  </a:lnTo>
                  <a:lnTo>
                    <a:pt x="1916948" y="200198"/>
                  </a:lnTo>
                  <a:lnTo>
                    <a:pt x="1909124" y="200198"/>
                  </a:lnTo>
                  <a:lnTo>
                    <a:pt x="1901299" y="200198"/>
                  </a:lnTo>
                  <a:lnTo>
                    <a:pt x="1893475" y="200198"/>
                  </a:lnTo>
                  <a:lnTo>
                    <a:pt x="1885651" y="200198"/>
                  </a:lnTo>
                  <a:lnTo>
                    <a:pt x="1877827" y="200198"/>
                  </a:lnTo>
                  <a:lnTo>
                    <a:pt x="1870002" y="200198"/>
                  </a:lnTo>
                  <a:lnTo>
                    <a:pt x="1862178" y="200198"/>
                  </a:lnTo>
                  <a:lnTo>
                    <a:pt x="1854354" y="200198"/>
                  </a:lnTo>
                  <a:lnTo>
                    <a:pt x="1846529" y="200198"/>
                  </a:lnTo>
                  <a:lnTo>
                    <a:pt x="1838705" y="200198"/>
                  </a:lnTo>
                  <a:lnTo>
                    <a:pt x="1830881" y="200198"/>
                  </a:lnTo>
                  <a:lnTo>
                    <a:pt x="1823057" y="200198"/>
                  </a:lnTo>
                  <a:lnTo>
                    <a:pt x="1815232" y="200198"/>
                  </a:lnTo>
                  <a:lnTo>
                    <a:pt x="1807408" y="200198"/>
                  </a:lnTo>
                  <a:lnTo>
                    <a:pt x="1799584" y="200198"/>
                  </a:lnTo>
                  <a:lnTo>
                    <a:pt x="1791759" y="200198"/>
                  </a:lnTo>
                  <a:lnTo>
                    <a:pt x="1783935" y="200198"/>
                  </a:lnTo>
                  <a:lnTo>
                    <a:pt x="1776111" y="200198"/>
                  </a:lnTo>
                  <a:lnTo>
                    <a:pt x="1768287" y="200198"/>
                  </a:lnTo>
                  <a:lnTo>
                    <a:pt x="1760462" y="200198"/>
                  </a:lnTo>
                  <a:lnTo>
                    <a:pt x="1752638" y="200198"/>
                  </a:lnTo>
                  <a:lnTo>
                    <a:pt x="1744814" y="200198"/>
                  </a:lnTo>
                  <a:lnTo>
                    <a:pt x="1736990" y="200198"/>
                  </a:lnTo>
                  <a:lnTo>
                    <a:pt x="1729165" y="200198"/>
                  </a:lnTo>
                  <a:lnTo>
                    <a:pt x="1721341" y="200198"/>
                  </a:lnTo>
                  <a:lnTo>
                    <a:pt x="1713517" y="200198"/>
                  </a:lnTo>
                  <a:lnTo>
                    <a:pt x="1705692" y="200198"/>
                  </a:lnTo>
                  <a:lnTo>
                    <a:pt x="1697868" y="200198"/>
                  </a:lnTo>
                  <a:lnTo>
                    <a:pt x="1690044" y="200198"/>
                  </a:lnTo>
                  <a:lnTo>
                    <a:pt x="1682220" y="200198"/>
                  </a:lnTo>
                  <a:lnTo>
                    <a:pt x="1674395" y="200198"/>
                  </a:lnTo>
                  <a:lnTo>
                    <a:pt x="1666571" y="200198"/>
                  </a:lnTo>
                  <a:lnTo>
                    <a:pt x="1658747" y="200198"/>
                  </a:lnTo>
                  <a:lnTo>
                    <a:pt x="1650922" y="200198"/>
                  </a:lnTo>
                  <a:lnTo>
                    <a:pt x="1643098" y="200198"/>
                  </a:lnTo>
                  <a:lnTo>
                    <a:pt x="1635274" y="200198"/>
                  </a:lnTo>
                  <a:lnTo>
                    <a:pt x="1627450" y="200198"/>
                  </a:lnTo>
                  <a:lnTo>
                    <a:pt x="1619625" y="200198"/>
                  </a:lnTo>
                  <a:lnTo>
                    <a:pt x="1611801" y="200198"/>
                  </a:lnTo>
                  <a:lnTo>
                    <a:pt x="1603977" y="200198"/>
                  </a:lnTo>
                  <a:lnTo>
                    <a:pt x="1596152" y="200198"/>
                  </a:lnTo>
                  <a:lnTo>
                    <a:pt x="1588328" y="200198"/>
                  </a:lnTo>
                  <a:lnTo>
                    <a:pt x="1580504" y="200198"/>
                  </a:lnTo>
                  <a:lnTo>
                    <a:pt x="1572680" y="200198"/>
                  </a:lnTo>
                  <a:lnTo>
                    <a:pt x="1564855" y="200198"/>
                  </a:lnTo>
                  <a:lnTo>
                    <a:pt x="1557031" y="200198"/>
                  </a:lnTo>
                  <a:lnTo>
                    <a:pt x="1549207" y="200198"/>
                  </a:lnTo>
                  <a:lnTo>
                    <a:pt x="1541383" y="200198"/>
                  </a:lnTo>
                  <a:lnTo>
                    <a:pt x="1533558" y="200198"/>
                  </a:lnTo>
                  <a:lnTo>
                    <a:pt x="1525734" y="200198"/>
                  </a:lnTo>
                  <a:lnTo>
                    <a:pt x="1517910" y="200198"/>
                  </a:lnTo>
                  <a:lnTo>
                    <a:pt x="1510085" y="200198"/>
                  </a:lnTo>
                  <a:lnTo>
                    <a:pt x="1502261" y="200198"/>
                  </a:lnTo>
                  <a:lnTo>
                    <a:pt x="1494437" y="200198"/>
                  </a:lnTo>
                  <a:lnTo>
                    <a:pt x="1486613" y="200198"/>
                  </a:lnTo>
                  <a:lnTo>
                    <a:pt x="1478788" y="200198"/>
                  </a:lnTo>
                  <a:lnTo>
                    <a:pt x="1470964" y="200198"/>
                  </a:lnTo>
                  <a:lnTo>
                    <a:pt x="1463140" y="200198"/>
                  </a:lnTo>
                  <a:lnTo>
                    <a:pt x="1455315" y="200198"/>
                  </a:lnTo>
                  <a:lnTo>
                    <a:pt x="1447491" y="200198"/>
                  </a:lnTo>
                  <a:lnTo>
                    <a:pt x="1439667" y="200198"/>
                  </a:lnTo>
                  <a:lnTo>
                    <a:pt x="1431843" y="200198"/>
                  </a:lnTo>
                  <a:lnTo>
                    <a:pt x="1424018" y="200198"/>
                  </a:lnTo>
                  <a:lnTo>
                    <a:pt x="1416194" y="200198"/>
                  </a:lnTo>
                  <a:lnTo>
                    <a:pt x="1408370" y="200198"/>
                  </a:lnTo>
                  <a:lnTo>
                    <a:pt x="1400545" y="200198"/>
                  </a:lnTo>
                  <a:lnTo>
                    <a:pt x="1392721" y="200198"/>
                  </a:lnTo>
                  <a:lnTo>
                    <a:pt x="1384897" y="200198"/>
                  </a:lnTo>
                  <a:lnTo>
                    <a:pt x="1377073" y="200198"/>
                  </a:lnTo>
                  <a:lnTo>
                    <a:pt x="1369248" y="200198"/>
                  </a:lnTo>
                  <a:lnTo>
                    <a:pt x="1361424" y="200198"/>
                  </a:lnTo>
                  <a:lnTo>
                    <a:pt x="1353600" y="200198"/>
                  </a:lnTo>
                  <a:lnTo>
                    <a:pt x="1345776" y="200198"/>
                  </a:lnTo>
                  <a:lnTo>
                    <a:pt x="1337951" y="200198"/>
                  </a:lnTo>
                  <a:lnTo>
                    <a:pt x="1330127" y="200198"/>
                  </a:lnTo>
                  <a:lnTo>
                    <a:pt x="1322303" y="200198"/>
                  </a:lnTo>
                  <a:lnTo>
                    <a:pt x="1314478" y="200198"/>
                  </a:lnTo>
                  <a:lnTo>
                    <a:pt x="1306654" y="200198"/>
                  </a:lnTo>
                  <a:lnTo>
                    <a:pt x="1298830" y="200198"/>
                  </a:lnTo>
                  <a:lnTo>
                    <a:pt x="1291006" y="200198"/>
                  </a:lnTo>
                  <a:lnTo>
                    <a:pt x="1283181" y="200198"/>
                  </a:lnTo>
                  <a:lnTo>
                    <a:pt x="1275357" y="200198"/>
                  </a:lnTo>
                  <a:lnTo>
                    <a:pt x="1267533" y="200198"/>
                  </a:lnTo>
                  <a:lnTo>
                    <a:pt x="1259708" y="200198"/>
                  </a:lnTo>
                  <a:lnTo>
                    <a:pt x="1251884" y="200198"/>
                  </a:lnTo>
                  <a:lnTo>
                    <a:pt x="1244060" y="200198"/>
                  </a:lnTo>
                  <a:lnTo>
                    <a:pt x="1236236" y="200198"/>
                  </a:lnTo>
                  <a:lnTo>
                    <a:pt x="1228411" y="200198"/>
                  </a:lnTo>
                  <a:lnTo>
                    <a:pt x="1220587" y="200198"/>
                  </a:lnTo>
                  <a:lnTo>
                    <a:pt x="1212763" y="200198"/>
                  </a:lnTo>
                  <a:lnTo>
                    <a:pt x="1204939" y="200198"/>
                  </a:lnTo>
                  <a:lnTo>
                    <a:pt x="1197114" y="200198"/>
                  </a:lnTo>
                  <a:lnTo>
                    <a:pt x="1189290" y="200198"/>
                  </a:lnTo>
                  <a:lnTo>
                    <a:pt x="1181466" y="200198"/>
                  </a:lnTo>
                  <a:lnTo>
                    <a:pt x="1173641" y="200198"/>
                  </a:lnTo>
                  <a:lnTo>
                    <a:pt x="1165817" y="200198"/>
                  </a:lnTo>
                  <a:lnTo>
                    <a:pt x="1157993" y="200198"/>
                  </a:lnTo>
                  <a:lnTo>
                    <a:pt x="1150169" y="200198"/>
                  </a:lnTo>
                  <a:lnTo>
                    <a:pt x="1142344" y="200198"/>
                  </a:lnTo>
                  <a:lnTo>
                    <a:pt x="1134520" y="200198"/>
                  </a:lnTo>
                  <a:lnTo>
                    <a:pt x="1126696" y="200198"/>
                  </a:lnTo>
                  <a:lnTo>
                    <a:pt x="1118871" y="200198"/>
                  </a:lnTo>
                  <a:lnTo>
                    <a:pt x="1111047" y="200198"/>
                  </a:lnTo>
                  <a:lnTo>
                    <a:pt x="1103223" y="200198"/>
                  </a:lnTo>
                  <a:lnTo>
                    <a:pt x="1095399" y="200198"/>
                  </a:lnTo>
                  <a:lnTo>
                    <a:pt x="1087574" y="200198"/>
                  </a:lnTo>
                  <a:lnTo>
                    <a:pt x="1079750" y="200198"/>
                  </a:lnTo>
                  <a:lnTo>
                    <a:pt x="1071926" y="200198"/>
                  </a:lnTo>
                  <a:lnTo>
                    <a:pt x="1064101" y="200198"/>
                  </a:lnTo>
                  <a:lnTo>
                    <a:pt x="1056277" y="200198"/>
                  </a:lnTo>
                  <a:lnTo>
                    <a:pt x="1048453" y="200198"/>
                  </a:lnTo>
                  <a:lnTo>
                    <a:pt x="1040629" y="200198"/>
                  </a:lnTo>
                  <a:lnTo>
                    <a:pt x="1032804" y="200198"/>
                  </a:lnTo>
                  <a:lnTo>
                    <a:pt x="1024980" y="200198"/>
                  </a:lnTo>
                  <a:lnTo>
                    <a:pt x="1017156" y="200198"/>
                  </a:lnTo>
                  <a:lnTo>
                    <a:pt x="1009332" y="200198"/>
                  </a:lnTo>
                  <a:lnTo>
                    <a:pt x="1001507" y="200198"/>
                  </a:lnTo>
                  <a:lnTo>
                    <a:pt x="993683" y="200198"/>
                  </a:lnTo>
                  <a:lnTo>
                    <a:pt x="985859" y="200198"/>
                  </a:lnTo>
                  <a:lnTo>
                    <a:pt x="978034" y="200198"/>
                  </a:lnTo>
                  <a:lnTo>
                    <a:pt x="970210" y="200198"/>
                  </a:lnTo>
                  <a:lnTo>
                    <a:pt x="962386" y="200198"/>
                  </a:lnTo>
                  <a:lnTo>
                    <a:pt x="954562" y="200198"/>
                  </a:lnTo>
                  <a:lnTo>
                    <a:pt x="946737" y="200198"/>
                  </a:lnTo>
                  <a:lnTo>
                    <a:pt x="938913" y="200198"/>
                  </a:lnTo>
                  <a:lnTo>
                    <a:pt x="931089" y="200198"/>
                  </a:lnTo>
                  <a:lnTo>
                    <a:pt x="923264" y="200198"/>
                  </a:lnTo>
                  <a:lnTo>
                    <a:pt x="915440" y="200198"/>
                  </a:lnTo>
                  <a:lnTo>
                    <a:pt x="907616" y="200198"/>
                  </a:lnTo>
                  <a:lnTo>
                    <a:pt x="899792" y="200198"/>
                  </a:lnTo>
                  <a:lnTo>
                    <a:pt x="891967" y="200198"/>
                  </a:lnTo>
                  <a:lnTo>
                    <a:pt x="884143" y="200198"/>
                  </a:lnTo>
                  <a:lnTo>
                    <a:pt x="876319" y="200198"/>
                  </a:lnTo>
                  <a:lnTo>
                    <a:pt x="868495" y="200198"/>
                  </a:lnTo>
                  <a:lnTo>
                    <a:pt x="860670" y="200198"/>
                  </a:lnTo>
                  <a:lnTo>
                    <a:pt x="852846" y="200198"/>
                  </a:lnTo>
                  <a:lnTo>
                    <a:pt x="845022" y="200198"/>
                  </a:lnTo>
                  <a:lnTo>
                    <a:pt x="837197" y="200198"/>
                  </a:lnTo>
                  <a:lnTo>
                    <a:pt x="829373" y="200198"/>
                  </a:lnTo>
                  <a:lnTo>
                    <a:pt x="821549" y="200198"/>
                  </a:lnTo>
                  <a:lnTo>
                    <a:pt x="813725" y="200198"/>
                  </a:lnTo>
                  <a:lnTo>
                    <a:pt x="805900" y="200198"/>
                  </a:lnTo>
                  <a:lnTo>
                    <a:pt x="798076" y="200198"/>
                  </a:lnTo>
                  <a:lnTo>
                    <a:pt x="790252" y="200198"/>
                  </a:lnTo>
                  <a:lnTo>
                    <a:pt x="782427" y="200198"/>
                  </a:lnTo>
                  <a:lnTo>
                    <a:pt x="774603" y="200198"/>
                  </a:lnTo>
                  <a:lnTo>
                    <a:pt x="766779" y="200198"/>
                  </a:lnTo>
                  <a:lnTo>
                    <a:pt x="758955" y="200198"/>
                  </a:lnTo>
                  <a:lnTo>
                    <a:pt x="751130" y="200198"/>
                  </a:lnTo>
                  <a:lnTo>
                    <a:pt x="743306" y="200198"/>
                  </a:lnTo>
                  <a:lnTo>
                    <a:pt x="735482" y="200198"/>
                  </a:lnTo>
                  <a:lnTo>
                    <a:pt x="727657" y="200198"/>
                  </a:lnTo>
                  <a:lnTo>
                    <a:pt x="719833" y="200198"/>
                  </a:lnTo>
                  <a:lnTo>
                    <a:pt x="712009" y="200198"/>
                  </a:lnTo>
                  <a:lnTo>
                    <a:pt x="704185" y="200198"/>
                  </a:lnTo>
                  <a:lnTo>
                    <a:pt x="696360" y="200198"/>
                  </a:lnTo>
                  <a:lnTo>
                    <a:pt x="688536" y="200198"/>
                  </a:lnTo>
                  <a:lnTo>
                    <a:pt x="680712" y="200198"/>
                  </a:lnTo>
                  <a:lnTo>
                    <a:pt x="672888" y="200198"/>
                  </a:lnTo>
                  <a:lnTo>
                    <a:pt x="665063" y="200198"/>
                  </a:lnTo>
                  <a:lnTo>
                    <a:pt x="657239" y="200198"/>
                  </a:lnTo>
                  <a:lnTo>
                    <a:pt x="649415" y="200198"/>
                  </a:lnTo>
                  <a:lnTo>
                    <a:pt x="641590" y="200198"/>
                  </a:lnTo>
                  <a:lnTo>
                    <a:pt x="633766" y="200198"/>
                  </a:lnTo>
                  <a:lnTo>
                    <a:pt x="625942" y="200198"/>
                  </a:lnTo>
                  <a:lnTo>
                    <a:pt x="618118" y="200198"/>
                  </a:lnTo>
                  <a:lnTo>
                    <a:pt x="610293" y="200198"/>
                  </a:lnTo>
                  <a:lnTo>
                    <a:pt x="602469" y="200198"/>
                  </a:lnTo>
                  <a:lnTo>
                    <a:pt x="594645" y="200198"/>
                  </a:lnTo>
                  <a:lnTo>
                    <a:pt x="586820" y="200198"/>
                  </a:lnTo>
                  <a:lnTo>
                    <a:pt x="578996" y="200198"/>
                  </a:lnTo>
                  <a:lnTo>
                    <a:pt x="571172" y="200198"/>
                  </a:lnTo>
                  <a:lnTo>
                    <a:pt x="563348" y="200198"/>
                  </a:lnTo>
                  <a:lnTo>
                    <a:pt x="555523" y="200198"/>
                  </a:lnTo>
                  <a:lnTo>
                    <a:pt x="547699" y="200198"/>
                  </a:lnTo>
                  <a:lnTo>
                    <a:pt x="539875" y="200198"/>
                  </a:lnTo>
                  <a:lnTo>
                    <a:pt x="532050" y="200198"/>
                  </a:lnTo>
                  <a:lnTo>
                    <a:pt x="524226" y="200198"/>
                  </a:lnTo>
                  <a:lnTo>
                    <a:pt x="516402" y="200198"/>
                  </a:lnTo>
                  <a:lnTo>
                    <a:pt x="508578" y="200198"/>
                  </a:lnTo>
                  <a:lnTo>
                    <a:pt x="500753" y="200198"/>
                  </a:lnTo>
                  <a:lnTo>
                    <a:pt x="492929" y="200198"/>
                  </a:lnTo>
                  <a:lnTo>
                    <a:pt x="485105" y="200198"/>
                  </a:lnTo>
                  <a:lnTo>
                    <a:pt x="477281" y="200198"/>
                  </a:lnTo>
                  <a:lnTo>
                    <a:pt x="469456" y="200198"/>
                  </a:lnTo>
                  <a:lnTo>
                    <a:pt x="461632" y="200198"/>
                  </a:lnTo>
                  <a:lnTo>
                    <a:pt x="453808" y="200198"/>
                  </a:lnTo>
                  <a:lnTo>
                    <a:pt x="445983" y="200198"/>
                  </a:lnTo>
                  <a:lnTo>
                    <a:pt x="438159" y="200198"/>
                  </a:lnTo>
                  <a:lnTo>
                    <a:pt x="430335" y="200198"/>
                  </a:lnTo>
                  <a:lnTo>
                    <a:pt x="422511" y="200198"/>
                  </a:lnTo>
                  <a:lnTo>
                    <a:pt x="414686" y="200198"/>
                  </a:lnTo>
                  <a:lnTo>
                    <a:pt x="406862" y="200198"/>
                  </a:lnTo>
                  <a:lnTo>
                    <a:pt x="399038" y="200198"/>
                  </a:lnTo>
                  <a:lnTo>
                    <a:pt x="391213" y="200198"/>
                  </a:lnTo>
                  <a:lnTo>
                    <a:pt x="383389" y="200198"/>
                  </a:lnTo>
                  <a:lnTo>
                    <a:pt x="375565" y="200198"/>
                  </a:lnTo>
                  <a:lnTo>
                    <a:pt x="367741" y="200198"/>
                  </a:lnTo>
                  <a:lnTo>
                    <a:pt x="359916" y="200198"/>
                  </a:lnTo>
                  <a:lnTo>
                    <a:pt x="352092" y="200198"/>
                  </a:lnTo>
                  <a:lnTo>
                    <a:pt x="344268" y="200198"/>
                  </a:lnTo>
                  <a:lnTo>
                    <a:pt x="336444" y="200198"/>
                  </a:lnTo>
                  <a:lnTo>
                    <a:pt x="328619" y="200198"/>
                  </a:lnTo>
                  <a:lnTo>
                    <a:pt x="320795" y="200198"/>
                  </a:lnTo>
                  <a:lnTo>
                    <a:pt x="312971" y="200198"/>
                  </a:lnTo>
                  <a:lnTo>
                    <a:pt x="305146" y="200198"/>
                  </a:lnTo>
                  <a:lnTo>
                    <a:pt x="297322" y="200198"/>
                  </a:lnTo>
                  <a:lnTo>
                    <a:pt x="289498" y="200198"/>
                  </a:lnTo>
                  <a:lnTo>
                    <a:pt x="281674" y="200198"/>
                  </a:lnTo>
                  <a:lnTo>
                    <a:pt x="273849" y="200198"/>
                  </a:lnTo>
                  <a:lnTo>
                    <a:pt x="266025" y="200198"/>
                  </a:lnTo>
                  <a:lnTo>
                    <a:pt x="258201" y="200198"/>
                  </a:lnTo>
                  <a:lnTo>
                    <a:pt x="250376" y="200198"/>
                  </a:lnTo>
                  <a:lnTo>
                    <a:pt x="242552" y="200198"/>
                  </a:lnTo>
                  <a:lnTo>
                    <a:pt x="234728" y="200198"/>
                  </a:lnTo>
                  <a:lnTo>
                    <a:pt x="226904" y="200198"/>
                  </a:lnTo>
                  <a:lnTo>
                    <a:pt x="219079" y="200198"/>
                  </a:lnTo>
                  <a:lnTo>
                    <a:pt x="211255" y="200198"/>
                  </a:lnTo>
                  <a:lnTo>
                    <a:pt x="203431" y="200198"/>
                  </a:lnTo>
                  <a:lnTo>
                    <a:pt x="195606" y="200198"/>
                  </a:lnTo>
                  <a:lnTo>
                    <a:pt x="187782" y="200198"/>
                  </a:lnTo>
                  <a:lnTo>
                    <a:pt x="179958" y="200198"/>
                  </a:lnTo>
                  <a:lnTo>
                    <a:pt x="172134" y="200198"/>
                  </a:lnTo>
                  <a:lnTo>
                    <a:pt x="164309" y="200198"/>
                  </a:lnTo>
                  <a:lnTo>
                    <a:pt x="156485" y="200198"/>
                  </a:lnTo>
                  <a:lnTo>
                    <a:pt x="148661" y="200198"/>
                  </a:lnTo>
                  <a:lnTo>
                    <a:pt x="140837" y="200198"/>
                  </a:lnTo>
                  <a:lnTo>
                    <a:pt x="133012" y="200198"/>
                  </a:lnTo>
                  <a:lnTo>
                    <a:pt x="125188" y="200198"/>
                  </a:lnTo>
                  <a:lnTo>
                    <a:pt x="117364" y="200198"/>
                  </a:lnTo>
                  <a:lnTo>
                    <a:pt x="109539" y="200198"/>
                  </a:lnTo>
                  <a:lnTo>
                    <a:pt x="101715" y="200198"/>
                  </a:lnTo>
                  <a:lnTo>
                    <a:pt x="93891" y="200198"/>
                  </a:lnTo>
                  <a:lnTo>
                    <a:pt x="86067" y="200198"/>
                  </a:lnTo>
                  <a:lnTo>
                    <a:pt x="78242" y="200198"/>
                  </a:lnTo>
                  <a:lnTo>
                    <a:pt x="70418" y="200198"/>
                  </a:lnTo>
                  <a:lnTo>
                    <a:pt x="62594" y="200198"/>
                  </a:lnTo>
                  <a:lnTo>
                    <a:pt x="54769" y="200198"/>
                  </a:lnTo>
                  <a:lnTo>
                    <a:pt x="46945" y="200198"/>
                  </a:lnTo>
                  <a:lnTo>
                    <a:pt x="39121" y="200198"/>
                  </a:lnTo>
                  <a:lnTo>
                    <a:pt x="31297" y="200198"/>
                  </a:lnTo>
                  <a:lnTo>
                    <a:pt x="23472" y="200198"/>
                  </a:lnTo>
                  <a:lnTo>
                    <a:pt x="15648" y="200198"/>
                  </a:lnTo>
                  <a:lnTo>
                    <a:pt x="7824" y="200198"/>
                  </a:lnTo>
                  <a:close/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527" name="pl527"/>
            <p:cNvSpPr/>
            <p:nvPr/>
          </p:nvSpPr>
          <p:spPr>
            <a:xfrm>
              <a:off x="7848093" y="4594534"/>
              <a:ext cx="3998206" cy="200198"/>
            </a:xfrm>
            <a:custGeom>
              <a:avLst/>
              <a:pathLst>
                <a:path w="3998206" h="200198">
                  <a:moveTo>
                    <a:pt x="0" y="200198"/>
                  </a:moveTo>
                  <a:lnTo>
                    <a:pt x="7824" y="200198"/>
                  </a:lnTo>
                  <a:lnTo>
                    <a:pt x="15648" y="200198"/>
                  </a:lnTo>
                  <a:lnTo>
                    <a:pt x="23472" y="200198"/>
                  </a:lnTo>
                  <a:lnTo>
                    <a:pt x="31297" y="200198"/>
                  </a:lnTo>
                  <a:lnTo>
                    <a:pt x="39121" y="200198"/>
                  </a:lnTo>
                  <a:lnTo>
                    <a:pt x="46945" y="200198"/>
                  </a:lnTo>
                  <a:lnTo>
                    <a:pt x="54769" y="200198"/>
                  </a:lnTo>
                  <a:lnTo>
                    <a:pt x="62594" y="200198"/>
                  </a:lnTo>
                  <a:lnTo>
                    <a:pt x="70418" y="200198"/>
                  </a:lnTo>
                  <a:lnTo>
                    <a:pt x="78242" y="200198"/>
                  </a:lnTo>
                  <a:lnTo>
                    <a:pt x="86067" y="200198"/>
                  </a:lnTo>
                  <a:lnTo>
                    <a:pt x="93891" y="200198"/>
                  </a:lnTo>
                  <a:lnTo>
                    <a:pt x="101715" y="200198"/>
                  </a:lnTo>
                  <a:lnTo>
                    <a:pt x="109539" y="200198"/>
                  </a:lnTo>
                  <a:lnTo>
                    <a:pt x="117364" y="200198"/>
                  </a:lnTo>
                  <a:lnTo>
                    <a:pt x="125188" y="200198"/>
                  </a:lnTo>
                  <a:lnTo>
                    <a:pt x="133012" y="200198"/>
                  </a:lnTo>
                  <a:lnTo>
                    <a:pt x="140837" y="200198"/>
                  </a:lnTo>
                  <a:lnTo>
                    <a:pt x="148661" y="200198"/>
                  </a:lnTo>
                  <a:lnTo>
                    <a:pt x="156485" y="200198"/>
                  </a:lnTo>
                  <a:lnTo>
                    <a:pt x="164309" y="200198"/>
                  </a:lnTo>
                  <a:lnTo>
                    <a:pt x="172134" y="200198"/>
                  </a:lnTo>
                  <a:lnTo>
                    <a:pt x="179958" y="200198"/>
                  </a:lnTo>
                  <a:lnTo>
                    <a:pt x="187782" y="200198"/>
                  </a:lnTo>
                  <a:lnTo>
                    <a:pt x="195606" y="200198"/>
                  </a:lnTo>
                  <a:lnTo>
                    <a:pt x="203431" y="200198"/>
                  </a:lnTo>
                  <a:lnTo>
                    <a:pt x="211255" y="200198"/>
                  </a:lnTo>
                  <a:lnTo>
                    <a:pt x="219079" y="200198"/>
                  </a:lnTo>
                  <a:lnTo>
                    <a:pt x="226904" y="200198"/>
                  </a:lnTo>
                  <a:lnTo>
                    <a:pt x="234728" y="200198"/>
                  </a:lnTo>
                  <a:lnTo>
                    <a:pt x="242552" y="200198"/>
                  </a:lnTo>
                  <a:lnTo>
                    <a:pt x="250376" y="200198"/>
                  </a:lnTo>
                  <a:lnTo>
                    <a:pt x="258201" y="200198"/>
                  </a:lnTo>
                  <a:lnTo>
                    <a:pt x="266025" y="200198"/>
                  </a:lnTo>
                  <a:lnTo>
                    <a:pt x="273849" y="200198"/>
                  </a:lnTo>
                  <a:lnTo>
                    <a:pt x="281674" y="200198"/>
                  </a:lnTo>
                  <a:lnTo>
                    <a:pt x="289498" y="200198"/>
                  </a:lnTo>
                  <a:lnTo>
                    <a:pt x="297322" y="200198"/>
                  </a:lnTo>
                  <a:lnTo>
                    <a:pt x="305146" y="200198"/>
                  </a:lnTo>
                  <a:lnTo>
                    <a:pt x="312971" y="200198"/>
                  </a:lnTo>
                  <a:lnTo>
                    <a:pt x="320795" y="200198"/>
                  </a:lnTo>
                  <a:lnTo>
                    <a:pt x="328619" y="200198"/>
                  </a:lnTo>
                  <a:lnTo>
                    <a:pt x="336444" y="200198"/>
                  </a:lnTo>
                  <a:lnTo>
                    <a:pt x="344268" y="200198"/>
                  </a:lnTo>
                  <a:lnTo>
                    <a:pt x="352092" y="200198"/>
                  </a:lnTo>
                  <a:lnTo>
                    <a:pt x="359916" y="200198"/>
                  </a:lnTo>
                  <a:lnTo>
                    <a:pt x="367741" y="200198"/>
                  </a:lnTo>
                  <a:lnTo>
                    <a:pt x="375565" y="200198"/>
                  </a:lnTo>
                  <a:lnTo>
                    <a:pt x="383389" y="200198"/>
                  </a:lnTo>
                  <a:lnTo>
                    <a:pt x="391213" y="200198"/>
                  </a:lnTo>
                  <a:lnTo>
                    <a:pt x="399038" y="200198"/>
                  </a:lnTo>
                  <a:lnTo>
                    <a:pt x="406862" y="200198"/>
                  </a:lnTo>
                  <a:lnTo>
                    <a:pt x="414686" y="200198"/>
                  </a:lnTo>
                  <a:lnTo>
                    <a:pt x="422511" y="200198"/>
                  </a:lnTo>
                  <a:lnTo>
                    <a:pt x="430335" y="200198"/>
                  </a:lnTo>
                  <a:lnTo>
                    <a:pt x="438159" y="200198"/>
                  </a:lnTo>
                  <a:lnTo>
                    <a:pt x="445983" y="200198"/>
                  </a:lnTo>
                  <a:lnTo>
                    <a:pt x="453808" y="200198"/>
                  </a:lnTo>
                  <a:lnTo>
                    <a:pt x="461632" y="200198"/>
                  </a:lnTo>
                  <a:lnTo>
                    <a:pt x="469456" y="200198"/>
                  </a:lnTo>
                  <a:lnTo>
                    <a:pt x="477281" y="200198"/>
                  </a:lnTo>
                  <a:lnTo>
                    <a:pt x="485105" y="200198"/>
                  </a:lnTo>
                  <a:lnTo>
                    <a:pt x="492929" y="200198"/>
                  </a:lnTo>
                  <a:lnTo>
                    <a:pt x="500753" y="200198"/>
                  </a:lnTo>
                  <a:lnTo>
                    <a:pt x="508578" y="200198"/>
                  </a:lnTo>
                  <a:lnTo>
                    <a:pt x="516402" y="200198"/>
                  </a:lnTo>
                  <a:lnTo>
                    <a:pt x="524226" y="200198"/>
                  </a:lnTo>
                  <a:lnTo>
                    <a:pt x="532050" y="200198"/>
                  </a:lnTo>
                  <a:lnTo>
                    <a:pt x="539875" y="200198"/>
                  </a:lnTo>
                  <a:lnTo>
                    <a:pt x="547699" y="200198"/>
                  </a:lnTo>
                  <a:lnTo>
                    <a:pt x="555523" y="200198"/>
                  </a:lnTo>
                  <a:lnTo>
                    <a:pt x="563348" y="200198"/>
                  </a:lnTo>
                  <a:lnTo>
                    <a:pt x="571172" y="200198"/>
                  </a:lnTo>
                  <a:lnTo>
                    <a:pt x="578996" y="200198"/>
                  </a:lnTo>
                  <a:lnTo>
                    <a:pt x="586820" y="200198"/>
                  </a:lnTo>
                  <a:lnTo>
                    <a:pt x="594645" y="200198"/>
                  </a:lnTo>
                  <a:lnTo>
                    <a:pt x="602469" y="200198"/>
                  </a:lnTo>
                  <a:lnTo>
                    <a:pt x="610293" y="200198"/>
                  </a:lnTo>
                  <a:lnTo>
                    <a:pt x="618118" y="200198"/>
                  </a:lnTo>
                  <a:lnTo>
                    <a:pt x="625942" y="200198"/>
                  </a:lnTo>
                  <a:lnTo>
                    <a:pt x="633766" y="200198"/>
                  </a:lnTo>
                  <a:lnTo>
                    <a:pt x="641590" y="200198"/>
                  </a:lnTo>
                  <a:lnTo>
                    <a:pt x="649415" y="200198"/>
                  </a:lnTo>
                  <a:lnTo>
                    <a:pt x="657239" y="200198"/>
                  </a:lnTo>
                  <a:lnTo>
                    <a:pt x="665063" y="200198"/>
                  </a:lnTo>
                  <a:lnTo>
                    <a:pt x="672888" y="200198"/>
                  </a:lnTo>
                  <a:lnTo>
                    <a:pt x="680712" y="200198"/>
                  </a:lnTo>
                  <a:lnTo>
                    <a:pt x="688536" y="200198"/>
                  </a:lnTo>
                  <a:lnTo>
                    <a:pt x="696360" y="200198"/>
                  </a:lnTo>
                  <a:lnTo>
                    <a:pt x="704185" y="200198"/>
                  </a:lnTo>
                  <a:lnTo>
                    <a:pt x="712009" y="200198"/>
                  </a:lnTo>
                  <a:lnTo>
                    <a:pt x="719833" y="200198"/>
                  </a:lnTo>
                  <a:lnTo>
                    <a:pt x="727657" y="200198"/>
                  </a:lnTo>
                  <a:lnTo>
                    <a:pt x="735482" y="200198"/>
                  </a:lnTo>
                  <a:lnTo>
                    <a:pt x="743306" y="200198"/>
                  </a:lnTo>
                  <a:lnTo>
                    <a:pt x="751130" y="200198"/>
                  </a:lnTo>
                  <a:lnTo>
                    <a:pt x="758955" y="200198"/>
                  </a:lnTo>
                  <a:lnTo>
                    <a:pt x="766779" y="200198"/>
                  </a:lnTo>
                  <a:lnTo>
                    <a:pt x="774603" y="200198"/>
                  </a:lnTo>
                  <a:lnTo>
                    <a:pt x="782427" y="200198"/>
                  </a:lnTo>
                  <a:lnTo>
                    <a:pt x="790252" y="200198"/>
                  </a:lnTo>
                  <a:lnTo>
                    <a:pt x="798076" y="200198"/>
                  </a:lnTo>
                  <a:lnTo>
                    <a:pt x="805900" y="200198"/>
                  </a:lnTo>
                  <a:lnTo>
                    <a:pt x="813725" y="200198"/>
                  </a:lnTo>
                  <a:lnTo>
                    <a:pt x="821549" y="200198"/>
                  </a:lnTo>
                  <a:lnTo>
                    <a:pt x="829373" y="200198"/>
                  </a:lnTo>
                  <a:lnTo>
                    <a:pt x="837197" y="200198"/>
                  </a:lnTo>
                  <a:lnTo>
                    <a:pt x="845022" y="200198"/>
                  </a:lnTo>
                  <a:lnTo>
                    <a:pt x="852846" y="200198"/>
                  </a:lnTo>
                  <a:lnTo>
                    <a:pt x="860670" y="200198"/>
                  </a:lnTo>
                  <a:lnTo>
                    <a:pt x="868495" y="200198"/>
                  </a:lnTo>
                  <a:lnTo>
                    <a:pt x="876319" y="200198"/>
                  </a:lnTo>
                  <a:lnTo>
                    <a:pt x="884143" y="200198"/>
                  </a:lnTo>
                  <a:lnTo>
                    <a:pt x="891967" y="200198"/>
                  </a:lnTo>
                  <a:lnTo>
                    <a:pt x="899792" y="200198"/>
                  </a:lnTo>
                  <a:lnTo>
                    <a:pt x="907616" y="200198"/>
                  </a:lnTo>
                  <a:lnTo>
                    <a:pt x="915440" y="200198"/>
                  </a:lnTo>
                  <a:lnTo>
                    <a:pt x="923264" y="200198"/>
                  </a:lnTo>
                  <a:lnTo>
                    <a:pt x="931089" y="200198"/>
                  </a:lnTo>
                  <a:lnTo>
                    <a:pt x="938913" y="200198"/>
                  </a:lnTo>
                  <a:lnTo>
                    <a:pt x="946737" y="200198"/>
                  </a:lnTo>
                  <a:lnTo>
                    <a:pt x="954562" y="200198"/>
                  </a:lnTo>
                  <a:lnTo>
                    <a:pt x="962386" y="200198"/>
                  </a:lnTo>
                  <a:lnTo>
                    <a:pt x="970210" y="200198"/>
                  </a:lnTo>
                  <a:lnTo>
                    <a:pt x="978034" y="200198"/>
                  </a:lnTo>
                  <a:lnTo>
                    <a:pt x="985859" y="200198"/>
                  </a:lnTo>
                  <a:lnTo>
                    <a:pt x="993683" y="200198"/>
                  </a:lnTo>
                  <a:lnTo>
                    <a:pt x="1001507" y="200198"/>
                  </a:lnTo>
                  <a:lnTo>
                    <a:pt x="1009332" y="200198"/>
                  </a:lnTo>
                  <a:lnTo>
                    <a:pt x="1017156" y="200198"/>
                  </a:lnTo>
                  <a:lnTo>
                    <a:pt x="1024980" y="200198"/>
                  </a:lnTo>
                  <a:lnTo>
                    <a:pt x="1032804" y="200198"/>
                  </a:lnTo>
                  <a:lnTo>
                    <a:pt x="1040629" y="200198"/>
                  </a:lnTo>
                  <a:lnTo>
                    <a:pt x="1048453" y="200198"/>
                  </a:lnTo>
                  <a:lnTo>
                    <a:pt x="1056277" y="200198"/>
                  </a:lnTo>
                  <a:lnTo>
                    <a:pt x="1064101" y="200198"/>
                  </a:lnTo>
                  <a:lnTo>
                    <a:pt x="1071926" y="200198"/>
                  </a:lnTo>
                  <a:lnTo>
                    <a:pt x="1079750" y="200198"/>
                  </a:lnTo>
                  <a:lnTo>
                    <a:pt x="1087574" y="200198"/>
                  </a:lnTo>
                  <a:lnTo>
                    <a:pt x="1095399" y="200198"/>
                  </a:lnTo>
                  <a:lnTo>
                    <a:pt x="1103223" y="200198"/>
                  </a:lnTo>
                  <a:lnTo>
                    <a:pt x="1111047" y="200198"/>
                  </a:lnTo>
                  <a:lnTo>
                    <a:pt x="1118871" y="200198"/>
                  </a:lnTo>
                  <a:lnTo>
                    <a:pt x="1126696" y="200198"/>
                  </a:lnTo>
                  <a:lnTo>
                    <a:pt x="1134520" y="200198"/>
                  </a:lnTo>
                  <a:lnTo>
                    <a:pt x="1142344" y="200198"/>
                  </a:lnTo>
                  <a:lnTo>
                    <a:pt x="1150169" y="200198"/>
                  </a:lnTo>
                  <a:lnTo>
                    <a:pt x="1157993" y="200198"/>
                  </a:lnTo>
                  <a:lnTo>
                    <a:pt x="1165817" y="200198"/>
                  </a:lnTo>
                  <a:lnTo>
                    <a:pt x="1173641" y="200198"/>
                  </a:lnTo>
                  <a:lnTo>
                    <a:pt x="1181466" y="200198"/>
                  </a:lnTo>
                  <a:lnTo>
                    <a:pt x="1189290" y="200198"/>
                  </a:lnTo>
                  <a:lnTo>
                    <a:pt x="1197114" y="200198"/>
                  </a:lnTo>
                  <a:lnTo>
                    <a:pt x="1204939" y="200198"/>
                  </a:lnTo>
                  <a:lnTo>
                    <a:pt x="1212763" y="200198"/>
                  </a:lnTo>
                  <a:lnTo>
                    <a:pt x="1220587" y="200198"/>
                  </a:lnTo>
                  <a:lnTo>
                    <a:pt x="1228411" y="200198"/>
                  </a:lnTo>
                  <a:lnTo>
                    <a:pt x="1236236" y="200198"/>
                  </a:lnTo>
                  <a:lnTo>
                    <a:pt x="1244060" y="200198"/>
                  </a:lnTo>
                  <a:lnTo>
                    <a:pt x="1251884" y="200198"/>
                  </a:lnTo>
                  <a:lnTo>
                    <a:pt x="1259708" y="200198"/>
                  </a:lnTo>
                  <a:lnTo>
                    <a:pt x="1267533" y="200198"/>
                  </a:lnTo>
                  <a:lnTo>
                    <a:pt x="1275357" y="200198"/>
                  </a:lnTo>
                  <a:lnTo>
                    <a:pt x="1283181" y="200198"/>
                  </a:lnTo>
                  <a:lnTo>
                    <a:pt x="1291006" y="200198"/>
                  </a:lnTo>
                  <a:lnTo>
                    <a:pt x="1298830" y="200198"/>
                  </a:lnTo>
                  <a:lnTo>
                    <a:pt x="1306654" y="200198"/>
                  </a:lnTo>
                  <a:lnTo>
                    <a:pt x="1314478" y="200198"/>
                  </a:lnTo>
                  <a:lnTo>
                    <a:pt x="1322303" y="200198"/>
                  </a:lnTo>
                  <a:lnTo>
                    <a:pt x="1330127" y="200198"/>
                  </a:lnTo>
                  <a:lnTo>
                    <a:pt x="1337951" y="200198"/>
                  </a:lnTo>
                  <a:lnTo>
                    <a:pt x="1345776" y="200198"/>
                  </a:lnTo>
                  <a:lnTo>
                    <a:pt x="1353600" y="200198"/>
                  </a:lnTo>
                  <a:lnTo>
                    <a:pt x="1361424" y="200198"/>
                  </a:lnTo>
                  <a:lnTo>
                    <a:pt x="1369248" y="200198"/>
                  </a:lnTo>
                  <a:lnTo>
                    <a:pt x="1377073" y="200198"/>
                  </a:lnTo>
                  <a:lnTo>
                    <a:pt x="1384897" y="200198"/>
                  </a:lnTo>
                  <a:lnTo>
                    <a:pt x="1392721" y="200198"/>
                  </a:lnTo>
                  <a:lnTo>
                    <a:pt x="1400545" y="200198"/>
                  </a:lnTo>
                  <a:lnTo>
                    <a:pt x="1408370" y="200198"/>
                  </a:lnTo>
                  <a:lnTo>
                    <a:pt x="1416194" y="200198"/>
                  </a:lnTo>
                  <a:lnTo>
                    <a:pt x="1424018" y="200198"/>
                  </a:lnTo>
                  <a:lnTo>
                    <a:pt x="1431843" y="200198"/>
                  </a:lnTo>
                  <a:lnTo>
                    <a:pt x="1439667" y="200198"/>
                  </a:lnTo>
                  <a:lnTo>
                    <a:pt x="1447491" y="200198"/>
                  </a:lnTo>
                  <a:lnTo>
                    <a:pt x="1455315" y="200198"/>
                  </a:lnTo>
                  <a:lnTo>
                    <a:pt x="1463140" y="200197"/>
                  </a:lnTo>
                  <a:lnTo>
                    <a:pt x="1470964" y="200197"/>
                  </a:lnTo>
                  <a:lnTo>
                    <a:pt x="1478788" y="200197"/>
                  </a:lnTo>
                  <a:lnTo>
                    <a:pt x="1486613" y="200197"/>
                  </a:lnTo>
                  <a:lnTo>
                    <a:pt x="1494437" y="200197"/>
                  </a:lnTo>
                  <a:lnTo>
                    <a:pt x="1502261" y="200197"/>
                  </a:lnTo>
                  <a:lnTo>
                    <a:pt x="1510085" y="200197"/>
                  </a:lnTo>
                  <a:lnTo>
                    <a:pt x="1517910" y="200196"/>
                  </a:lnTo>
                  <a:lnTo>
                    <a:pt x="1525734" y="200196"/>
                  </a:lnTo>
                  <a:lnTo>
                    <a:pt x="1533558" y="200196"/>
                  </a:lnTo>
                  <a:lnTo>
                    <a:pt x="1541383" y="200196"/>
                  </a:lnTo>
                  <a:lnTo>
                    <a:pt x="1549207" y="200195"/>
                  </a:lnTo>
                  <a:lnTo>
                    <a:pt x="1557031" y="200195"/>
                  </a:lnTo>
                  <a:lnTo>
                    <a:pt x="1564855" y="200194"/>
                  </a:lnTo>
                  <a:lnTo>
                    <a:pt x="1572680" y="200193"/>
                  </a:lnTo>
                  <a:lnTo>
                    <a:pt x="1580504" y="200193"/>
                  </a:lnTo>
                  <a:lnTo>
                    <a:pt x="1588328" y="200192"/>
                  </a:lnTo>
                  <a:lnTo>
                    <a:pt x="1596152" y="200190"/>
                  </a:lnTo>
                  <a:lnTo>
                    <a:pt x="1603977" y="200189"/>
                  </a:lnTo>
                  <a:lnTo>
                    <a:pt x="1611801" y="200188"/>
                  </a:lnTo>
                  <a:lnTo>
                    <a:pt x="1619625" y="200186"/>
                  </a:lnTo>
                  <a:lnTo>
                    <a:pt x="1627450" y="200184"/>
                  </a:lnTo>
                  <a:lnTo>
                    <a:pt x="1635274" y="200182"/>
                  </a:lnTo>
                  <a:lnTo>
                    <a:pt x="1643098" y="200179"/>
                  </a:lnTo>
                  <a:lnTo>
                    <a:pt x="1650922" y="200176"/>
                  </a:lnTo>
                  <a:lnTo>
                    <a:pt x="1658747" y="200172"/>
                  </a:lnTo>
                  <a:lnTo>
                    <a:pt x="1666571" y="200168"/>
                  </a:lnTo>
                  <a:lnTo>
                    <a:pt x="1674395" y="200164"/>
                  </a:lnTo>
                  <a:lnTo>
                    <a:pt x="1682220" y="200159"/>
                  </a:lnTo>
                  <a:lnTo>
                    <a:pt x="1690044" y="200152"/>
                  </a:lnTo>
                  <a:lnTo>
                    <a:pt x="1697868" y="200145"/>
                  </a:lnTo>
                  <a:lnTo>
                    <a:pt x="1705692" y="200138"/>
                  </a:lnTo>
                  <a:lnTo>
                    <a:pt x="1713517" y="200129"/>
                  </a:lnTo>
                  <a:lnTo>
                    <a:pt x="1721341" y="200118"/>
                  </a:lnTo>
                  <a:lnTo>
                    <a:pt x="1729165" y="200107"/>
                  </a:lnTo>
                  <a:lnTo>
                    <a:pt x="1736990" y="200094"/>
                  </a:lnTo>
                  <a:lnTo>
                    <a:pt x="1744814" y="200078"/>
                  </a:lnTo>
                  <a:lnTo>
                    <a:pt x="1752638" y="200061"/>
                  </a:lnTo>
                  <a:lnTo>
                    <a:pt x="1760462" y="200043"/>
                  </a:lnTo>
                  <a:lnTo>
                    <a:pt x="1768287" y="200021"/>
                  </a:lnTo>
                  <a:lnTo>
                    <a:pt x="1776111" y="199996"/>
                  </a:lnTo>
                  <a:lnTo>
                    <a:pt x="1783935" y="199969"/>
                  </a:lnTo>
                  <a:lnTo>
                    <a:pt x="1791759" y="199939"/>
                  </a:lnTo>
                  <a:lnTo>
                    <a:pt x="1799584" y="199904"/>
                  </a:lnTo>
                  <a:lnTo>
                    <a:pt x="1807408" y="199866"/>
                  </a:lnTo>
                  <a:lnTo>
                    <a:pt x="1815232" y="199823"/>
                  </a:lnTo>
                  <a:lnTo>
                    <a:pt x="1823057" y="199775"/>
                  </a:lnTo>
                  <a:lnTo>
                    <a:pt x="1830881" y="199721"/>
                  </a:lnTo>
                  <a:lnTo>
                    <a:pt x="1838705" y="199663"/>
                  </a:lnTo>
                  <a:lnTo>
                    <a:pt x="1846529" y="199596"/>
                  </a:lnTo>
                  <a:lnTo>
                    <a:pt x="1854354" y="199522"/>
                  </a:lnTo>
                  <a:lnTo>
                    <a:pt x="1862178" y="199441"/>
                  </a:lnTo>
                  <a:lnTo>
                    <a:pt x="1870002" y="199351"/>
                  </a:lnTo>
                  <a:lnTo>
                    <a:pt x="1877827" y="199250"/>
                  </a:lnTo>
                  <a:lnTo>
                    <a:pt x="1885651" y="199141"/>
                  </a:lnTo>
                  <a:lnTo>
                    <a:pt x="1893475" y="199022"/>
                  </a:lnTo>
                  <a:lnTo>
                    <a:pt x="1901299" y="198887"/>
                  </a:lnTo>
                  <a:lnTo>
                    <a:pt x="1909124" y="198740"/>
                  </a:lnTo>
                  <a:lnTo>
                    <a:pt x="1916948" y="198581"/>
                  </a:lnTo>
                  <a:lnTo>
                    <a:pt x="1924772" y="198405"/>
                  </a:lnTo>
                  <a:lnTo>
                    <a:pt x="1932596" y="198211"/>
                  </a:lnTo>
                  <a:lnTo>
                    <a:pt x="1940421" y="198002"/>
                  </a:lnTo>
                  <a:lnTo>
                    <a:pt x="1948245" y="197775"/>
                  </a:lnTo>
                  <a:lnTo>
                    <a:pt x="1956069" y="197522"/>
                  </a:lnTo>
                  <a:lnTo>
                    <a:pt x="1963894" y="197250"/>
                  </a:lnTo>
                  <a:lnTo>
                    <a:pt x="1971718" y="196960"/>
                  </a:lnTo>
                  <a:lnTo>
                    <a:pt x="1979542" y="196636"/>
                  </a:lnTo>
                  <a:lnTo>
                    <a:pt x="1987366" y="196288"/>
                  </a:lnTo>
                  <a:lnTo>
                    <a:pt x="1995191" y="195917"/>
                  </a:lnTo>
                  <a:lnTo>
                    <a:pt x="2003015" y="195513"/>
                  </a:lnTo>
                  <a:lnTo>
                    <a:pt x="2010839" y="195073"/>
                  </a:lnTo>
                  <a:lnTo>
                    <a:pt x="2018664" y="194605"/>
                  </a:lnTo>
                  <a:lnTo>
                    <a:pt x="2026488" y="194106"/>
                  </a:lnTo>
                  <a:lnTo>
                    <a:pt x="2034312" y="193557"/>
                  </a:lnTo>
                  <a:lnTo>
                    <a:pt x="2042136" y="192975"/>
                  </a:lnTo>
                  <a:lnTo>
                    <a:pt x="2049961" y="192360"/>
                  </a:lnTo>
                  <a:lnTo>
                    <a:pt x="2057785" y="191691"/>
                  </a:lnTo>
                  <a:lnTo>
                    <a:pt x="2065609" y="190977"/>
                  </a:lnTo>
                  <a:lnTo>
                    <a:pt x="2073434" y="190225"/>
                  </a:lnTo>
                  <a:lnTo>
                    <a:pt x="2081258" y="189423"/>
                  </a:lnTo>
                  <a:lnTo>
                    <a:pt x="2089082" y="188559"/>
                  </a:lnTo>
                  <a:lnTo>
                    <a:pt x="2096906" y="187651"/>
                  </a:lnTo>
                  <a:lnTo>
                    <a:pt x="2104731" y="186699"/>
                  </a:lnTo>
                  <a:lnTo>
                    <a:pt x="2112555" y="185668"/>
                  </a:lnTo>
                  <a:lnTo>
                    <a:pt x="2120379" y="184587"/>
                  </a:lnTo>
                  <a:lnTo>
                    <a:pt x="2128203" y="183458"/>
                  </a:lnTo>
                  <a:lnTo>
                    <a:pt x="2136028" y="182257"/>
                  </a:lnTo>
                  <a:lnTo>
                    <a:pt x="2143852" y="180987"/>
                  </a:lnTo>
                  <a:lnTo>
                    <a:pt x="2151676" y="179664"/>
                  </a:lnTo>
                  <a:lnTo>
                    <a:pt x="2159501" y="178280"/>
                  </a:lnTo>
                  <a:lnTo>
                    <a:pt x="2167325" y="176808"/>
                  </a:lnTo>
                  <a:lnTo>
                    <a:pt x="2175149" y="175280"/>
                  </a:lnTo>
                  <a:lnTo>
                    <a:pt x="2182973" y="173695"/>
                  </a:lnTo>
                  <a:lnTo>
                    <a:pt x="2190798" y="172018"/>
                  </a:lnTo>
                  <a:lnTo>
                    <a:pt x="2198622" y="170275"/>
                  </a:lnTo>
                  <a:lnTo>
                    <a:pt x="2206446" y="168472"/>
                  </a:lnTo>
                  <a:lnTo>
                    <a:pt x="2214271" y="166593"/>
                  </a:lnTo>
                  <a:lnTo>
                    <a:pt x="2222095" y="164629"/>
                  </a:lnTo>
                  <a:lnTo>
                    <a:pt x="2229919" y="162606"/>
                  </a:lnTo>
                  <a:lnTo>
                    <a:pt x="2237743" y="160523"/>
                  </a:lnTo>
                  <a:lnTo>
                    <a:pt x="2245568" y="158339"/>
                  </a:lnTo>
                  <a:lnTo>
                    <a:pt x="2253392" y="156096"/>
                  </a:lnTo>
                  <a:lnTo>
                    <a:pt x="2261216" y="153796"/>
                  </a:lnTo>
                  <a:lnTo>
                    <a:pt x="2269040" y="151411"/>
                  </a:lnTo>
                  <a:lnTo>
                    <a:pt x="2276865" y="148956"/>
                  </a:lnTo>
                  <a:lnTo>
                    <a:pt x="2284689" y="146446"/>
                  </a:lnTo>
                  <a:lnTo>
                    <a:pt x="2292513" y="143871"/>
                  </a:lnTo>
                  <a:lnTo>
                    <a:pt x="2300338" y="141216"/>
                  </a:lnTo>
                  <a:lnTo>
                    <a:pt x="2308162" y="138509"/>
                  </a:lnTo>
                  <a:lnTo>
                    <a:pt x="2315986" y="135753"/>
                  </a:lnTo>
                  <a:lnTo>
                    <a:pt x="2323810" y="132919"/>
                  </a:lnTo>
                  <a:lnTo>
                    <a:pt x="2331635" y="130036"/>
                  </a:lnTo>
                  <a:lnTo>
                    <a:pt x="2339459" y="127110"/>
                  </a:lnTo>
                  <a:lnTo>
                    <a:pt x="2347283" y="124127"/>
                  </a:lnTo>
                  <a:lnTo>
                    <a:pt x="2355108" y="121091"/>
                  </a:lnTo>
                  <a:lnTo>
                    <a:pt x="2362932" y="118020"/>
                  </a:lnTo>
                  <a:lnTo>
                    <a:pt x="2370756" y="114912"/>
                  </a:lnTo>
                  <a:lnTo>
                    <a:pt x="2378580" y="111753"/>
                  </a:lnTo>
                  <a:lnTo>
                    <a:pt x="2386405" y="108568"/>
                  </a:lnTo>
                  <a:lnTo>
                    <a:pt x="2394229" y="105357"/>
                  </a:lnTo>
                  <a:lnTo>
                    <a:pt x="2402053" y="102112"/>
                  </a:lnTo>
                  <a:lnTo>
                    <a:pt x="2409878" y="98846"/>
                  </a:lnTo>
                  <a:lnTo>
                    <a:pt x="2417702" y="95564"/>
                  </a:lnTo>
                  <a:lnTo>
                    <a:pt x="2425526" y="92267"/>
                  </a:lnTo>
                  <a:lnTo>
                    <a:pt x="2433350" y="88958"/>
                  </a:lnTo>
                  <a:lnTo>
                    <a:pt x="2441175" y="85644"/>
                  </a:lnTo>
                  <a:lnTo>
                    <a:pt x="2448999" y="82328"/>
                  </a:lnTo>
                  <a:lnTo>
                    <a:pt x="2456823" y="79015"/>
                  </a:lnTo>
                  <a:lnTo>
                    <a:pt x="2464647" y="75710"/>
                  </a:lnTo>
                  <a:lnTo>
                    <a:pt x="2472472" y="72413"/>
                  </a:lnTo>
                  <a:lnTo>
                    <a:pt x="2480296" y="69134"/>
                  </a:lnTo>
                  <a:lnTo>
                    <a:pt x="2488120" y="65879"/>
                  </a:lnTo>
                  <a:lnTo>
                    <a:pt x="2495945" y="62645"/>
                  </a:lnTo>
                  <a:lnTo>
                    <a:pt x="2503769" y="59438"/>
                  </a:lnTo>
                  <a:lnTo>
                    <a:pt x="2511593" y="56276"/>
                  </a:lnTo>
                  <a:lnTo>
                    <a:pt x="2519417" y="53148"/>
                  </a:lnTo>
                  <a:lnTo>
                    <a:pt x="2527242" y="50056"/>
                  </a:lnTo>
                  <a:lnTo>
                    <a:pt x="2535066" y="47027"/>
                  </a:lnTo>
                  <a:lnTo>
                    <a:pt x="2542890" y="44050"/>
                  </a:lnTo>
                  <a:lnTo>
                    <a:pt x="2550715" y="41121"/>
                  </a:lnTo>
                  <a:lnTo>
                    <a:pt x="2558539" y="38258"/>
                  </a:lnTo>
                  <a:lnTo>
                    <a:pt x="2566363" y="35477"/>
                  </a:lnTo>
                  <a:lnTo>
                    <a:pt x="2574187" y="32756"/>
                  </a:lnTo>
                  <a:lnTo>
                    <a:pt x="2582012" y="30098"/>
                  </a:lnTo>
                  <a:lnTo>
                    <a:pt x="2589836" y="27556"/>
                  </a:lnTo>
                  <a:lnTo>
                    <a:pt x="2597660" y="25088"/>
                  </a:lnTo>
                  <a:lnTo>
                    <a:pt x="2605485" y="22694"/>
                  </a:lnTo>
                  <a:lnTo>
                    <a:pt x="2613309" y="20414"/>
                  </a:lnTo>
                  <a:lnTo>
                    <a:pt x="2621133" y="18240"/>
                  </a:lnTo>
                  <a:lnTo>
                    <a:pt x="2628957" y="16153"/>
                  </a:lnTo>
                  <a:lnTo>
                    <a:pt x="2636782" y="14170"/>
                  </a:lnTo>
                  <a:lnTo>
                    <a:pt x="2644606" y="12332"/>
                  </a:lnTo>
                  <a:lnTo>
                    <a:pt x="2652430" y="10590"/>
                  </a:lnTo>
                  <a:lnTo>
                    <a:pt x="2660254" y="8948"/>
                  </a:lnTo>
                  <a:lnTo>
                    <a:pt x="2668079" y="7471"/>
                  </a:lnTo>
                  <a:lnTo>
                    <a:pt x="2675903" y="6111"/>
                  </a:lnTo>
                  <a:lnTo>
                    <a:pt x="2683727" y="4860"/>
                  </a:lnTo>
                  <a:lnTo>
                    <a:pt x="2691552" y="3755"/>
                  </a:lnTo>
                  <a:lnTo>
                    <a:pt x="2699376" y="2808"/>
                  </a:lnTo>
                  <a:lnTo>
                    <a:pt x="2707200" y="1975"/>
                  </a:lnTo>
                  <a:lnTo>
                    <a:pt x="2715024" y="1266"/>
                  </a:lnTo>
                  <a:lnTo>
                    <a:pt x="2722849" y="753"/>
                  </a:lnTo>
                  <a:lnTo>
                    <a:pt x="2730673" y="360"/>
                  </a:lnTo>
                  <a:lnTo>
                    <a:pt x="2738497" y="88"/>
                  </a:lnTo>
                  <a:lnTo>
                    <a:pt x="2746322" y="0"/>
                  </a:lnTo>
                  <a:lnTo>
                    <a:pt x="2754146" y="59"/>
                  </a:lnTo>
                  <a:lnTo>
                    <a:pt x="2761970" y="241"/>
                  </a:lnTo>
                  <a:lnTo>
                    <a:pt x="2769794" y="573"/>
                  </a:lnTo>
                  <a:lnTo>
                    <a:pt x="2777619" y="1087"/>
                  </a:lnTo>
                  <a:lnTo>
                    <a:pt x="2785443" y="1722"/>
                  </a:lnTo>
                  <a:lnTo>
                    <a:pt x="2793267" y="2477"/>
                  </a:lnTo>
                  <a:lnTo>
                    <a:pt x="2801091" y="3431"/>
                  </a:lnTo>
                  <a:lnTo>
                    <a:pt x="2808916" y="4507"/>
                  </a:lnTo>
                  <a:lnTo>
                    <a:pt x="2816740" y="5697"/>
                  </a:lnTo>
                  <a:lnTo>
                    <a:pt x="2824564" y="7045"/>
                  </a:lnTo>
                  <a:lnTo>
                    <a:pt x="2832389" y="8538"/>
                  </a:lnTo>
                  <a:lnTo>
                    <a:pt x="2840213" y="10137"/>
                  </a:lnTo>
                  <a:lnTo>
                    <a:pt x="2848037" y="11852"/>
                  </a:lnTo>
                  <a:lnTo>
                    <a:pt x="2855861" y="13727"/>
                  </a:lnTo>
                  <a:lnTo>
                    <a:pt x="2863686" y="15696"/>
                  </a:lnTo>
                  <a:lnTo>
                    <a:pt x="2871510" y="17757"/>
                  </a:lnTo>
                  <a:lnTo>
                    <a:pt x="2879334" y="19955"/>
                  </a:lnTo>
                  <a:lnTo>
                    <a:pt x="2887159" y="22247"/>
                  </a:lnTo>
                  <a:lnTo>
                    <a:pt x="2894983" y="24616"/>
                  </a:lnTo>
                  <a:lnTo>
                    <a:pt x="2902807" y="27079"/>
                  </a:lnTo>
                  <a:lnTo>
                    <a:pt x="2910631" y="29637"/>
                  </a:lnTo>
                  <a:lnTo>
                    <a:pt x="2918456" y="32256"/>
                  </a:lnTo>
                  <a:lnTo>
                    <a:pt x="2926280" y="34933"/>
                  </a:lnTo>
                  <a:lnTo>
                    <a:pt x="2934104" y="37696"/>
                  </a:lnTo>
                  <a:lnTo>
                    <a:pt x="2941929" y="40501"/>
                  </a:lnTo>
                  <a:lnTo>
                    <a:pt x="2949753" y="43346"/>
                  </a:lnTo>
                  <a:lnTo>
                    <a:pt x="2957577" y="46240"/>
                  </a:lnTo>
                  <a:lnTo>
                    <a:pt x="2965401" y="49167"/>
                  </a:lnTo>
                  <a:lnTo>
                    <a:pt x="2973226" y="52115"/>
                  </a:lnTo>
                  <a:lnTo>
                    <a:pt x="2981050" y="55084"/>
                  </a:lnTo>
                  <a:lnTo>
                    <a:pt x="2988874" y="58067"/>
                  </a:lnTo>
                  <a:lnTo>
                    <a:pt x="2996698" y="61054"/>
                  </a:lnTo>
                  <a:lnTo>
                    <a:pt x="3004523" y="64043"/>
                  </a:lnTo>
                  <a:lnTo>
                    <a:pt x="3012347" y="67023"/>
                  </a:lnTo>
                  <a:lnTo>
                    <a:pt x="3020171" y="69990"/>
                  </a:lnTo>
                  <a:lnTo>
                    <a:pt x="3027996" y="72942"/>
                  </a:lnTo>
                  <a:lnTo>
                    <a:pt x="3035820" y="75869"/>
                  </a:lnTo>
                  <a:lnTo>
                    <a:pt x="3043644" y="78763"/>
                  </a:lnTo>
                  <a:lnTo>
                    <a:pt x="3051468" y="81629"/>
                  </a:lnTo>
                  <a:lnTo>
                    <a:pt x="3059293" y="84464"/>
                  </a:lnTo>
                  <a:lnTo>
                    <a:pt x="3067117" y="87241"/>
                  </a:lnTo>
                  <a:lnTo>
                    <a:pt x="3074941" y="89979"/>
                  </a:lnTo>
                  <a:lnTo>
                    <a:pt x="3082766" y="92679"/>
                  </a:lnTo>
                  <a:lnTo>
                    <a:pt x="3090590" y="95315"/>
                  </a:lnTo>
                  <a:lnTo>
                    <a:pt x="3098414" y="97897"/>
                  </a:lnTo>
                  <a:lnTo>
                    <a:pt x="3106238" y="100432"/>
                  </a:lnTo>
                  <a:lnTo>
                    <a:pt x="3114063" y="102911"/>
                  </a:lnTo>
                  <a:lnTo>
                    <a:pt x="3121887" y="105316"/>
                  </a:lnTo>
                  <a:lnTo>
                    <a:pt x="3129711" y="107672"/>
                  </a:lnTo>
                  <a:lnTo>
                    <a:pt x="3137536" y="109979"/>
                  </a:lnTo>
                  <a:lnTo>
                    <a:pt x="3145360" y="112203"/>
                  </a:lnTo>
                  <a:lnTo>
                    <a:pt x="3153184" y="114375"/>
                  </a:lnTo>
                  <a:lnTo>
                    <a:pt x="3161008" y="116497"/>
                  </a:lnTo>
                  <a:lnTo>
                    <a:pt x="3168833" y="118552"/>
                  </a:lnTo>
                  <a:lnTo>
                    <a:pt x="3176657" y="120544"/>
                  </a:lnTo>
                  <a:lnTo>
                    <a:pt x="3184481" y="122489"/>
                  </a:lnTo>
                  <a:lnTo>
                    <a:pt x="3192305" y="124384"/>
                  </a:lnTo>
                  <a:lnTo>
                    <a:pt x="3200130" y="126208"/>
                  </a:lnTo>
                  <a:lnTo>
                    <a:pt x="3207954" y="127990"/>
                  </a:lnTo>
                  <a:lnTo>
                    <a:pt x="3215778" y="129732"/>
                  </a:lnTo>
                  <a:lnTo>
                    <a:pt x="3223603" y="131413"/>
                  </a:lnTo>
                  <a:lnTo>
                    <a:pt x="3231427" y="133053"/>
                  </a:lnTo>
                  <a:lnTo>
                    <a:pt x="3239251" y="134657"/>
                  </a:lnTo>
                  <a:lnTo>
                    <a:pt x="3247075" y="136219"/>
                  </a:lnTo>
                  <a:lnTo>
                    <a:pt x="3254900" y="137737"/>
                  </a:lnTo>
                  <a:lnTo>
                    <a:pt x="3262724" y="139227"/>
                  </a:lnTo>
                  <a:lnTo>
                    <a:pt x="3270548" y="140690"/>
                  </a:lnTo>
                  <a:lnTo>
                    <a:pt x="3278373" y="142111"/>
                  </a:lnTo>
                  <a:lnTo>
                    <a:pt x="3286197" y="143509"/>
                  </a:lnTo>
                  <a:lnTo>
                    <a:pt x="3294021" y="144886"/>
                  </a:lnTo>
                  <a:lnTo>
                    <a:pt x="3301845" y="146236"/>
                  </a:lnTo>
                  <a:lnTo>
                    <a:pt x="3309670" y="147564"/>
                  </a:lnTo>
                  <a:lnTo>
                    <a:pt x="3317494" y="148876"/>
                  </a:lnTo>
                  <a:lnTo>
                    <a:pt x="3325318" y="150171"/>
                  </a:lnTo>
                  <a:lnTo>
                    <a:pt x="3333142" y="151446"/>
                  </a:lnTo>
                  <a:lnTo>
                    <a:pt x="3340967" y="152710"/>
                  </a:lnTo>
                  <a:lnTo>
                    <a:pt x="3348791" y="153962"/>
                  </a:lnTo>
                  <a:lnTo>
                    <a:pt x="3356615" y="155199"/>
                  </a:lnTo>
                  <a:lnTo>
                    <a:pt x="3364440" y="156425"/>
                  </a:lnTo>
                  <a:lnTo>
                    <a:pt x="3372264" y="157643"/>
                  </a:lnTo>
                  <a:lnTo>
                    <a:pt x="3380088" y="158850"/>
                  </a:lnTo>
                  <a:lnTo>
                    <a:pt x="3387912" y="160047"/>
                  </a:lnTo>
                  <a:lnTo>
                    <a:pt x="3395737" y="161236"/>
                  </a:lnTo>
                  <a:lnTo>
                    <a:pt x="3403561" y="162418"/>
                  </a:lnTo>
                  <a:lnTo>
                    <a:pt x="3411385" y="163587"/>
                  </a:lnTo>
                  <a:lnTo>
                    <a:pt x="3419210" y="164748"/>
                  </a:lnTo>
                  <a:lnTo>
                    <a:pt x="3427034" y="165902"/>
                  </a:lnTo>
                  <a:lnTo>
                    <a:pt x="3434858" y="167043"/>
                  </a:lnTo>
                  <a:lnTo>
                    <a:pt x="3442682" y="168174"/>
                  </a:lnTo>
                  <a:lnTo>
                    <a:pt x="3450507" y="169295"/>
                  </a:lnTo>
                  <a:lnTo>
                    <a:pt x="3458331" y="170405"/>
                  </a:lnTo>
                  <a:lnTo>
                    <a:pt x="3466155" y="171499"/>
                  </a:lnTo>
                  <a:lnTo>
                    <a:pt x="3473980" y="172581"/>
                  </a:lnTo>
                  <a:lnTo>
                    <a:pt x="3481804" y="173652"/>
                  </a:lnTo>
                  <a:lnTo>
                    <a:pt x="3489628" y="174702"/>
                  </a:lnTo>
                  <a:lnTo>
                    <a:pt x="3497452" y="175737"/>
                  </a:lnTo>
                  <a:lnTo>
                    <a:pt x="3505277" y="176758"/>
                  </a:lnTo>
                  <a:lnTo>
                    <a:pt x="3513101" y="177759"/>
                  </a:lnTo>
                  <a:lnTo>
                    <a:pt x="3520925" y="178738"/>
                  </a:lnTo>
                  <a:lnTo>
                    <a:pt x="3528749" y="179700"/>
                  </a:lnTo>
                  <a:lnTo>
                    <a:pt x="3536574" y="180644"/>
                  </a:lnTo>
                  <a:lnTo>
                    <a:pt x="3544398" y="181559"/>
                  </a:lnTo>
                  <a:lnTo>
                    <a:pt x="3552222" y="182455"/>
                  </a:lnTo>
                  <a:lnTo>
                    <a:pt x="3560047" y="183332"/>
                  </a:lnTo>
                  <a:lnTo>
                    <a:pt x="3567871" y="184178"/>
                  </a:lnTo>
                  <a:lnTo>
                    <a:pt x="3575695" y="185001"/>
                  </a:lnTo>
                  <a:lnTo>
                    <a:pt x="3583519" y="185803"/>
                  </a:lnTo>
                  <a:lnTo>
                    <a:pt x="3591344" y="186579"/>
                  </a:lnTo>
                  <a:lnTo>
                    <a:pt x="3599168" y="187324"/>
                  </a:lnTo>
                  <a:lnTo>
                    <a:pt x="3606992" y="188048"/>
                  </a:lnTo>
                  <a:lnTo>
                    <a:pt x="3614817" y="188749"/>
                  </a:lnTo>
                  <a:lnTo>
                    <a:pt x="3622641" y="189414"/>
                  </a:lnTo>
                  <a:lnTo>
                    <a:pt x="3630465" y="190057"/>
                  </a:lnTo>
                  <a:lnTo>
                    <a:pt x="3638289" y="190678"/>
                  </a:lnTo>
                  <a:lnTo>
                    <a:pt x="3646114" y="191269"/>
                  </a:lnTo>
                  <a:lnTo>
                    <a:pt x="3653938" y="191832"/>
                  </a:lnTo>
                  <a:lnTo>
                    <a:pt x="3661762" y="192374"/>
                  </a:lnTo>
                  <a:lnTo>
                    <a:pt x="3669586" y="192891"/>
                  </a:lnTo>
                  <a:lnTo>
                    <a:pt x="3677411" y="193377"/>
                  </a:lnTo>
                  <a:lnTo>
                    <a:pt x="3685235" y="193842"/>
                  </a:lnTo>
                  <a:lnTo>
                    <a:pt x="3693059" y="194288"/>
                  </a:lnTo>
                  <a:lnTo>
                    <a:pt x="3700884" y="194702"/>
                  </a:lnTo>
                  <a:lnTo>
                    <a:pt x="3708708" y="195096"/>
                  </a:lnTo>
                  <a:lnTo>
                    <a:pt x="3716532" y="195472"/>
                  </a:lnTo>
                  <a:lnTo>
                    <a:pt x="3724356" y="195824"/>
                  </a:lnTo>
                  <a:lnTo>
                    <a:pt x="3732181" y="196152"/>
                  </a:lnTo>
                  <a:lnTo>
                    <a:pt x="3740005" y="196464"/>
                  </a:lnTo>
                  <a:lnTo>
                    <a:pt x="3747829" y="196759"/>
                  </a:lnTo>
                  <a:lnTo>
                    <a:pt x="3755654" y="197029"/>
                  </a:lnTo>
                  <a:lnTo>
                    <a:pt x="3763478" y="197284"/>
                  </a:lnTo>
                  <a:lnTo>
                    <a:pt x="3771302" y="197525"/>
                  </a:lnTo>
                  <a:lnTo>
                    <a:pt x="3779126" y="197746"/>
                  </a:lnTo>
                  <a:lnTo>
                    <a:pt x="3786951" y="197952"/>
                  </a:lnTo>
                  <a:lnTo>
                    <a:pt x="3794775" y="198145"/>
                  </a:lnTo>
                  <a:lnTo>
                    <a:pt x="3802599" y="198324"/>
                  </a:lnTo>
                  <a:lnTo>
                    <a:pt x="3810424" y="198488"/>
                  </a:lnTo>
                  <a:lnTo>
                    <a:pt x="3818248" y="198641"/>
                  </a:lnTo>
                  <a:lnTo>
                    <a:pt x="3826072" y="198784"/>
                  </a:lnTo>
                  <a:lnTo>
                    <a:pt x="3833896" y="198912"/>
                  </a:lnTo>
                  <a:lnTo>
                    <a:pt x="3841721" y="199031"/>
                  </a:lnTo>
                  <a:lnTo>
                    <a:pt x="3849545" y="199142"/>
                  </a:lnTo>
                  <a:lnTo>
                    <a:pt x="3857369" y="199243"/>
                  </a:lnTo>
                  <a:lnTo>
                    <a:pt x="3865193" y="199335"/>
                  </a:lnTo>
                  <a:lnTo>
                    <a:pt x="3873018" y="199420"/>
                  </a:lnTo>
                  <a:lnTo>
                    <a:pt x="3880842" y="199498"/>
                  </a:lnTo>
                  <a:lnTo>
                    <a:pt x="3888666" y="199567"/>
                  </a:lnTo>
                  <a:lnTo>
                    <a:pt x="3896491" y="199631"/>
                  </a:lnTo>
                  <a:lnTo>
                    <a:pt x="3904315" y="199691"/>
                  </a:lnTo>
                  <a:lnTo>
                    <a:pt x="3912139" y="199743"/>
                  </a:lnTo>
                  <a:lnTo>
                    <a:pt x="3919963" y="199791"/>
                  </a:lnTo>
                  <a:lnTo>
                    <a:pt x="3927788" y="199835"/>
                  </a:lnTo>
                  <a:lnTo>
                    <a:pt x="3935612" y="199874"/>
                  </a:lnTo>
                  <a:lnTo>
                    <a:pt x="3943436" y="199909"/>
                  </a:lnTo>
                  <a:lnTo>
                    <a:pt x="3951261" y="199941"/>
                  </a:lnTo>
                  <a:lnTo>
                    <a:pt x="3959085" y="199970"/>
                  </a:lnTo>
                  <a:lnTo>
                    <a:pt x="3966909" y="199995"/>
                  </a:lnTo>
                  <a:lnTo>
                    <a:pt x="3974733" y="200018"/>
                  </a:lnTo>
                  <a:lnTo>
                    <a:pt x="3982558" y="200039"/>
                  </a:lnTo>
                  <a:lnTo>
                    <a:pt x="3990382" y="200058"/>
                  </a:lnTo>
                  <a:lnTo>
                    <a:pt x="3998206" y="200074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rc528"/>
            <p:cNvSpPr/>
            <p:nvPr/>
          </p:nvSpPr>
          <p:spPr>
            <a:xfrm>
              <a:off x="7648183" y="1761070"/>
              <a:ext cx="4398027" cy="31781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l529"/>
            <p:cNvSpPr/>
            <p:nvPr/>
          </p:nvSpPr>
          <p:spPr>
            <a:xfrm>
              <a:off x="8247914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l530"/>
            <p:cNvSpPr/>
            <p:nvPr/>
          </p:nvSpPr>
          <p:spPr>
            <a:xfrm>
              <a:off x="9047555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l531"/>
            <p:cNvSpPr/>
            <p:nvPr/>
          </p:nvSpPr>
          <p:spPr>
            <a:xfrm>
              <a:off x="9847197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l532"/>
            <p:cNvSpPr/>
            <p:nvPr/>
          </p:nvSpPr>
          <p:spPr>
            <a:xfrm>
              <a:off x="10646838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l533"/>
            <p:cNvSpPr/>
            <p:nvPr/>
          </p:nvSpPr>
          <p:spPr>
            <a:xfrm>
              <a:off x="11446479" y="49391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tx534"/>
            <p:cNvSpPr/>
            <p:nvPr/>
          </p:nvSpPr>
          <p:spPr>
            <a:xfrm>
              <a:off x="8198228" y="5001495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535" name="tx535"/>
            <p:cNvSpPr/>
            <p:nvPr/>
          </p:nvSpPr>
          <p:spPr>
            <a:xfrm>
              <a:off x="8997869" y="5001495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-1</a:t>
              </a:r>
            </a:p>
          </p:txBody>
        </p:sp>
        <p:sp>
          <p:nvSpPr>
            <p:cNvPr id="536" name="tx536"/>
            <p:cNvSpPr/>
            <p:nvPr/>
          </p:nvSpPr>
          <p:spPr>
            <a:xfrm>
              <a:off x="9816119" y="500013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537" name="tx537"/>
            <p:cNvSpPr/>
            <p:nvPr/>
          </p:nvSpPr>
          <p:spPr>
            <a:xfrm>
              <a:off x="10615760" y="5001495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538" name="tx538"/>
            <p:cNvSpPr/>
            <p:nvPr/>
          </p:nvSpPr>
          <p:spPr>
            <a:xfrm>
              <a:off x="11415402" y="5001495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539" name="tx539"/>
            <p:cNvSpPr/>
            <p:nvPr/>
          </p:nvSpPr>
          <p:spPr>
            <a:xfrm>
              <a:off x="9094024" y="5119812"/>
              <a:ext cx="1506345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Rate of Change (Z/year)</a:t>
              </a:r>
            </a:p>
          </p:txBody>
        </p:sp>
        <p:sp>
          <p:nvSpPr>
            <p:cNvPr id="540" name="rc540"/>
            <p:cNvSpPr/>
            <p:nvPr/>
          </p:nvSpPr>
          <p:spPr>
            <a:xfrm>
              <a:off x="2971800" y="5349081"/>
              <a:ext cx="30480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rc541"/>
            <p:cNvSpPr/>
            <p:nvPr/>
          </p:nvSpPr>
          <p:spPr>
            <a:xfrm>
              <a:off x="3372163" y="5418670"/>
              <a:ext cx="2578047" cy="31781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2" name="pl542"/>
            <p:cNvSpPr/>
            <p:nvPr/>
          </p:nvSpPr>
          <p:spPr>
            <a:xfrm>
              <a:off x="3372163" y="8164569"/>
              <a:ext cx="2578047" cy="0"/>
            </a:xfrm>
            <a:custGeom>
              <a:avLst/>
              <a:pathLst>
                <a:path w="2578047" h="0">
                  <a:moveTo>
                    <a:pt x="0" y="0"/>
                  </a:moveTo>
                  <a:lnTo>
                    <a:pt x="2578047" y="0"/>
                  </a:lnTo>
                  <a:lnTo>
                    <a:pt x="2578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l543"/>
            <p:cNvSpPr/>
            <p:nvPr/>
          </p:nvSpPr>
          <p:spPr>
            <a:xfrm>
              <a:off x="3372163" y="7263776"/>
              <a:ext cx="2578047" cy="0"/>
            </a:xfrm>
            <a:custGeom>
              <a:avLst/>
              <a:pathLst>
                <a:path w="2578047" h="0">
                  <a:moveTo>
                    <a:pt x="0" y="0"/>
                  </a:moveTo>
                  <a:lnTo>
                    <a:pt x="2578047" y="0"/>
                  </a:lnTo>
                  <a:lnTo>
                    <a:pt x="2578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l544"/>
            <p:cNvSpPr/>
            <p:nvPr/>
          </p:nvSpPr>
          <p:spPr>
            <a:xfrm>
              <a:off x="3372163" y="6362983"/>
              <a:ext cx="2578047" cy="0"/>
            </a:xfrm>
            <a:custGeom>
              <a:avLst/>
              <a:pathLst>
                <a:path w="2578047" h="0">
                  <a:moveTo>
                    <a:pt x="0" y="0"/>
                  </a:moveTo>
                  <a:lnTo>
                    <a:pt x="2578047" y="0"/>
                  </a:lnTo>
                  <a:lnTo>
                    <a:pt x="2578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l545"/>
            <p:cNvSpPr/>
            <p:nvPr/>
          </p:nvSpPr>
          <p:spPr>
            <a:xfrm>
              <a:off x="3372163" y="5462191"/>
              <a:ext cx="2578047" cy="0"/>
            </a:xfrm>
            <a:custGeom>
              <a:avLst/>
              <a:pathLst>
                <a:path w="2578047" h="0">
                  <a:moveTo>
                    <a:pt x="0" y="0"/>
                  </a:moveTo>
                  <a:lnTo>
                    <a:pt x="2578047" y="0"/>
                  </a:lnTo>
                  <a:lnTo>
                    <a:pt x="2578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l546"/>
            <p:cNvSpPr/>
            <p:nvPr/>
          </p:nvSpPr>
          <p:spPr>
            <a:xfrm>
              <a:off x="3377651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l547"/>
            <p:cNvSpPr/>
            <p:nvPr/>
          </p:nvSpPr>
          <p:spPr>
            <a:xfrm>
              <a:off x="4109466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l548"/>
            <p:cNvSpPr/>
            <p:nvPr/>
          </p:nvSpPr>
          <p:spPr>
            <a:xfrm>
              <a:off x="4841280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l549"/>
            <p:cNvSpPr/>
            <p:nvPr/>
          </p:nvSpPr>
          <p:spPr>
            <a:xfrm>
              <a:off x="5573095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l550"/>
            <p:cNvSpPr/>
            <p:nvPr/>
          </p:nvSpPr>
          <p:spPr>
            <a:xfrm>
              <a:off x="3372163" y="7714172"/>
              <a:ext cx="2578047" cy="0"/>
            </a:xfrm>
            <a:custGeom>
              <a:avLst/>
              <a:pathLst>
                <a:path w="2578047" h="0">
                  <a:moveTo>
                    <a:pt x="0" y="0"/>
                  </a:moveTo>
                  <a:lnTo>
                    <a:pt x="2578047" y="0"/>
                  </a:lnTo>
                  <a:lnTo>
                    <a:pt x="2578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l551"/>
            <p:cNvSpPr/>
            <p:nvPr/>
          </p:nvSpPr>
          <p:spPr>
            <a:xfrm>
              <a:off x="3372163" y="6813380"/>
              <a:ext cx="2578047" cy="0"/>
            </a:xfrm>
            <a:custGeom>
              <a:avLst/>
              <a:pathLst>
                <a:path w="2578047" h="0">
                  <a:moveTo>
                    <a:pt x="0" y="0"/>
                  </a:moveTo>
                  <a:lnTo>
                    <a:pt x="2578047" y="0"/>
                  </a:lnTo>
                  <a:lnTo>
                    <a:pt x="2578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l552"/>
            <p:cNvSpPr/>
            <p:nvPr/>
          </p:nvSpPr>
          <p:spPr>
            <a:xfrm>
              <a:off x="3372163" y="5912587"/>
              <a:ext cx="2578047" cy="0"/>
            </a:xfrm>
            <a:custGeom>
              <a:avLst/>
              <a:pathLst>
                <a:path w="2578047" h="0">
                  <a:moveTo>
                    <a:pt x="0" y="0"/>
                  </a:moveTo>
                  <a:lnTo>
                    <a:pt x="2578047" y="0"/>
                  </a:lnTo>
                  <a:lnTo>
                    <a:pt x="2578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l553"/>
            <p:cNvSpPr/>
            <p:nvPr/>
          </p:nvSpPr>
          <p:spPr>
            <a:xfrm>
              <a:off x="3743558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l554"/>
            <p:cNvSpPr/>
            <p:nvPr/>
          </p:nvSpPr>
          <p:spPr>
            <a:xfrm>
              <a:off x="4475373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l555"/>
            <p:cNvSpPr/>
            <p:nvPr/>
          </p:nvSpPr>
          <p:spPr>
            <a:xfrm>
              <a:off x="5207188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l556"/>
            <p:cNvSpPr/>
            <p:nvPr/>
          </p:nvSpPr>
          <p:spPr>
            <a:xfrm>
              <a:off x="5939002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t557"/>
            <p:cNvSpPr/>
            <p:nvPr/>
          </p:nvSpPr>
          <p:spPr>
            <a:xfrm>
              <a:off x="3750955" y="692814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t558"/>
            <p:cNvSpPr/>
            <p:nvPr/>
          </p:nvSpPr>
          <p:spPr>
            <a:xfrm>
              <a:off x="3686047" y="664614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t559"/>
            <p:cNvSpPr/>
            <p:nvPr/>
          </p:nvSpPr>
          <p:spPr>
            <a:xfrm>
              <a:off x="3856814" y="683563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t560"/>
            <p:cNvSpPr/>
            <p:nvPr/>
          </p:nvSpPr>
          <p:spPr>
            <a:xfrm>
              <a:off x="4881903" y="625370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t561"/>
            <p:cNvSpPr/>
            <p:nvPr/>
          </p:nvSpPr>
          <p:spPr>
            <a:xfrm>
              <a:off x="3737219" y="683584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t562"/>
            <p:cNvSpPr/>
            <p:nvPr/>
          </p:nvSpPr>
          <p:spPr>
            <a:xfrm>
              <a:off x="5294518" y="712810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t563"/>
            <p:cNvSpPr/>
            <p:nvPr/>
          </p:nvSpPr>
          <p:spPr>
            <a:xfrm>
              <a:off x="3991249" y="672375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t564"/>
            <p:cNvSpPr/>
            <p:nvPr/>
          </p:nvSpPr>
          <p:spPr>
            <a:xfrm>
              <a:off x="3711994" y="679511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t565"/>
            <p:cNvSpPr/>
            <p:nvPr/>
          </p:nvSpPr>
          <p:spPr>
            <a:xfrm>
              <a:off x="4016857" y="683500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t566"/>
            <p:cNvSpPr/>
            <p:nvPr/>
          </p:nvSpPr>
          <p:spPr>
            <a:xfrm>
              <a:off x="3809961" y="656146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t567"/>
            <p:cNvSpPr/>
            <p:nvPr/>
          </p:nvSpPr>
          <p:spPr>
            <a:xfrm>
              <a:off x="3721402" y="681893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t568"/>
            <p:cNvSpPr/>
            <p:nvPr/>
          </p:nvSpPr>
          <p:spPr>
            <a:xfrm>
              <a:off x="4733396" y="674207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t569"/>
            <p:cNvSpPr/>
            <p:nvPr/>
          </p:nvSpPr>
          <p:spPr>
            <a:xfrm>
              <a:off x="3565699" y="675869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t570"/>
            <p:cNvSpPr/>
            <p:nvPr/>
          </p:nvSpPr>
          <p:spPr>
            <a:xfrm>
              <a:off x="4026596" y="636704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t571"/>
            <p:cNvSpPr/>
            <p:nvPr/>
          </p:nvSpPr>
          <p:spPr>
            <a:xfrm>
              <a:off x="4969755" y="628838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t572"/>
            <p:cNvSpPr/>
            <p:nvPr/>
          </p:nvSpPr>
          <p:spPr>
            <a:xfrm>
              <a:off x="3700086" y="677547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t573"/>
            <p:cNvSpPr/>
            <p:nvPr/>
          </p:nvSpPr>
          <p:spPr>
            <a:xfrm>
              <a:off x="4463576" y="744831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t574"/>
            <p:cNvSpPr/>
            <p:nvPr/>
          </p:nvSpPr>
          <p:spPr>
            <a:xfrm>
              <a:off x="4162057" y="688776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t575"/>
            <p:cNvSpPr/>
            <p:nvPr/>
          </p:nvSpPr>
          <p:spPr>
            <a:xfrm>
              <a:off x="4240867" y="701941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t576"/>
            <p:cNvSpPr/>
            <p:nvPr/>
          </p:nvSpPr>
          <p:spPr>
            <a:xfrm>
              <a:off x="4831963" y="676082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t577"/>
            <p:cNvSpPr/>
            <p:nvPr/>
          </p:nvSpPr>
          <p:spPr>
            <a:xfrm>
              <a:off x="3518329" y="677934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t578"/>
            <p:cNvSpPr/>
            <p:nvPr/>
          </p:nvSpPr>
          <p:spPr>
            <a:xfrm>
              <a:off x="3547130" y="684087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t579"/>
            <p:cNvSpPr/>
            <p:nvPr/>
          </p:nvSpPr>
          <p:spPr>
            <a:xfrm>
              <a:off x="3598782" y="680573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t580"/>
            <p:cNvSpPr/>
            <p:nvPr/>
          </p:nvSpPr>
          <p:spPr>
            <a:xfrm>
              <a:off x="3941483" y="667710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t581"/>
            <p:cNvSpPr/>
            <p:nvPr/>
          </p:nvSpPr>
          <p:spPr>
            <a:xfrm>
              <a:off x="3768120" y="679332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t582"/>
            <p:cNvSpPr/>
            <p:nvPr/>
          </p:nvSpPr>
          <p:spPr>
            <a:xfrm>
              <a:off x="3561595" y="697566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t583"/>
            <p:cNvSpPr/>
            <p:nvPr/>
          </p:nvSpPr>
          <p:spPr>
            <a:xfrm>
              <a:off x="4341417" y="648789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t584"/>
            <p:cNvSpPr/>
            <p:nvPr/>
          </p:nvSpPr>
          <p:spPr>
            <a:xfrm>
              <a:off x="4076132" y="705707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t585"/>
            <p:cNvSpPr/>
            <p:nvPr/>
          </p:nvSpPr>
          <p:spPr>
            <a:xfrm>
              <a:off x="3624126" y="670780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t586"/>
            <p:cNvSpPr/>
            <p:nvPr/>
          </p:nvSpPr>
          <p:spPr>
            <a:xfrm>
              <a:off x="3912177" y="674166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t587"/>
            <p:cNvSpPr/>
            <p:nvPr/>
          </p:nvSpPr>
          <p:spPr>
            <a:xfrm>
              <a:off x="3494816" y="660718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t588"/>
            <p:cNvSpPr/>
            <p:nvPr/>
          </p:nvSpPr>
          <p:spPr>
            <a:xfrm>
              <a:off x="4976497" y="687448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t589"/>
            <p:cNvSpPr/>
            <p:nvPr/>
          </p:nvSpPr>
          <p:spPr>
            <a:xfrm>
              <a:off x="3737203" y="669707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t590"/>
            <p:cNvSpPr/>
            <p:nvPr/>
          </p:nvSpPr>
          <p:spPr>
            <a:xfrm>
              <a:off x="3590022" y="657110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t591"/>
            <p:cNvSpPr/>
            <p:nvPr/>
          </p:nvSpPr>
          <p:spPr>
            <a:xfrm>
              <a:off x="3891515" y="687699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t592"/>
            <p:cNvSpPr/>
            <p:nvPr/>
          </p:nvSpPr>
          <p:spPr>
            <a:xfrm>
              <a:off x="3746783" y="664333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t593"/>
            <p:cNvSpPr/>
            <p:nvPr/>
          </p:nvSpPr>
          <p:spPr>
            <a:xfrm>
              <a:off x="3942709" y="686401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t594"/>
            <p:cNvSpPr/>
            <p:nvPr/>
          </p:nvSpPr>
          <p:spPr>
            <a:xfrm>
              <a:off x="3657923" y="685119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t595"/>
            <p:cNvSpPr/>
            <p:nvPr/>
          </p:nvSpPr>
          <p:spPr>
            <a:xfrm>
              <a:off x="3963229" y="670431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t596"/>
            <p:cNvSpPr/>
            <p:nvPr/>
          </p:nvSpPr>
          <p:spPr>
            <a:xfrm>
              <a:off x="3578333" y="676058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t597"/>
            <p:cNvSpPr/>
            <p:nvPr/>
          </p:nvSpPr>
          <p:spPr>
            <a:xfrm>
              <a:off x="3944826" y="686341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t598"/>
            <p:cNvSpPr/>
            <p:nvPr/>
          </p:nvSpPr>
          <p:spPr>
            <a:xfrm>
              <a:off x="3960455" y="703555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t599"/>
            <p:cNvSpPr/>
            <p:nvPr/>
          </p:nvSpPr>
          <p:spPr>
            <a:xfrm>
              <a:off x="3972097" y="675563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t600"/>
            <p:cNvSpPr/>
            <p:nvPr/>
          </p:nvSpPr>
          <p:spPr>
            <a:xfrm>
              <a:off x="3464521" y="679796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t601"/>
            <p:cNvSpPr/>
            <p:nvPr/>
          </p:nvSpPr>
          <p:spPr>
            <a:xfrm>
              <a:off x="3719170" y="676209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t602"/>
            <p:cNvSpPr/>
            <p:nvPr/>
          </p:nvSpPr>
          <p:spPr>
            <a:xfrm>
              <a:off x="3730765" y="687613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t603"/>
            <p:cNvSpPr/>
            <p:nvPr/>
          </p:nvSpPr>
          <p:spPr>
            <a:xfrm>
              <a:off x="3814913" y="684057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t604"/>
            <p:cNvSpPr/>
            <p:nvPr/>
          </p:nvSpPr>
          <p:spPr>
            <a:xfrm>
              <a:off x="3758557" y="685616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t605"/>
            <p:cNvSpPr/>
            <p:nvPr/>
          </p:nvSpPr>
          <p:spPr>
            <a:xfrm>
              <a:off x="3781743" y="663501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t606"/>
            <p:cNvSpPr/>
            <p:nvPr/>
          </p:nvSpPr>
          <p:spPr>
            <a:xfrm>
              <a:off x="3790799" y="652124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t607"/>
            <p:cNvSpPr/>
            <p:nvPr/>
          </p:nvSpPr>
          <p:spPr>
            <a:xfrm>
              <a:off x="3556299" y="675629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t608"/>
            <p:cNvSpPr/>
            <p:nvPr/>
          </p:nvSpPr>
          <p:spPr>
            <a:xfrm>
              <a:off x="4581628" y="6353842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t609"/>
            <p:cNvSpPr/>
            <p:nvPr/>
          </p:nvSpPr>
          <p:spPr>
            <a:xfrm>
              <a:off x="4897692" y="606089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t610"/>
            <p:cNvSpPr/>
            <p:nvPr/>
          </p:nvSpPr>
          <p:spPr>
            <a:xfrm>
              <a:off x="4981317" y="709484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t611"/>
            <p:cNvSpPr/>
            <p:nvPr/>
          </p:nvSpPr>
          <p:spPr>
            <a:xfrm>
              <a:off x="4348855" y="667048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t612"/>
            <p:cNvSpPr/>
            <p:nvPr/>
          </p:nvSpPr>
          <p:spPr>
            <a:xfrm>
              <a:off x="3838808" y="673791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t613"/>
            <p:cNvSpPr/>
            <p:nvPr/>
          </p:nvSpPr>
          <p:spPr>
            <a:xfrm>
              <a:off x="4642929" y="656869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t614"/>
            <p:cNvSpPr/>
            <p:nvPr/>
          </p:nvSpPr>
          <p:spPr>
            <a:xfrm>
              <a:off x="3846425" y="655277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t615"/>
            <p:cNvSpPr/>
            <p:nvPr/>
          </p:nvSpPr>
          <p:spPr>
            <a:xfrm>
              <a:off x="3848912" y="676026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t616"/>
            <p:cNvSpPr/>
            <p:nvPr/>
          </p:nvSpPr>
          <p:spPr>
            <a:xfrm>
              <a:off x="4226399" y="697454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t617"/>
            <p:cNvSpPr/>
            <p:nvPr/>
          </p:nvSpPr>
          <p:spPr>
            <a:xfrm>
              <a:off x="4040328" y="677774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t618"/>
            <p:cNvSpPr/>
            <p:nvPr/>
          </p:nvSpPr>
          <p:spPr>
            <a:xfrm>
              <a:off x="5808201" y="802735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t619"/>
            <p:cNvSpPr/>
            <p:nvPr/>
          </p:nvSpPr>
          <p:spPr>
            <a:xfrm>
              <a:off x="3525938" y="684106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t620"/>
            <p:cNvSpPr/>
            <p:nvPr/>
          </p:nvSpPr>
          <p:spPr>
            <a:xfrm>
              <a:off x="3707234" y="656145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t621"/>
            <p:cNvSpPr/>
            <p:nvPr/>
          </p:nvSpPr>
          <p:spPr>
            <a:xfrm>
              <a:off x="4671784" y="780848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t622"/>
            <p:cNvSpPr/>
            <p:nvPr/>
          </p:nvSpPr>
          <p:spPr>
            <a:xfrm>
              <a:off x="3658842" y="684068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t623"/>
            <p:cNvSpPr/>
            <p:nvPr/>
          </p:nvSpPr>
          <p:spPr>
            <a:xfrm>
              <a:off x="5193027" y="795969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t624"/>
            <p:cNvSpPr/>
            <p:nvPr/>
          </p:nvSpPr>
          <p:spPr>
            <a:xfrm>
              <a:off x="3763376" y="676618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t625"/>
            <p:cNvSpPr/>
            <p:nvPr/>
          </p:nvSpPr>
          <p:spPr>
            <a:xfrm>
              <a:off x="4590667" y="678611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t626"/>
            <p:cNvSpPr/>
            <p:nvPr/>
          </p:nvSpPr>
          <p:spPr>
            <a:xfrm>
              <a:off x="4412096" y="553830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t627"/>
            <p:cNvSpPr/>
            <p:nvPr/>
          </p:nvSpPr>
          <p:spPr>
            <a:xfrm>
              <a:off x="5071093" y="723364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t628"/>
            <p:cNvSpPr/>
            <p:nvPr/>
          </p:nvSpPr>
          <p:spPr>
            <a:xfrm>
              <a:off x="3669541" y="677924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t629"/>
            <p:cNvSpPr/>
            <p:nvPr/>
          </p:nvSpPr>
          <p:spPr>
            <a:xfrm>
              <a:off x="3549798" y="675187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t630"/>
            <p:cNvSpPr/>
            <p:nvPr/>
          </p:nvSpPr>
          <p:spPr>
            <a:xfrm>
              <a:off x="4183872" y="666925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t631"/>
            <p:cNvSpPr/>
            <p:nvPr/>
          </p:nvSpPr>
          <p:spPr>
            <a:xfrm>
              <a:off x="4677458" y="6387851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t632"/>
            <p:cNvSpPr/>
            <p:nvPr/>
          </p:nvSpPr>
          <p:spPr>
            <a:xfrm>
              <a:off x="4076845" y="680055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t633"/>
            <p:cNvSpPr/>
            <p:nvPr/>
          </p:nvSpPr>
          <p:spPr>
            <a:xfrm>
              <a:off x="3765401" y="688641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l634"/>
            <p:cNvSpPr/>
            <p:nvPr/>
          </p:nvSpPr>
          <p:spPr>
            <a:xfrm>
              <a:off x="3372163" y="6577603"/>
              <a:ext cx="2578047" cy="0"/>
            </a:xfrm>
            <a:custGeom>
              <a:avLst/>
              <a:pathLst>
                <a:path w="2578047" h="0">
                  <a:moveTo>
                    <a:pt x="0" y="0"/>
                  </a:moveTo>
                  <a:lnTo>
                    <a:pt x="2578047" y="0"/>
                  </a:lnTo>
                  <a:lnTo>
                    <a:pt x="257804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3489347" y="6568389"/>
              <a:ext cx="2343679" cy="1883943"/>
            </a:xfrm>
            <a:custGeom>
              <a:avLst/>
              <a:pathLst>
                <a:path w="2343679" h="1883943">
                  <a:moveTo>
                    <a:pt x="0" y="51368"/>
                  </a:moveTo>
                  <a:lnTo>
                    <a:pt x="29666" y="69527"/>
                  </a:lnTo>
                  <a:lnTo>
                    <a:pt x="59333" y="85569"/>
                  </a:lnTo>
                  <a:lnTo>
                    <a:pt x="89000" y="99203"/>
                  </a:lnTo>
                  <a:lnTo>
                    <a:pt x="118667" y="110529"/>
                  </a:lnTo>
                  <a:lnTo>
                    <a:pt x="148334" y="119604"/>
                  </a:lnTo>
                  <a:lnTo>
                    <a:pt x="178000" y="126229"/>
                  </a:lnTo>
                  <a:lnTo>
                    <a:pt x="207667" y="130467"/>
                  </a:lnTo>
                  <a:lnTo>
                    <a:pt x="237334" y="132769"/>
                  </a:lnTo>
                  <a:lnTo>
                    <a:pt x="267001" y="133380"/>
                  </a:lnTo>
                  <a:lnTo>
                    <a:pt x="296668" y="132417"/>
                  </a:lnTo>
                  <a:lnTo>
                    <a:pt x="326335" y="130236"/>
                  </a:lnTo>
                  <a:lnTo>
                    <a:pt x="356001" y="127042"/>
                  </a:lnTo>
                  <a:lnTo>
                    <a:pt x="385668" y="123365"/>
                  </a:lnTo>
                  <a:lnTo>
                    <a:pt x="415335" y="119107"/>
                  </a:lnTo>
                  <a:lnTo>
                    <a:pt x="445002" y="114135"/>
                  </a:lnTo>
                  <a:lnTo>
                    <a:pt x="474669" y="108671"/>
                  </a:lnTo>
                  <a:lnTo>
                    <a:pt x="504336" y="103026"/>
                  </a:lnTo>
                  <a:lnTo>
                    <a:pt x="534002" y="96945"/>
                  </a:lnTo>
                  <a:lnTo>
                    <a:pt x="563669" y="90101"/>
                  </a:lnTo>
                  <a:lnTo>
                    <a:pt x="593336" y="82570"/>
                  </a:lnTo>
                  <a:lnTo>
                    <a:pt x="623003" y="74813"/>
                  </a:lnTo>
                  <a:lnTo>
                    <a:pt x="652670" y="67184"/>
                  </a:lnTo>
                  <a:lnTo>
                    <a:pt x="682336" y="59756"/>
                  </a:lnTo>
                  <a:lnTo>
                    <a:pt x="712003" y="52476"/>
                  </a:lnTo>
                  <a:lnTo>
                    <a:pt x="741670" y="45252"/>
                  </a:lnTo>
                  <a:lnTo>
                    <a:pt x="771337" y="38019"/>
                  </a:lnTo>
                  <a:lnTo>
                    <a:pt x="801004" y="30788"/>
                  </a:lnTo>
                  <a:lnTo>
                    <a:pt x="830671" y="23668"/>
                  </a:lnTo>
                  <a:lnTo>
                    <a:pt x="860337" y="16873"/>
                  </a:lnTo>
                  <a:lnTo>
                    <a:pt x="890004" y="10717"/>
                  </a:lnTo>
                  <a:lnTo>
                    <a:pt x="919671" y="5580"/>
                  </a:lnTo>
                  <a:lnTo>
                    <a:pt x="949338" y="1882"/>
                  </a:lnTo>
                  <a:lnTo>
                    <a:pt x="979005" y="0"/>
                  </a:lnTo>
                  <a:lnTo>
                    <a:pt x="1008672" y="2"/>
                  </a:lnTo>
                  <a:lnTo>
                    <a:pt x="1038338" y="1790"/>
                  </a:lnTo>
                  <a:lnTo>
                    <a:pt x="1068005" y="5208"/>
                  </a:lnTo>
                  <a:lnTo>
                    <a:pt x="1097672" y="10066"/>
                  </a:lnTo>
                  <a:lnTo>
                    <a:pt x="1127339" y="16161"/>
                  </a:lnTo>
                  <a:lnTo>
                    <a:pt x="1157006" y="23297"/>
                  </a:lnTo>
                  <a:lnTo>
                    <a:pt x="1186673" y="31303"/>
                  </a:lnTo>
                  <a:lnTo>
                    <a:pt x="1216339" y="40052"/>
                  </a:lnTo>
                  <a:lnTo>
                    <a:pt x="1246006" y="49481"/>
                  </a:lnTo>
                  <a:lnTo>
                    <a:pt x="1275673" y="59599"/>
                  </a:lnTo>
                  <a:lnTo>
                    <a:pt x="1305340" y="70488"/>
                  </a:lnTo>
                  <a:lnTo>
                    <a:pt x="1335007" y="82295"/>
                  </a:lnTo>
                  <a:lnTo>
                    <a:pt x="1364673" y="95218"/>
                  </a:lnTo>
                  <a:lnTo>
                    <a:pt x="1394340" y="109481"/>
                  </a:lnTo>
                  <a:lnTo>
                    <a:pt x="1424007" y="125293"/>
                  </a:lnTo>
                  <a:lnTo>
                    <a:pt x="1453674" y="142705"/>
                  </a:lnTo>
                  <a:lnTo>
                    <a:pt x="1483341" y="161694"/>
                  </a:lnTo>
                  <a:lnTo>
                    <a:pt x="1513008" y="182193"/>
                  </a:lnTo>
                  <a:lnTo>
                    <a:pt x="1542674" y="204106"/>
                  </a:lnTo>
                  <a:lnTo>
                    <a:pt x="1572341" y="227312"/>
                  </a:lnTo>
                  <a:lnTo>
                    <a:pt x="1602008" y="251669"/>
                  </a:lnTo>
                  <a:lnTo>
                    <a:pt x="1631675" y="277024"/>
                  </a:lnTo>
                  <a:lnTo>
                    <a:pt x="1661342" y="303213"/>
                  </a:lnTo>
                  <a:lnTo>
                    <a:pt x="1691009" y="330073"/>
                  </a:lnTo>
                  <a:lnTo>
                    <a:pt x="1720675" y="357441"/>
                  </a:lnTo>
                  <a:lnTo>
                    <a:pt x="1750342" y="385165"/>
                  </a:lnTo>
                  <a:lnTo>
                    <a:pt x="1780009" y="413103"/>
                  </a:lnTo>
                  <a:lnTo>
                    <a:pt x="1809676" y="441133"/>
                  </a:lnTo>
                  <a:lnTo>
                    <a:pt x="1839343" y="469147"/>
                  </a:lnTo>
                  <a:lnTo>
                    <a:pt x="1869010" y="497062"/>
                  </a:lnTo>
                  <a:lnTo>
                    <a:pt x="1898676" y="524809"/>
                  </a:lnTo>
                  <a:lnTo>
                    <a:pt x="1928343" y="552339"/>
                  </a:lnTo>
                  <a:lnTo>
                    <a:pt x="1958010" y="579620"/>
                  </a:lnTo>
                  <a:lnTo>
                    <a:pt x="1987677" y="606628"/>
                  </a:lnTo>
                  <a:lnTo>
                    <a:pt x="2017344" y="633355"/>
                  </a:lnTo>
                  <a:lnTo>
                    <a:pt x="2047010" y="659797"/>
                  </a:lnTo>
                  <a:lnTo>
                    <a:pt x="2076677" y="685955"/>
                  </a:lnTo>
                  <a:lnTo>
                    <a:pt x="2106344" y="711836"/>
                  </a:lnTo>
                  <a:lnTo>
                    <a:pt x="2136011" y="737450"/>
                  </a:lnTo>
                  <a:lnTo>
                    <a:pt x="2165678" y="762804"/>
                  </a:lnTo>
                  <a:lnTo>
                    <a:pt x="2195345" y="787909"/>
                  </a:lnTo>
                  <a:lnTo>
                    <a:pt x="2225011" y="812775"/>
                  </a:lnTo>
                  <a:lnTo>
                    <a:pt x="2254678" y="837411"/>
                  </a:lnTo>
                  <a:lnTo>
                    <a:pt x="2284345" y="861825"/>
                  </a:lnTo>
                  <a:lnTo>
                    <a:pt x="2314012" y="886025"/>
                  </a:lnTo>
                  <a:lnTo>
                    <a:pt x="2343679" y="910015"/>
                  </a:lnTo>
                  <a:lnTo>
                    <a:pt x="2343679" y="1883943"/>
                  </a:lnTo>
                  <a:lnTo>
                    <a:pt x="2314012" y="1819747"/>
                  </a:lnTo>
                  <a:lnTo>
                    <a:pt x="2284345" y="1755861"/>
                  </a:lnTo>
                  <a:lnTo>
                    <a:pt x="2254678" y="1692391"/>
                  </a:lnTo>
                  <a:lnTo>
                    <a:pt x="2225011" y="1629445"/>
                  </a:lnTo>
                  <a:lnTo>
                    <a:pt x="2195345" y="1567132"/>
                  </a:lnTo>
                  <a:lnTo>
                    <a:pt x="2165678" y="1505561"/>
                  </a:lnTo>
                  <a:lnTo>
                    <a:pt x="2136011" y="1444844"/>
                  </a:lnTo>
                  <a:lnTo>
                    <a:pt x="2106344" y="1385090"/>
                  </a:lnTo>
                  <a:lnTo>
                    <a:pt x="2076677" y="1326410"/>
                  </a:lnTo>
                  <a:lnTo>
                    <a:pt x="2047010" y="1268912"/>
                  </a:lnTo>
                  <a:lnTo>
                    <a:pt x="2017344" y="1212705"/>
                  </a:lnTo>
                  <a:lnTo>
                    <a:pt x="1987677" y="1157890"/>
                  </a:lnTo>
                  <a:lnTo>
                    <a:pt x="1958010" y="1104566"/>
                  </a:lnTo>
                  <a:lnTo>
                    <a:pt x="1928343" y="1052822"/>
                  </a:lnTo>
                  <a:lnTo>
                    <a:pt x="1898676" y="1002737"/>
                  </a:lnTo>
                  <a:lnTo>
                    <a:pt x="1869010" y="954380"/>
                  </a:lnTo>
                  <a:lnTo>
                    <a:pt x="1839343" y="907800"/>
                  </a:lnTo>
                  <a:lnTo>
                    <a:pt x="1809676" y="863032"/>
                  </a:lnTo>
                  <a:lnTo>
                    <a:pt x="1780009" y="820091"/>
                  </a:lnTo>
                  <a:lnTo>
                    <a:pt x="1750342" y="778972"/>
                  </a:lnTo>
                  <a:lnTo>
                    <a:pt x="1720675" y="739651"/>
                  </a:lnTo>
                  <a:lnTo>
                    <a:pt x="1691009" y="702090"/>
                  </a:lnTo>
                  <a:lnTo>
                    <a:pt x="1661342" y="666235"/>
                  </a:lnTo>
                  <a:lnTo>
                    <a:pt x="1631675" y="632025"/>
                  </a:lnTo>
                  <a:lnTo>
                    <a:pt x="1602008" y="599397"/>
                  </a:lnTo>
                  <a:lnTo>
                    <a:pt x="1572341" y="568288"/>
                  </a:lnTo>
                  <a:lnTo>
                    <a:pt x="1542674" y="538645"/>
                  </a:lnTo>
                  <a:lnTo>
                    <a:pt x="1513008" y="510428"/>
                  </a:lnTo>
                  <a:lnTo>
                    <a:pt x="1483341" y="483616"/>
                  </a:lnTo>
                  <a:lnTo>
                    <a:pt x="1453674" y="458213"/>
                  </a:lnTo>
                  <a:lnTo>
                    <a:pt x="1424007" y="434254"/>
                  </a:lnTo>
                  <a:lnTo>
                    <a:pt x="1394340" y="411815"/>
                  </a:lnTo>
                  <a:lnTo>
                    <a:pt x="1364673" y="391017"/>
                  </a:lnTo>
                  <a:lnTo>
                    <a:pt x="1335007" y="372016"/>
                  </a:lnTo>
                  <a:lnTo>
                    <a:pt x="1305340" y="354958"/>
                  </a:lnTo>
                  <a:lnTo>
                    <a:pt x="1275673" y="339963"/>
                  </a:lnTo>
                  <a:lnTo>
                    <a:pt x="1246006" y="327097"/>
                  </a:lnTo>
                  <a:lnTo>
                    <a:pt x="1216339" y="316364"/>
                  </a:lnTo>
                  <a:lnTo>
                    <a:pt x="1186673" y="307695"/>
                  </a:lnTo>
                  <a:lnTo>
                    <a:pt x="1157006" y="300947"/>
                  </a:lnTo>
                  <a:lnTo>
                    <a:pt x="1127339" y="295915"/>
                  </a:lnTo>
                  <a:lnTo>
                    <a:pt x="1097672" y="292349"/>
                  </a:lnTo>
                  <a:lnTo>
                    <a:pt x="1068005" y="289973"/>
                  </a:lnTo>
                  <a:lnTo>
                    <a:pt x="1038338" y="288506"/>
                  </a:lnTo>
                  <a:lnTo>
                    <a:pt x="1008672" y="287679"/>
                  </a:lnTo>
                  <a:lnTo>
                    <a:pt x="979005" y="287259"/>
                  </a:lnTo>
                  <a:lnTo>
                    <a:pt x="949338" y="287066"/>
                  </a:lnTo>
                  <a:lnTo>
                    <a:pt x="919671" y="287047"/>
                  </a:lnTo>
                  <a:lnTo>
                    <a:pt x="890004" y="287339"/>
                  </a:lnTo>
                  <a:lnTo>
                    <a:pt x="860337" y="288101"/>
                  </a:lnTo>
                  <a:lnTo>
                    <a:pt x="830671" y="289456"/>
                  </a:lnTo>
                  <a:lnTo>
                    <a:pt x="801004" y="291456"/>
                  </a:lnTo>
                  <a:lnTo>
                    <a:pt x="771337" y="294057"/>
                  </a:lnTo>
                  <a:lnTo>
                    <a:pt x="741670" y="297109"/>
                  </a:lnTo>
                  <a:lnTo>
                    <a:pt x="712003" y="300360"/>
                  </a:lnTo>
                  <a:lnTo>
                    <a:pt x="682336" y="303488"/>
                  </a:lnTo>
                  <a:lnTo>
                    <a:pt x="652670" y="306142"/>
                  </a:lnTo>
                  <a:lnTo>
                    <a:pt x="623003" y="308007"/>
                  </a:lnTo>
                  <a:lnTo>
                    <a:pt x="593336" y="308899"/>
                  </a:lnTo>
                  <a:lnTo>
                    <a:pt x="563669" y="309018"/>
                  </a:lnTo>
                  <a:lnTo>
                    <a:pt x="534002" y="308902"/>
                  </a:lnTo>
                  <a:lnTo>
                    <a:pt x="504336" y="308731"/>
                  </a:lnTo>
                  <a:lnTo>
                    <a:pt x="474669" y="308284"/>
                  </a:lnTo>
                  <a:lnTo>
                    <a:pt x="445002" y="307414"/>
                  </a:lnTo>
                  <a:lnTo>
                    <a:pt x="415335" y="306544"/>
                  </a:lnTo>
                  <a:lnTo>
                    <a:pt x="385668" y="306011"/>
                  </a:lnTo>
                  <a:lnTo>
                    <a:pt x="356001" y="305796"/>
                  </a:lnTo>
                  <a:lnTo>
                    <a:pt x="326335" y="305908"/>
                  </a:lnTo>
                  <a:lnTo>
                    <a:pt x="296668" y="306906"/>
                  </a:lnTo>
                  <a:lnTo>
                    <a:pt x="267001" y="308991"/>
                  </a:lnTo>
                  <a:lnTo>
                    <a:pt x="237334" y="312542"/>
                  </a:lnTo>
                  <a:lnTo>
                    <a:pt x="207667" y="317713"/>
                  </a:lnTo>
                  <a:lnTo>
                    <a:pt x="178000" y="324762"/>
                  </a:lnTo>
                  <a:lnTo>
                    <a:pt x="148334" y="334141"/>
                  </a:lnTo>
                  <a:lnTo>
                    <a:pt x="118667" y="345913"/>
                  </a:lnTo>
                  <a:lnTo>
                    <a:pt x="89000" y="359881"/>
                  </a:lnTo>
                  <a:lnTo>
                    <a:pt x="59333" y="376114"/>
                  </a:lnTo>
                  <a:lnTo>
                    <a:pt x="29666" y="394723"/>
                  </a:lnTo>
                  <a:lnTo>
                    <a:pt x="0" y="415435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636" name="pl636"/>
            <p:cNvSpPr/>
            <p:nvPr/>
          </p:nvSpPr>
          <p:spPr>
            <a:xfrm>
              <a:off x="3489347" y="6568389"/>
              <a:ext cx="2343679" cy="910015"/>
            </a:xfrm>
            <a:custGeom>
              <a:avLst/>
              <a:pathLst>
                <a:path w="2343679" h="910015">
                  <a:moveTo>
                    <a:pt x="0" y="51368"/>
                  </a:moveTo>
                  <a:lnTo>
                    <a:pt x="29666" y="69527"/>
                  </a:lnTo>
                  <a:lnTo>
                    <a:pt x="59333" y="85569"/>
                  </a:lnTo>
                  <a:lnTo>
                    <a:pt x="89000" y="99203"/>
                  </a:lnTo>
                  <a:lnTo>
                    <a:pt x="118667" y="110529"/>
                  </a:lnTo>
                  <a:lnTo>
                    <a:pt x="148334" y="119604"/>
                  </a:lnTo>
                  <a:lnTo>
                    <a:pt x="178000" y="126229"/>
                  </a:lnTo>
                  <a:lnTo>
                    <a:pt x="207667" y="130467"/>
                  </a:lnTo>
                  <a:lnTo>
                    <a:pt x="237334" y="132769"/>
                  </a:lnTo>
                  <a:lnTo>
                    <a:pt x="267001" y="133380"/>
                  </a:lnTo>
                  <a:lnTo>
                    <a:pt x="296668" y="132417"/>
                  </a:lnTo>
                  <a:lnTo>
                    <a:pt x="326335" y="130236"/>
                  </a:lnTo>
                  <a:lnTo>
                    <a:pt x="356001" y="127042"/>
                  </a:lnTo>
                  <a:lnTo>
                    <a:pt x="385668" y="123365"/>
                  </a:lnTo>
                  <a:lnTo>
                    <a:pt x="415335" y="119107"/>
                  </a:lnTo>
                  <a:lnTo>
                    <a:pt x="445002" y="114135"/>
                  </a:lnTo>
                  <a:lnTo>
                    <a:pt x="474669" y="108671"/>
                  </a:lnTo>
                  <a:lnTo>
                    <a:pt x="504336" y="103026"/>
                  </a:lnTo>
                  <a:lnTo>
                    <a:pt x="534002" y="96945"/>
                  </a:lnTo>
                  <a:lnTo>
                    <a:pt x="563669" y="90101"/>
                  </a:lnTo>
                  <a:lnTo>
                    <a:pt x="593336" y="82570"/>
                  </a:lnTo>
                  <a:lnTo>
                    <a:pt x="623003" y="74813"/>
                  </a:lnTo>
                  <a:lnTo>
                    <a:pt x="652670" y="67184"/>
                  </a:lnTo>
                  <a:lnTo>
                    <a:pt x="682336" y="59756"/>
                  </a:lnTo>
                  <a:lnTo>
                    <a:pt x="712003" y="52476"/>
                  </a:lnTo>
                  <a:lnTo>
                    <a:pt x="741670" y="45252"/>
                  </a:lnTo>
                  <a:lnTo>
                    <a:pt x="771337" y="38019"/>
                  </a:lnTo>
                  <a:lnTo>
                    <a:pt x="801004" y="30788"/>
                  </a:lnTo>
                  <a:lnTo>
                    <a:pt x="830671" y="23668"/>
                  </a:lnTo>
                  <a:lnTo>
                    <a:pt x="860337" y="16873"/>
                  </a:lnTo>
                  <a:lnTo>
                    <a:pt x="890004" y="10717"/>
                  </a:lnTo>
                  <a:lnTo>
                    <a:pt x="919671" y="5580"/>
                  </a:lnTo>
                  <a:lnTo>
                    <a:pt x="949338" y="1882"/>
                  </a:lnTo>
                  <a:lnTo>
                    <a:pt x="979005" y="0"/>
                  </a:lnTo>
                  <a:lnTo>
                    <a:pt x="1008672" y="2"/>
                  </a:lnTo>
                  <a:lnTo>
                    <a:pt x="1038338" y="1790"/>
                  </a:lnTo>
                  <a:lnTo>
                    <a:pt x="1068005" y="5208"/>
                  </a:lnTo>
                  <a:lnTo>
                    <a:pt x="1097672" y="10066"/>
                  </a:lnTo>
                  <a:lnTo>
                    <a:pt x="1127339" y="16161"/>
                  </a:lnTo>
                  <a:lnTo>
                    <a:pt x="1157006" y="23297"/>
                  </a:lnTo>
                  <a:lnTo>
                    <a:pt x="1186673" y="31303"/>
                  </a:lnTo>
                  <a:lnTo>
                    <a:pt x="1216339" y="40052"/>
                  </a:lnTo>
                  <a:lnTo>
                    <a:pt x="1246006" y="49481"/>
                  </a:lnTo>
                  <a:lnTo>
                    <a:pt x="1275673" y="59599"/>
                  </a:lnTo>
                  <a:lnTo>
                    <a:pt x="1305340" y="70488"/>
                  </a:lnTo>
                  <a:lnTo>
                    <a:pt x="1335007" y="82295"/>
                  </a:lnTo>
                  <a:lnTo>
                    <a:pt x="1364673" y="95218"/>
                  </a:lnTo>
                  <a:lnTo>
                    <a:pt x="1394340" y="109481"/>
                  </a:lnTo>
                  <a:lnTo>
                    <a:pt x="1424007" y="125293"/>
                  </a:lnTo>
                  <a:lnTo>
                    <a:pt x="1453674" y="142705"/>
                  </a:lnTo>
                  <a:lnTo>
                    <a:pt x="1483341" y="161694"/>
                  </a:lnTo>
                  <a:lnTo>
                    <a:pt x="1513008" y="182193"/>
                  </a:lnTo>
                  <a:lnTo>
                    <a:pt x="1542674" y="204106"/>
                  </a:lnTo>
                  <a:lnTo>
                    <a:pt x="1572341" y="227312"/>
                  </a:lnTo>
                  <a:lnTo>
                    <a:pt x="1602008" y="251669"/>
                  </a:lnTo>
                  <a:lnTo>
                    <a:pt x="1631675" y="277024"/>
                  </a:lnTo>
                  <a:lnTo>
                    <a:pt x="1661342" y="303213"/>
                  </a:lnTo>
                  <a:lnTo>
                    <a:pt x="1691009" y="330073"/>
                  </a:lnTo>
                  <a:lnTo>
                    <a:pt x="1720675" y="357441"/>
                  </a:lnTo>
                  <a:lnTo>
                    <a:pt x="1750342" y="385165"/>
                  </a:lnTo>
                  <a:lnTo>
                    <a:pt x="1780009" y="413103"/>
                  </a:lnTo>
                  <a:lnTo>
                    <a:pt x="1809676" y="441133"/>
                  </a:lnTo>
                  <a:lnTo>
                    <a:pt x="1839343" y="469147"/>
                  </a:lnTo>
                  <a:lnTo>
                    <a:pt x="1869010" y="497062"/>
                  </a:lnTo>
                  <a:lnTo>
                    <a:pt x="1898676" y="524809"/>
                  </a:lnTo>
                  <a:lnTo>
                    <a:pt x="1928343" y="552339"/>
                  </a:lnTo>
                  <a:lnTo>
                    <a:pt x="1958010" y="579620"/>
                  </a:lnTo>
                  <a:lnTo>
                    <a:pt x="1987677" y="606628"/>
                  </a:lnTo>
                  <a:lnTo>
                    <a:pt x="2017344" y="633355"/>
                  </a:lnTo>
                  <a:lnTo>
                    <a:pt x="2047010" y="659797"/>
                  </a:lnTo>
                  <a:lnTo>
                    <a:pt x="2076677" y="685955"/>
                  </a:lnTo>
                  <a:lnTo>
                    <a:pt x="2106344" y="711836"/>
                  </a:lnTo>
                  <a:lnTo>
                    <a:pt x="2136011" y="737450"/>
                  </a:lnTo>
                  <a:lnTo>
                    <a:pt x="2165678" y="762804"/>
                  </a:lnTo>
                  <a:lnTo>
                    <a:pt x="2195345" y="787909"/>
                  </a:lnTo>
                  <a:lnTo>
                    <a:pt x="2225011" y="812775"/>
                  </a:lnTo>
                  <a:lnTo>
                    <a:pt x="2254678" y="837411"/>
                  </a:lnTo>
                  <a:lnTo>
                    <a:pt x="2284345" y="861825"/>
                  </a:lnTo>
                  <a:lnTo>
                    <a:pt x="2314012" y="886025"/>
                  </a:lnTo>
                  <a:lnTo>
                    <a:pt x="2343679" y="91001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637" name="pl637"/>
            <p:cNvSpPr/>
            <p:nvPr/>
          </p:nvSpPr>
          <p:spPr>
            <a:xfrm>
              <a:off x="3489347" y="6855436"/>
              <a:ext cx="2343679" cy="1596895"/>
            </a:xfrm>
            <a:custGeom>
              <a:avLst/>
              <a:pathLst>
                <a:path w="2343679" h="1596895">
                  <a:moveTo>
                    <a:pt x="2343679" y="1596895"/>
                  </a:moveTo>
                  <a:lnTo>
                    <a:pt x="2314012" y="1532700"/>
                  </a:lnTo>
                  <a:lnTo>
                    <a:pt x="2284345" y="1468813"/>
                  </a:lnTo>
                  <a:lnTo>
                    <a:pt x="2254678" y="1405343"/>
                  </a:lnTo>
                  <a:lnTo>
                    <a:pt x="2225011" y="1342397"/>
                  </a:lnTo>
                  <a:lnTo>
                    <a:pt x="2195345" y="1280084"/>
                  </a:lnTo>
                  <a:lnTo>
                    <a:pt x="2165678" y="1218514"/>
                  </a:lnTo>
                  <a:lnTo>
                    <a:pt x="2136011" y="1157796"/>
                  </a:lnTo>
                  <a:lnTo>
                    <a:pt x="2106344" y="1098042"/>
                  </a:lnTo>
                  <a:lnTo>
                    <a:pt x="2076677" y="1039362"/>
                  </a:lnTo>
                  <a:lnTo>
                    <a:pt x="2047010" y="981865"/>
                  </a:lnTo>
                  <a:lnTo>
                    <a:pt x="2017344" y="925657"/>
                  </a:lnTo>
                  <a:lnTo>
                    <a:pt x="1987677" y="870843"/>
                  </a:lnTo>
                  <a:lnTo>
                    <a:pt x="1958010" y="817518"/>
                  </a:lnTo>
                  <a:lnTo>
                    <a:pt x="1928343" y="765774"/>
                  </a:lnTo>
                  <a:lnTo>
                    <a:pt x="1898676" y="715690"/>
                  </a:lnTo>
                  <a:lnTo>
                    <a:pt x="1869010" y="667332"/>
                  </a:lnTo>
                  <a:lnTo>
                    <a:pt x="1839343" y="620752"/>
                  </a:lnTo>
                  <a:lnTo>
                    <a:pt x="1809676" y="575984"/>
                  </a:lnTo>
                  <a:lnTo>
                    <a:pt x="1780009" y="533043"/>
                  </a:lnTo>
                  <a:lnTo>
                    <a:pt x="1750342" y="491924"/>
                  </a:lnTo>
                  <a:lnTo>
                    <a:pt x="1720675" y="452604"/>
                  </a:lnTo>
                  <a:lnTo>
                    <a:pt x="1691009" y="415042"/>
                  </a:lnTo>
                  <a:lnTo>
                    <a:pt x="1661342" y="379187"/>
                  </a:lnTo>
                  <a:lnTo>
                    <a:pt x="1631675" y="344978"/>
                  </a:lnTo>
                  <a:lnTo>
                    <a:pt x="1602008" y="312349"/>
                  </a:lnTo>
                  <a:lnTo>
                    <a:pt x="1572341" y="281241"/>
                  </a:lnTo>
                  <a:lnTo>
                    <a:pt x="1542674" y="251598"/>
                  </a:lnTo>
                  <a:lnTo>
                    <a:pt x="1513008" y="223381"/>
                  </a:lnTo>
                  <a:lnTo>
                    <a:pt x="1483341" y="196569"/>
                  </a:lnTo>
                  <a:lnTo>
                    <a:pt x="1453674" y="171165"/>
                  </a:lnTo>
                  <a:lnTo>
                    <a:pt x="1424007" y="147206"/>
                  </a:lnTo>
                  <a:lnTo>
                    <a:pt x="1394340" y="124767"/>
                  </a:lnTo>
                  <a:lnTo>
                    <a:pt x="1364673" y="103970"/>
                  </a:lnTo>
                  <a:lnTo>
                    <a:pt x="1335007" y="84968"/>
                  </a:lnTo>
                  <a:lnTo>
                    <a:pt x="1305340" y="67911"/>
                  </a:lnTo>
                  <a:lnTo>
                    <a:pt x="1275673" y="52915"/>
                  </a:lnTo>
                  <a:lnTo>
                    <a:pt x="1246006" y="40049"/>
                  </a:lnTo>
                  <a:lnTo>
                    <a:pt x="1216339" y="29317"/>
                  </a:lnTo>
                  <a:lnTo>
                    <a:pt x="1186673" y="20648"/>
                  </a:lnTo>
                  <a:lnTo>
                    <a:pt x="1157006" y="13899"/>
                  </a:lnTo>
                  <a:lnTo>
                    <a:pt x="1127339" y="8867"/>
                  </a:lnTo>
                  <a:lnTo>
                    <a:pt x="1097672" y="5301"/>
                  </a:lnTo>
                  <a:lnTo>
                    <a:pt x="1068005" y="2925"/>
                  </a:lnTo>
                  <a:lnTo>
                    <a:pt x="1038338" y="1458"/>
                  </a:lnTo>
                  <a:lnTo>
                    <a:pt x="1008672" y="632"/>
                  </a:lnTo>
                  <a:lnTo>
                    <a:pt x="979005" y="211"/>
                  </a:lnTo>
                  <a:lnTo>
                    <a:pt x="949338" y="18"/>
                  </a:lnTo>
                  <a:lnTo>
                    <a:pt x="919671" y="0"/>
                  </a:lnTo>
                  <a:lnTo>
                    <a:pt x="890004" y="291"/>
                  </a:lnTo>
                  <a:lnTo>
                    <a:pt x="860337" y="1053"/>
                  </a:lnTo>
                  <a:lnTo>
                    <a:pt x="830671" y="2409"/>
                  </a:lnTo>
                  <a:lnTo>
                    <a:pt x="801004" y="4409"/>
                  </a:lnTo>
                  <a:lnTo>
                    <a:pt x="771337" y="7010"/>
                  </a:lnTo>
                  <a:lnTo>
                    <a:pt x="741670" y="10061"/>
                  </a:lnTo>
                  <a:lnTo>
                    <a:pt x="712003" y="13313"/>
                  </a:lnTo>
                  <a:lnTo>
                    <a:pt x="682336" y="16441"/>
                  </a:lnTo>
                  <a:lnTo>
                    <a:pt x="652670" y="19094"/>
                  </a:lnTo>
                  <a:lnTo>
                    <a:pt x="623003" y="20959"/>
                  </a:lnTo>
                  <a:lnTo>
                    <a:pt x="593336" y="21851"/>
                  </a:lnTo>
                  <a:lnTo>
                    <a:pt x="563669" y="21971"/>
                  </a:lnTo>
                  <a:lnTo>
                    <a:pt x="534002" y="21854"/>
                  </a:lnTo>
                  <a:lnTo>
                    <a:pt x="504336" y="21684"/>
                  </a:lnTo>
                  <a:lnTo>
                    <a:pt x="474669" y="21237"/>
                  </a:lnTo>
                  <a:lnTo>
                    <a:pt x="445002" y="20366"/>
                  </a:lnTo>
                  <a:lnTo>
                    <a:pt x="415335" y="19497"/>
                  </a:lnTo>
                  <a:lnTo>
                    <a:pt x="385668" y="18963"/>
                  </a:lnTo>
                  <a:lnTo>
                    <a:pt x="356001" y="18749"/>
                  </a:lnTo>
                  <a:lnTo>
                    <a:pt x="326335" y="18861"/>
                  </a:lnTo>
                  <a:lnTo>
                    <a:pt x="296668" y="19858"/>
                  </a:lnTo>
                  <a:lnTo>
                    <a:pt x="267001" y="21944"/>
                  </a:lnTo>
                  <a:lnTo>
                    <a:pt x="237334" y="25494"/>
                  </a:lnTo>
                  <a:lnTo>
                    <a:pt x="207667" y="30666"/>
                  </a:lnTo>
                  <a:lnTo>
                    <a:pt x="178000" y="37715"/>
                  </a:lnTo>
                  <a:lnTo>
                    <a:pt x="148334" y="47093"/>
                  </a:lnTo>
                  <a:lnTo>
                    <a:pt x="118667" y="58866"/>
                  </a:lnTo>
                  <a:lnTo>
                    <a:pt x="89000" y="72834"/>
                  </a:lnTo>
                  <a:lnTo>
                    <a:pt x="59333" y="89066"/>
                  </a:lnTo>
                  <a:lnTo>
                    <a:pt x="29666" y="107676"/>
                  </a:lnTo>
                  <a:lnTo>
                    <a:pt x="0" y="12838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638" name="pl638"/>
            <p:cNvSpPr/>
            <p:nvPr/>
          </p:nvSpPr>
          <p:spPr>
            <a:xfrm>
              <a:off x="3489347" y="6712019"/>
              <a:ext cx="2343679" cy="1253349"/>
            </a:xfrm>
            <a:custGeom>
              <a:avLst/>
              <a:pathLst>
                <a:path w="2343679" h="1253349">
                  <a:moveTo>
                    <a:pt x="0" y="89772"/>
                  </a:moveTo>
                  <a:lnTo>
                    <a:pt x="29666" y="88495"/>
                  </a:lnTo>
                  <a:lnTo>
                    <a:pt x="59333" y="87212"/>
                  </a:lnTo>
                  <a:lnTo>
                    <a:pt x="89000" y="85913"/>
                  </a:lnTo>
                  <a:lnTo>
                    <a:pt x="118667" y="84591"/>
                  </a:lnTo>
                  <a:lnTo>
                    <a:pt x="148334" y="83243"/>
                  </a:lnTo>
                  <a:lnTo>
                    <a:pt x="178000" y="81866"/>
                  </a:lnTo>
                  <a:lnTo>
                    <a:pt x="207667" y="80460"/>
                  </a:lnTo>
                  <a:lnTo>
                    <a:pt x="237334" y="79026"/>
                  </a:lnTo>
                  <a:lnTo>
                    <a:pt x="267001" y="77556"/>
                  </a:lnTo>
                  <a:lnTo>
                    <a:pt x="296668" y="76032"/>
                  </a:lnTo>
                  <a:lnTo>
                    <a:pt x="326335" y="74442"/>
                  </a:lnTo>
                  <a:lnTo>
                    <a:pt x="356001" y="72790"/>
                  </a:lnTo>
                  <a:lnTo>
                    <a:pt x="385668" y="71058"/>
                  </a:lnTo>
                  <a:lnTo>
                    <a:pt x="415335" y="69196"/>
                  </a:lnTo>
                  <a:lnTo>
                    <a:pt x="445002" y="67145"/>
                  </a:lnTo>
                  <a:lnTo>
                    <a:pt x="474669" y="64848"/>
                  </a:lnTo>
                  <a:lnTo>
                    <a:pt x="504336" y="62249"/>
                  </a:lnTo>
                  <a:lnTo>
                    <a:pt x="534002" y="59294"/>
                  </a:lnTo>
                  <a:lnTo>
                    <a:pt x="563669" y="55930"/>
                  </a:lnTo>
                  <a:lnTo>
                    <a:pt x="593336" y="52105"/>
                  </a:lnTo>
                  <a:lnTo>
                    <a:pt x="623003" y="47780"/>
                  </a:lnTo>
                  <a:lnTo>
                    <a:pt x="652670" y="43033"/>
                  </a:lnTo>
                  <a:lnTo>
                    <a:pt x="682336" y="37992"/>
                  </a:lnTo>
                  <a:lnTo>
                    <a:pt x="712003" y="32788"/>
                  </a:lnTo>
                  <a:lnTo>
                    <a:pt x="741670" y="27550"/>
                  </a:lnTo>
                  <a:lnTo>
                    <a:pt x="771337" y="22409"/>
                  </a:lnTo>
                  <a:lnTo>
                    <a:pt x="801004" y="17493"/>
                  </a:lnTo>
                  <a:lnTo>
                    <a:pt x="830671" y="12932"/>
                  </a:lnTo>
                  <a:lnTo>
                    <a:pt x="860337" y="8858"/>
                  </a:lnTo>
                  <a:lnTo>
                    <a:pt x="890004" y="5398"/>
                  </a:lnTo>
                  <a:lnTo>
                    <a:pt x="919671" y="2684"/>
                  </a:lnTo>
                  <a:lnTo>
                    <a:pt x="949338" y="844"/>
                  </a:lnTo>
                  <a:lnTo>
                    <a:pt x="979005" y="0"/>
                  </a:lnTo>
                  <a:lnTo>
                    <a:pt x="1008672" y="211"/>
                  </a:lnTo>
                  <a:lnTo>
                    <a:pt x="1038338" y="1518"/>
                  </a:lnTo>
                  <a:lnTo>
                    <a:pt x="1068005" y="3961"/>
                  </a:lnTo>
                  <a:lnTo>
                    <a:pt x="1097672" y="7577"/>
                  </a:lnTo>
                  <a:lnTo>
                    <a:pt x="1127339" y="12408"/>
                  </a:lnTo>
                  <a:lnTo>
                    <a:pt x="1157006" y="18492"/>
                  </a:lnTo>
                  <a:lnTo>
                    <a:pt x="1186673" y="25869"/>
                  </a:lnTo>
                  <a:lnTo>
                    <a:pt x="1216339" y="34578"/>
                  </a:lnTo>
                  <a:lnTo>
                    <a:pt x="1246006" y="44659"/>
                  </a:lnTo>
                  <a:lnTo>
                    <a:pt x="1275673" y="56151"/>
                  </a:lnTo>
                  <a:lnTo>
                    <a:pt x="1305340" y="69093"/>
                  </a:lnTo>
                  <a:lnTo>
                    <a:pt x="1335007" y="83526"/>
                  </a:lnTo>
                  <a:lnTo>
                    <a:pt x="1364673" y="99488"/>
                  </a:lnTo>
                  <a:lnTo>
                    <a:pt x="1394340" y="117018"/>
                  </a:lnTo>
                  <a:lnTo>
                    <a:pt x="1424007" y="136144"/>
                  </a:lnTo>
                  <a:lnTo>
                    <a:pt x="1453674" y="156829"/>
                  </a:lnTo>
                  <a:lnTo>
                    <a:pt x="1483341" y="179025"/>
                  </a:lnTo>
                  <a:lnTo>
                    <a:pt x="1513008" y="202681"/>
                  </a:lnTo>
                  <a:lnTo>
                    <a:pt x="1542674" y="227746"/>
                  </a:lnTo>
                  <a:lnTo>
                    <a:pt x="1572341" y="254170"/>
                  </a:lnTo>
                  <a:lnTo>
                    <a:pt x="1602008" y="281903"/>
                  </a:lnTo>
                  <a:lnTo>
                    <a:pt x="1631675" y="310895"/>
                  </a:lnTo>
                  <a:lnTo>
                    <a:pt x="1661342" y="341094"/>
                  </a:lnTo>
                  <a:lnTo>
                    <a:pt x="1691009" y="372452"/>
                  </a:lnTo>
                  <a:lnTo>
                    <a:pt x="1720675" y="404917"/>
                  </a:lnTo>
                  <a:lnTo>
                    <a:pt x="1750342" y="438439"/>
                  </a:lnTo>
                  <a:lnTo>
                    <a:pt x="1780009" y="472967"/>
                  </a:lnTo>
                  <a:lnTo>
                    <a:pt x="1809676" y="508453"/>
                  </a:lnTo>
                  <a:lnTo>
                    <a:pt x="1839343" y="544844"/>
                  </a:lnTo>
                  <a:lnTo>
                    <a:pt x="1869010" y="582091"/>
                  </a:lnTo>
                  <a:lnTo>
                    <a:pt x="1898676" y="620143"/>
                  </a:lnTo>
                  <a:lnTo>
                    <a:pt x="1928343" y="658951"/>
                  </a:lnTo>
                  <a:lnTo>
                    <a:pt x="1958010" y="698463"/>
                  </a:lnTo>
                  <a:lnTo>
                    <a:pt x="1987677" y="738630"/>
                  </a:lnTo>
                  <a:lnTo>
                    <a:pt x="2017344" y="779400"/>
                  </a:lnTo>
                  <a:lnTo>
                    <a:pt x="2047010" y="820725"/>
                  </a:lnTo>
                  <a:lnTo>
                    <a:pt x="2076677" y="862553"/>
                  </a:lnTo>
                  <a:lnTo>
                    <a:pt x="2106344" y="904833"/>
                  </a:lnTo>
                  <a:lnTo>
                    <a:pt x="2136011" y="947517"/>
                  </a:lnTo>
                  <a:lnTo>
                    <a:pt x="2165678" y="990553"/>
                  </a:lnTo>
                  <a:lnTo>
                    <a:pt x="2195345" y="1033891"/>
                  </a:lnTo>
                  <a:lnTo>
                    <a:pt x="2225011" y="1077480"/>
                  </a:lnTo>
                  <a:lnTo>
                    <a:pt x="2254678" y="1121271"/>
                  </a:lnTo>
                  <a:lnTo>
                    <a:pt x="2284345" y="1165213"/>
                  </a:lnTo>
                  <a:lnTo>
                    <a:pt x="2314012" y="1209256"/>
                  </a:lnTo>
                  <a:lnTo>
                    <a:pt x="2343679" y="1253349"/>
                  </a:lnTo>
                </a:path>
              </a:pathLst>
            </a:custGeom>
            <a:ln w="27101" cap="flat">
              <a:solidFill>
                <a:srgbClr val="FFD7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rc639"/>
            <p:cNvSpPr/>
            <p:nvPr/>
          </p:nvSpPr>
          <p:spPr>
            <a:xfrm>
              <a:off x="3372163" y="5418670"/>
              <a:ext cx="2578047" cy="31781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tx640"/>
            <p:cNvSpPr/>
            <p:nvPr/>
          </p:nvSpPr>
          <p:spPr>
            <a:xfrm>
              <a:off x="3210161" y="7673845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641" name="tx641"/>
            <p:cNvSpPr/>
            <p:nvPr/>
          </p:nvSpPr>
          <p:spPr>
            <a:xfrm>
              <a:off x="3247378" y="6771688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42" name="tx642"/>
            <p:cNvSpPr/>
            <p:nvPr/>
          </p:nvSpPr>
          <p:spPr>
            <a:xfrm>
              <a:off x="3247378" y="5872260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643" name="pl643"/>
            <p:cNvSpPr/>
            <p:nvPr/>
          </p:nvSpPr>
          <p:spPr>
            <a:xfrm>
              <a:off x="3337369" y="771417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l644"/>
            <p:cNvSpPr/>
            <p:nvPr/>
          </p:nvSpPr>
          <p:spPr>
            <a:xfrm>
              <a:off x="3337369" y="681338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l645"/>
            <p:cNvSpPr/>
            <p:nvPr/>
          </p:nvSpPr>
          <p:spPr>
            <a:xfrm>
              <a:off x="3337369" y="591258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l646"/>
            <p:cNvSpPr/>
            <p:nvPr/>
          </p:nvSpPr>
          <p:spPr>
            <a:xfrm>
              <a:off x="3743558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l647"/>
            <p:cNvSpPr/>
            <p:nvPr/>
          </p:nvSpPr>
          <p:spPr>
            <a:xfrm>
              <a:off x="4475373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l648"/>
            <p:cNvSpPr/>
            <p:nvPr/>
          </p:nvSpPr>
          <p:spPr>
            <a:xfrm>
              <a:off x="5207188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l649"/>
            <p:cNvSpPr/>
            <p:nvPr/>
          </p:nvSpPr>
          <p:spPr>
            <a:xfrm>
              <a:off x="5939002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tx650"/>
            <p:cNvSpPr/>
            <p:nvPr/>
          </p:nvSpPr>
          <p:spPr>
            <a:xfrm>
              <a:off x="3712480" y="865773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51" name="tx651"/>
            <p:cNvSpPr/>
            <p:nvPr/>
          </p:nvSpPr>
          <p:spPr>
            <a:xfrm>
              <a:off x="4444295" y="8659422"/>
              <a:ext cx="62155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652" name="tx652"/>
            <p:cNvSpPr/>
            <p:nvPr/>
          </p:nvSpPr>
          <p:spPr>
            <a:xfrm>
              <a:off x="5176110" y="865773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653" name="tx653"/>
            <p:cNvSpPr/>
            <p:nvPr/>
          </p:nvSpPr>
          <p:spPr>
            <a:xfrm>
              <a:off x="5876847" y="8659095"/>
              <a:ext cx="124311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654" name="tx654"/>
            <p:cNvSpPr/>
            <p:nvPr/>
          </p:nvSpPr>
          <p:spPr>
            <a:xfrm>
              <a:off x="3535367" y="8777412"/>
              <a:ext cx="2251639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Baseline Plasma pTau181 - Nico (Z)</a:t>
              </a:r>
            </a:p>
          </p:txBody>
        </p:sp>
        <p:sp>
          <p:nvSpPr>
            <p:cNvPr id="655" name="tx655"/>
            <p:cNvSpPr/>
            <p:nvPr/>
          </p:nvSpPr>
          <p:spPr>
            <a:xfrm rot="-5400000">
              <a:off x="1915194" y="6942179"/>
              <a:ext cx="2321284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ARC Plasma pTau181 - Nico (Z/year)</a:t>
              </a:r>
            </a:p>
          </p:txBody>
        </p:sp>
        <p:sp>
          <p:nvSpPr>
            <p:cNvPr id="656" name="pl656"/>
            <p:cNvSpPr/>
            <p:nvPr/>
          </p:nvSpPr>
          <p:spPr>
            <a:xfrm>
              <a:off x="6664435" y="7750895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l657"/>
            <p:cNvSpPr/>
            <p:nvPr/>
          </p:nvSpPr>
          <p:spPr>
            <a:xfrm>
              <a:off x="6664435" y="7224805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l658"/>
            <p:cNvSpPr/>
            <p:nvPr/>
          </p:nvSpPr>
          <p:spPr>
            <a:xfrm>
              <a:off x="6664435" y="6698715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l659"/>
            <p:cNvSpPr/>
            <p:nvPr/>
          </p:nvSpPr>
          <p:spPr>
            <a:xfrm>
              <a:off x="6664435" y="6172624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l660"/>
            <p:cNvSpPr/>
            <p:nvPr/>
          </p:nvSpPr>
          <p:spPr>
            <a:xfrm>
              <a:off x="7032698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l661"/>
            <p:cNvSpPr/>
            <p:nvPr/>
          </p:nvSpPr>
          <p:spPr>
            <a:xfrm>
              <a:off x="7558788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l662"/>
            <p:cNvSpPr/>
            <p:nvPr/>
          </p:nvSpPr>
          <p:spPr>
            <a:xfrm>
              <a:off x="8084878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l663"/>
            <p:cNvSpPr/>
            <p:nvPr/>
          </p:nvSpPr>
          <p:spPr>
            <a:xfrm>
              <a:off x="8610969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l664"/>
            <p:cNvSpPr/>
            <p:nvPr/>
          </p:nvSpPr>
          <p:spPr>
            <a:xfrm>
              <a:off x="6664435" y="8013940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l665"/>
            <p:cNvSpPr/>
            <p:nvPr/>
          </p:nvSpPr>
          <p:spPr>
            <a:xfrm>
              <a:off x="6664435" y="7487850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l666"/>
            <p:cNvSpPr/>
            <p:nvPr/>
          </p:nvSpPr>
          <p:spPr>
            <a:xfrm>
              <a:off x="6664435" y="6961760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l667"/>
            <p:cNvSpPr/>
            <p:nvPr/>
          </p:nvSpPr>
          <p:spPr>
            <a:xfrm>
              <a:off x="6664435" y="6435669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l668"/>
            <p:cNvSpPr/>
            <p:nvPr/>
          </p:nvSpPr>
          <p:spPr>
            <a:xfrm>
              <a:off x="6664435" y="5909579"/>
              <a:ext cx="2314796" cy="0"/>
            </a:xfrm>
            <a:custGeom>
              <a:avLst/>
              <a:pathLst>
                <a:path w="2314796" h="0">
                  <a:moveTo>
                    <a:pt x="0" y="0"/>
                  </a:moveTo>
                  <a:lnTo>
                    <a:pt x="2314796" y="0"/>
                  </a:lnTo>
                  <a:lnTo>
                    <a:pt x="2314796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l669"/>
            <p:cNvSpPr/>
            <p:nvPr/>
          </p:nvSpPr>
          <p:spPr>
            <a:xfrm>
              <a:off x="6769653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l670"/>
            <p:cNvSpPr/>
            <p:nvPr/>
          </p:nvSpPr>
          <p:spPr>
            <a:xfrm>
              <a:off x="7295743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l671"/>
            <p:cNvSpPr/>
            <p:nvPr/>
          </p:nvSpPr>
          <p:spPr>
            <a:xfrm>
              <a:off x="7821833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l672"/>
            <p:cNvSpPr/>
            <p:nvPr/>
          </p:nvSpPr>
          <p:spPr>
            <a:xfrm>
              <a:off x="8347924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l673"/>
            <p:cNvSpPr/>
            <p:nvPr/>
          </p:nvSpPr>
          <p:spPr>
            <a:xfrm>
              <a:off x="8874014" y="5804361"/>
              <a:ext cx="0" cy="2314796"/>
            </a:xfrm>
            <a:custGeom>
              <a:avLst/>
              <a:pathLst>
                <a:path w="0" h="2314796">
                  <a:moveTo>
                    <a:pt x="0" y="231479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l674"/>
            <p:cNvSpPr/>
            <p:nvPr/>
          </p:nvSpPr>
          <p:spPr>
            <a:xfrm>
              <a:off x="6769653" y="5909579"/>
              <a:ext cx="2104360" cy="2104360"/>
            </a:xfrm>
            <a:custGeom>
              <a:avLst/>
              <a:pathLst>
                <a:path w="2104360" h="2104360">
                  <a:moveTo>
                    <a:pt x="0" y="2104360"/>
                  </a:moveTo>
                  <a:lnTo>
                    <a:pt x="30946" y="2104360"/>
                  </a:lnTo>
                  <a:lnTo>
                    <a:pt x="61892" y="2104360"/>
                  </a:lnTo>
                  <a:lnTo>
                    <a:pt x="92839" y="2104360"/>
                  </a:lnTo>
                  <a:lnTo>
                    <a:pt x="123785" y="2104360"/>
                  </a:lnTo>
                  <a:lnTo>
                    <a:pt x="154732" y="2104360"/>
                  </a:lnTo>
                  <a:lnTo>
                    <a:pt x="185678" y="2104360"/>
                  </a:lnTo>
                  <a:lnTo>
                    <a:pt x="185678" y="1870542"/>
                  </a:lnTo>
                  <a:lnTo>
                    <a:pt x="185678" y="1636724"/>
                  </a:lnTo>
                  <a:lnTo>
                    <a:pt x="185678" y="1402906"/>
                  </a:lnTo>
                  <a:lnTo>
                    <a:pt x="216625" y="1402906"/>
                  </a:lnTo>
                  <a:lnTo>
                    <a:pt x="247571" y="1402906"/>
                  </a:lnTo>
                  <a:lnTo>
                    <a:pt x="247571" y="1169089"/>
                  </a:lnTo>
                  <a:lnTo>
                    <a:pt x="278518" y="1169089"/>
                  </a:lnTo>
                  <a:lnTo>
                    <a:pt x="309464" y="1169089"/>
                  </a:lnTo>
                  <a:lnTo>
                    <a:pt x="340411" y="1169089"/>
                  </a:lnTo>
                  <a:lnTo>
                    <a:pt x="340411" y="935271"/>
                  </a:lnTo>
                  <a:lnTo>
                    <a:pt x="371357" y="935271"/>
                  </a:lnTo>
                  <a:lnTo>
                    <a:pt x="371357" y="701453"/>
                  </a:lnTo>
                  <a:lnTo>
                    <a:pt x="402304" y="701453"/>
                  </a:lnTo>
                  <a:lnTo>
                    <a:pt x="402304" y="467635"/>
                  </a:lnTo>
                  <a:lnTo>
                    <a:pt x="433250" y="467635"/>
                  </a:lnTo>
                  <a:lnTo>
                    <a:pt x="464197" y="467635"/>
                  </a:lnTo>
                  <a:lnTo>
                    <a:pt x="495143" y="467635"/>
                  </a:lnTo>
                  <a:lnTo>
                    <a:pt x="526090" y="467635"/>
                  </a:lnTo>
                  <a:lnTo>
                    <a:pt x="557036" y="467635"/>
                  </a:lnTo>
                  <a:lnTo>
                    <a:pt x="587983" y="467635"/>
                  </a:lnTo>
                  <a:lnTo>
                    <a:pt x="618929" y="467635"/>
                  </a:lnTo>
                  <a:lnTo>
                    <a:pt x="618929" y="233817"/>
                  </a:lnTo>
                  <a:lnTo>
                    <a:pt x="649875" y="233817"/>
                  </a:lnTo>
                  <a:lnTo>
                    <a:pt x="680822" y="233817"/>
                  </a:lnTo>
                  <a:lnTo>
                    <a:pt x="711768" y="233817"/>
                  </a:lnTo>
                  <a:lnTo>
                    <a:pt x="742715" y="233817"/>
                  </a:lnTo>
                  <a:lnTo>
                    <a:pt x="773661" y="233817"/>
                  </a:lnTo>
                  <a:lnTo>
                    <a:pt x="804608" y="233817"/>
                  </a:lnTo>
                  <a:lnTo>
                    <a:pt x="835554" y="233817"/>
                  </a:lnTo>
                  <a:lnTo>
                    <a:pt x="866501" y="233817"/>
                  </a:lnTo>
                  <a:lnTo>
                    <a:pt x="897447" y="233817"/>
                  </a:lnTo>
                  <a:lnTo>
                    <a:pt x="928394" y="233817"/>
                  </a:lnTo>
                  <a:lnTo>
                    <a:pt x="959340" y="233817"/>
                  </a:lnTo>
                  <a:lnTo>
                    <a:pt x="990287" y="233817"/>
                  </a:lnTo>
                  <a:lnTo>
                    <a:pt x="1021233" y="233817"/>
                  </a:lnTo>
                  <a:lnTo>
                    <a:pt x="1052180" y="233817"/>
                  </a:lnTo>
                  <a:lnTo>
                    <a:pt x="1083126" y="233817"/>
                  </a:lnTo>
                  <a:lnTo>
                    <a:pt x="1114073" y="233817"/>
                  </a:lnTo>
                  <a:lnTo>
                    <a:pt x="1114073" y="0"/>
                  </a:lnTo>
                  <a:lnTo>
                    <a:pt x="1145019" y="0"/>
                  </a:lnTo>
                  <a:lnTo>
                    <a:pt x="1175966" y="0"/>
                  </a:lnTo>
                  <a:lnTo>
                    <a:pt x="1206912" y="0"/>
                  </a:lnTo>
                  <a:lnTo>
                    <a:pt x="1237859" y="0"/>
                  </a:lnTo>
                  <a:lnTo>
                    <a:pt x="1268805" y="0"/>
                  </a:lnTo>
                  <a:lnTo>
                    <a:pt x="1299751" y="0"/>
                  </a:lnTo>
                  <a:lnTo>
                    <a:pt x="1330698" y="0"/>
                  </a:lnTo>
                  <a:lnTo>
                    <a:pt x="1361644" y="0"/>
                  </a:lnTo>
                  <a:lnTo>
                    <a:pt x="1392591" y="0"/>
                  </a:lnTo>
                  <a:lnTo>
                    <a:pt x="1423537" y="0"/>
                  </a:lnTo>
                  <a:lnTo>
                    <a:pt x="1454484" y="0"/>
                  </a:lnTo>
                  <a:lnTo>
                    <a:pt x="1485430" y="0"/>
                  </a:lnTo>
                  <a:lnTo>
                    <a:pt x="1516377" y="0"/>
                  </a:lnTo>
                  <a:lnTo>
                    <a:pt x="1547323" y="0"/>
                  </a:lnTo>
                  <a:lnTo>
                    <a:pt x="1578270" y="0"/>
                  </a:lnTo>
                  <a:lnTo>
                    <a:pt x="1609216" y="0"/>
                  </a:lnTo>
                  <a:lnTo>
                    <a:pt x="1640163" y="0"/>
                  </a:lnTo>
                  <a:lnTo>
                    <a:pt x="1671109" y="0"/>
                  </a:lnTo>
                  <a:lnTo>
                    <a:pt x="1702056" y="0"/>
                  </a:lnTo>
                  <a:lnTo>
                    <a:pt x="1733002" y="0"/>
                  </a:lnTo>
                  <a:lnTo>
                    <a:pt x="1763949" y="0"/>
                  </a:lnTo>
                  <a:lnTo>
                    <a:pt x="1794895" y="0"/>
                  </a:lnTo>
                  <a:lnTo>
                    <a:pt x="1825842" y="0"/>
                  </a:lnTo>
                  <a:lnTo>
                    <a:pt x="1856788" y="0"/>
                  </a:lnTo>
                  <a:lnTo>
                    <a:pt x="1887735" y="0"/>
                  </a:lnTo>
                  <a:lnTo>
                    <a:pt x="1918681" y="0"/>
                  </a:lnTo>
                  <a:lnTo>
                    <a:pt x="1949627" y="0"/>
                  </a:lnTo>
                  <a:lnTo>
                    <a:pt x="1980574" y="0"/>
                  </a:lnTo>
                  <a:lnTo>
                    <a:pt x="2011520" y="0"/>
                  </a:lnTo>
                  <a:lnTo>
                    <a:pt x="2042467" y="0"/>
                  </a:lnTo>
                  <a:lnTo>
                    <a:pt x="2073413" y="0"/>
                  </a:lnTo>
                  <a:lnTo>
                    <a:pt x="2104360" y="0"/>
                  </a:lnTo>
                </a:path>
              </a:pathLst>
            </a:custGeom>
            <a:ln w="32521" cap="flat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l675"/>
            <p:cNvSpPr/>
            <p:nvPr/>
          </p:nvSpPr>
          <p:spPr>
            <a:xfrm>
              <a:off x="6664435" y="5804361"/>
              <a:ext cx="2314796" cy="2314796"/>
            </a:xfrm>
            <a:custGeom>
              <a:avLst/>
              <a:pathLst>
                <a:path w="2314796" h="2314796">
                  <a:moveTo>
                    <a:pt x="0" y="2314796"/>
                  </a:moveTo>
                  <a:lnTo>
                    <a:pt x="0" y="2314796"/>
                  </a:lnTo>
                  <a:lnTo>
                    <a:pt x="2314796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7295743" y="7165402"/>
              <a:ext cx="1683488" cy="855331"/>
            </a:xfrm>
            <a:custGeom>
              <a:avLst/>
              <a:pathLst>
                <a:path w="1683488" h="855331">
                  <a:moveTo>
                    <a:pt x="27318" y="855331"/>
                  </a:moveTo>
                  <a:lnTo>
                    <a:pt x="1683488" y="855331"/>
                  </a:lnTo>
                  <a:lnTo>
                    <a:pt x="1683488" y="0"/>
                  </a:lnTo>
                  <a:lnTo>
                    <a:pt x="27318" y="0"/>
                  </a:lnTo>
                  <a:lnTo>
                    <a:pt x="30610" y="199"/>
                  </a:lnTo>
                  <a:lnTo>
                    <a:pt x="26218" y="22"/>
                  </a:lnTo>
                  <a:lnTo>
                    <a:pt x="21853" y="552"/>
                  </a:lnTo>
                  <a:lnTo>
                    <a:pt x="17630" y="1775"/>
                  </a:lnTo>
                  <a:lnTo>
                    <a:pt x="13659" y="3659"/>
                  </a:lnTo>
                  <a:lnTo>
                    <a:pt x="10040" y="6157"/>
                  </a:lnTo>
                  <a:lnTo>
                    <a:pt x="6870" y="9202"/>
                  </a:lnTo>
                  <a:lnTo>
                    <a:pt x="4229" y="12717"/>
                  </a:lnTo>
                  <a:lnTo>
                    <a:pt x="2186" y="16610"/>
                  </a:lnTo>
                  <a:lnTo>
                    <a:pt x="793" y="20780"/>
                  </a:lnTo>
                  <a:lnTo>
                    <a:pt x="88" y="25119"/>
                  </a:lnTo>
                  <a:lnTo>
                    <a:pt x="0" y="27318"/>
                  </a:lnTo>
                  <a:lnTo>
                    <a:pt x="0" y="828013"/>
                  </a:lnTo>
                  <a:lnTo>
                    <a:pt x="88" y="825815"/>
                  </a:lnTo>
                  <a:lnTo>
                    <a:pt x="88" y="830211"/>
                  </a:lnTo>
                  <a:lnTo>
                    <a:pt x="793" y="834551"/>
                  </a:lnTo>
                  <a:lnTo>
                    <a:pt x="2186" y="838721"/>
                  </a:lnTo>
                  <a:lnTo>
                    <a:pt x="4229" y="842614"/>
                  </a:lnTo>
                  <a:lnTo>
                    <a:pt x="6870" y="846128"/>
                  </a:lnTo>
                  <a:lnTo>
                    <a:pt x="10040" y="849174"/>
                  </a:lnTo>
                  <a:lnTo>
                    <a:pt x="13659" y="851671"/>
                  </a:lnTo>
                  <a:lnTo>
                    <a:pt x="17630" y="853556"/>
                  </a:lnTo>
                  <a:lnTo>
                    <a:pt x="21853" y="854779"/>
                  </a:lnTo>
                  <a:lnTo>
                    <a:pt x="26218" y="855309"/>
                  </a:lnTo>
                  <a:close/>
                </a:path>
              </a:pathLst>
            </a:custGeom>
            <a:solidFill>
              <a:srgbClr val="FFFFFF">
                <a:alpha val="80000"/>
              </a:srgbClr>
            </a:solidFill>
            <a:ln w="6775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tx677"/>
            <p:cNvSpPr/>
            <p:nvPr/>
          </p:nvSpPr>
          <p:spPr>
            <a:xfrm>
              <a:off x="7341273" y="7180327"/>
              <a:ext cx="2113622" cy="1392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Threshold = 3.40 [0.394, 4.716]</a:t>
              </a:r>
            </a:p>
          </p:txBody>
        </p:sp>
        <p:sp>
          <p:nvSpPr>
            <p:cNvPr id="678" name="tx678"/>
            <p:cNvSpPr/>
            <p:nvPr/>
          </p:nvSpPr>
          <p:spPr>
            <a:xfrm>
              <a:off x="7341273" y="7425771"/>
              <a:ext cx="873178" cy="11234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AUC = 0.807</a:t>
              </a:r>
            </a:p>
          </p:txBody>
        </p:sp>
        <p:sp>
          <p:nvSpPr>
            <p:cNvPr id="679" name="tx679"/>
            <p:cNvSpPr/>
            <p:nvPr/>
          </p:nvSpPr>
          <p:spPr>
            <a:xfrm>
              <a:off x="7341273" y="7645724"/>
              <a:ext cx="1176935" cy="1109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Precision = 0.286</a:t>
              </a:r>
            </a:p>
          </p:txBody>
        </p:sp>
        <p:sp>
          <p:nvSpPr>
            <p:cNvPr id="680" name="tx680"/>
            <p:cNvSpPr/>
            <p:nvPr/>
          </p:nvSpPr>
          <p:spPr>
            <a:xfrm>
              <a:off x="7341273" y="7864268"/>
              <a:ext cx="974480" cy="1109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95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95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Recall = 0.889</a:t>
              </a:r>
            </a:p>
          </p:txBody>
        </p:sp>
        <p:sp>
          <p:nvSpPr>
            <p:cNvPr id="681" name="tx681"/>
            <p:cNvSpPr/>
            <p:nvPr/>
          </p:nvSpPr>
          <p:spPr>
            <a:xfrm>
              <a:off x="6307884" y="7960878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682" name="tx682"/>
            <p:cNvSpPr/>
            <p:nvPr/>
          </p:nvSpPr>
          <p:spPr>
            <a:xfrm>
              <a:off x="6307884" y="743478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683" name="tx683"/>
            <p:cNvSpPr/>
            <p:nvPr/>
          </p:nvSpPr>
          <p:spPr>
            <a:xfrm>
              <a:off x="6307884" y="690869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684" name="tx684"/>
            <p:cNvSpPr/>
            <p:nvPr/>
          </p:nvSpPr>
          <p:spPr>
            <a:xfrm>
              <a:off x="6307884" y="638260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685" name="tx685"/>
            <p:cNvSpPr/>
            <p:nvPr/>
          </p:nvSpPr>
          <p:spPr>
            <a:xfrm>
              <a:off x="6307884" y="5856517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686" name="tx686"/>
            <p:cNvSpPr/>
            <p:nvPr/>
          </p:nvSpPr>
          <p:spPr>
            <a:xfrm>
              <a:off x="6631233" y="8196716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687" name="tx687"/>
            <p:cNvSpPr/>
            <p:nvPr/>
          </p:nvSpPr>
          <p:spPr>
            <a:xfrm>
              <a:off x="7157323" y="8196716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688" name="tx688"/>
            <p:cNvSpPr/>
            <p:nvPr/>
          </p:nvSpPr>
          <p:spPr>
            <a:xfrm>
              <a:off x="7683413" y="8196716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689" name="tx689"/>
            <p:cNvSpPr/>
            <p:nvPr/>
          </p:nvSpPr>
          <p:spPr>
            <a:xfrm>
              <a:off x="8209503" y="8196716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690" name="tx690"/>
            <p:cNvSpPr/>
            <p:nvPr/>
          </p:nvSpPr>
          <p:spPr>
            <a:xfrm>
              <a:off x="8735594" y="8196716"/>
              <a:ext cx="276840" cy="10397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691" name="tx691"/>
            <p:cNvSpPr/>
            <p:nvPr/>
          </p:nvSpPr>
          <p:spPr>
            <a:xfrm>
              <a:off x="6443449" y="8346439"/>
              <a:ext cx="2756768" cy="1668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False Positive Rate (1 - Specificity)</a:t>
              </a:r>
            </a:p>
          </p:txBody>
        </p:sp>
        <p:sp>
          <p:nvSpPr>
            <p:cNvPr id="692" name="tx692"/>
            <p:cNvSpPr/>
            <p:nvPr/>
          </p:nvSpPr>
          <p:spPr>
            <a:xfrm rot="-5400000">
              <a:off x="4936867" y="6878329"/>
              <a:ext cx="2430685" cy="1668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True Positive Rate (Sensitivity)</a:t>
              </a:r>
            </a:p>
          </p:txBody>
        </p:sp>
        <p:sp>
          <p:nvSpPr>
            <p:cNvPr id="693" name="rc693"/>
            <p:cNvSpPr/>
            <p:nvPr/>
          </p:nvSpPr>
          <p:spPr>
            <a:xfrm>
              <a:off x="9067800" y="5349081"/>
              <a:ext cx="1524000" cy="36576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rc694"/>
            <p:cNvSpPr/>
            <p:nvPr/>
          </p:nvSpPr>
          <p:spPr>
            <a:xfrm>
              <a:off x="9468163" y="5418670"/>
              <a:ext cx="1054047" cy="31781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5" name="pl695"/>
            <p:cNvSpPr/>
            <p:nvPr/>
          </p:nvSpPr>
          <p:spPr>
            <a:xfrm>
              <a:off x="9468163" y="8164569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l696"/>
            <p:cNvSpPr/>
            <p:nvPr/>
          </p:nvSpPr>
          <p:spPr>
            <a:xfrm>
              <a:off x="9468163" y="7263776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l697"/>
            <p:cNvSpPr/>
            <p:nvPr/>
          </p:nvSpPr>
          <p:spPr>
            <a:xfrm>
              <a:off x="9468163" y="6362983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l698"/>
            <p:cNvSpPr/>
            <p:nvPr/>
          </p:nvSpPr>
          <p:spPr>
            <a:xfrm>
              <a:off x="9468163" y="5462191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l699"/>
            <p:cNvSpPr/>
            <p:nvPr/>
          </p:nvSpPr>
          <p:spPr>
            <a:xfrm>
              <a:off x="9470407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l700"/>
            <p:cNvSpPr/>
            <p:nvPr/>
          </p:nvSpPr>
          <p:spPr>
            <a:xfrm>
              <a:off x="9769613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l701"/>
            <p:cNvSpPr/>
            <p:nvPr/>
          </p:nvSpPr>
          <p:spPr>
            <a:xfrm>
              <a:off x="10068819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l702"/>
            <p:cNvSpPr/>
            <p:nvPr/>
          </p:nvSpPr>
          <p:spPr>
            <a:xfrm>
              <a:off x="10368025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l703"/>
            <p:cNvSpPr/>
            <p:nvPr/>
          </p:nvSpPr>
          <p:spPr>
            <a:xfrm>
              <a:off x="9468163" y="7714172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l704"/>
            <p:cNvSpPr/>
            <p:nvPr/>
          </p:nvSpPr>
          <p:spPr>
            <a:xfrm>
              <a:off x="9468163" y="6813380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l705"/>
            <p:cNvSpPr/>
            <p:nvPr/>
          </p:nvSpPr>
          <p:spPr>
            <a:xfrm>
              <a:off x="9468163" y="5912587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l706"/>
            <p:cNvSpPr/>
            <p:nvPr/>
          </p:nvSpPr>
          <p:spPr>
            <a:xfrm>
              <a:off x="9620010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l707"/>
            <p:cNvSpPr/>
            <p:nvPr/>
          </p:nvSpPr>
          <p:spPr>
            <a:xfrm>
              <a:off x="9919216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l708"/>
            <p:cNvSpPr/>
            <p:nvPr/>
          </p:nvSpPr>
          <p:spPr>
            <a:xfrm>
              <a:off x="10218422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l709"/>
            <p:cNvSpPr/>
            <p:nvPr/>
          </p:nvSpPr>
          <p:spPr>
            <a:xfrm>
              <a:off x="10517628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t710"/>
            <p:cNvSpPr/>
            <p:nvPr/>
          </p:nvSpPr>
          <p:spPr>
            <a:xfrm>
              <a:off x="9608359" y="692814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t711"/>
            <p:cNvSpPr/>
            <p:nvPr/>
          </p:nvSpPr>
          <p:spPr>
            <a:xfrm>
              <a:off x="9581821" y="664614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t712"/>
            <p:cNvSpPr/>
            <p:nvPr/>
          </p:nvSpPr>
          <p:spPr>
            <a:xfrm>
              <a:off x="9651639" y="683563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t713"/>
            <p:cNvSpPr/>
            <p:nvPr/>
          </p:nvSpPr>
          <p:spPr>
            <a:xfrm>
              <a:off x="10070752" y="625370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t714"/>
            <p:cNvSpPr/>
            <p:nvPr/>
          </p:nvSpPr>
          <p:spPr>
            <a:xfrm>
              <a:off x="9602742" y="683584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t715"/>
            <p:cNvSpPr/>
            <p:nvPr/>
          </p:nvSpPr>
          <p:spPr>
            <a:xfrm>
              <a:off x="10239452" y="712810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t716"/>
            <p:cNvSpPr/>
            <p:nvPr/>
          </p:nvSpPr>
          <p:spPr>
            <a:xfrm>
              <a:off x="9706604" y="672375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t717"/>
            <p:cNvSpPr/>
            <p:nvPr/>
          </p:nvSpPr>
          <p:spPr>
            <a:xfrm>
              <a:off x="9592429" y="679511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t718"/>
            <p:cNvSpPr/>
            <p:nvPr/>
          </p:nvSpPr>
          <p:spPr>
            <a:xfrm>
              <a:off x="9717074" y="683500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t719"/>
            <p:cNvSpPr/>
            <p:nvPr/>
          </p:nvSpPr>
          <p:spPr>
            <a:xfrm>
              <a:off x="9632483" y="656146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t720"/>
            <p:cNvSpPr/>
            <p:nvPr/>
          </p:nvSpPr>
          <p:spPr>
            <a:xfrm>
              <a:off x="9596276" y="681893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t721"/>
            <p:cNvSpPr/>
            <p:nvPr/>
          </p:nvSpPr>
          <p:spPr>
            <a:xfrm>
              <a:off x="10010034" y="674207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t722"/>
            <p:cNvSpPr/>
            <p:nvPr/>
          </p:nvSpPr>
          <p:spPr>
            <a:xfrm>
              <a:off x="9532616" y="675869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t723"/>
            <p:cNvSpPr/>
            <p:nvPr/>
          </p:nvSpPr>
          <p:spPr>
            <a:xfrm>
              <a:off x="9721056" y="636704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t724"/>
            <p:cNvSpPr/>
            <p:nvPr/>
          </p:nvSpPr>
          <p:spPr>
            <a:xfrm>
              <a:off x="10106671" y="6288387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t725"/>
            <p:cNvSpPr/>
            <p:nvPr/>
          </p:nvSpPr>
          <p:spPr>
            <a:xfrm>
              <a:off x="9587561" y="677547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t726"/>
            <p:cNvSpPr/>
            <p:nvPr/>
          </p:nvSpPr>
          <p:spPr>
            <a:xfrm>
              <a:off x="9899717" y="744831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t727"/>
            <p:cNvSpPr/>
            <p:nvPr/>
          </p:nvSpPr>
          <p:spPr>
            <a:xfrm>
              <a:off x="9776440" y="688776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t728"/>
            <p:cNvSpPr/>
            <p:nvPr/>
          </p:nvSpPr>
          <p:spPr>
            <a:xfrm>
              <a:off x="9808661" y="701941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t729"/>
            <p:cNvSpPr/>
            <p:nvPr/>
          </p:nvSpPr>
          <p:spPr>
            <a:xfrm>
              <a:off x="10050334" y="676082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t730"/>
            <p:cNvSpPr/>
            <p:nvPr/>
          </p:nvSpPr>
          <p:spPr>
            <a:xfrm>
              <a:off x="9513248" y="677934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t731"/>
            <p:cNvSpPr/>
            <p:nvPr/>
          </p:nvSpPr>
          <p:spPr>
            <a:xfrm>
              <a:off x="9525023" y="684087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t732"/>
            <p:cNvSpPr/>
            <p:nvPr/>
          </p:nvSpPr>
          <p:spPr>
            <a:xfrm>
              <a:off x="9546142" y="680573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t733"/>
            <p:cNvSpPr/>
            <p:nvPr/>
          </p:nvSpPr>
          <p:spPr>
            <a:xfrm>
              <a:off x="9686257" y="667710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t734"/>
            <p:cNvSpPr/>
            <p:nvPr/>
          </p:nvSpPr>
          <p:spPr>
            <a:xfrm>
              <a:off x="9615376" y="679332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t735"/>
            <p:cNvSpPr/>
            <p:nvPr/>
          </p:nvSpPr>
          <p:spPr>
            <a:xfrm>
              <a:off x="9530938" y="697566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t736"/>
            <p:cNvSpPr/>
            <p:nvPr/>
          </p:nvSpPr>
          <p:spPr>
            <a:xfrm>
              <a:off x="9849772" y="6487895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t737"/>
            <p:cNvSpPr/>
            <p:nvPr/>
          </p:nvSpPr>
          <p:spPr>
            <a:xfrm>
              <a:off x="9741309" y="705707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t738"/>
            <p:cNvSpPr/>
            <p:nvPr/>
          </p:nvSpPr>
          <p:spPr>
            <a:xfrm>
              <a:off x="9556504" y="670780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t739"/>
            <p:cNvSpPr/>
            <p:nvPr/>
          </p:nvSpPr>
          <p:spPr>
            <a:xfrm>
              <a:off x="9674275" y="674166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t740"/>
            <p:cNvSpPr/>
            <p:nvPr/>
          </p:nvSpPr>
          <p:spPr>
            <a:xfrm>
              <a:off x="9503635" y="660718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t741"/>
            <p:cNvSpPr/>
            <p:nvPr/>
          </p:nvSpPr>
          <p:spPr>
            <a:xfrm>
              <a:off x="10109427" y="687448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t742"/>
            <p:cNvSpPr/>
            <p:nvPr/>
          </p:nvSpPr>
          <p:spPr>
            <a:xfrm>
              <a:off x="9602736" y="669707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t743"/>
            <p:cNvSpPr/>
            <p:nvPr/>
          </p:nvSpPr>
          <p:spPr>
            <a:xfrm>
              <a:off x="9542560" y="657110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t744"/>
            <p:cNvSpPr/>
            <p:nvPr/>
          </p:nvSpPr>
          <p:spPr>
            <a:xfrm>
              <a:off x="9665827" y="687699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t745"/>
            <p:cNvSpPr/>
            <p:nvPr/>
          </p:nvSpPr>
          <p:spPr>
            <a:xfrm>
              <a:off x="9606652" y="664333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t746"/>
            <p:cNvSpPr/>
            <p:nvPr/>
          </p:nvSpPr>
          <p:spPr>
            <a:xfrm>
              <a:off x="9686758" y="686401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t747"/>
            <p:cNvSpPr/>
            <p:nvPr/>
          </p:nvSpPr>
          <p:spPr>
            <a:xfrm>
              <a:off x="9570322" y="685119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t748"/>
            <p:cNvSpPr/>
            <p:nvPr/>
          </p:nvSpPr>
          <p:spPr>
            <a:xfrm>
              <a:off x="9695148" y="670431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t749"/>
            <p:cNvSpPr/>
            <p:nvPr/>
          </p:nvSpPr>
          <p:spPr>
            <a:xfrm>
              <a:off x="9537781" y="676058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t750"/>
            <p:cNvSpPr/>
            <p:nvPr/>
          </p:nvSpPr>
          <p:spPr>
            <a:xfrm>
              <a:off x="9687624" y="686341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t751"/>
            <p:cNvSpPr/>
            <p:nvPr/>
          </p:nvSpPr>
          <p:spPr>
            <a:xfrm>
              <a:off x="9694013" y="703555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t752"/>
            <p:cNvSpPr/>
            <p:nvPr/>
          </p:nvSpPr>
          <p:spPr>
            <a:xfrm>
              <a:off x="9698773" y="675563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t753"/>
            <p:cNvSpPr/>
            <p:nvPr/>
          </p:nvSpPr>
          <p:spPr>
            <a:xfrm>
              <a:off x="9491249" y="679796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t754"/>
            <p:cNvSpPr/>
            <p:nvPr/>
          </p:nvSpPr>
          <p:spPr>
            <a:xfrm>
              <a:off x="9595363" y="676209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t755"/>
            <p:cNvSpPr/>
            <p:nvPr/>
          </p:nvSpPr>
          <p:spPr>
            <a:xfrm>
              <a:off x="9600103" y="687613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t756"/>
            <p:cNvSpPr/>
            <p:nvPr/>
          </p:nvSpPr>
          <p:spPr>
            <a:xfrm>
              <a:off x="9634508" y="684057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t757"/>
            <p:cNvSpPr/>
            <p:nvPr/>
          </p:nvSpPr>
          <p:spPr>
            <a:xfrm>
              <a:off x="9611467" y="685616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t758"/>
            <p:cNvSpPr/>
            <p:nvPr/>
          </p:nvSpPr>
          <p:spPr>
            <a:xfrm>
              <a:off x="9620946" y="663501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t759"/>
            <p:cNvSpPr/>
            <p:nvPr/>
          </p:nvSpPr>
          <p:spPr>
            <a:xfrm>
              <a:off x="9624649" y="6521249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t760"/>
            <p:cNvSpPr/>
            <p:nvPr/>
          </p:nvSpPr>
          <p:spPr>
            <a:xfrm>
              <a:off x="9528772" y="675629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t761"/>
            <p:cNvSpPr/>
            <p:nvPr/>
          </p:nvSpPr>
          <p:spPr>
            <a:xfrm>
              <a:off x="9947983" y="6353842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t762"/>
            <p:cNvSpPr/>
            <p:nvPr/>
          </p:nvSpPr>
          <p:spPr>
            <a:xfrm>
              <a:off x="10077207" y="6060898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t763"/>
            <p:cNvSpPr/>
            <p:nvPr/>
          </p:nvSpPr>
          <p:spPr>
            <a:xfrm>
              <a:off x="10111398" y="709484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t764"/>
            <p:cNvSpPr/>
            <p:nvPr/>
          </p:nvSpPr>
          <p:spPr>
            <a:xfrm>
              <a:off x="9852813" y="667048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t765"/>
            <p:cNvSpPr/>
            <p:nvPr/>
          </p:nvSpPr>
          <p:spPr>
            <a:xfrm>
              <a:off x="9644277" y="673791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t766"/>
            <p:cNvSpPr/>
            <p:nvPr/>
          </p:nvSpPr>
          <p:spPr>
            <a:xfrm>
              <a:off x="9973046" y="656869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t767"/>
            <p:cNvSpPr/>
            <p:nvPr/>
          </p:nvSpPr>
          <p:spPr>
            <a:xfrm>
              <a:off x="9647392" y="6552777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t768"/>
            <p:cNvSpPr/>
            <p:nvPr/>
          </p:nvSpPr>
          <p:spPr>
            <a:xfrm>
              <a:off x="9648409" y="676026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t769"/>
            <p:cNvSpPr/>
            <p:nvPr/>
          </p:nvSpPr>
          <p:spPr>
            <a:xfrm>
              <a:off x="9802746" y="697454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t770"/>
            <p:cNvSpPr/>
            <p:nvPr/>
          </p:nvSpPr>
          <p:spPr>
            <a:xfrm>
              <a:off x="9726670" y="6777742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t771"/>
            <p:cNvSpPr/>
            <p:nvPr/>
          </p:nvSpPr>
          <p:spPr>
            <a:xfrm>
              <a:off x="10449473" y="802735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t772"/>
            <p:cNvSpPr/>
            <p:nvPr/>
          </p:nvSpPr>
          <p:spPr>
            <a:xfrm>
              <a:off x="9516359" y="6841063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t773"/>
            <p:cNvSpPr/>
            <p:nvPr/>
          </p:nvSpPr>
          <p:spPr>
            <a:xfrm>
              <a:off x="9590483" y="656145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t774"/>
            <p:cNvSpPr/>
            <p:nvPr/>
          </p:nvSpPr>
          <p:spPr>
            <a:xfrm>
              <a:off x="9984844" y="7808488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t775"/>
            <p:cNvSpPr/>
            <p:nvPr/>
          </p:nvSpPr>
          <p:spPr>
            <a:xfrm>
              <a:off x="9570697" y="684068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t776"/>
            <p:cNvSpPr/>
            <p:nvPr/>
          </p:nvSpPr>
          <p:spPr>
            <a:xfrm>
              <a:off x="10197956" y="795969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t777"/>
            <p:cNvSpPr/>
            <p:nvPr/>
          </p:nvSpPr>
          <p:spPr>
            <a:xfrm>
              <a:off x="9613437" y="676618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t778"/>
            <p:cNvSpPr/>
            <p:nvPr/>
          </p:nvSpPr>
          <p:spPr>
            <a:xfrm>
              <a:off x="9951679" y="6786110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t779"/>
            <p:cNvSpPr/>
            <p:nvPr/>
          </p:nvSpPr>
          <p:spPr>
            <a:xfrm>
              <a:off x="9878669" y="5538304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t780"/>
            <p:cNvSpPr/>
            <p:nvPr/>
          </p:nvSpPr>
          <p:spPr>
            <a:xfrm>
              <a:off x="10148103" y="7233649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t781"/>
            <p:cNvSpPr/>
            <p:nvPr/>
          </p:nvSpPr>
          <p:spPr>
            <a:xfrm>
              <a:off x="9575072" y="677924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t782"/>
            <p:cNvSpPr/>
            <p:nvPr/>
          </p:nvSpPr>
          <p:spPr>
            <a:xfrm>
              <a:off x="9526114" y="6751876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t783"/>
            <p:cNvSpPr/>
            <p:nvPr/>
          </p:nvSpPr>
          <p:spPr>
            <a:xfrm>
              <a:off x="9785359" y="6669251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t784"/>
            <p:cNvSpPr/>
            <p:nvPr/>
          </p:nvSpPr>
          <p:spPr>
            <a:xfrm>
              <a:off x="9987164" y="6387851"/>
              <a:ext cx="49651" cy="49651"/>
            </a:xfrm>
            <a:prstGeom prst="ellipse">
              <a:avLst/>
            </a:prstGeom>
            <a:solidFill>
              <a:srgbClr val="ABABAB">
                <a:alpha val="100000"/>
              </a:srgbClr>
            </a:solidFill>
            <a:ln w="9000" cap="rnd">
              <a:solidFill>
                <a:srgbClr val="ABABA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t785"/>
            <p:cNvSpPr/>
            <p:nvPr/>
          </p:nvSpPr>
          <p:spPr>
            <a:xfrm>
              <a:off x="9741600" y="6800555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t786"/>
            <p:cNvSpPr/>
            <p:nvPr/>
          </p:nvSpPr>
          <p:spPr>
            <a:xfrm>
              <a:off x="9614265" y="6886414"/>
              <a:ext cx="49651" cy="49651"/>
            </a:xfrm>
            <a:prstGeom prst="ellipse">
              <a:avLst/>
            </a:prstGeom>
            <a:solidFill>
              <a:srgbClr val="007B82">
                <a:alpha val="100000"/>
              </a:srgbClr>
            </a:solidFill>
            <a:ln w="9000" cap="rnd">
              <a:solidFill>
                <a:srgbClr val="007B8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l787"/>
            <p:cNvSpPr/>
            <p:nvPr/>
          </p:nvSpPr>
          <p:spPr>
            <a:xfrm>
              <a:off x="9468163" y="6577603"/>
              <a:ext cx="1054047" cy="0"/>
            </a:xfrm>
            <a:custGeom>
              <a:avLst/>
              <a:pathLst>
                <a:path w="1054047" h="0">
                  <a:moveTo>
                    <a:pt x="0" y="0"/>
                  </a:moveTo>
                  <a:lnTo>
                    <a:pt x="1054047" y="0"/>
                  </a:lnTo>
                  <a:lnTo>
                    <a:pt x="105404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9516075" y="6568389"/>
              <a:ext cx="958224" cy="1883943"/>
            </a:xfrm>
            <a:custGeom>
              <a:avLst/>
              <a:pathLst>
                <a:path w="958224" h="1883943">
                  <a:moveTo>
                    <a:pt x="0" y="51368"/>
                  </a:moveTo>
                  <a:lnTo>
                    <a:pt x="12129" y="69527"/>
                  </a:lnTo>
                  <a:lnTo>
                    <a:pt x="24258" y="85569"/>
                  </a:lnTo>
                  <a:lnTo>
                    <a:pt x="36388" y="99203"/>
                  </a:lnTo>
                  <a:lnTo>
                    <a:pt x="48517" y="110529"/>
                  </a:lnTo>
                  <a:lnTo>
                    <a:pt x="60647" y="119604"/>
                  </a:lnTo>
                  <a:lnTo>
                    <a:pt x="72776" y="126229"/>
                  </a:lnTo>
                  <a:lnTo>
                    <a:pt x="84905" y="130467"/>
                  </a:lnTo>
                  <a:lnTo>
                    <a:pt x="97035" y="132769"/>
                  </a:lnTo>
                  <a:lnTo>
                    <a:pt x="109164" y="133380"/>
                  </a:lnTo>
                  <a:lnTo>
                    <a:pt x="121294" y="132417"/>
                  </a:lnTo>
                  <a:lnTo>
                    <a:pt x="133423" y="130236"/>
                  </a:lnTo>
                  <a:lnTo>
                    <a:pt x="145553" y="127042"/>
                  </a:lnTo>
                  <a:lnTo>
                    <a:pt x="157682" y="123365"/>
                  </a:lnTo>
                  <a:lnTo>
                    <a:pt x="169811" y="119107"/>
                  </a:lnTo>
                  <a:lnTo>
                    <a:pt x="181941" y="114135"/>
                  </a:lnTo>
                  <a:lnTo>
                    <a:pt x="194070" y="108671"/>
                  </a:lnTo>
                  <a:lnTo>
                    <a:pt x="206200" y="103026"/>
                  </a:lnTo>
                  <a:lnTo>
                    <a:pt x="218329" y="96945"/>
                  </a:lnTo>
                  <a:lnTo>
                    <a:pt x="230459" y="90101"/>
                  </a:lnTo>
                  <a:lnTo>
                    <a:pt x="242588" y="82570"/>
                  </a:lnTo>
                  <a:lnTo>
                    <a:pt x="254717" y="74813"/>
                  </a:lnTo>
                  <a:lnTo>
                    <a:pt x="266847" y="67184"/>
                  </a:lnTo>
                  <a:lnTo>
                    <a:pt x="278976" y="59756"/>
                  </a:lnTo>
                  <a:lnTo>
                    <a:pt x="291106" y="52476"/>
                  </a:lnTo>
                  <a:lnTo>
                    <a:pt x="303235" y="45252"/>
                  </a:lnTo>
                  <a:lnTo>
                    <a:pt x="315365" y="38019"/>
                  </a:lnTo>
                  <a:lnTo>
                    <a:pt x="327494" y="30788"/>
                  </a:lnTo>
                  <a:lnTo>
                    <a:pt x="339623" y="23668"/>
                  </a:lnTo>
                  <a:lnTo>
                    <a:pt x="351753" y="16873"/>
                  </a:lnTo>
                  <a:lnTo>
                    <a:pt x="363882" y="10717"/>
                  </a:lnTo>
                  <a:lnTo>
                    <a:pt x="376012" y="5580"/>
                  </a:lnTo>
                  <a:lnTo>
                    <a:pt x="388141" y="1882"/>
                  </a:lnTo>
                  <a:lnTo>
                    <a:pt x="400271" y="0"/>
                  </a:lnTo>
                  <a:lnTo>
                    <a:pt x="412400" y="2"/>
                  </a:lnTo>
                  <a:lnTo>
                    <a:pt x="424529" y="1790"/>
                  </a:lnTo>
                  <a:lnTo>
                    <a:pt x="436659" y="5208"/>
                  </a:lnTo>
                  <a:lnTo>
                    <a:pt x="448788" y="10066"/>
                  </a:lnTo>
                  <a:lnTo>
                    <a:pt x="460918" y="16161"/>
                  </a:lnTo>
                  <a:lnTo>
                    <a:pt x="473047" y="23297"/>
                  </a:lnTo>
                  <a:lnTo>
                    <a:pt x="485177" y="31303"/>
                  </a:lnTo>
                  <a:lnTo>
                    <a:pt x="497306" y="40052"/>
                  </a:lnTo>
                  <a:lnTo>
                    <a:pt x="509435" y="49481"/>
                  </a:lnTo>
                  <a:lnTo>
                    <a:pt x="521565" y="59599"/>
                  </a:lnTo>
                  <a:lnTo>
                    <a:pt x="533694" y="70488"/>
                  </a:lnTo>
                  <a:lnTo>
                    <a:pt x="545824" y="82295"/>
                  </a:lnTo>
                  <a:lnTo>
                    <a:pt x="557953" y="95218"/>
                  </a:lnTo>
                  <a:lnTo>
                    <a:pt x="570083" y="109481"/>
                  </a:lnTo>
                  <a:lnTo>
                    <a:pt x="582212" y="125293"/>
                  </a:lnTo>
                  <a:lnTo>
                    <a:pt x="594341" y="142705"/>
                  </a:lnTo>
                  <a:lnTo>
                    <a:pt x="606471" y="161694"/>
                  </a:lnTo>
                  <a:lnTo>
                    <a:pt x="618600" y="182193"/>
                  </a:lnTo>
                  <a:lnTo>
                    <a:pt x="630730" y="204106"/>
                  </a:lnTo>
                  <a:lnTo>
                    <a:pt x="642859" y="227312"/>
                  </a:lnTo>
                  <a:lnTo>
                    <a:pt x="654989" y="251669"/>
                  </a:lnTo>
                  <a:lnTo>
                    <a:pt x="667118" y="277024"/>
                  </a:lnTo>
                  <a:lnTo>
                    <a:pt x="679247" y="303213"/>
                  </a:lnTo>
                  <a:lnTo>
                    <a:pt x="691377" y="330073"/>
                  </a:lnTo>
                  <a:lnTo>
                    <a:pt x="703506" y="357441"/>
                  </a:lnTo>
                  <a:lnTo>
                    <a:pt x="715636" y="385165"/>
                  </a:lnTo>
                  <a:lnTo>
                    <a:pt x="727765" y="413103"/>
                  </a:lnTo>
                  <a:lnTo>
                    <a:pt x="739895" y="441133"/>
                  </a:lnTo>
                  <a:lnTo>
                    <a:pt x="752024" y="469147"/>
                  </a:lnTo>
                  <a:lnTo>
                    <a:pt x="764153" y="497062"/>
                  </a:lnTo>
                  <a:lnTo>
                    <a:pt x="776283" y="524809"/>
                  </a:lnTo>
                  <a:lnTo>
                    <a:pt x="788412" y="552339"/>
                  </a:lnTo>
                  <a:lnTo>
                    <a:pt x="800542" y="579620"/>
                  </a:lnTo>
                  <a:lnTo>
                    <a:pt x="812671" y="606628"/>
                  </a:lnTo>
                  <a:lnTo>
                    <a:pt x="824801" y="633355"/>
                  </a:lnTo>
                  <a:lnTo>
                    <a:pt x="836930" y="659797"/>
                  </a:lnTo>
                  <a:lnTo>
                    <a:pt x="849059" y="685955"/>
                  </a:lnTo>
                  <a:lnTo>
                    <a:pt x="861189" y="711836"/>
                  </a:lnTo>
                  <a:lnTo>
                    <a:pt x="873318" y="737450"/>
                  </a:lnTo>
                  <a:lnTo>
                    <a:pt x="885448" y="762804"/>
                  </a:lnTo>
                  <a:lnTo>
                    <a:pt x="897577" y="787909"/>
                  </a:lnTo>
                  <a:lnTo>
                    <a:pt x="909706" y="812775"/>
                  </a:lnTo>
                  <a:lnTo>
                    <a:pt x="921836" y="837411"/>
                  </a:lnTo>
                  <a:lnTo>
                    <a:pt x="933965" y="861825"/>
                  </a:lnTo>
                  <a:lnTo>
                    <a:pt x="946095" y="886025"/>
                  </a:lnTo>
                  <a:lnTo>
                    <a:pt x="958224" y="910015"/>
                  </a:lnTo>
                  <a:lnTo>
                    <a:pt x="958224" y="1883943"/>
                  </a:lnTo>
                  <a:lnTo>
                    <a:pt x="946095" y="1819747"/>
                  </a:lnTo>
                  <a:lnTo>
                    <a:pt x="933965" y="1755861"/>
                  </a:lnTo>
                  <a:lnTo>
                    <a:pt x="921836" y="1692391"/>
                  </a:lnTo>
                  <a:lnTo>
                    <a:pt x="909706" y="1629445"/>
                  </a:lnTo>
                  <a:lnTo>
                    <a:pt x="897577" y="1567132"/>
                  </a:lnTo>
                  <a:lnTo>
                    <a:pt x="885448" y="1505561"/>
                  </a:lnTo>
                  <a:lnTo>
                    <a:pt x="873318" y="1444844"/>
                  </a:lnTo>
                  <a:lnTo>
                    <a:pt x="861189" y="1385090"/>
                  </a:lnTo>
                  <a:lnTo>
                    <a:pt x="849059" y="1326410"/>
                  </a:lnTo>
                  <a:lnTo>
                    <a:pt x="836930" y="1268912"/>
                  </a:lnTo>
                  <a:lnTo>
                    <a:pt x="824801" y="1212705"/>
                  </a:lnTo>
                  <a:lnTo>
                    <a:pt x="812671" y="1157890"/>
                  </a:lnTo>
                  <a:lnTo>
                    <a:pt x="800542" y="1104566"/>
                  </a:lnTo>
                  <a:lnTo>
                    <a:pt x="788412" y="1052822"/>
                  </a:lnTo>
                  <a:lnTo>
                    <a:pt x="776283" y="1002737"/>
                  </a:lnTo>
                  <a:lnTo>
                    <a:pt x="764153" y="954380"/>
                  </a:lnTo>
                  <a:lnTo>
                    <a:pt x="752024" y="907800"/>
                  </a:lnTo>
                  <a:lnTo>
                    <a:pt x="739895" y="863032"/>
                  </a:lnTo>
                  <a:lnTo>
                    <a:pt x="727765" y="820091"/>
                  </a:lnTo>
                  <a:lnTo>
                    <a:pt x="715636" y="778972"/>
                  </a:lnTo>
                  <a:lnTo>
                    <a:pt x="703506" y="739651"/>
                  </a:lnTo>
                  <a:lnTo>
                    <a:pt x="691377" y="702090"/>
                  </a:lnTo>
                  <a:lnTo>
                    <a:pt x="679247" y="666235"/>
                  </a:lnTo>
                  <a:lnTo>
                    <a:pt x="667118" y="632025"/>
                  </a:lnTo>
                  <a:lnTo>
                    <a:pt x="654989" y="599397"/>
                  </a:lnTo>
                  <a:lnTo>
                    <a:pt x="642859" y="568288"/>
                  </a:lnTo>
                  <a:lnTo>
                    <a:pt x="630730" y="538645"/>
                  </a:lnTo>
                  <a:lnTo>
                    <a:pt x="618600" y="510428"/>
                  </a:lnTo>
                  <a:lnTo>
                    <a:pt x="606471" y="483616"/>
                  </a:lnTo>
                  <a:lnTo>
                    <a:pt x="594341" y="458213"/>
                  </a:lnTo>
                  <a:lnTo>
                    <a:pt x="582212" y="434254"/>
                  </a:lnTo>
                  <a:lnTo>
                    <a:pt x="570083" y="411815"/>
                  </a:lnTo>
                  <a:lnTo>
                    <a:pt x="557953" y="391017"/>
                  </a:lnTo>
                  <a:lnTo>
                    <a:pt x="545824" y="372016"/>
                  </a:lnTo>
                  <a:lnTo>
                    <a:pt x="533694" y="354958"/>
                  </a:lnTo>
                  <a:lnTo>
                    <a:pt x="521565" y="339963"/>
                  </a:lnTo>
                  <a:lnTo>
                    <a:pt x="509435" y="327097"/>
                  </a:lnTo>
                  <a:lnTo>
                    <a:pt x="497306" y="316364"/>
                  </a:lnTo>
                  <a:lnTo>
                    <a:pt x="485177" y="307695"/>
                  </a:lnTo>
                  <a:lnTo>
                    <a:pt x="473047" y="300947"/>
                  </a:lnTo>
                  <a:lnTo>
                    <a:pt x="460918" y="295915"/>
                  </a:lnTo>
                  <a:lnTo>
                    <a:pt x="448788" y="292349"/>
                  </a:lnTo>
                  <a:lnTo>
                    <a:pt x="436659" y="289973"/>
                  </a:lnTo>
                  <a:lnTo>
                    <a:pt x="424529" y="288506"/>
                  </a:lnTo>
                  <a:lnTo>
                    <a:pt x="412400" y="287679"/>
                  </a:lnTo>
                  <a:lnTo>
                    <a:pt x="400271" y="287259"/>
                  </a:lnTo>
                  <a:lnTo>
                    <a:pt x="388141" y="287066"/>
                  </a:lnTo>
                  <a:lnTo>
                    <a:pt x="376012" y="287047"/>
                  </a:lnTo>
                  <a:lnTo>
                    <a:pt x="363882" y="287339"/>
                  </a:lnTo>
                  <a:lnTo>
                    <a:pt x="351753" y="288101"/>
                  </a:lnTo>
                  <a:lnTo>
                    <a:pt x="339623" y="289456"/>
                  </a:lnTo>
                  <a:lnTo>
                    <a:pt x="327494" y="291456"/>
                  </a:lnTo>
                  <a:lnTo>
                    <a:pt x="315365" y="294057"/>
                  </a:lnTo>
                  <a:lnTo>
                    <a:pt x="303235" y="297109"/>
                  </a:lnTo>
                  <a:lnTo>
                    <a:pt x="291106" y="300360"/>
                  </a:lnTo>
                  <a:lnTo>
                    <a:pt x="278976" y="303488"/>
                  </a:lnTo>
                  <a:lnTo>
                    <a:pt x="266847" y="306142"/>
                  </a:lnTo>
                  <a:lnTo>
                    <a:pt x="254717" y="308007"/>
                  </a:lnTo>
                  <a:lnTo>
                    <a:pt x="242588" y="308899"/>
                  </a:lnTo>
                  <a:lnTo>
                    <a:pt x="230459" y="309018"/>
                  </a:lnTo>
                  <a:lnTo>
                    <a:pt x="218329" y="308902"/>
                  </a:lnTo>
                  <a:lnTo>
                    <a:pt x="206200" y="308731"/>
                  </a:lnTo>
                  <a:lnTo>
                    <a:pt x="194070" y="308284"/>
                  </a:lnTo>
                  <a:lnTo>
                    <a:pt x="181941" y="307414"/>
                  </a:lnTo>
                  <a:lnTo>
                    <a:pt x="169811" y="306544"/>
                  </a:lnTo>
                  <a:lnTo>
                    <a:pt x="157682" y="306011"/>
                  </a:lnTo>
                  <a:lnTo>
                    <a:pt x="145553" y="305796"/>
                  </a:lnTo>
                  <a:lnTo>
                    <a:pt x="133423" y="305908"/>
                  </a:lnTo>
                  <a:lnTo>
                    <a:pt x="121294" y="306906"/>
                  </a:lnTo>
                  <a:lnTo>
                    <a:pt x="109164" y="308991"/>
                  </a:lnTo>
                  <a:lnTo>
                    <a:pt x="97035" y="312542"/>
                  </a:lnTo>
                  <a:lnTo>
                    <a:pt x="84905" y="317713"/>
                  </a:lnTo>
                  <a:lnTo>
                    <a:pt x="72776" y="324762"/>
                  </a:lnTo>
                  <a:lnTo>
                    <a:pt x="60647" y="334141"/>
                  </a:lnTo>
                  <a:lnTo>
                    <a:pt x="48517" y="345913"/>
                  </a:lnTo>
                  <a:lnTo>
                    <a:pt x="36388" y="359881"/>
                  </a:lnTo>
                  <a:lnTo>
                    <a:pt x="24258" y="376114"/>
                  </a:lnTo>
                  <a:lnTo>
                    <a:pt x="12129" y="394723"/>
                  </a:lnTo>
                  <a:lnTo>
                    <a:pt x="0" y="415435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789" name="pl789"/>
            <p:cNvSpPr/>
            <p:nvPr/>
          </p:nvSpPr>
          <p:spPr>
            <a:xfrm>
              <a:off x="9516075" y="6568389"/>
              <a:ext cx="958224" cy="910015"/>
            </a:xfrm>
            <a:custGeom>
              <a:avLst/>
              <a:pathLst>
                <a:path w="958224" h="910015">
                  <a:moveTo>
                    <a:pt x="0" y="51368"/>
                  </a:moveTo>
                  <a:lnTo>
                    <a:pt x="12129" y="69527"/>
                  </a:lnTo>
                  <a:lnTo>
                    <a:pt x="24258" y="85569"/>
                  </a:lnTo>
                  <a:lnTo>
                    <a:pt x="36388" y="99203"/>
                  </a:lnTo>
                  <a:lnTo>
                    <a:pt x="48517" y="110529"/>
                  </a:lnTo>
                  <a:lnTo>
                    <a:pt x="60647" y="119604"/>
                  </a:lnTo>
                  <a:lnTo>
                    <a:pt x="72776" y="126229"/>
                  </a:lnTo>
                  <a:lnTo>
                    <a:pt x="84905" y="130467"/>
                  </a:lnTo>
                  <a:lnTo>
                    <a:pt x="97035" y="132769"/>
                  </a:lnTo>
                  <a:lnTo>
                    <a:pt x="109164" y="133380"/>
                  </a:lnTo>
                  <a:lnTo>
                    <a:pt x="121294" y="132417"/>
                  </a:lnTo>
                  <a:lnTo>
                    <a:pt x="133423" y="130236"/>
                  </a:lnTo>
                  <a:lnTo>
                    <a:pt x="145553" y="127042"/>
                  </a:lnTo>
                  <a:lnTo>
                    <a:pt x="157682" y="123365"/>
                  </a:lnTo>
                  <a:lnTo>
                    <a:pt x="169811" y="119107"/>
                  </a:lnTo>
                  <a:lnTo>
                    <a:pt x="181941" y="114135"/>
                  </a:lnTo>
                  <a:lnTo>
                    <a:pt x="194070" y="108671"/>
                  </a:lnTo>
                  <a:lnTo>
                    <a:pt x="206200" y="103026"/>
                  </a:lnTo>
                  <a:lnTo>
                    <a:pt x="218329" y="96945"/>
                  </a:lnTo>
                  <a:lnTo>
                    <a:pt x="230459" y="90101"/>
                  </a:lnTo>
                  <a:lnTo>
                    <a:pt x="242588" y="82570"/>
                  </a:lnTo>
                  <a:lnTo>
                    <a:pt x="254717" y="74813"/>
                  </a:lnTo>
                  <a:lnTo>
                    <a:pt x="266847" y="67184"/>
                  </a:lnTo>
                  <a:lnTo>
                    <a:pt x="278976" y="59756"/>
                  </a:lnTo>
                  <a:lnTo>
                    <a:pt x="291106" y="52476"/>
                  </a:lnTo>
                  <a:lnTo>
                    <a:pt x="303235" y="45252"/>
                  </a:lnTo>
                  <a:lnTo>
                    <a:pt x="315365" y="38019"/>
                  </a:lnTo>
                  <a:lnTo>
                    <a:pt x="327494" y="30788"/>
                  </a:lnTo>
                  <a:lnTo>
                    <a:pt x="339623" y="23668"/>
                  </a:lnTo>
                  <a:lnTo>
                    <a:pt x="351753" y="16873"/>
                  </a:lnTo>
                  <a:lnTo>
                    <a:pt x="363882" y="10717"/>
                  </a:lnTo>
                  <a:lnTo>
                    <a:pt x="376012" y="5580"/>
                  </a:lnTo>
                  <a:lnTo>
                    <a:pt x="388141" y="1882"/>
                  </a:lnTo>
                  <a:lnTo>
                    <a:pt x="400271" y="0"/>
                  </a:lnTo>
                  <a:lnTo>
                    <a:pt x="412400" y="2"/>
                  </a:lnTo>
                  <a:lnTo>
                    <a:pt x="424529" y="1790"/>
                  </a:lnTo>
                  <a:lnTo>
                    <a:pt x="436659" y="5208"/>
                  </a:lnTo>
                  <a:lnTo>
                    <a:pt x="448788" y="10066"/>
                  </a:lnTo>
                  <a:lnTo>
                    <a:pt x="460918" y="16161"/>
                  </a:lnTo>
                  <a:lnTo>
                    <a:pt x="473047" y="23297"/>
                  </a:lnTo>
                  <a:lnTo>
                    <a:pt x="485177" y="31303"/>
                  </a:lnTo>
                  <a:lnTo>
                    <a:pt x="497306" y="40052"/>
                  </a:lnTo>
                  <a:lnTo>
                    <a:pt x="509435" y="49481"/>
                  </a:lnTo>
                  <a:lnTo>
                    <a:pt x="521565" y="59599"/>
                  </a:lnTo>
                  <a:lnTo>
                    <a:pt x="533694" y="70488"/>
                  </a:lnTo>
                  <a:lnTo>
                    <a:pt x="545824" y="82295"/>
                  </a:lnTo>
                  <a:lnTo>
                    <a:pt x="557953" y="95218"/>
                  </a:lnTo>
                  <a:lnTo>
                    <a:pt x="570083" y="109481"/>
                  </a:lnTo>
                  <a:lnTo>
                    <a:pt x="582212" y="125293"/>
                  </a:lnTo>
                  <a:lnTo>
                    <a:pt x="594341" y="142705"/>
                  </a:lnTo>
                  <a:lnTo>
                    <a:pt x="606471" y="161694"/>
                  </a:lnTo>
                  <a:lnTo>
                    <a:pt x="618600" y="182193"/>
                  </a:lnTo>
                  <a:lnTo>
                    <a:pt x="630730" y="204106"/>
                  </a:lnTo>
                  <a:lnTo>
                    <a:pt x="642859" y="227312"/>
                  </a:lnTo>
                  <a:lnTo>
                    <a:pt x="654989" y="251669"/>
                  </a:lnTo>
                  <a:lnTo>
                    <a:pt x="667118" y="277024"/>
                  </a:lnTo>
                  <a:lnTo>
                    <a:pt x="679247" y="303213"/>
                  </a:lnTo>
                  <a:lnTo>
                    <a:pt x="691377" y="330073"/>
                  </a:lnTo>
                  <a:lnTo>
                    <a:pt x="703506" y="357441"/>
                  </a:lnTo>
                  <a:lnTo>
                    <a:pt x="715636" y="385165"/>
                  </a:lnTo>
                  <a:lnTo>
                    <a:pt x="727765" y="413103"/>
                  </a:lnTo>
                  <a:lnTo>
                    <a:pt x="739895" y="441133"/>
                  </a:lnTo>
                  <a:lnTo>
                    <a:pt x="752024" y="469147"/>
                  </a:lnTo>
                  <a:lnTo>
                    <a:pt x="764153" y="497062"/>
                  </a:lnTo>
                  <a:lnTo>
                    <a:pt x="776283" y="524809"/>
                  </a:lnTo>
                  <a:lnTo>
                    <a:pt x="788412" y="552339"/>
                  </a:lnTo>
                  <a:lnTo>
                    <a:pt x="800542" y="579620"/>
                  </a:lnTo>
                  <a:lnTo>
                    <a:pt x="812671" y="606628"/>
                  </a:lnTo>
                  <a:lnTo>
                    <a:pt x="824801" y="633355"/>
                  </a:lnTo>
                  <a:lnTo>
                    <a:pt x="836930" y="659797"/>
                  </a:lnTo>
                  <a:lnTo>
                    <a:pt x="849059" y="685955"/>
                  </a:lnTo>
                  <a:lnTo>
                    <a:pt x="861189" y="711836"/>
                  </a:lnTo>
                  <a:lnTo>
                    <a:pt x="873318" y="737450"/>
                  </a:lnTo>
                  <a:lnTo>
                    <a:pt x="885448" y="762804"/>
                  </a:lnTo>
                  <a:lnTo>
                    <a:pt x="897577" y="787909"/>
                  </a:lnTo>
                  <a:lnTo>
                    <a:pt x="909706" y="812775"/>
                  </a:lnTo>
                  <a:lnTo>
                    <a:pt x="921836" y="837411"/>
                  </a:lnTo>
                  <a:lnTo>
                    <a:pt x="933965" y="861825"/>
                  </a:lnTo>
                  <a:lnTo>
                    <a:pt x="946095" y="886025"/>
                  </a:lnTo>
                  <a:lnTo>
                    <a:pt x="958224" y="91001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90" name="pl790"/>
            <p:cNvSpPr/>
            <p:nvPr/>
          </p:nvSpPr>
          <p:spPr>
            <a:xfrm>
              <a:off x="9516075" y="6855436"/>
              <a:ext cx="958224" cy="1596895"/>
            </a:xfrm>
            <a:custGeom>
              <a:avLst/>
              <a:pathLst>
                <a:path w="958224" h="1596895">
                  <a:moveTo>
                    <a:pt x="958224" y="1596895"/>
                  </a:moveTo>
                  <a:lnTo>
                    <a:pt x="946095" y="1532700"/>
                  </a:lnTo>
                  <a:lnTo>
                    <a:pt x="933965" y="1468813"/>
                  </a:lnTo>
                  <a:lnTo>
                    <a:pt x="921836" y="1405343"/>
                  </a:lnTo>
                  <a:lnTo>
                    <a:pt x="909706" y="1342397"/>
                  </a:lnTo>
                  <a:lnTo>
                    <a:pt x="897577" y="1280084"/>
                  </a:lnTo>
                  <a:lnTo>
                    <a:pt x="885448" y="1218514"/>
                  </a:lnTo>
                  <a:lnTo>
                    <a:pt x="873318" y="1157796"/>
                  </a:lnTo>
                  <a:lnTo>
                    <a:pt x="861189" y="1098042"/>
                  </a:lnTo>
                  <a:lnTo>
                    <a:pt x="849059" y="1039362"/>
                  </a:lnTo>
                  <a:lnTo>
                    <a:pt x="836930" y="981865"/>
                  </a:lnTo>
                  <a:lnTo>
                    <a:pt x="824801" y="925657"/>
                  </a:lnTo>
                  <a:lnTo>
                    <a:pt x="812671" y="870843"/>
                  </a:lnTo>
                  <a:lnTo>
                    <a:pt x="800542" y="817518"/>
                  </a:lnTo>
                  <a:lnTo>
                    <a:pt x="788412" y="765774"/>
                  </a:lnTo>
                  <a:lnTo>
                    <a:pt x="776283" y="715690"/>
                  </a:lnTo>
                  <a:lnTo>
                    <a:pt x="764153" y="667332"/>
                  </a:lnTo>
                  <a:lnTo>
                    <a:pt x="752024" y="620752"/>
                  </a:lnTo>
                  <a:lnTo>
                    <a:pt x="739895" y="575984"/>
                  </a:lnTo>
                  <a:lnTo>
                    <a:pt x="727765" y="533043"/>
                  </a:lnTo>
                  <a:lnTo>
                    <a:pt x="715636" y="491924"/>
                  </a:lnTo>
                  <a:lnTo>
                    <a:pt x="703506" y="452604"/>
                  </a:lnTo>
                  <a:lnTo>
                    <a:pt x="691377" y="415042"/>
                  </a:lnTo>
                  <a:lnTo>
                    <a:pt x="679247" y="379187"/>
                  </a:lnTo>
                  <a:lnTo>
                    <a:pt x="667118" y="344978"/>
                  </a:lnTo>
                  <a:lnTo>
                    <a:pt x="654989" y="312349"/>
                  </a:lnTo>
                  <a:lnTo>
                    <a:pt x="642859" y="281241"/>
                  </a:lnTo>
                  <a:lnTo>
                    <a:pt x="630730" y="251598"/>
                  </a:lnTo>
                  <a:lnTo>
                    <a:pt x="618600" y="223381"/>
                  </a:lnTo>
                  <a:lnTo>
                    <a:pt x="606471" y="196569"/>
                  </a:lnTo>
                  <a:lnTo>
                    <a:pt x="594341" y="171165"/>
                  </a:lnTo>
                  <a:lnTo>
                    <a:pt x="582212" y="147206"/>
                  </a:lnTo>
                  <a:lnTo>
                    <a:pt x="570083" y="124767"/>
                  </a:lnTo>
                  <a:lnTo>
                    <a:pt x="557953" y="103970"/>
                  </a:lnTo>
                  <a:lnTo>
                    <a:pt x="545824" y="84968"/>
                  </a:lnTo>
                  <a:lnTo>
                    <a:pt x="533694" y="67911"/>
                  </a:lnTo>
                  <a:lnTo>
                    <a:pt x="521565" y="52915"/>
                  </a:lnTo>
                  <a:lnTo>
                    <a:pt x="509435" y="40049"/>
                  </a:lnTo>
                  <a:lnTo>
                    <a:pt x="497306" y="29317"/>
                  </a:lnTo>
                  <a:lnTo>
                    <a:pt x="485177" y="20648"/>
                  </a:lnTo>
                  <a:lnTo>
                    <a:pt x="473047" y="13899"/>
                  </a:lnTo>
                  <a:lnTo>
                    <a:pt x="460918" y="8867"/>
                  </a:lnTo>
                  <a:lnTo>
                    <a:pt x="448788" y="5301"/>
                  </a:lnTo>
                  <a:lnTo>
                    <a:pt x="436659" y="2925"/>
                  </a:lnTo>
                  <a:lnTo>
                    <a:pt x="424529" y="1458"/>
                  </a:lnTo>
                  <a:lnTo>
                    <a:pt x="412400" y="632"/>
                  </a:lnTo>
                  <a:lnTo>
                    <a:pt x="400271" y="211"/>
                  </a:lnTo>
                  <a:lnTo>
                    <a:pt x="388141" y="18"/>
                  </a:lnTo>
                  <a:lnTo>
                    <a:pt x="376012" y="0"/>
                  </a:lnTo>
                  <a:lnTo>
                    <a:pt x="363882" y="291"/>
                  </a:lnTo>
                  <a:lnTo>
                    <a:pt x="351753" y="1053"/>
                  </a:lnTo>
                  <a:lnTo>
                    <a:pt x="339623" y="2409"/>
                  </a:lnTo>
                  <a:lnTo>
                    <a:pt x="327494" y="4409"/>
                  </a:lnTo>
                  <a:lnTo>
                    <a:pt x="315365" y="7010"/>
                  </a:lnTo>
                  <a:lnTo>
                    <a:pt x="303235" y="10061"/>
                  </a:lnTo>
                  <a:lnTo>
                    <a:pt x="291106" y="13313"/>
                  </a:lnTo>
                  <a:lnTo>
                    <a:pt x="278976" y="16441"/>
                  </a:lnTo>
                  <a:lnTo>
                    <a:pt x="266847" y="19094"/>
                  </a:lnTo>
                  <a:lnTo>
                    <a:pt x="254717" y="20959"/>
                  </a:lnTo>
                  <a:lnTo>
                    <a:pt x="242588" y="21851"/>
                  </a:lnTo>
                  <a:lnTo>
                    <a:pt x="230459" y="21971"/>
                  </a:lnTo>
                  <a:lnTo>
                    <a:pt x="218329" y="21854"/>
                  </a:lnTo>
                  <a:lnTo>
                    <a:pt x="206200" y="21684"/>
                  </a:lnTo>
                  <a:lnTo>
                    <a:pt x="194070" y="21237"/>
                  </a:lnTo>
                  <a:lnTo>
                    <a:pt x="181941" y="20366"/>
                  </a:lnTo>
                  <a:lnTo>
                    <a:pt x="169811" y="19497"/>
                  </a:lnTo>
                  <a:lnTo>
                    <a:pt x="157682" y="18963"/>
                  </a:lnTo>
                  <a:lnTo>
                    <a:pt x="145553" y="18749"/>
                  </a:lnTo>
                  <a:lnTo>
                    <a:pt x="133423" y="18861"/>
                  </a:lnTo>
                  <a:lnTo>
                    <a:pt x="121294" y="19858"/>
                  </a:lnTo>
                  <a:lnTo>
                    <a:pt x="109164" y="21944"/>
                  </a:lnTo>
                  <a:lnTo>
                    <a:pt x="97035" y="25494"/>
                  </a:lnTo>
                  <a:lnTo>
                    <a:pt x="84905" y="30666"/>
                  </a:lnTo>
                  <a:lnTo>
                    <a:pt x="72776" y="37715"/>
                  </a:lnTo>
                  <a:lnTo>
                    <a:pt x="60647" y="47093"/>
                  </a:lnTo>
                  <a:lnTo>
                    <a:pt x="48517" y="58866"/>
                  </a:lnTo>
                  <a:lnTo>
                    <a:pt x="36388" y="72834"/>
                  </a:lnTo>
                  <a:lnTo>
                    <a:pt x="24258" y="89066"/>
                  </a:lnTo>
                  <a:lnTo>
                    <a:pt x="12129" y="107676"/>
                  </a:lnTo>
                  <a:lnTo>
                    <a:pt x="0" y="12838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791" name="pl791"/>
            <p:cNvSpPr/>
            <p:nvPr/>
          </p:nvSpPr>
          <p:spPr>
            <a:xfrm>
              <a:off x="9516075" y="6712019"/>
              <a:ext cx="958224" cy="1253349"/>
            </a:xfrm>
            <a:custGeom>
              <a:avLst/>
              <a:pathLst>
                <a:path w="958224" h="1253349">
                  <a:moveTo>
                    <a:pt x="0" y="89772"/>
                  </a:moveTo>
                  <a:lnTo>
                    <a:pt x="12129" y="88495"/>
                  </a:lnTo>
                  <a:lnTo>
                    <a:pt x="24258" y="87212"/>
                  </a:lnTo>
                  <a:lnTo>
                    <a:pt x="36388" y="85913"/>
                  </a:lnTo>
                  <a:lnTo>
                    <a:pt x="48517" y="84591"/>
                  </a:lnTo>
                  <a:lnTo>
                    <a:pt x="60647" y="83243"/>
                  </a:lnTo>
                  <a:lnTo>
                    <a:pt x="72776" y="81866"/>
                  </a:lnTo>
                  <a:lnTo>
                    <a:pt x="84905" y="80460"/>
                  </a:lnTo>
                  <a:lnTo>
                    <a:pt x="97035" y="79026"/>
                  </a:lnTo>
                  <a:lnTo>
                    <a:pt x="109164" y="77556"/>
                  </a:lnTo>
                  <a:lnTo>
                    <a:pt x="121294" y="76032"/>
                  </a:lnTo>
                  <a:lnTo>
                    <a:pt x="133423" y="74442"/>
                  </a:lnTo>
                  <a:lnTo>
                    <a:pt x="145553" y="72790"/>
                  </a:lnTo>
                  <a:lnTo>
                    <a:pt x="157682" y="71058"/>
                  </a:lnTo>
                  <a:lnTo>
                    <a:pt x="169811" y="69196"/>
                  </a:lnTo>
                  <a:lnTo>
                    <a:pt x="181941" y="67145"/>
                  </a:lnTo>
                  <a:lnTo>
                    <a:pt x="194070" y="64848"/>
                  </a:lnTo>
                  <a:lnTo>
                    <a:pt x="206200" y="62249"/>
                  </a:lnTo>
                  <a:lnTo>
                    <a:pt x="218329" y="59294"/>
                  </a:lnTo>
                  <a:lnTo>
                    <a:pt x="230459" y="55930"/>
                  </a:lnTo>
                  <a:lnTo>
                    <a:pt x="242588" y="52105"/>
                  </a:lnTo>
                  <a:lnTo>
                    <a:pt x="254717" y="47780"/>
                  </a:lnTo>
                  <a:lnTo>
                    <a:pt x="266847" y="43033"/>
                  </a:lnTo>
                  <a:lnTo>
                    <a:pt x="278976" y="37992"/>
                  </a:lnTo>
                  <a:lnTo>
                    <a:pt x="291106" y="32788"/>
                  </a:lnTo>
                  <a:lnTo>
                    <a:pt x="303235" y="27550"/>
                  </a:lnTo>
                  <a:lnTo>
                    <a:pt x="315365" y="22409"/>
                  </a:lnTo>
                  <a:lnTo>
                    <a:pt x="327494" y="17493"/>
                  </a:lnTo>
                  <a:lnTo>
                    <a:pt x="339623" y="12932"/>
                  </a:lnTo>
                  <a:lnTo>
                    <a:pt x="351753" y="8858"/>
                  </a:lnTo>
                  <a:lnTo>
                    <a:pt x="363882" y="5398"/>
                  </a:lnTo>
                  <a:lnTo>
                    <a:pt x="376012" y="2684"/>
                  </a:lnTo>
                  <a:lnTo>
                    <a:pt x="388141" y="844"/>
                  </a:lnTo>
                  <a:lnTo>
                    <a:pt x="400271" y="0"/>
                  </a:lnTo>
                  <a:lnTo>
                    <a:pt x="412400" y="211"/>
                  </a:lnTo>
                  <a:lnTo>
                    <a:pt x="424529" y="1518"/>
                  </a:lnTo>
                  <a:lnTo>
                    <a:pt x="436659" y="3961"/>
                  </a:lnTo>
                  <a:lnTo>
                    <a:pt x="448788" y="7577"/>
                  </a:lnTo>
                  <a:lnTo>
                    <a:pt x="460918" y="12408"/>
                  </a:lnTo>
                  <a:lnTo>
                    <a:pt x="473047" y="18492"/>
                  </a:lnTo>
                  <a:lnTo>
                    <a:pt x="485177" y="25869"/>
                  </a:lnTo>
                  <a:lnTo>
                    <a:pt x="497306" y="34578"/>
                  </a:lnTo>
                  <a:lnTo>
                    <a:pt x="509435" y="44659"/>
                  </a:lnTo>
                  <a:lnTo>
                    <a:pt x="521565" y="56151"/>
                  </a:lnTo>
                  <a:lnTo>
                    <a:pt x="533694" y="69093"/>
                  </a:lnTo>
                  <a:lnTo>
                    <a:pt x="545824" y="83526"/>
                  </a:lnTo>
                  <a:lnTo>
                    <a:pt x="557953" y="99488"/>
                  </a:lnTo>
                  <a:lnTo>
                    <a:pt x="570083" y="117018"/>
                  </a:lnTo>
                  <a:lnTo>
                    <a:pt x="582212" y="136144"/>
                  </a:lnTo>
                  <a:lnTo>
                    <a:pt x="594341" y="156829"/>
                  </a:lnTo>
                  <a:lnTo>
                    <a:pt x="606471" y="179025"/>
                  </a:lnTo>
                  <a:lnTo>
                    <a:pt x="618600" y="202681"/>
                  </a:lnTo>
                  <a:lnTo>
                    <a:pt x="630730" y="227746"/>
                  </a:lnTo>
                  <a:lnTo>
                    <a:pt x="642859" y="254170"/>
                  </a:lnTo>
                  <a:lnTo>
                    <a:pt x="654989" y="281903"/>
                  </a:lnTo>
                  <a:lnTo>
                    <a:pt x="667118" y="310895"/>
                  </a:lnTo>
                  <a:lnTo>
                    <a:pt x="679247" y="341094"/>
                  </a:lnTo>
                  <a:lnTo>
                    <a:pt x="691377" y="372452"/>
                  </a:lnTo>
                  <a:lnTo>
                    <a:pt x="703506" y="404917"/>
                  </a:lnTo>
                  <a:lnTo>
                    <a:pt x="715636" y="438439"/>
                  </a:lnTo>
                  <a:lnTo>
                    <a:pt x="727765" y="472967"/>
                  </a:lnTo>
                  <a:lnTo>
                    <a:pt x="739895" y="508453"/>
                  </a:lnTo>
                  <a:lnTo>
                    <a:pt x="752024" y="544844"/>
                  </a:lnTo>
                  <a:lnTo>
                    <a:pt x="764153" y="582091"/>
                  </a:lnTo>
                  <a:lnTo>
                    <a:pt x="776283" y="620143"/>
                  </a:lnTo>
                  <a:lnTo>
                    <a:pt x="788412" y="658951"/>
                  </a:lnTo>
                  <a:lnTo>
                    <a:pt x="800542" y="698463"/>
                  </a:lnTo>
                  <a:lnTo>
                    <a:pt x="812671" y="738630"/>
                  </a:lnTo>
                  <a:lnTo>
                    <a:pt x="824801" y="779400"/>
                  </a:lnTo>
                  <a:lnTo>
                    <a:pt x="836930" y="820725"/>
                  </a:lnTo>
                  <a:lnTo>
                    <a:pt x="849059" y="862553"/>
                  </a:lnTo>
                  <a:lnTo>
                    <a:pt x="861189" y="904833"/>
                  </a:lnTo>
                  <a:lnTo>
                    <a:pt x="873318" y="947517"/>
                  </a:lnTo>
                  <a:lnTo>
                    <a:pt x="885448" y="990553"/>
                  </a:lnTo>
                  <a:lnTo>
                    <a:pt x="897577" y="1033891"/>
                  </a:lnTo>
                  <a:lnTo>
                    <a:pt x="909706" y="1077480"/>
                  </a:lnTo>
                  <a:lnTo>
                    <a:pt x="921836" y="1121271"/>
                  </a:lnTo>
                  <a:lnTo>
                    <a:pt x="933965" y="1165213"/>
                  </a:lnTo>
                  <a:lnTo>
                    <a:pt x="946095" y="1209256"/>
                  </a:lnTo>
                  <a:lnTo>
                    <a:pt x="958224" y="1253349"/>
                  </a:lnTo>
                </a:path>
              </a:pathLst>
            </a:custGeom>
            <a:ln w="27101" cap="flat">
              <a:solidFill>
                <a:srgbClr val="FFD7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l792"/>
            <p:cNvSpPr/>
            <p:nvPr/>
          </p:nvSpPr>
          <p:spPr>
            <a:xfrm>
              <a:off x="9732519" y="5418670"/>
              <a:ext cx="0" cy="3178122"/>
            </a:xfrm>
            <a:custGeom>
              <a:avLst/>
              <a:pathLst>
                <a:path w="0" h="3178122">
                  <a:moveTo>
                    <a:pt x="0" y="31781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93" name="rc793"/>
            <p:cNvSpPr/>
            <p:nvPr/>
          </p:nvSpPr>
          <p:spPr>
            <a:xfrm>
              <a:off x="9468163" y="5418670"/>
              <a:ext cx="1054047" cy="31781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tx794"/>
            <p:cNvSpPr/>
            <p:nvPr/>
          </p:nvSpPr>
          <p:spPr>
            <a:xfrm>
              <a:off x="9306161" y="7673845"/>
              <a:ext cx="99372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-2</a:t>
              </a:r>
            </a:p>
          </p:txBody>
        </p:sp>
        <p:sp>
          <p:nvSpPr>
            <p:cNvPr id="795" name="tx795"/>
            <p:cNvSpPr/>
            <p:nvPr/>
          </p:nvSpPr>
          <p:spPr>
            <a:xfrm>
              <a:off x="9343378" y="6771688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796" name="tx796"/>
            <p:cNvSpPr/>
            <p:nvPr/>
          </p:nvSpPr>
          <p:spPr>
            <a:xfrm>
              <a:off x="9343378" y="5872260"/>
              <a:ext cx="62155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797" name="pl797"/>
            <p:cNvSpPr/>
            <p:nvPr/>
          </p:nvSpPr>
          <p:spPr>
            <a:xfrm>
              <a:off x="9433369" y="771417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l798"/>
            <p:cNvSpPr/>
            <p:nvPr/>
          </p:nvSpPr>
          <p:spPr>
            <a:xfrm>
              <a:off x="9433369" y="681338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l799"/>
            <p:cNvSpPr/>
            <p:nvPr/>
          </p:nvSpPr>
          <p:spPr>
            <a:xfrm>
              <a:off x="9433369" y="591258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l800"/>
            <p:cNvSpPr/>
            <p:nvPr/>
          </p:nvSpPr>
          <p:spPr>
            <a:xfrm>
              <a:off x="9620010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l801"/>
            <p:cNvSpPr/>
            <p:nvPr/>
          </p:nvSpPr>
          <p:spPr>
            <a:xfrm>
              <a:off x="9919216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l802"/>
            <p:cNvSpPr/>
            <p:nvPr/>
          </p:nvSpPr>
          <p:spPr>
            <a:xfrm>
              <a:off x="10218422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l803"/>
            <p:cNvSpPr/>
            <p:nvPr/>
          </p:nvSpPr>
          <p:spPr>
            <a:xfrm>
              <a:off x="10517628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tx804"/>
            <p:cNvSpPr/>
            <p:nvPr/>
          </p:nvSpPr>
          <p:spPr>
            <a:xfrm>
              <a:off x="9588932" y="865773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805" name="tx805"/>
            <p:cNvSpPr/>
            <p:nvPr/>
          </p:nvSpPr>
          <p:spPr>
            <a:xfrm>
              <a:off x="9888138" y="8659422"/>
              <a:ext cx="62155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806" name="tx806"/>
            <p:cNvSpPr/>
            <p:nvPr/>
          </p:nvSpPr>
          <p:spPr>
            <a:xfrm>
              <a:off x="10187344" y="865773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807" name="tx807"/>
            <p:cNvSpPr/>
            <p:nvPr/>
          </p:nvSpPr>
          <p:spPr>
            <a:xfrm>
              <a:off x="10455472" y="8659095"/>
              <a:ext cx="124311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808" name="tx808"/>
            <p:cNvSpPr/>
            <p:nvPr/>
          </p:nvSpPr>
          <p:spPr>
            <a:xfrm>
              <a:off x="9234170" y="8780345"/>
              <a:ext cx="1522034" cy="1281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plasmapTau181_Nico_Z</a:t>
              </a:r>
            </a:p>
          </p:txBody>
        </p:sp>
        <p:sp>
          <p:nvSpPr>
            <p:cNvPr id="809" name="tx809"/>
            <p:cNvSpPr/>
            <p:nvPr/>
          </p:nvSpPr>
          <p:spPr>
            <a:xfrm rot="-5400000">
              <a:off x="8291344" y="6942997"/>
              <a:ext cx="1762621" cy="1294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RofC_plasmapT181_Nico_Z</a:t>
              </a:r>
            </a:p>
          </p:txBody>
        </p:sp>
        <p:sp>
          <p:nvSpPr>
            <p:cNvPr id="810" name="rc810"/>
            <p:cNvSpPr/>
            <p:nvPr/>
          </p:nvSpPr>
          <p:spPr>
            <a:xfrm>
              <a:off x="10591800" y="5349081"/>
              <a:ext cx="1523999" cy="1828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rc811"/>
            <p:cNvSpPr/>
            <p:nvPr/>
          </p:nvSpPr>
          <p:spPr>
            <a:xfrm>
              <a:off x="11020738" y="5418670"/>
              <a:ext cx="1025472" cy="13493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12" name="pl812"/>
            <p:cNvSpPr/>
            <p:nvPr/>
          </p:nvSpPr>
          <p:spPr>
            <a:xfrm>
              <a:off x="11020738" y="6730800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l813"/>
            <p:cNvSpPr/>
            <p:nvPr/>
          </p:nvSpPr>
          <p:spPr>
            <a:xfrm>
              <a:off x="11020738" y="6358005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l814"/>
            <p:cNvSpPr/>
            <p:nvPr/>
          </p:nvSpPr>
          <p:spPr>
            <a:xfrm>
              <a:off x="11020738" y="5985210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l815"/>
            <p:cNvSpPr/>
            <p:nvPr/>
          </p:nvSpPr>
          <p:spPr>
            <a:xfrm>
              <a:off x="11020738" y="5612415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l816"/>
            <p:cNvSpPr/>
            <p:nvPr/>
          </p:nvSpPr>
          <p:spPr>
            <a:xfrm>
              <a:off x="11232659" y="54186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l817"/>
            <p:cNvSpPr/>
            <p:nvPr/>
          </p:nvSpPr>
          <p:spPr>
            <a:xfrm>
              <a:off x="11563275" y="54186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l818"/>
            <p:cNvSpPr/>
            <p:nvPr/>
          </p:nvSpPr>
          <p:spPr>
            <a:xfrm>
              <a:off x="11893891" y="54186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l819"/>
            <p:cNvSpPr/>
            <p:nvPr/>
          </p:nvSpPr>
          <p:spPr>
            <a:xfrm>
              <a:off x="11020738" y="6544402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l820"/>
            <p:cNvSpPr/>
            <p:nvPr/>
          </p:nvSpPr>
          <p:spPr>
            <a:xfrm>
              <a:off x="11020738" y="6171607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l821"/>
            <p:cNvSpPr/>
            <p:nvPr/>
          </p:nvSpPr>
          <p:spPr>
            <a:xfrm>
              <a:off x="11020738" y="5798812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l822"/>
            <p:cNvSpPr/>
            <p:nvPr/>
          </p:nvSpPr>
          <p:spPr>
            <a:xfrm>
              <a:off x="11020738" y="5426018"/>
              <a:ext cx="1025472" cy="0"/>
            </a:xfrm>
            <a:custGeom>
              <a:avLst/>
              <a:pathLst>
                <a:path w="1025472" h="0">
                  <a:moveTo>
                    <a:pt x="0" y="0"/>
                  </a:moveTo>
                  <a:lnTo>
                    <a:pt x="1025472" y="0"/>
                  </a:lnTo>
                  <a:lnTo>
                    <a:pt x="1025472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l823"/>
            <p:cNvSpPr/>
            <p:nvPr/>
          </p:nvSpPr>
          <p:spPr>
            <a:xfrm>
              <a:off x="11067351" y="54186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l824"/>
            <p:cNvSpPr/>
            <p:nvPr/>
          </p:nvSpPr>
          <p:spPr>
            <a:xfrm>
              <a:off x="11397967" y="54186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l825"/>
            <p:cNvSpPr/>
            <p:nvPr/>
          </p:nvSpPr>
          <p:spPr>
            <a:xfrm>
              <a:off x="11728583" y="54186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t826"/>
            <p:cNvSpPr/>
            <p:nvPr/>
          </p:nvSpPr>
          <p:spPr>
            <a:xfrm>
              <a:off x="11643612" y="63785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t827"/>
            <p:cNvSpPr/>
            <p:nvPr/>
          </p:nvSpPr>
          <p:spPr>
            <a:xfrm>
              <a:off x="11307199" y="65396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t828"/>
            <p:cNvSpPr/>
            <p:nvPr/>
          </p:nvSpPr>
          <p:spPr>
            <a:xfrm>
              <a:off x="11183286" y="66796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t829"/>
            <p:cNvSpPr/>
            <p:nvPr/>
          </p:nvSpPr>
          <p:spPr>
            <a:xfrm>
              <a:off x="11042525" y="65031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t830"/>
            <p:cNvSpPr/>
            <p:nvPr/>
          </p:nvSpPr>
          <p:spPr>
            <a:xfrm>
              <a:off x="11116442" y="65573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t831"/>
            <p:cNvSpPr/>
            <p:nvPr/>
          </p:nvSpPr>
          <p:spPr>
            <a:xfrm>
              <a:off x="11182022" y="65632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t832"/>
            <p:cNvSpPr/>
            <p:nvPr/>
          </p:nvSpPr>
          <p:spPr>
            <a:xfrm>
              <a:off x="11042525" y="663749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t833"/>
            <p:cNvSpPr/>
            <p:nvPr/>
          </p:nvSpPr>
          <p:spPr>
            <a:xfrm>
              <a:off x="11042525" y="64963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t834"/>
            <p:cNvSpPr/>
            <p:nvPr/>
          </p:nvSpPr>
          <p:spPr>
            <a:xfrm>
              <a:off x="11042525" y="66501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t835"/>
            <p:cNvSpPr/>
            <p:nvPr/>
          </p:nvSpPr>
          <p:spPr>
            <a:xfrm>
              <a:off x="11042525" y="65273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t836"/>
            <p:cNvSpPr/>
            <p:nvPr/>
          </p:nvSpPr>
          <p:spPr>
            <a:xfrm>
              <a:off x="11446511" y="641994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t837"/>
            <p:cNvSpPr/>
            <p:nvPr/>
          </p:nvSpPr>
          <p:spPr>
            <a:xfrm>
              <a:off x="11042525" y="653622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t838"/>
            <p:cNvSpPr/>
            <p:nvPr/>
          </p:nvSpPr>
          <p:spPr>
            <a:xfrm>
              <a:off x="11112208" y="65400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t839"/>
            <p:cNvSpPr/>
            <p:nvPr/>
          </p:nvSpPr>
          <p:spPr>
            <a:xfrm>
              <a:off x="11187027" y="647264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t840"/>
            <p:cNvSpPr/>
            <p:nvPr/>
          </p:nvSpPr>
          <p:spPr>
            <a:xfrm>
              <a:off x="11183467" y="644923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t841"/>
            <p:cNvSpPr/>
            <p:nvPr/>
          </p:nvSpPr>
          <p:spPr>
            <a:xfrm>
              <a:off x="11371070" y="64528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t842"/>
            <p:cNvSpPr/>
            <p:nvPr/>
          </p:nvSpPr>
          <p:spPr>
            <a:xfrm>
              <a:off x="11505388" y="64994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t843"/>
            <p:cNvSpPr/>
            <p:nvPr/>
          </p:nvSpPr>
          <p:spPr>
            <a:xfrm>
              <a:off x="11042525" y="64794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t844"/>
            <p:cNvSpPr/>
            <p:nvPr/>
          </p:nvSpPr>
          <p:spPr>
            <a:xfrm>
              <a:off x="11184430" y="65101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t845"/>
            <p:cNvSpPr/>
            <p:nvPr/>
          </p:nvSpPr>
          <p:spPr>
            <a:xfrm>
              <a:off x="11355444" y="65354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t846"/>
            <p:cNvSpPr/>
            <p:nvPr/>
          </p:nvSpPr>
          <p:spPr>
            <a:xfrm>
              <a:off x="11505025" y="63807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t847"/>
            <p:cNvSpPr/>
            <p:nvPr/>
          </p:nvSpPr>
          <p:spPr>
            <a:xfrm>
              <a:off x="11714989" y="63381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t848"/>
            <p:cNvSpPr/>
            <p:nvPr/>
          </p:nvSpPr>
          <p:spPr>
            <a:xfrm>
              <a:off x="11042525" y="64957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t849"/>
            <p:cNvSpPr/>
            <p:nvPr/>
          </p:nvSpPr>
          <p:spPr>
            <a:xfrm>
              <a:off x="11042525" y="66045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t850"/>
            <p:cNvSpPr/>
            <p:nvPr/>
          </p:nvSpPr>
          <p:spPr>
            <a:xfrm>
              <a:off x="11254059" y="64336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t851"/>
            <p:cNvSpPr/>
            <p:nvPr/>
          </p:nvSpPr>
          <p:spPr>
            <a:xfrm>
              <a:off x="11705908" y="64355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t852"/>
            <p:cNvSpPr/>
            <p:nvPr/>
          </p:nvSpPr>
          <p:spPr>
            <a:xfrm>
              <a:off x="11310992" y="64514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t853"/>
            <p:cNvSpPr/>
            <p:nvPr/>
          </p:nvSpPr>
          <p:spPr>
            <a:xfrm>
              <a:off x="11042525" y="64439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t854"/>
            <p:cNvSpPr/>
            <p:nvPr/>
          </p:nvSpPr>
          <p:spPr>
            <a:xfrm>
              <a:off x="11042525" y="65230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t855"/>
            <p:cNvSpPr/>
            <p:nvPr/>
          </p:nvSpPr>
          <p:spPr>
            <a:xfrm>
              <a:off x="11177194" y="65257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t856"/>
            <p:cNvSpPr/>
            <p:nvPr/>
          </p:nvSpPr>
          <p:spPr>
            <a:xfrm>
              <a:off x="11514627" y="643728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t857"/>
            <p:cNvSpPr/>
            <p:nvPr/>
          </p:nvSpPr>
          <p:spPr>
            <a:xfrm>
              <a:off x="11042525" y="64140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t858"/>
            <p:cNvSpPr/>
            <p:nvPr/>
          </p:nvSpPr>
          <p:spPr>
            <a:xfrm>
              <a:off x="11241438" y="65565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t859"/>
            <p:cNvSpPr/>
            <p:nvPr/>
          </p:nvSpPr>
          <p:spPr>
            <a:xfrm>
              <a:off x="11241598" y="63677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t860"/>
            <p:cNvSpPr/>
            <p:nvPr/>
          </p:nvSpPr>
          <p:spPr>
            <a:xfrm>
              <a:off x="11505185" y="64060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t861"/>
            <p:cNvSpPr/>
            <p:nvPr/>
          </p:nvSpPr>
          <p:spPr>
            <a:xfrm>
              <a:off x="11042525" y="65561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t862"/>
            <p:cNvSpPr/>
            <p:nvPr/>
          </p:nvSpPr>
          <p:spPr>
            <a:xfrm>
              <a:off x="11152670" y="65089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t863"/>
            <p:cNvSpPr/>
            <p:nvPr/>
          </p:nvSpPr>
          <p:spPr>
            <a:xfrm>
              <a:off x="11042525" y="64731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t864"/>
            <p:cNvSpPr/>
            <p:nvPr/>
          </p:nvSpPr>
          <p:spPr>
            <a:xfrm>
              <a:off x="11170592" y="63820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t865"/>
            <p:cNvSpPr/>
            <p:nvPr/>
          </p:nvSpPr>
          <p:spPr>
            <a:xfrm>
              <a:off x="11042525" y="64562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t866"/>
            <p:cNvSpPr/>
            <p:nvPr/>
          </p:nvSpPr>
          <p:spPr>
            <a:xfrm>
              <a:off x="11042525" y="65182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t867"/>
            <p:cNvSpPr/>
            <p:nvPr/>
          </p:nvSpPr>
          <p:spPr>
            <a:xfrm>
              <a:off x="11299771" y="65426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t868"/>
            <p:cNvSpPr/>
            <p:nvPr/>
          </p:nvSpPr>
          <p:spPr>
            <a:xfrm>
              <a:off x="11042525" y="65975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t869"/>
            <p:cNvSpPr/>
            <p:nvPr/>
          </p:nvSpPr>
          <p:spPr>
            <a:xfrm>
              <a:off x="11241575" y="65699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t870"/>
            <p:cNvSpPr/>
            <p:nvPr/>
          </p:nvSpPr>
          <p:spPr>
            <a:xfrm>
              <a:off x="11511140" y="65528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t871"/>
            <p:cNvSpPr/>
            <p:nvPr/>
          </p:nvSpPr>
          <p:spPr>
            <a:xfrm>
              <a:off x="11042525" y="63942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t872"/>
            <p:cNvSpPr/>
            <p:nvPr/>
          </p:nvSpPr>
          <p:spPr>
            <a:xfrm>
              <a:off x="11042525" y="64001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t873"/>
            <p:cNvSpPr/>
            <p:nvPr/>
          </p:nvSpPr>
          <p:spPr>
            <a:xfrm>
              <a:off x="11042525" y="639187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t874"/>
            <p:cNvSpPr/>
            <p:nvPr/>
          </p:nvSpPr>
          <p:spPr>
            <a:xfrm>
              <a:off x="11042525" y="65290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t875"/>
            <p:cNvSpPr/>
            <p:nvPr/>
          </p:nvSpPr>
          <p:spPr>
            <a:xfrm>
              <a:off x="11185262" y="65232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t876"/>
            <p:cNvSpPr/>
            <p:nvPr/>
          </p:nvSpPr>
          <p:spPr>
            <a:xfrm>
              <a:off x="11042525" y="64655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t877"/>
            <p:cNvSpPr/>
            <p:nvPr/>
          </p:nvSpPr>
          <p:spPr>
            <a:xfrm>
              <a:off x="11042525" y="64715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t878"/>
            <p:cNvSpPr/>
            <p:nvPr/>
          </p:nvSpPr>
          <p:spPr>
            <a:xfrm>
              <a:off x="11042525" y="66216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t879"/>
            <p:cNvSpPr/>
            <p:nvPr/>
          </p:nvSpPr>
          <p:spPr>
            <a:xfrm>
              <a:off x="11322570" y="65667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t880"/>
            <p:cNvSpPr/>
            <p:nvPr/>
          </p:nvSpPr>
          <p:spPr>
            <a:xfrm>
              <a:off x="11451402" y="66230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t881"/>
            <p:cNvSpPr/>
            <p:nvPr/>
          </p:nvSpPr>
          <p:spPr>
            <a:xfrm>
              <a:off x="11314626" y="66069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t882"/>
            <p:cNvSpPr/>
            <p:nvPr/>
          </p:nvSpPr>
          <p:spPr>
            <a:xfrm>
              <a:off x="11446370" y="66285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t883"/>
            <p:cNvSpPr/>
            <p:nvPr/>
          </p:nvSpPr>
          <p:spPr>
            <a:xfrm>
              <a:off x="11042525" y="64815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t884"/>
            <p:cNvSpPr/>
            <p:nvPr/>
          </p:nvSpPr>
          <p:spPr>
            <a:xfrm>
              <a:off x="11042525" y="63843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t885"/>
            <p:cNvSpPr/>
            <p:nvPr/>
          </p:nvSpPr>
          <p:spPr>
            <a:xfrm>
              <a:off x="11042525" y="63934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t886"/>
            <p:cNvSpPr/>
            <p:nvPr/>
          </p:nvSpPr>
          <p:spPr>
            <a:xfrm>
              <a:off x="11174228" y="64554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t887"/>
            <p:cNvSpPr/>
            <p:nvPr/>
          </p:nvSpPr>
          <p:spPr>
            <a:xfrm>
              <a:off x="11042525" y="65806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t888"/>
            <p:cNvSpPr/>
            <p:nvPr/>
          </p:nvSpPr>
          <p:spPr>
            <a:xfrm>
              <a:off x="11186728" y="65977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t889"/>
            <p:cNvSpPr/>
            <p:nvPr/>
          </p:nvSpPr>
          <p:spPr>
            <a:xfrm>
              <a:off x="11313902" y="65948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t890"/>
            <p:cNvSpPr/>
            <p:nvPr/>
          </p:nvSpPr>
          <p:spPr>
            <a:xfrm>
              <a:off x="11249047" y="64061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t891"/>
            <p:cNvSpPr/>
            <p:nvPr/>
          </p:nvSpPr>
          <p:spPr>
            <a:xfrm>
              <a:off x="11647417" y="62671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t892"/>
            <p:cNvSpPr/>
            <p:nvPr/>
          </p:nvSpPr>
          <p:spPr>
            <a:xfrm>
              <a:off x="11042525" y="645609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t893"/>
            <p:cNvSpPr/>
            <p:nvPr/>
          </p:nvSpPr>
          <p:spPr>
            <a:xfrm>
              <a:off x="11435641" y="64944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t894"/>
            <p:cNvSpPr/>
            <p:nvPr/>
          </p:nvSpPr>
          <p:spPr>
            <a:xfrm>
              <a:off x="11570062" y="65417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t895"/>
            <p:cNvSpPr/>
            <p:nvPr/>
          </p:nvSpPr>
          <p:spPr>
            <a:xfrm>
              <a:off x="11704301" y="64984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t896"/>
            <p:cNvSpPr/>
            <p:nvPr/>
          </p:nvSpPr>
          <p:spPr>
            <a:xfrm>
              <a:off x="11316438" y="65996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t897"/>
            <p:cNvSpPr/>
            <p:nvPr/>
          </p:nvSpPr>
          <p:spPr>
            <a:xfrm>
              <a:off x="11456837" y="66818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t898"/>
            <p:cNvSpPr/>
            <p:nvPr/>
          </p:nvSpPr>
          <p:spPr>
            <a:xfrm>
              <a:off x="11042525" y="642388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t899"/>
            <p:cNvSpPr/>
            <p:nvPr/>
          </p:nvSpPr>
          <p:spPr>
            <a:xfrm>
              <a:off x="11177670" y="64833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t900"/>
            <p:cNvSpPr/>
            <p:nvPr/>
          </p:nvSpPr>
          <p:spPr>
            <a:xfrm>
              <a:off x="11119922" y="64213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t901"/>
            <p:cNvSpPr/>
            <p:nvPr/>
          </p:nvSpPr>
          <p:spPr>
            <a:xfrm>
              <a:off x="11709350" y="64120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t902"/>
            <p:cNvSpPr/>
            <p:nvPr/>
          </p:nvSpPr>
          <p:spPr>
            <a:xfrm>
              <a:off x="11042525" y="65823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t903"/>
            <p:cNvSpPr/>
            <p:nvPr/>
          </p:nvSpPr>
          <p:spPr>
            <a:xfrm>
              <a:off x="11042525" y="65677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t904"/>
            <p:cNvSpPr/>
            <p:nvPr/>
          </p:nvSpPr>
          <p:spPr>
            <a:xfrm>
              <a:off x="11198411" y="65283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t905"/>
            <p:cNvSpPr/>
            <p:nvPr/>
          </p:nvSpPr>
          <p:spPr>
            <a:xfrm>
              <a:off x="11171692" y="64055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t906"/>
            <p:cNvSpPr/>
            <p:nvPr/>
          </p:nvSpPr>
          <p:spPr>
            <a:xfrm>
              <a:off x="11042525" y="64210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t907"/>
            <p:cNvSpPr/>
            <p:nvPr/>
          </p:nvSpPr>
          <p:spPr>
            <a:xfrm>
              <a:off x="11178676" y="64010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t908"/>
            <p:cNvSpPr/>
            <p:nvPr/>
          </p:nvSpPr>
          <p:spPr>
            <a:xfrm>
              <a:off x="11042525" y="65172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t909"/>
            <p:cNvSpPr/>
            <p:nvPr/>
          </p:nvSpPr>
          <p:spPr>
            <a:xfrm>
              <a:off x="11042525" y="63732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t910"/>
            <p:cNvSpPr/>
            <p:nvPr/>
          </p:nvSpPr>
          <p:spPr>
            <a:xfrm>
              <a:off x="11042525" y="66336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t911"/>
            <p:cNvSpPr/>
            <p:nvPr/>
          </p:nvSpPr>
          <p:spPr>
            <a:xfrm>
              <a:off x="11190725" y="65495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t912"/>
            <p:cNvSpPr/>
            <p:nvPr/>
          </p:nvSpPr>
          <p:spPr>
            <a:xfrm>
              <a:off x="11042525" y="66678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t913"/>
            <p:cNvSpPr/>
            <p:nvPr/>
          </p:nvSpPr>
          <p:spPr>
            <a:xfrm>
              <a:off x="11042525" y="663882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t914"/>
            <p:cNvSpPr/>
            <p:nvPr/>
          </p:nvSpPr>
          <p:spPr>
            <a:xfrm>
              <a:off x="11109682" y="65325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t915"/>
            <p:cNvSpPr/>
            <p:nvPr/>
          </p:nvSpPr>
          <p:spPr>
            <a:xfrm>
              <a:off x="11042525" y="65139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t916"/>
            <p:cNvSpPr/>
            <p:nvPr/>
          </p:nvSpPr>
          <p:spPr>
            <a:xfrm>
              <a:off x="11337634" y="65101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t917"/>
            <p:cNvSpPr/>
            <p:nvPr/>
          </p:nvSpPr>
          <p:spPr>
            <a:xfrm>
              <a:off x="11455569" y="64764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t918"/>
            <p:cNvSpPr/>
            <p:nvPr/>
          </p:nvSpPr>
          <p:spPr>
            <a:xfrm>
              <a:off x="11042525" y="65955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t919"/>
            <p:cNvSpPr/>
            <p:nvPr/>
          </p:nvSpPr>
          <p:spPr>
            <a:xfrm>
              <a:off x="11042525" y="65445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t920"/>
            <p:cNvSpPr/>
            <p:nvPr/>
          </p:nvSpPr>
          <p:spPr>
            <a:xfrm>
              <a:off x="11042525" y="65851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t921"/>
            <p:cNvSpPr/>
            <p:nvPr/>
          </p:nvSpPr>
          <p:spPr>
            <a:xfrm>
              <a:off x="11190725" y="64842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t922"/>
            <p:cNvSpPr/>
            <p:nvPr/>
          </p:nvSpPr>
          <p:spPr>
            <a:xfrm>
              <a:off x="11176221" y="64315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t923"/>
            <p:cNvSpPr/>
            <p:nvPr/>
          </p:nvSpPr>
          <p:spPr>
            <a:xfrm>
              <a:off x="11312090" y="64691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t924"/>
            <p:cNvSpPr/>
            <p:nvPr/>
          </p:nvSpPr>
          <p:spPr>
            <a:xfrm>
              <a:off x="11170516" y="650528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t925"/>
            <p:cNvSpPr/>
            <p:nvPr/>
          </p:nvSpPr>
          <p:spPr>
            <a:xfrm>
              <a:off x="11330143" y="643274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t926"/>
            <p:cNvSpPr/>
            <p:nvPr/>
          </p:nvSpPr>
          <p:spPr>
            <a:xfrm>
              <a:off x="11185666" y="642701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t927"/>
            <p:cNvSpPr/>
            <p:nvPr/>
          </p:nvSpPr>
          <p:spPr>
            <a:xfrm>
              <a:off x="11504200" y="64054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t928"/>
            <p:cNvSpPr/>
            <p:nvPr/>
          </p:nvSpPr>
          <p:spPr>
            <a:xfrm>
              <a:off x="11676120" y="64460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t929"/>
            <p:cNvSpPr/>
            <p:nvPr/>
          </p:nvSpPr>
          <p:spPr>
            <a:xfrm>
              <a:off x="11042525" y="65505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t930"/>
            <p:cNvSpPr/>
            <p:nvPr/>
          </p:nvSpPr>
          <p:spPr>
            <a:xfrm>
              <a:off x="11345014" y="66098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t931"/>
            <p:cNvSpPr/>
            <p:nvPr/>
          </p:nvSpPr>
          <p:spPr>
            <a:xfrm>
              <a:off x="11175315" y="64622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t932"/>
            <p:cNvSpPr/>
            <p:nvPr/>
          </p:nvSpPr>
          <p:spPr>
            <a:xfrm>
              <a:off x="11042525" y="64465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t933"/>
            <p:cNvSpPr/>
            <p:nvPr/>
          </p:nvSpPr>
          <p:spPr>
            <a:xfrm>
              <a:off x="11042525" y="64424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t934"/>
            <p:cNvSpPr/>
            <p:nvPr/>
          </p:nvSpPr>
          <p:spPr>
            <a:xfrm>
              <a:off x="11042525" y="64360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t935"/>
            <p:cNvSpPr/>
            <p:nvPr/>
          </p:nvSpPr>
          <p:spPr>
            <a:xfrm>
              <a:off x="11042525" y="63950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t936"/>
            <p:cNvSpPr/>
            <p:nvPr/>
          </p:nvSpPr>
          <p:spPr>
            <a:xfrm>
              <a:off x="11119872" y="63746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t937"/>
            <p:cNvSpPr/>
            <p:nvPr/>
          </p:nvSpPr>
          <p:spPr>
            <a:xfrm>
              <a:off x="11042525" y="65704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t938"/>
            <p:cNvSpPr/>
            <p:nvPr/>
          </p:nvSpPr>
          <p:spPr>
            <a:xfrm>
              <a:off x="11042525" y="65910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t939"/>
            <p:cNvSpPr/>
            <p:nvPr/>
          </p:nvSpPr>
          <p:spPr>
            <a:xfrm>
              <a:off x="11510165" y="65501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t940"/>
            <p:cNvSpPr/>
            <p:nvPr/>
          </p:nvSpPr>
          <p:spPr>
            <a:xfrm>
              <a:off x="11042525" y="64721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t941"/>
            <p:cNvSpPr/>
            <p:nvPr/>
          </p:nvSpPr>
          <p:spPr>
            <a:xfrm>
              <a:off x="11042525" y="65757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t942"/>
            <p:cNvSpPr/>
            <p:nvPr/>
          </p:nvSpPr>
          <p:spPr>
            <a:xfrm>
              <a:off x="11503576" y="65032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t943"/>
            <p:cNvSpPr/>
            <p:nvPr/>
          </p:nvSpPr>
          <p:spPr>
            <a:xfrm>
              <a:off x="11630100" y="65325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t944"/>
            <p:cNvSpPr/>
            <p:nvPr/>
          </p:nvSpPr>
          <p:spPr>
            <a:xfrm>
              <a:off x="11042525" y="66160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t945"/>
            <p:cNvSpPr/>
            <p:nvPr/>
          </p:nvSpPr>
          <p:spPr>
            <a:xfrm>
              <a:off x="11042525" y="64044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t946"/>
            <p:cNvSpPr/>
            <p:nvPr/>
          </p:nvSpPr>
          <p:spPr>
            <a:xfrm>
              <a:off x="11312453" y="64676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t947"/>
            <p:cNvSpPr/>
            <p:nvPr/>
          </p:nvSpPr>
          <p:spPr>
            <a:xfrm>
              <a:off x="11381902" y="63964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t948"/>
            <p:cNvSpPr/>
            <p:nvPr/>
          </p:nvSpPr>
          <p:spPr>
            <a:xfrm>
              <a:off x="11516257" y="65002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t949"/>
            <p:cNvSpPr/>
            <p:nvPr/>
          </p:nvSpPr>
          <p:spPr>
            <a:xfrm>
              <a:off x="11042525" y="64667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t950"/>
            <p:cNvSpPr/>
            <p:nvPr/>
          </p:nvSpPr>
          <p:spPr>
            <a:xfrm>
              <a:off x="11101123" y="63905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t951"/>
            <p:cNvSpPr/>
            <p:nvPr/>
          </p:nvSpPr>
          <p:spPr>
            <a:xfrm>
              <a:off x="11190978" y="63812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t952"/>
            <p:cNvSpPr/>
            <p:nvPr/>
          </p:nvSpPr>
          <p:spPr>
            <a:xfrm>
              <a:off x="11042525" y="65998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pt953"/>
            <p:cNvSpPr/>
            <p:nvPr/>
          </p:nvSpPr>
          <p:spPr>
            <a:xfrm>
              <a:off x="11042525" y="66490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" name="pt954"/>
            <p:cNvSpPr/>
            <p:nvPr/>
          </p:nvSpPr>
          <p:spPr>
            <a:xfrm>
              <a:off x="11175762" y="666603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" name="pt955"/>
            <p:cNvSpPr/>
            <p:nvPr/>
          </p:nvSpPr>
          <p:spPr>
            <a:xfrm>
              <a:off x="11308644" y="66568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" name="pt956"/>
            <p:cNvSpPr/>
            <p:nvPr/>
          </p:nvSpPr>
          <p:spPr>
            <a:xfrm>
              <a:off x="11042525" y="66167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" name="pt957"/>
            <p:cNvSpPr/>
            <p:nvPr/>
          </p:nvSpPr>
          <p:spPr>
            <a:xfrm>
              <a:off x="11338674" y="66433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" name="pt958"/>
            <p:cNvSpPr/>
            <p:nvPr/>
          </p:nvSpPr>
          <p:spPr>
            <a:xfrm>
              <a:off x="11686384" y="64712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" name="pt959"/>
            <p:cNvSpPr/>
            <p:nvPr/>
          </p:nvSpPr>
          <p:spPr>
            <a:xfrm>
              <a:off x="11042525" y="65193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" name="pt960"/>
            <p:cNvSpPr/>
            <p:nvPr/>
          </p:nvSpPr>
          <p:spPr>
            <a:xfrm>
              <a:off x="11307199" y="64974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" name="pt961"/>
            <p:cNvSpPr/>
            <p:nvPr/>
          </p:nvSpPr>
          <p:spPr>
            <a:xfrm>
              <a:off x="11307380" y="65134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" name="pt962"/>
            <p:cNvSpPr/>
            <p:nvPr/>
          </p:nvSpPr>
          <p:spPr>
            <a:xfrm>
              <a:off x="11440532" y="65499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" name="pt963"/>
            <p:cNvSpPr/>
            <p:nvPr/>
          </p:nvSpPr>
          <p:spPr>
            <a:xfrm>
              <a:off x="11042525" y="65659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" name="pt964"/>
            <p:cNvSpPr/>
            <p:nvPr/>
          </p:nvSpPr>
          <p:spPr>
            <a:xfrm>
              <a:off x="11042525" y="66317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" name="pt965"/>
            <p:cNvSpPr/>
            <p:nvPr/>
          </p:nvSpPr>
          <p:spPr>
            <a:xfrm>
              <a:off x="11568431" y="63997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6" name="pt966"/>
            <p:cNvSpPr/>
            <p:nvPr/>
          </p:nvSpPr>
          <p:spPr>
            <a:xfrm>
              <a:off x="11373557" y="647058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7" name="pt967"/>
            <p:cNvSpPr/>
            <p:nvPr/>
          </p:nvSpPr>
          <p:spPr>
            <a:xfrm>
              <a:off x="11506656" y="65083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8" name="pt968"/>
            <p:cNvSpPr/>
            <p:nvPr/>
          </p:nvSpPr>
          <p:spPr>
            <a:xfrm>
              <a:off x="11705207" y="65265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" name="pt969"/>
            <p:cNvSpPr/>
            <p:nvPr/>
          </p:nvSpPr>
          <p:spPr>
            <a:xfrm>
              <a:off x="11184340" y="649928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0" name="pt970"/>
            <p:cNvSpPr/>
            <p:nvPr/>
          </p:nvSpPr>
          <p:spPr>
            <a:xfrm>
              <a:off x="11439077" y="65531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1" name="pt971"/>
            <p:cNvSpPr/>
            <p:nvPr/>
          </p:nvSpPr>
          <p:spPr>
            <a:xfrm>
              <a:off x="11042525" y="65443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2" name="pt972"/>
            <p:cNvSpPr/>
            <p:nvPr/>
          </p:nvSpPr>
          <p:spPr>
            <a:xfrm>
              <a:off x="11184554" y="648747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3" name="pt973"/>
            <p:cNvSpPr/>
            <p:nvPr/>
          </p:nvSpPr>
          <p:spPr>
            <a:xfrm>
              <a:off x="11307380" y="64284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4" name="pt974"/>
            <p:cNvSpPr/>
            <p:nvPr/>
          </p:nvSpPr>
          <p:spPr>
            <a:xfrm>
              <a:off x="11174409" y="64828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5" name="pt975"/>
            <p:cNvSpPr/>
            <p:nvPr/>
          </p:nvSpPr>
          <p:spPr>
            <a:xfrm>
              <a:off x="11253576" y="63891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6" name="pt976"/>
            <p:cNvSpPr/>
            <p:nvPr/>
          </p:nvSpPr>
          <p:spPr>
            <a:xfrm>
              <a:off x="11317344" y="64615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7" name="pt977"/>
            <p:cNvSpPr/>
            <p:nvPr/>
          </p:nvSpPr>
          <p:spPr>
            <a:xfrm>
              <a:off x="11506125" y="61946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8" name="pt978"/>
            <p:cNvSpPr/>
            <p:nvPr/>
          </p:nvSpPr>
          <p:spPr>
            <a:xfrm>
              <a:off x="11129984" y="65862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9" name="pt979"/>
            <p:cNvSpPr/>
            <p:nvPr/>
          </p:nvSpPr>
          <p:spPr>
            <a:xfrm>
              <a:off x="11297235" y="66023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0" name="pt980"/>
            <p:cNvSpPr/>
            <p:nvPr/>
          </p:nvSpPr>
          <p:spPr>
            <a:xfrm>
              <a:off x="11440532" y="65878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1" name="pt981"/>
            <p:cNvSpPr/>
            <p:nvPr/>
          </p:nvSpPr>
          <p:spPr>
            <a:xfrm>
              <a:off x="11652707" y="64209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2" name="pt982"/>
            <p:cNvSpPr/>
            <p:nvPr/>
          </p:nvSpPr>
          <p:spPr>
            <a:xfrm>
              <a:off x="11400134" y="64796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3" name="pt983"/>
            <p:cNvSpPr/>
            <p:nvPr/>
          </p:nvSpPr>
          <p:spPr>
            <a:xfrm>
              <a:off x="11042525" y="64865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4" name="pt984"/>
            <p:cNvSpPr/>
            <p:nvPr/>
          </p:nvSpPr>
          <p:spPr>
            <a:xfrm>
              <a:off x="11318793" y="65444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5" name="pt985"/>
            <p:cNvSpPr/>
            <p:nvPr/>
          </p:nvSpPr>
          <p:spPr>
            <a:xfrm>
              <a:off x="11042525" y="64278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6" name="pt986"/>
            <p:cNvSpPr/>
            <p:nvPr/>
          </p:nvSpPr>
          <p:spPr>
            <a:xfrm>
              <a:off x="11114807" y="64584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7" name="pt987"/>
            <p:cNvSpPr/>
            <p:nvPr/>
          </p:nvSpPr>
          <p:spPr>
            <a:xfrm>
              <a:off x="11188909" y="64549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8" name="pt988"/>
            <p:cNvSpPr/>
            <p:nvPr/>
          </p:nvSpPr>
          <p:spPr>
            <a:xfrm>
              <a:off x="11247597" y="64778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9" name="pt989"/>
            <p:cNvSpPr/>
            <p:nvPr/>
          </p:nvSpPr>
          <p:spPr>
            <a:xfrm>
              <a:off x="11444911" y="64236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0" name="pt990"/>
            <p:cNvSpPr/>
            <p:nvPr/>
          </p:nvSpPr>
          <p:spPr>
            <a:xfrm>
              <a:off x="11622417" y="63849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1" name="pt991"/>
            <p:cNvSpPr/>
            <p:nvPr/>
          </p:nvSpPr>
          <p:spPr>
            <a:xfrm>
              <a:off x="11042525" y="64413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2" name="pt992"/>
            <p:cNvSpPr/>
            <p:nvPr/>
          </p:nvSpPr>
          <p:spPr>
            <a:xfrm>
              <a:off x="11320424" y="65057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3" name="pt993"/>
            <p:cNvSpPr/>
            <p:nvPr/>
          </p:nvSpPr>
          <p:spPr>
            <a:xfrm>
              <a:off x="11042525" y="64545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4" name="pt994"/>
            <p:cNvSpPr/>
            <p:nvPr/>
          </p:nvSpPr>
          <p:spPr>
            <a:xfrm>
              <a:off x="11117344" y="64442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5" name="pt995"/>
            <p:cNvSpPr/>
            <p:nvPr/>
          </p:nvSpPr>
          <p:spPr>
            <a:xfrm>
              <a:off x="11239502" y="63158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6" name="pt996"/>
            <p:cNvSpPr/>
            <p:nvPr/>
          </p:nvSpPr>
          <p:spPr>
            <a:xfrm>
              <a:off x="11576583" y="65276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7" name="pt997"/>
            <p:cNvSpPr/>
            <p:nvPr/>
          </p:nvSpPr>
          <p:spPr>
            <a:xfrm>
              <a:off x="11042525" y="64532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8" name="pt998"/>
            <p:cNvSpPr/>
            <p:nvPr/>
          </p:nvSpPr>
          <p:spPr>
            <a:xfrm>
              <a:off x="11178757" y="64412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9" name="pt999"/>
            <p:cNvSpPr/>
            <p:nvPr/>
          </p:nvSpPr>
          <p:spPr>
            <a:xfrm>
              <a:off x="11042525" y="660046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0" name="pt1000"/>
            <p:cNvSpPr/>
            <p:nvPr/>
          </p:nvSpPr>
          <p:spPr>
            <a:xfrm>
              <a:off x="11188177" y="66019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1" name="pt1001"/>
            <p:cNvSpPr/>
            <p:nvPr/>
          </p:nvSpPr>
          <p:spPr>
            <a:xfrm>
              <a:off x="11314967" y="66332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2" name="pt1002"/>
            <p:cNvSpPr/>
            <p:nvPr/>
          </p:nvSpPr>
          <p:spPr>
            <a:xfrm>
              <a:off x="11042525" y="66438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3" name="pt1003"/>
            <p:cNvSpPr/>
            <p:nvPr/>
          </p:nvSpPr>
          <p:spPr>
            <a:xfrm>
              <a:off x="11180793" y="66177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4" name="pt1004"/>
            <p:cNvSpPr/>
            <p:nvPr/>
          </p:nvSpPr>
          <p:spPr>
            <a:xfrm>
              <a:off x="11448899" y="66618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5" name="pt1005"/>
            <p:cNvSpPr/>
            <p:nvPr/>
          </p:nvSpPr>
          <p:spPr>
            <a:xfrm>
              <a:off x="11277308" y="64083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6" name="pt1006"/>
            <p:cNvSpPr/>
            <p:nvPr/>
          </p:nvSpPr>
          <p:spPr>
            <a:xfrm>
              <a:off x="11449409" y="64588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7" name="pt1007"/>
            <p:cNvSpPr/>
            <p:nvPr/>
          </p:nvSpPr>
          <p:spPr>
            <a:xfrm>
              <a:off x="11042525" y="65254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8" name="pt1008"/>
            <p:cNvSpPr/>
            <p:nvPr/>
          </p:nvSpPr>
          <p:spPr>
            <a:xfrm>
              <a:off x="11188358" y="64217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9" name="pt1009"/>
            <p:cNvSpPr/>
            <p:nvPr/>
          </p:nvSpPr>
          <p:spPr>
            <a:xfrm>
              <a:off x="11388532" y="63871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0" name="pt1010"/>
            <p:cNvSpPr/>
            <p:nvPr/>
          </p:nvSpPr>
          <p:spPr>
            <a:xfrm>
              <a:off x="11179316" y="65369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1" name="pt1011"/>
            <p:cNvSpPr/>
            <p:nvPr/>
          </p:nvSpPr>
          <p:spPr>
            <a:xfrm>
              <a:off x="11221238" y="65500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2" name="pt1012"/>
            <p:cNvSpPr/>
            <p:nvPr/>
          </p:nvSpPr>
          <p:spPr>
            <a:xfrm>
              <a:off x="11307380" y="656413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3" name="pt1013"/>
            <p:cNvSpPr/>
            <p:nvPr/>
          </p:nvSpPr>
          <p:spPr>
            <a:xfrm>
              <a:off x="11042525" y="640667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4" name="pt1014"/>
            <p:cNvSpPr/>
            <p:nvPr/>
          </p:nvSpPr>
          <p:spPr>
            <a:xfrm>
              <a:off x="11371992" y="639582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5" name="pt1015"/>
            <p:cNvSpPr/>
            <p:nvPr/>
          </p:nvSpPr>
          <p:spPr>
            <a:xfrm>
              <a:off x="11175629" y="65012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6" name="pt1016"/>
            <p:cNvSpPr/>
            <p:nvPr/>
          </p:nvSpPr>
          <p:spPr>
            <a:xfrm>
              <a:off x="11124952" y="65165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7" name="pt1017"/>
            <p:cNvSpPr/>
            <p:nvPr/>
          </p:nvSpPr>
          <p:spPr>
            <a:xfrm>
              <a:off x="11042525" y="649683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8" name="pt1018"/>
            <p:cNvSpPr/>
            <p:nvPr/>
          </p:nvSpPr>
          <p:spPr>
            <a:xfrm>
              <a:off x="11227605" y="64702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9" name="pt1019"/>
            <p:cNvSpPr/>
            <p:nvPr/>
          </p:nvSpPr>
          <p:spPr>
            <a:xfrm>
              <a:off x="11373322" y="64600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0" name="pt1020"/>
            <p:cNvSpPr/>
            <p:nvPr/>
          </p:nvSpPr>
          <p:spPr>
            <a:xfrm>
              <a:off x="11529134" y="64636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1" name="pt1021"/>
            <p:cNvSpPr/>
            <p:nvPr/>
          </p:nvSpPr>
          <p:spPr>
            <a:xfrm>
              <a:off x="11042525" y="63666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2" name="pt1022"/>
            <p:cNvSpPr/>
            <p:nvPr/>
          </p:nvSpPr>
          <p:spPr>
            <a:xfrm>
              <a:off x="11308648" y="646844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3" name="pt1023"/>
            <p:cNvSpPr/>
            <p:nvPr/>
          </p:nvSpPr>
          <p:spPr>
            <a:xfrm>
              <a:off x="11371873" y="64213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4" name="pt1024"/>
            <p:cNvSpPr/>
            <p:nvPr/>
          </p:nvSpPr>
          <p:spPr>
            <a:xfrm>
              <a:off x="11241124" y="64874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5" name="pt1025"/>
            <p:cNvSpPr/>
            <p:nvPr/>
          </p:nvSpPr>
          <p:spPr>
            <a:xfrm>
              <a:off x="11042525" y="644750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6" name="pt1026"/>
            <p:cNvSpPr/>
            <p:nvPr/>
          </p:nvSpPr>
          <p:spPr>
            <a:xfrm>
              <a:off x="11042525" y="65446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7" name="pt1027"/>
            <p:cNvSpPr/>
            <p:nvPr/>
          </p:nvSpPr>
          <p:spPr>
            <a:xfrm>
              <a:off x="11177194" y="65164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8" name="pt1028"/>
            <p:cNvSpPr/>
            <p:nvPr/>
          </p:nvSpPr>
          <p:spPr>
            <a:xfrm>
              <a:off x="11299771" y="65379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9" name="pt1029"/>
            <p:cNvSpPr/>
            <p:nvPr/>
          </p:nvSpPr>
          <p:spPr>
            <a:xfrm>
              <a:off x="11178975" y="65162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0" name="pt1030"/>
            <p:cNvSpPr/>
            <p:nvPr/>
          </p:nvSpPr>
          <p:spPr>
            <a:xfrm>
              <a:off x="11042525" y="64662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1" name="pt1031"/>
            <p:cNvSpPr/>
            <p:nvPr/>
          </p:nvSpPr>
          <p:spPr>
            <a:xfrm>
              <a:off x="11042525" y="64808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2" name="pt1032"/>
            <p:cNvSpPr/>
            <p:nvPr/>
          </p:nvSpPr>
          <p:spPr>
            <a:xfrm>
              <a:off x="11187047" y="64757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3" name="pt1033"/>
            <p:cNvSpPr/>
            <p:nvPr/>
          </p:nvSpPr>
          <p:spPr>
            <a:xfrm>
              <a:off x="11042525" y="66056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4" name="pt1034"/>
            <p:cNvSpPr/>
            <p:nvPr/>
          </p:nvSpPr>
          <p:spPr>
            <a:xfrm>
              <a:off x="11394447" y="656524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5" name="pt1035"/>
            <p:cNvSpPr/>
            <p:nvPr/>
          </p:nvSpPr>
          <p:spPr>
            <a:xfrm>
              <a:off x="11180692" y="654051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6" name="pt1036"/>
            <p:cNvSpPr/>
            <p:nvPr/>
          </p:nvSpPr>
          <p:spPr>
            <a:xfrm>
              <a:off x="11042525" y="65478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7" name="pt1037"/>
            <p:cNvSpPr/>
            <p:nvPr/>
          </p:nvSpPr>
          <p:spPr>
            <a:xfrm>
              <a:off x="11042525" y="663511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8" name="pt1038"/>
            <p:cNvSpPr/>
            <p:nvPr/>
          </p:nvSpPr>
          <p:spPr>
            <a:xfrm>
              <a:off x="11042525" y="65013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9" name="pt1039"/>
            <p:cNvSpPr/>
            <p:nvPr/>
          </p:nvSpPr>
          <p:spPr>
            <a:xfrm>
              <a:off x="11320061" y="662201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0" name="pt1040"/>
            <p:cNvSpPr/>
            <p:nvPr/>
          </p:nvSpPr>
          <p:spPr>
            <a:xfrm>
              <a:off x="11309916" y="649580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1" name="pt1041"/>
            <p:cNvSpPr/>
            <p:nvPr/>
          </p:nvSpPr>
          <p:spPr>
            <a:xfrm>
              <a:off x="11442887" y="65365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2" name="pt1042"/>
            <p:cNvSpPr/>
            <p:nvPr/>
          </p:nvSpPr>
          <p:spPr>
            <a:xfrm>
              <a:off x="11042525" y="64814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3" name="pl1043"/>
            <p:cNvSpPr/>
            <p:nvPr/>
          </p:nvSpPr>
          <p:spPr>
            <a:xfrm>
              <a:off x="11067351" y="6527987"/>
              <a:ext cx="139496" cy="60045"/>
            </a:xfrm>
            <a:custGeom>
              <a:avLst/>
              <a:pathLst>
                <a:path w="139496" h="60045">
                  <a:moveTo>
                    <a:pt x="0" y="0"/>
                  </a:moveTo>
                  <a:lnTo>
                    <a:pt x="73917" y="54227"/>
                  </a:lnTo>
                  <a:lnTo>
                    <a:pt x="139496" y="6004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4" name="pl1044"/>
            <p:cNvSpPr/>
            <p:nvPr/>
          </p:nvSpPr>
          <p:spPr>
            <a:xfrm>
              <a:off x="11067351" y="6497469"/>
              <a:ext cx="144502" cy="67390"/>
            </a:xfrm>
            <a:custGeom>
              <a:avLst/>
              <a:pathLst>
                <a:path w="144502" h="67390">
                  <a:moveTo>
                    <a:pt x="0" y="63582"/>
                  </a:moveTo>
                  <a:lnTo>
                    <a:pt x="69683" y="67390"/>
                  </a:lnTo>
                  <a:lnTo>
                    <a:pt x="14450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5" name="pl1045"/>
            <p:cNvSpPr/>
            <p:nvPr/>
          </p:nvSpPr>
          <p:spPr>
            <a:xfrm>
              <a:off x="11395896" y="6477628"/>
              <a:ext cx="134317" cy="46674"/>
            </a:xfrm>
            <a:custGeom>
              <a:avLst/>
              <a:pathLst>
                <a:path w="134317" h="46674">
                  <a:moveTo>
                    <a:pt x="0" y="0"/>
                  </a:moveTo>
                  <a:lnTo>
                    <a:pt x="134317" y="4667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6" name="pl1046"/>
            <p:cNvSpPr/>
            <p:nvPr/>
          </p:nvSpPr>
          <p:spPr>
            <a:xfrm>
              <a:off x="11209256" y="6534985"/>
              <a:ext cx="171014" cy="25307"/>
            </a:xfrm>
            <a:custGeom>
              <a:avLst/>
              <a:pathLst>
                <a:path w="171014" h="25307">
                  <a:moveTo>
                    <a:pt x="0" y="0"/>
                  </a:moveTo>
                  <a:lnTo>
                    <a:pt x="171014" y="2530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7" name="pl1047"/>
            <p:cNvSpPr/>
            <p:nvPr/>
          </p:nvSpPr>
          <p:spPr>
            <a:xfrm>
              <a:off x="11529851" y="6363000"/>
              <a:ext cx="209964" cy="42578"/>
            </a:xfrm>
            <a:custGeom>
              <a:avLst/>
              <a:pathLst>
                <a:path w="209964" h="42578">
                  <a:moveTo>
                    <a:pt x="0" y="42578"/>
                  </a:moveTo>
                  <a:lnTo>
                    <a:pt x="20996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8" name="pl1048"/>
            <p:cNvSpPr/>
            <p:nvPr/>
          </p:nvSpPr>
          <p:spPr>
            <a:xfrm>
              <a:off x="11067351" y="6547835"/>
              <a:ext cx="134669" cy="2763"/>
            </a:xfrm>
            <a:custGeom>
              <a:avLst/>
              <a:pathLst>
                <a:path w="134669" h="2763">
                  <a:moveTo>
                    <a:pt x="0" y="0"/>
                  </a:moveTo>
                  <a:lnTo>
                    <a:pt x="134669" y="276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9" name="pl1049"/>
            <p:cNvSpPr/>
            <p:nvPr/>
          </p:nvSpPr>
          <p:spPr>
            <a:xfrm>
              <a:off x="11067351" y="6406916"/>
              <a:ext cx="128067" cy="91013"/>
            </a:xfrm>
            <a:custGeom>
              <a:avLst/>
              <a:pathLst>
                <a:path w="128067" h="91013">
                  <a:moveTo>
                    <a:pt x="0" y="91013"/>
                  </a:moveTo>
                  <a:lnTo>
                    <a:pt x="12806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0" name="pl1050"/>
            <p:cNvSpPr/>
            <p:nvPr/>
          </p:nvSpPr>
          <p:spPr>
            <a:xfrm>
              <a:off x="11067351" y="6594802"/>
              <a:ext cx="199049" cy="27557"/>
            </a:xfrm>
            <a:custGeom>
              <a:avLst/>
              <a:pathLst>
                <a:path w="199049" h="27557">
                  <a:moveTo>
                    <a:pt x="0" y="27557"/>
                  </a:moveTo>
                  <a:lnTo>
                    <a:pt x="19904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1" name="pl1051"/>
            <p:cNvSpPr/>
            <p:nvPr/>
          </p:nvSpPr>
          <p:spPr>
            <a:xfrm>
              <a:off x="11067351" y="6548058"/>
              <a:ext cx="142737" cy="5842"/>
            </a:xfrm>
            <a:custGeom>
              <a:avLst/>
              <a:pathLst>
                <a:path w="142737" h="5842">
                  <a:moveTo>
                    <a:pt x="0" y="5842"/>
                  </a:moveTo>
                  <a:lnTo>
                    <a:pt x="14273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2" name="pl1052"/>
            <p:cNvSpPr/>
            <p:nvPr/>
          </p:nvSpPr>
          <p:spPr>
            <a:xfrm>
              <a:off x="11347396" y="6591535"/>
              <a:ext cx="128832" cy="56357"/>
            </a:xfrm>
            <a:custGeom>
              <a:avLst/>
              <a:pathLst>
                <a:path w="128832" h="56357">
                  <a:moveTo>
                    <a:pt x="0" y="0"/>
                  </a:moveTo>
                  <a:lnTo>
                    <a:pt x="128832" y="5635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3" name="pl1053"/>
            <p:cNvSpPr/>
            <p:nvPr/>
          </p:nvSpPr>
          <p:spPr>
            <a:xfrm>
              <a:off x="11339452" y="6631818"/>
              <a:ext cx="131743" cy="21570"/>
            </a:xfrm>
            <a:custGeom>
              <a:avLst/>
              <a:pathLst>
                <a:path w="131743" h="21570">
                  <a:moveTo>
                    <a:pt x="0" y="0"/>
                  </a:moveTo>
                  <a:lnTo>
                    <a:pt x="131743" y="2157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4" name="pl1054"/>
            <p:cNvSpPr/>
            <p:nvPr/>
          </p:nvSpPr>
          <p:spPr>
            <a:xfrm>
              <a:off x="11067351" y="6605506"/>
              <a:ext cx="271377" cy="17037"/>
            </a:xfrm>
            <a:custGeom>
              <a:avLst/>
              <a:pathLst>
                <a:path w="271377" h="17037">
                  <a:moveTo>
                    <a:pt x="0" y="0"/>
                  </a:moveTo>
                  <a:lnTo>
                    <a:pt x="144203" y="17037"/>
                  </a:lnTo>
                  <a:lnTo>
                    <a:pt x="271377" y="1419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5" name="pl1055"/>
            <p:cNvSpPr/>
            <p:nvPr/>
          </p:nvSpPr>
          <p:spPr>
            <a:xfrm>
              <a:off x="11273873" y="6291994"/>
              <a:ext cx="398370" cy="138936"/>
            </a:xfrm>
            <a:custGeom>
              <a:avLst/>
              <a:pathLst>
                <a:path w="398370" h="138936">
                  <a:moveTo>
                    <a:pt x="0" y="138936"/>
                  </a:moveTo>
                  <a:lnTo>
                    <a:pt x="39837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6" name="pl1056"/>
            <p:cNvSpPr/>
            <p:nvPr/>
          </p:nvSpPr>
          <p:spPr>
            <a:xfrm>
              <a:off x="11460467" y="6519244"/>
              <a:ext cx="268659" cy="47306"/>
            </a:xfrm>
            <a:custGeom>
              <a:avLst/>
              <a:pathLst>
                <a:path w="268659" h="47306">
                  <a:moveTo>
                    <a:pt x="0" y="0"/>
                  </a:moveTo>
                  <a:lnTo>
                    <a:pt x="134420" y="47306"/>
                  </a:lnTo>
                  <a:lnTo>
                    <a:pt x="268659" y="398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7" name="pl1057"/>
            <p:cNvSpPr/>
            <p:nvPr/>
          </p:nvSpPr>
          <p:spPr>
            <a:xfrm>
              <a:off x="11341264" y="6624449"/>
              <a:ext cx="140398" cy="82209"/>
            </a:xfrm>
            <a:custGeom>
              <a:avLst/>
              <a:pathLst>
                <a:path w="140398" h="82209">
                  <a:moveTo>
                    <a:pt x="0" y="0"/>
                  </a:moveTo>
                  <a:lnTo>
                    <a:pt x="140398" y="8220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8" name="pl1058"/>
            <p:cNvSpPr/>
            <p:nvPr/>
          </p:nvSpPr>
          <p:spPr>
            <a:xfrm>
              <a:off x="11067351" y="6553204"/>
              <a:ext cx="155886" cy="39391"/>
            </a:xfrm>
            <a:custGeom>
              <a:avLst/>
              <a:pathLst>
                <a:path w="155886" h="39391">
                  <a:moveTo>
                    <a:pt x="0" y="39391"/>
                  </a:moveTo>
                  <a:lnTo>
                    <a:pt x="15588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9" name="pl1059"/>
            <p:cNvSpPr/>
            <p:nvPr/>
          </p:nvSpPr>
          <p:spPr>
            <a:xfrm>
              <a:off x="11067351" y="6425882"/>
              <a:ext cx="136151" cy="19977"/>
            </a:xfrm>
            <a:custGeom>
              <a:avLst/>
              <a:pathLst>
                <a:path w="136151" h="19977">
                  <a:moveTo>
                    <a:pt x="0" y="19977"/>
                  </a:moveTo>
                  <a:lnTo>
                    <a:pt x="13615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0" name="pl1060"/>
            <p:cNvSpPr/>
            <p:nvPr/>
          </p:nvSpPr>
          <p:spPr>
            <a:xfrm>
              <a:off x="11067351" y="6574355"/>
              <a:ext cx="148200" cy="84112"/>
            </a:xfrm>
            <a:custGeom>
              <a:avLst/>
              <a:pathLst>
                <a:path w="148200" h="84112">
                  <a:moveTo>
                    <a:pt x="0" y="84112"/>
                  </a:moveTo>
                  <a:lnTo>
                    <a:pt x="14820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1" name="pl1061"/>
            <p:cNvSpPr/>
            <p:nvPr/>
          </p:nvSpPr>
          <p:spPr>
            <a:xfrm>
              <a:off x="11362460" y="6501233"/>
              <a:ext cx="117934" cy="33760"/>
            </a:xfrm>
            <a:custGeom>
              <a:avLst/>
              <a:pathLst>
                <a:path w="117934" h="33760">
                  <a:moveTo>
                    <a:pt x="0" y="33760"/>
                  </a:moveTo>
                  <a:lnTo>
                    <a:pt x="11793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2" name="pl1062"/>
            <p:cNvSpPr/>
            <p:nvPr/>
          </p:nvSpPr>
          <p:spPr>
            <a:xfrm>
              <a:off x="11067351" y="6509119"/>
              <a:ext cx="148200" cy="100849"/>
            </a:xfrm>
            <a:custGeom>
              <a:avLst/>
              <a:pathLst>
                <a:path w="148200" h="100849">
                  <a:moveTo>
                    <a:pt x="0" y="100849"/>
                  </a:moveTo>
                  <a:lnTo>
                    <a:pt x="14820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3" name="pl1063"/>
            <p:cNvSpPr/>
            <p:nvPr/>
          </p:nvSpPr>
          <p:spPr>
            <a:xfrm>
              <a:off x="11201046" y="6456385"/>
              <a:ext cx="135869" cy="37603"/>
            </a:xfrm>
            <a:custGeom>
              <a:avLst/>
              <a:pathLst>
                <a:path w="135869" h="37603">
                  <a:moveTo>
                    <a:pt x="0" y="0"/>
                  </a:moveTo>
                  <a:lnTo>
                    <a:pt x="135869" y="3760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4" name="pl1064"/>
            <p:cNvSpPr/>
            <p:nvPr/>
          </p:nvSpPr>
          <p:spPr>
            <a:xfrm>
              <a:off x="11195342" y="6457571"/>
              <a:ext cx="159626" cy="72541"/>
            </a:xfrm>
            <a:custGeom>
              <a:avLst/>
              <a:pathLst>
                <a:path w="159626" h="72541">
                  <a:moveTo>
                    <a:pt x="0" y="72541"/>
                  </a:moveTo>
                  <a:lnTo>
                    <a:pt x="15962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5" name="pl1065"/>
            <p:cNvSpPr/>
            <p:nvPr/>
          </p:nvSpPr>
          <p:spPr>
            <a:xfrm>
              <a:off x="11529026" y="6430306"/>
              <a:ext cx="171920" cy="40596"/>
            </a:xfrm>
            <a:custGeom>
              <a:avLst/>
              <a:pathLst>
                <a:path w="171920" h="40596">
                  <a:moveTo>
                    <a:pt x="0" y="0"/>
                  </a:moveTo>
                  <a:lnTo>
                    <a:pt x="171920" y="4059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6" name="pl1066"/>
            <p:cNvSpPr/>
            <p:nvPr/>
          </p:nvSpPr>
          <p:spPr>
            <a:xfrm>
              <a:off x="11067351" y="6399463"/>
              <a:ext cx="77347" cy="20390"/>
            </a:xfrm>
            <a:custGeom>
              <a:avLst/>
              <a:pathLst>
                <a:path w="77347" h="20390">
                  <a:moveTo>
                    <a:pt x="0" y="20390"/>
                  </a:moveTo>
                  <a:lnTo>
                    <a:pt x="7734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7" name="pl1067"/>
            <p:cNvSpPr/>
            <p:nvPr/>
          </p:nvSpPr>
          <p:spPr>
            <a:xfrm>
              <a:off x="11406728" y="6421266"/>
              <a:ext cx="134355" cy="103851"/>
            </a:xfrm>
            <a:custGeom>
              <a:avLst/>
              <a:pathLst>
                <a:path w="134355" h="103851">
                  <a:moveTo>
                    <a:pt x="0" y="0"/>
                  </a:moveTo>
                  <a:lnTo>
                    <a:pt x="134355" y="10385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8" name="pl1068"/>
            <p:cNvSpPr/>
            <p:nvPr/>
          </p:nvSpPr>
          <p:spPr>
            <a:xfrm>
              <a:off x="11125949" y="6406077"/>
              <a:ext cx="89855" cy="9257"/>
            </a:xfrm>
            <a:custGeom>
              <a:avLst/>
              <a:pathLst>
                <a:path w="89855" h="9257">
                  <a:moveTo>
                    <a:pt x="0" y="9257"/>
                  </a:moveTo>
                  <a:lnTo>
                    <a:pt x="8985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9" name="pl1069"/>
            <p:cNvSpPr/>
            <p:nvPr/>
          </p:nvSpPr>
          <p:spPr>
            <a:xfrm>
              <a:off x="11067351" y="6673900"/>
              <a:ext cx="266119" cy="16958"/>
            </a:xfrm>
            <a:custGeom>
              <a:avLst/>
              <a:pathLst>
                <a:path w="266119" h="16958">
                  <a:moveTo>
                    <a:pt x="0" y="0"/>
                  </a:moveTo>
                  <a:lnTo>
                    <a:pt x="133237" y="16958"/>
                  </a:lnTo>
                  <a:lnTo>
                    <a:pt x="266119" y="782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0" name="pl1070"/>
            <p:cNvSpPr/>
            <p:nvPr/>
          </p:nvSpPr>
          <p:spPr>
            <a:xfrm>
              <a:off x="11332206" y="6538273"/>
              <a:ext cx="133152" cy="36491"/>
            </a:xfrm>
            <a:custGeom>
              <a:avLst/>
              <a:pathLst>
                <a:path w="133152" h="36491">
                  <a:moveTo>
                    <a:pt x="0" y="0"/>
                  </a:moveTo>
                  <a:lnTo>
                    <a:pt x="133152" y="3649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1" name="pl1071"/>
            <p:cNvSpPr/>
            <p:nvPr/>
          </p:nvSpPr>
          <p:spPr>
            <a:xfrm>
              <a:off x="11398383" y="6495406"/>
              <a:ext cx="331649" cy="55982"/>
            </a:xfrm>
            <a:custGeom>
              <a:avLst/>
              <a:pathLst>
                <a:path w="331649" h="55982">
                  <a:moveTo>
                    <a:pt x="0" y="0"/>
                  </a:moveTo>
                  <a:lnTo>
                    <a:pt x="133098" y="37786"/>
                  </a:lnTo>
                  <a:lnTo>
                    <a:pt x="331649" y="5598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2" name="pl1072"/>
            <p:cNvSpPr/>
            <p:nvPr/>
          </p:nvSpPr>
          <p:spPr>
            <a:xfrm>
              <a:off x="11209380" y="6453286"/>
              <a:ext cx="122826" cy="59017"/>
            </a:xfrm>
            <a:custGeom>
              <a:avLst/>
              <a:pathLst>
                <a:path w="122826" h="59017">
                  <a:moveTo>
                    <a:pt x="0" y="59017"/>
                  </a:moveTo>
                  <a:lnTo>
                    <a:pt x="122826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3" name="pl1073"/>
            <p:cNvSpPr/>
            <p:nvPr/>
          </p:nvSpPr>
          <p:spPr>
            <a:xfrm>
              <a:off x="11199235" y="6219499"/>
              <a:ext cx="331715" cy="288191"/>
            </a:xfrm>
            <a:custGeom>
              <a:avLst/>
              <a:pathLst>
                <a:path w="331715" h="288191">
                  <a:moveTo>
                    <a:pt x="0" y="288191"/>
                  </a:moveTo>
                  <a:lnTo>
                    <a:pt x="79166" y="194483"/>
                  </a:lnTo>
                  <a:lnTo>
                    <a:pt x="142934" y="266909"/>
                  </a:lnTo>
                  <a:lnTo>
                    <a:pt x="33171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4" name="pl1074"/>
            <p:cNvSpPr/>
            <p:nvPr/>
          </p:nvSpPr>
          <p:spPr>
            <a:xfrm>
              <a:off x="11322061" y="6612682"/>
              <a:ext cx="143297" cy="14465"/>
            </a:xfrm>
            <a:custGeom>
              <a:avLst/>
              <a:pathLst>
                <a:path w="143297" h="14465">
                  <a:moveTo>
                    <a:pt x="0" y="14465"/>
                  </a:moveTo>
                  <a:lnTo>
                    <a:pt x="14329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5" name="pl1075"/>
            <p:cNvSpPr/>
            <p:nvPr/>
          </p:nvSpPr>
          <p:spPr>
            <a:xfrm>
              <a:off x="11139633" y="6479803"/>
              <a:ext cx="132790" cy="22898"/>
            </a:xfrm>
            <a:custGeom>
              <a:avLst/>
              <a:pathLst>
                <a:path w="132790" h="22898">
                  <a:moveTo>
                    <a:pt x="0" y="3430"/>
                  </a:moveTo>
                  <a:lnTo>
                    <a:pt x="74101" y="0"/>
                  </a:lnTo>
                  <a:lnTo>
                    <a:pt x="132790" y="2289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6" name="pl1076"/>
            <p:cNvSpPr/>
            <p:nvPr/>
          </p:nvSpPr>
          <p:spPr>
            <a:xfrm>
              <a:off x="11469737" y="6409731"/>
              <a:ext cx="177505" cy="38773"/>
            </a:xfrm>
            <a:custGeom>
              <a:avLst/>
              <a:pathLst>
                <a:path w="177505" h="38773">
                  <a:moveTo>
                    <a:pt x="0" y="38773"/>
                  </a:moveTo>
                  <a:lnTo>
                    <a:pt x="17750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7" name="pl1077"/>
            <p:cNvSpPr/>
            <p:nvPr/>
          </p:nvSpPr>
          <p:spPr>
            <a:xfrm>
              <a:off x="11067351" y="6340680"/>
              <a:ext cx="196977" cy="138674"/>
            </a:xfrm>
            <a:custGeom>
              <a:avLst/>
              <a:pathLst>
                <a:path w="196977" h="138674">
                  <a:moveTo>
                    <a:pt x="0" y="138674"/>
                  </a:moveTo>
                  <a:lnTo>
                    <a:pt x="74818" y="128387"/>
                  </a:lnTo>
                  <a:lnTo>
                    <a:pt x="196977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8" name="pl1078"/>
            <p:cNvSpPr/>
            <p:nvPr/>
          </p:nvSpPr>
          <p:spPr>
            <a:xfrm>
              <a:off x="11067351" y="6446618"/>
              <a:ext cx="145833" cy="103641"/>
            </a:xfrm>
            <a:custGeom>
              <a:avLst/>
              <a:pathLst>
                <a:path w="145833" h="103641">
                  <a:moveTo>
                    <a:pt x="0" y="103641"/>
                  </a:moveTo>
                  <a:lnTo>
                    <a:pt x="14583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9" name="pl1079"/>
            <p:cNvSpPr/>
            <p:nvPr/>
          </p:nvSpPr>
          <p:spPr>
            <a:xfrm>
              <a:off x="11246064" y="6574911"/>
              <a:ext cx="86142" cy="14054"/>
            </a:xfrm>
            <a:custGeom>
              <a:avLst/>
              <a:pathLst>
                <a:path w="86142" h="14054">
                  <a:moveTo>
                    <a:pt x="0" y="0"/>
                  </a:moveTo>
                  <a:lnTo>
                    <a:pt x="86142" y="14054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0" name="pl1080"/>
            <p:cNvSpPr/>
            <p:nvPr/>
          </p:nvSpPr>
          <p:spPr>
            <a:xfrm>
              <a:off x="11067351" y="6484887"/>
              <a:ext cx="486609" cy="36773"/>
            </a:xfrm>
            <a:custGeom>
              <a:avLst/>
              <a:pathLst>
                <a:path w="486609" h="36773">
                  <a:moveTo>
                    <a:pt x="0" y="36773"/>
                  </a:moveTo>
                  <a:lnTo>
                    <a:pt x="185080" y="10143"/>
                  </a:lnTo>
                  <a:lnTo>
                    <a:pt x="330797" y="0"/>
                  </a:lnTo>
                  <a:lnTo>
                    <a:pt x="486609" y="354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1" name="pl1081"/>
            <p:cNvSpPr/>
            <p:nvPr/>
          </p:nvSpPr>
          <p:spPr>
            <a:xfrm>
              <a:off x="11067351" y="6541287"/>
              <a:ext cx="257246" cy="28174"/>
            </a:xfrm>
            <a:custGeom>
              <a:avLst/>
              <a:pathLst>
                <a:path w="257246" h="28174">
                  <a:moveTo>
                    <a:pt x="0" y="28174"/>
                  </a:moveTo>
                  <a:lnTo>
                    <a:pt x="134669" y="0"/>
                  </a:lnTo>
                  <a:lnTo>
                    <a:pt x="257246" y="2144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2" name="pl1082"/>
            <p:cNvSpPr/>
            <p:nvPr/>
          </p:nvSpPr>
          <p:spPr>
            <a:xfrm>
              <a:off x="11067351" y="6590066"/>
              <a:ext cx="351921" cy="40393"/>
            </a:xfrm>
            <a:custGeom>
              <a:avLst/>
              <a:pathLst>
                <a:path w="351921" h="40393">
                  <a:moveTo>
                    <a:pt x="0" y="40393"/>
                  </a:moveTo>
                  <a:lnTo>
                    <a:pt x="351921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3" name="pl1083"/>
            <p:cNvSpPr/>
            <p:nvPr/>
          </p:nvSpPr>
          <p:spPr>
            <a:xfrm>
              <a:off x="11334742" y="6520628"/>
              <a:ext cx="132971" cy="40721"/>
            </a:xfrm>
            <a:custGeom>
              <a:avLst/>
              <a:pathLst>
                <a:path w="132971" h="40721">
                  <a:moveTo>
                    <a:pt x="0" y="0"/>
                  </a:moveTo>
                  <a:lnTo>
                    <a:pt x="132971" y="4072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4" name="pl1084"/>
            <p:cNvSpPr/>
            <p:nvPr/>
          </p:nvSpPr>
          <p:spPr>
            <a:xfrm>
              <a:off x="11067351" y="6464676"/>
              <a:ext cx="932247" cy="73434"/>
            </a:xfrm>
            <a:custGeom>
              <a:avLst/>
              <a:pathLst>
                <a:path w="932247" h="73434">
                  <a:moveTo>
                    <a:pt x="0" y="73434"/>
                  </a:moveTo>
                  <a:lnTo>
                    <a:pt x="9416" y="72692"/>
                  </a:lnTo>
                  <a:lnTo>
                    <a:pt x="18833" y="71950"/>
                  </a:lnTo>
                  <a:lnTo>
                    <a:pt x="28249" y="71209"/>
                  </a:lnTo>
                  <a:lnTo>
                    <a:pt x="37666" y="70467"/>
                  </a:lnTo>
                  <a:lnTo>
                    <a:pt x="47083" y="69725"/>
                  </a:lnTo>
                  <a:lnTo>
                    <a:pt x="56499" y="68983"/>
                  </a:lnTo>
                  <a:lnTo>
                    <a:pt x="65916" y="68242"/>
                  </a:lnTo>
                  <a:lnTo>
                    <a:pt x="75333" y="67500"/>
                  </a:lnTo>
                  <a:lnTo>
                    <a:pt x="84749" y="66758"/>
                  </a:lnTo>
                  <a:lnTo>
                    <a:pt x="94166" y="66016"/>
                  </a:lnTo>
                  <a:lnTo>
                    <a:pt x="103583" y="65274"/>
                  </a:lnTo>
                  <a:lnTo>
                    <a:pt x="112999" y="64533"/>
                  </a:lnTo>
                  <a:lnTo>
                    <a:pt x="122416" y="63791"/>
                  </a:lnTo>
                  <a:lnTo>
                    <a:pt x="131832" y="63049"/>
                  </a:lnTo>
                  <a:lnTo>
                    <a:pt x="141249" y="62307"/>
                  </a:lnTo>
                  <a:lnTo>
                    <a:pt x="150666" y="61566"/>
                  </a:lnTo>
                  <a:lnTo>
                    <a:pt x="160082" y="60824"/>
                  </a:lnTo>
                  <a:lnTo>
                    <a:pt x="169499" y="60082"/>
                  </a:lnTo>
                  <a:lnTo>
                    <a:pt x="178916" y="59340"/>
                  </a:lnTo>
                  <a:lnTo>
                    <a:pt x="188332" y="58599"/>
                  </a:lnTo>
                  <a:lnTo>
                    <a:pt x="197749" y="57857"/>
                  </a:lnTo>
                  <a:lnTo>
                    <a:pt x="207166" y="57115"/>
                  </a:lnTo>
                  <a:lnTo>
                    <a:pt x="216582" y="56373"/>
                  </a:lnTo>
                  <a:lnTo>
                    <a:pt x="225999" y="55632"/>
                  </a:lnTo>
                  <a:lnTo>
                    <a:pt x="235416" y="54890"/>
                  </a:lnTo>
                  <a:lnTo>
                    <a:pt x="244832" y="54148"/>
                  </a:lnTo>
                  <a:lnTo>
                    <a:pt x="254249" y="53406"/>
                  </a:lnTo>
                  <a:lnTo>
                    <a:pt x="263665" y="52665"/>
                  </a:lnTo>
                  <a:lnTo>
                    <a:pt x="273082" y="51923"/>
                  </a:lnTo>
                  <a:lnTo>
                    <a:pt x="282499" y="51181"/>
                  </a:lnTo>
                  <a:lnTo>
                    <a:pt x="291915" y="50439"/>
                  </a:lnTo>
                  <a:lnTo>
                    <a:pt x="301332" y="49697"/>
                  </a:lnTo>
                  <a:lnTo>
                    <a:pt x="310749" y="48956"/>
                  </a:lnTo>
                  <a:lnTo>
                    <a:pt x="320165" y="48214"/>
                  </a:lnTo>
                  <a:lnTo>
                    <a:pt x="329582" y="47472"/>
                  </a:lnTo>
                  <a:lnTo>
                    <a:pt x="338999" y="46730"/>
                  </a:lnTo>
                  <a:lnTo>
                    <a:pt x="348415" y="45989"/>
                  </a:lnTo>
                  <a:lnTo>
                    <a:pt x="357832" y="45247"/>
                  </a:lnTo>
                  <a:lnTo>
                    <a:pt x="367248" y="44505"/>
                  </a:lnTo>
                  <a:lnTo>
                    <a:pt x="376665" y="43763"/>
                  </a:lnTo>
                  <a:lnTo>
                    <a:pt x="386082" y="43022"/>
                  </a:lnTo>
                  <a:lnTo>
                    <a:pt x="395498" y="42280"/>
                  </a:lnTo>
                  <a:lnTo>
                    <a:pt x="404915" y="41538"/>
                  </a:lnTo>
                  <a:lnTo>
                    <a:pt x="414332" y="40796"/>
                  </a:lnTo>
                  <a:lnTo>
                    <a:pt x="423748" y="40055"/>
                  </a:lnTo>
                  <a:lnTo>
                    <a:pt x="433165" y="39313"/>
                  </a:lnTo>
                  <a:lnTo>
                    <a:pt x="442582" y="38571"/>
                  </a:lnTo>
                  <a:lnTo>
                    <a:pt x="451998" y="37829"/>
                  </a:lnTo>
                  <a:lnTo>
                    <a:pt x="461415" y="37088"/>
                  </a:lnTo>
                  <a:lnTo>
                    <a:pt x="470832" y="36346"/>
                  </a:lnTo>
                  <a:lnTo>
                    <a:pt x="480248" y="35604"/>
                  </a:lnTo>
                  <a:lnTo>
                    <a:pt x="489665" y="34862"/>
                  </a:lnTo>
                  <a:lnTo>
                    <a:pt x="499081" y="34121"/>
                  </a:lnTo>
                  <a:lnTo>
                    <a:pt x="508498" y="33379"/>
                  </a:lnTo>
                  <a:lnTo>
                    <a:pt x="517915" y="32637"/>
                  </a:lnTo>
                  <a:lnTo>
                    <a:pt x="527331" y="31895"/>
                  </a:lnTo>
                  <a:lnTo>
                    <a:pt x="536748" y="31153"/>
                  </a:lnTo>
                  <a:lnTo>
                    <a:pt x="546165" y="30412"/>
                  </a:lnTo>
                  <a:lnTo>
                    <a:pt x="555581" y="29670"/>
                  </a:lnTo>
                  <a:lnTo>
                    <a:pt x="564998" y="28928"/>
                  </a:lnTo>
                  <a:lnTo>
                    <a:pt x="574415" y="28186"/>
                  </a:lnTo>
                  <a:lnTo>
                    <a:pt x="583831" y="27445"/>
                  </a:lnTo>
                  <a:lnTo>
                    <a:pt x="593248" y="26703"/>
                  </a:lnTo>
                  <a:lnTo>
                    <a:pt x="602664" y="25961"/>
                  </a:lnTo>
                  <a:lnTo>
                    <a:pt x="612081" y="25219"/>
                  </a:lnTo>
                  <a:lnTo>
                    <a:pt x="621498" y="24478"/>
                  </a:lnTo>
                  <a:lnTo>
                    <a:pt x="630914" y="23736"/>
                  </a:lnTo>
                  <a:lnTo>
                    <a:pt x="640331" y="22994"/>
                  </a:lnTo>
                  <a:lnTo>
                    <a:pt x="649748" y="22252"/>
                  </a:lnTo>
                  <a:lnTo>
                    <a:pt x="659164" y="21511"/>
                  </a:lnTo>
                  <a:lnTo>
                    <a:pt x="668581" y="20769"/>
                  </a:lnTo>
                  <a:lnTo>
                    <a:pt x="677998" y="20027"/>
                  </a:lnTo>
                  <a:lnTo>
                    <a:pt x="687414" y="19285"/>
                  </a:lnTo>
                  <a:lnTo>
                    <a:pt x="696831" y="18544"/>
                  </a:lnTo>
                  <a:lnTo>
                    <a:pt x="706248" y="17802"/>
                  </a:lnTo>
                  <a:lnTo>
                    <a:pt x="715664" y="17060"/>
                  </a:lnTo>
                  <a:lnTo>
                    <a:pt x="725081" y="16318"/>
                  </a:lnTo>
                  <a:lnTo>
                    <a:pt x="734497" y="15576"/>
                  </a:lnTo>
                  <a:lnTo>
                    <a:pt x="743914" y="14835"/>
                  </a:lnTo>
                  <a:lnTo>
                    <a:pt x="753331" y="14093"/>
                  </a:lnTo>
                  <a:lnTo>
                    <a:pt x="762747" y="13351"/>
                  </a:lnTo>
                  <a:lnTo>
                    <a:pt x="772164" y="12609"/>
                  </a:lnTo>
                  <a:lnTo>
                    <a:pt x="781581" y="11868"/>
                  </a:lnTo>
                  <a:lnTo>
                    <a:pt x="790997" y="11126"/>
                  </a:lnTo>
                  <a:lnTo>
                    <a:pt x="800414" y="10384"/>
                  </a:lnTo>
                  <a:lnTo>
                    <a:pt x="809831" y="9642"/>
                  </a:lnTo>
                  <a:lnTo>
                    <a:pt x="819247" y="8901"/>
                  </a:lnTo>
                  <a:lnTo>
                    <a:pt x="828664" y="8159"/>
                  </a:lnTo>
                  <a:lnTo>
                    <a:pt x="838081" y="7417"/>
                  </a:lnTo>
                  <a:lnTo>
                    <a:pt x="847497" y="6675"/>
                  </a:lnTo>
                  <a:lnTo>
                    <a:pt x="856914" y="5934"/>
                  </a:lnTo>
                  <a:lnTo>
                    <a:pt x="866330" y="5192"/>
                  </a:lnTo>
                  <a:lnTo>
                    <a:pt x="875747" y="4450"/>
                  </a:lnTo>
                  <a:lnTo>
                    <a:pt x="885164" y="3708"/>
                  </a:lnTo>
                  <a:lnTo>
                    <a:pt x="894580" y="2967"/>
                  </a:lnTo>
                  <a:lnTo>
                    <a:pt x="903997" y="2225"/>
                  </a:lnTo>
                  <a:lnTo>
                    <a:pt x="913414" y="1483"/>
                  </a:lnTo>
                  <a:lnTo>
                    <a:pt x="922830" y="741"/>
                  </a:lnTo>
                  <a:lnTo>
                    <a:pt x="932247" y="0"/>
                  </a:lnTo>
                </a:path>
              </a:pathLst>
            </a:custGeom>
            <a:ln w="54202" cap="flat">
              <a:solidFill>
                <a:srgbClr val="FFD7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85" name="tx1085"/>
            <p:cNvSpPr/>
            <p:nvPr/>
          </p:nvSpPr>
          <p:spPr>
            <a:xfrm>
              <a:off x="10985242" y="5439774"/>
              <a:ext cx="1014356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7B82">
                      <a:alpha val="100000"/>
                    </a:srgbClr>
                  </a:solidFill>
                  <a:latin typeface="Arial"/>
                  <a:cs typeface="Arial"/>
                </a:rPr>
                <a:t>0.056 Z/year</a:t>
              </a:r>
            </a:p>
          </p:txBody>
        </p:sp>
        <p:sp>
          <p:nvSpPr>
            <p:cNvPr id="1086" name="rc1086"/>
            <p:cNvSpPr/>
            <p:nvPr/>
          </p:nvSpPr>
          <p:spPr>
            <a:xfrm>
              <a:off x="11020738" y="5418670"/>
              <a:ext cx="1025472" cy="13493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7" name="tx1087"/>
            <p:cNvSpPr/>
            <p:nvPr/>
          </p:nvSpPr>
          <p:spPr>
            <a:xfrm>
              <a:off x="10895953" y="6502710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088" name="tx1088"/>
            <p:cNvSpPr/>
            <p:nvPr/>
          </p:nvSpPr>
          <p:spPr>
            <a:xfrm>
              <a:off x="10895953" y="6131607"/>
              <a:ext cx="62155" cy="800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1089" name="tx1089"/>
            <p:cNvSpPr/>
            <p:nvPr/>
          </p:nvSpPr>
          <p:spPr>
            <a:xfrm>
              <a:off x="10895953" y="575712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1090" name="tx1090"/>
            <p:cNvSpPr/>
            <p:nvPr/>
          </p:nvSpPr>
          <p:spPr>
            <a:xfrm>
              <a:off x="10833797" y="5385690"/>
              <a:ext cx="124311" cy="8032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12</a:t>
              </a:r>
            </a:p>
          </p:txBody>
        </p:sp>
        <p:sp>
          <p:nvSpPr>
            <p:cNvPr id="1091" name="pl1091"/>
            <p:cNvSpPr/>
            <p:nvPr/>
          </p:nvSpPr>
          <p:spPr>
            <a:xfrm>
              <a:off x="10985944" y="654440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2" name="pl1092"/>
            <p:cNvSpPr/>
            <p:nvPr/>
          </p:nvSpPr>
          <p:spPr>
            <a:xfrm>
              <a:off x="10985944" y="6171607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3" name="pl1093"/>
            <p:cNvSpPr/>
            <p:nvPr/>
          </p:nvSpPr>
          <p:spPr>
            <a:xfrm>
              <a:off x="10985944" y="5798812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4" name="pl1094"/>
            <p:cNvSpPr/>
            <p:nvPr/>
          </p:nvSpPr>
          <p:spPr>
            <a:xfrm>
              <a:off x="10985944" y="542601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5" name="pl1095"/>
            <p:cNvSpPr/>
            <p:nvPr/>
          </p:nvSpPr>
          <p:spPr>
            <a:xfrm>
              <a:off x="11067351" y="67679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6" name="pl1096"/>
            <p:cNvSpPr/>
            <p:nvPr/>
          </p:nvSpPr>
          <p:spPr>
            <a:xfrm>
              <a:off x="11397967" y="67679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7" name="pl1097"/>
            <p:cNvSpPr/>
            <p:nvPr/>
          </p:nvSpPr>
          <p:spPr>
            <a:xfrm>
              <a:off x="11728583" y="67679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8" name="tx1098"/>
            <p:cNvSpPr/>
            <p:nvPr/>
          </p:nvSpPr>
          <p:spPr>
            <a:xfrm>
              <a:off x="11036273" y="682893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099" name="tx1099"/>
            <p:cNvSpPr/>
            <p:nvPr/>
          </p:nvSpPr>
          <p:spPr>
            <a:xfrm>
              <a:off x="11366889" y="6830349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100" name="tx1100"/>
            <p:cNvSpPr/>
            <p:nvPr/>
          </p:nvSpPr>
          <p:spPr>
            <a:xfrm>
              <a:off x="11666428" y="682893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101" name="tx1101"/>
            <p:cNvSpPr/>
            <p:nvPr/>
          </p:nvSpPr>
          <p:spPr>
            <a:xfrm>
              <a:off x="10912294" y="6976374"/>
              <a:ext cx="1242361" cy="10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Years from baseline</a:t>
              </a:r>
            </a:p>
          </p:txBody>
        </p:sp>
        <p:sp>
          <p:nvSpPr>
            <p:cNvPr id="1102" name="tx1102"/>
            <p:cNvSpPr/>
            <p:nvPr/>
          </p:nvSpPr>
          <p:spPr>
            <a:xfrm rot="-5400000">
              <a:off x="9876770" y="6027779"/>
              <a:ext cx="1638132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Plasma pTau181- Nico (Z)</a:t>
              </a:r>
            </a:p>
          </p:txBody>
        </p:sp>
        <p:sp>
          <p:nvSpPr>
            <p:cNvPr id="1103" name="rc1103"/>
            <p:cNvSpPr/>
            <p:nvPr/>
          </p:nvSpPr>
          <p:spPr>
            <a:xfrm>
              <a:off x="10591800" y="7177881"/>
              <a:ext cx="1523999" cy="18288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4" name="rc1104"/>
            <p:cNvSpPr/>
            <p:nvPr/>
          </p:nvSpPr>
          <p:spPr>
            <a:xfrm>
              <a:off x="10954063" y="7247470"/>
              <a:ext cx="1092147" cy="134932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5" name="pl1105"/>
            <p:cNvSpPr/>
            <p:nvPr/>
          </p:nvSpPr>
          <p:spPr>
            <a:xfrm>
              <a:off x="10954063" y="8415923"/>
              <a:ext cx="1092147" cy="0"/>
            </a:xfrm>
            <a:custGeom>
              <a:avLst/>
              <a:pathLst>
                <a:path w="1092147" h="0">
                  <a:moveTo>
                    <a:pt x="0" y="0"/>
                  </a:moveTo>
                  <a:lnTo>
                    <a:pt x="1092147" y="0"/>
                  </a:lnTo>
                  <a:lnTo>
                    <a:pt x="10921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6" name="pl1106"/>
            <p:cNvSpPr/>
            <p:nvPr/>
          </p:nvSpPr>
          <p:spPr>
            <a:xfrm>
              <a:off x="10954063" y="8081134"/>
              <a:ext cx="1092147" cy="0"/>
            </a:xfrm>
            <a:custGeom>
              <a:avLst/>
              <a:pathLst>
                <a:path w="1092147" h="0">
                  <a:moveTo>
                    <a:pt x="0" y="0"/>
                  </a:moveTo>
                  <a:lnTo>
                    <a:pt x="1092147" y="0"/>
                  </a:lnTo>
                  <a:lnTo>
                    <a:pt x="10921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7" name="pl1107"/>
            <p:cNvSpPr/>
            <p:nvPr/>
          </p:nvSpPr>
          <p:spPr>
            <a:xfrm>
              <a:off x="10954063" y="7746345"/>
              <a:ext cx="1092147" cy="0"/>
            </a:xfrm>
            <a:custGeom>
              <a:avLst/>
              <a:pathLst>
                <a:path w="1092147" h="0">
                  <a:moveTo>
                    <a:pt x="0" y="0"/>
                  </a:moveTo>
                  <a:lnTo>
                    <a:pt x="1092147" y="0"/>
                  </a:lnTo>
                  <a:lnTo>
                    <a:pt x="10921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8" name="pl1108"/>
            <p:cNvSpPr/>
            <p:nvPr/>
          </p:nvSpPr>
          <p:spPr>
            <a:xfrm>
              <a:off x="10954063" y="7411555"/>
              <a:ext cx="1092147" cy="0"/>
            </a:xfrm>
            <a:custGeom>
              <a:avLst/>
              <a:pathLst>
                <a:path w="1092147" h="0">
                  <a:moveTo>
                    <a:pt x="0" y="0"/>
                  </a:moveTo>
                  <a:lnTo>
                    <a:pt x="1092147" y="0"/>
                  </a:lnTo>
                  <a:lnTo>
                    <a:pt x="1092147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9" name="pl1109"/>
            <p:cNvSpPr/>
            <p:nvPr/>
          </p:nvSpPr>
          <p:spPr>
            <a:xfrm>
              <a:off x="11179763" y="72474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0" name="pl1110"/>
            <p:cNvSpPr/>
            <p:nvPr/>
          </p:nvSpPr>
          <p:spPr>
            <a:xfrm>
              <a:off x="11531875" y="72474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1" name="pl1111"/>
            <p:cNvSpPr/>
            <p:nvPr/>
          </p:nvSpPr>
          <p:spPr>
            <a:xfrm>
              <a:off x="11883988" y="72474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2" name="pl1112"/>
            <p:cNvSpPr/>
            <p:nvPr/>
          </p:nvSpPr>
          <p:spPr>
            <a:xfrm>
              <a:off x="10954063" y="8583318"/>
              <a:ext cx="1092147" cy="0"/>
            </a:xfrm>
            <a:custGeom>
              <a:avLst/>
              <a:pathLst>
                <a:path w="1092147" h="0">
                  <a:moveTo>
                    <a:pt x="0" y="0"/>
                  </a:moveTo>
                  <a:lnTo>
                    <a:pt x="1092147" y="0"/>
                  </a:lnTo>
                  <a:lnTo>
                    <a:pt x="10921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3" name="pl1113"/>
            <p:cNvSpPr/>
            <p:nvPr/>
          </p:nvSpPr>
          <p:spPr>
            <a:xfrm>
              <a:off x="10954063" y="8248528"/>
              <a:ext cx="1092147" cy="0"/>
            </a:xfrm>
            <a:custGeom>
              <a:avLst/>
              <a:pathLst>
                <a:path w="1092147" h="0">
                  <a:moveTo>
                    <a:pt x="0" y="0"/>
                  </a:moveTo>
                  <a:lnTo>
                    <a:pt x="1092147" y="0"/>
                  </a:lnTo>
                  <a:lnTo>
                    <a:pt x="10921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4" name="pl1114"/>
            <p:cNvSpPr/>
            <p:nvPr/>
          </p:nvSpPr>
          <p:spPr>
            <a:xfrm>
              <a:off x="10954063" y="7913739"/>
              <a:ext cx="1092147" cy="0"/>
            </a:xfrm>
            <a:custGeom>
              <a:avLst/>
              <a:pathLst>
                <a:path w="1092147" h="0">
                  <a:moveTo>
                    <a:pt x="0" y="0"/>
                  </a:moveTo>
                  <a:lnTo>
                    <a:pt x="1092147" y="0"/>
                  </a:lnTo>
                  <a:lnTo>
                    <a:pt x="10921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5" name="pl1115"/>
            <p:cNvSpPr/>
            <p:nvPr/>
          </p:nvSpPr>
          <p:spPr>
            <a:xfrm>
              <a:off x="10954063" y="7578950"/>
              <a:ext cx="1092147" cy="0"/>
            </a:xfrm>
            <a:custGeom>
              <a:avLst/>
              <a:pathLst>
                <a:path w="1092147" h="0">
                  <a:moveTo>
                    <a:pt x="0" y="0"/>
                  </a:moveTo>
                  <a:lnTo>
                    <a:pt x="1092147" y="0"/>
                  </a:lnTo>
                  <a:lnTo>
                    <a:pt x="1092147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6" name="pl1116"/>
            <p:cNvSpPr/>
            <p:nvPr/>
          </p:nvSpPr>
          <p:spPr>
            <a:xfrm>
              <a:off x="11003706" y="72474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7" name="pl1117"/>
            <p:cNvSpPr/>
            <p:nvPr/>
          </p:nvSpPr>
          <p:spPr>
            <a:xfrm>
              <a:off x="11355819" y="72474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8" name="pl1118"/>
            <p:cNvSpPr/>
            <p:nvPr/>
          </p:nvSpPr>
          <p:spPr>
            <a:xfrm>
              <a:off x="11707932" y="7247470"/>
              <a:ext cx="0" cy="1349322"/>
            </a:xfrm>
            <a:custGeom>
              <a:avLst/>
              <a:pathLst>
                <a:path w="0" h="1349322">
                  <a:moveTo>
                    <a:pt x="0" y="1349322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9" name="pt1119"/>
            <p:cNvSpPr/>
            <p:nvPr/>
          </p:nvSpPr>
          <p:spPr>
            <a:xfrm>
              <a:off x="10978880" y="766658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0" name="pt1120"/>
            <p:cNvSpPr/>
            <p:nvPr/>
          </p:nvSpPr>
          <p:spPr>
            <a:xfrm>
              <a:off x="10978880" y="82114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1" name="pt1121"/>
            <p:cNvSpPr/>
            <p:nvPr/>
          </p:nvSpPr>
          <p:spPr>
            <a:xfrm>
              <a:off x="11059870" y="78133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2" name="pt1122"/>
            <p:cNvSpPr/>
            <p:nvPr/>
          </p:nvSpPr>
          <p:spPr>
            <a:xfrm>
              <a:off x="11127570" y="83463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3" name="pt1123"/>
            <p:cNvSpPr/>
            <p:nvPr/>
          </p:nvSpPr>
          <p:spPr>
            <a:xfrm>
              <a:off x="11471905" y="83094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4" name="pt1124"/>
            <p:cNvSpPr/>
            <p:nvPr/>
          </p:nvSpPr>
          <p:spPr>
            <a:xfrm>
              <a:off x="10978880" y="78489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5" name="pt1125"/>
            <p:cNvSpPr/>
            <p:nvPr/>
          </p:nvSpPr>
          <p:spPr>
            <a:xfrm>
              <a:off x="11057121" y="77017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6" name="pt1126"/>
            <p:cNvSpPr/>
            <p:nvPr/>
          </p:nvSpPr>
          <p:spPr>
            <a:xfrm>
              <a:off x="10978880" y="76380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7" name="pt1127"/>
            <p:cNvSpPr/>
            <p:nvPr/>
          </p:nvSpPr>
          <p:spPr>
            <a:xfrm>
              <a:off x="11127425" y="83571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8" name="pt1128"/>
            <p:cNvSpPr/>
            <p:nvPr/>
          </p:nvSpPr>
          <p:spPr>
            <a:xfrm>
              <a:off x="11122170" y="759730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9" name="pt1129"/>
            <p:cNvSpPr/>
            <p:nvPr/>
          </p:nvSpPr>
          <p:spPr>
            <a:xfrm>
              <a:off x="11300702" y="78105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0" name="pt1130"/>
            <p:cNvSpPr/>
            <p:nvPr/>
          </p:nvSpPr>
          <p:spPr>
            <a:xfrm>
              <a:off x="10978880" y="835946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1" name="pt1131"/>
            <p:cNvSpPr/>
            <p:nvPr/>
          </p:nvSpPr>
          <p:spPr>
            <a:xfrm>
              <a:off x="10978880" y="83685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2" name="pt1132"/>
            <p:cNvSpPr/>
            <p:nvPr/>
          </p:nvSpPr>
          <p:spPr>
            <a:xfrm>
              <a:off x="10978880" y="79889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3" name="pt1133"/>
            <p:cNvSpPr/>
            <p:nvPr/>
          </p:nvSpPr>
          <p:spPr>
            <a:xfrm>
              <a:off x="11201531" y="83601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4" name="pt1134"/>
            <p:cNvSpPr/>
            <p:nvPr/>
          </p:nvSpPr>
          <p:spPr>
            <a:xfrm>
              <a:off x="11115481" y="79395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5" name="pt1135"/>
            <p:cNvSpPr/>
            <p:nvPr/>
          </p:nvSpPr>
          <p:spPr>
            <a:xfrm>
              <a:off x="11195743" y="79264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6" name="pt1136"/>
            <p:cNvSpPr/>
            <p:nvPr/>
          </p:nvSpPr>
          <p:spPr>
            <a:xfrm>
              <a:off x="11132991" y="729402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7" name="pt1137"/>
            <p:cNvSpPr/>
            <p:nvPr/>
          </p:nvSpPr>
          <p:spPr>
            <a:xfrm>
              <a:off x="10978880" y="83707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8" name="pt1138"/>
            <p:cNvSpPr/>
            <p:nvPr/>
          </p:nvSpPr>
          <p:spPr>
            <a:xfrm>
              <a:off x="11306783" y="78844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9" name="pt1139"/>
            <p:cNvSpPr/>
            <p:nvPr/>
          </p:nvSpPr>
          <p:spPr>
            <a:xfrm>
              <a:off x="10978880" y="779540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0" name="pt1140"/>
            <p:cNvSpPr/>
            <p:nvPr/>
          </p:nvSpPr>
          <p:spPr>
            <a:xfrm>
              <a:off x="11049976" y="76702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1" name="pt1141"/>
            <p:cNvSpPr/>
            <p:nvPr/>
          </p:nvSpPr>
          <p:spPr>
            <a:xfrm>
              <a:off x="10978880" y="810415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2" name="pt1142"/>
            <p:cNvSpPr/>
            <p:nvPr/>
          </p:nvSpPr>
          <p:spPr>
            <a:xfrm>
              <a:off x="11054512" y="827972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3" name="pt1143"/>
            <p:cNvSpPr/>
            <p:nvPr/>
          </p:nvSpPr>
          <p:spPr>
            <a:xfrm>
              <a:off x="11049347" y="82880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4" name="pt1144"/>
            <p:cNvSpPr/>
            <p:nvPr/>
          </p:nvSpPr>
          <p:spPr>
            <a:xfrm>
              <a:off x="11332384" y="82056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5" name="pt1145"/>
            <p:cNvSpPr/>
            <p:nvPr/>
          </p:nvSpPr>
          <p:spPr>
            <a:xfrm>
              <a:off x="11399872" y="83900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6" name="pt1146"/>
            <p:cNvSpPr/>
            <p:nvPr/>
          </p:nvSpPr>
          <p:spPr>
            <a:xfrm>
              <a:off x="11541682" y="851063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7" name="pt1147"/>
            <p:cNvSpPr/>
            <p:nvPr/>
          </p:nvSpPr>
          <p:spPr>
            <a:xfrm>
              <a:off x="11611765" y="84066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8" name="pt1148"/>
            <p:cNvSpPr/>
            <p:nvPr/>
          </p:nvSpPr>
          <p:spPr>
            <a:xfrm>
              <a:off x="10978880" y="82400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9" name="pt1149"/>
            <p:cNvSpPr/>
            <p:nvPr/>
          </p:nvSpPr>
          <p:spPr>
            <a:xfrm>
              <a:off x="11051759" y="829920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0" name="pt1150"/>
            <p:cNvSpPr/>
            <p:nvPr/>
          </p:nvSpPr>
          <p:spPr>
            <a:xfrm>
              <a:off x="11113937" y="78794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1" name="pt1151"/>
            <p:cNvSpPr/>
            <p:nvPr/>
          </p:nvSpPr>
          <p:spPr>
            <a:xfrm>
              <a:off x="11259606" y="78534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2" name="pt1152"/>
            <p:cNvSpPr/>
            <p:nvPr/>
          </p:nvSpPr>
          <p:spPr>
            <a:xfrm>
              <a:off x="11401416" y="78515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3" name="pt1153"/>
            <p:cNvSpPr/>
            <p:nvPr/>
          </p:nvSpPr>
          <p:spPr>
            <a:xfrm>
              <a:off x="11636607" y="83333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4" name="pt1154"/>
            <p:cNvSpPr/>
            <p:nvPr/>
          </p:nvSpPr>
          <p:spPr>
            <a:xfrm>
              <a:off x="10978880" y="775774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5" name="pt1155"/>
            <p:cNvSpPr/>
            <p:nvPr/>
          </p:nvSpPr>
          <p:spPr>
            <a:xfrm>
              <a:off x="11209635" y="836958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6" name="pt1156"/>
            <p:cNvSpPr/>
            <p:nvPr/>
          </p:nvSpPr>
          <p:spPr>
            <a:xfrm>
              <a:off x="11120595" y="82503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7" name="pt1157"/>
            <p:cNvSpPr/>
            <p:nvPr/>
          </p:nvSpPr>
          <p:spPr>
            <a:xfrm>
              <a:off x="10978880" y="834146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8" name="pt1158"/>
            <p:cNvSpPr/>
            <p:nvPr/>
          </p:nvSpPr>
          <p:spPr>
            <a:xfrm>
              <a:off x="11059792" y="817867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9" name="pt1159"/>
            <p:cNvSpPr/>
            <p:nvPr/>
          </p:nvSpPr>
          <p:spPr>
            <a:xfrm>
              <a:off x="11119147" y="791549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0" name="pt1160"/>
            <p:cNvSpPr/>
            <p:nvPr/>
          </p:nvSpPr>
          <p:spPr>
            <a:xfrm>
              <a:off x="11203075" y="80054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1" name="pt1161"/>
            <p:cNvSpPr/>
            <p:nvPr/>
          </p:nvSpPr>
          <p:spPr>
            <a:xfrm>
              <a:off x="10978880" y="834048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2" name="pt1162"/>
            <p:cNvSpPr/>
            <p:nvPr/>
          </p:nvSpPr>
          <p:spPr>
            <a:xfrm>
              <a:off x="11120810" y="84745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3" name="pt1163"/>
            <p:cNvSpPr/>
            <p:nvPr/>
          </p:nvSpPr>
          <p:spPr>
            <a:xfrm>
              <a:off x="11064352" y="80519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4" name="pt1164"/>
            <p:cNvSpPr/>
            <p:nvPr/>
          </p:nvSpPr>
          <p:spPr>
            <a:xfrm>
              <a:off x="10978880" y="76844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5" name="pt1165"/>
            <p:cNvSpPr/>
            <p:nvPr/>
          </p:nvSpPr>
          <p:spPr>
            <a:xfrm>
              <a:off x="11338993" y="77912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6" name="pt1166"/>
            <p:cNvSpPr/>
            <p:nvPr/>
          </p:nvSpPr>
          <p:spPr>
            <a:xfrm>
              <a:off x="11479452" y="783375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7" name="pt1167"/>
            <p:cNvSpPr/>
            <p:nvPr/>
          </p:nvSpPr>
          <p:spPr>
            <a:xfrm>
              <a:off x="11063447" y="813987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8" name="pt1168"/>
            <p:cNvSpPr/>
            <p:nvPr/>
          </p:nvSpPr>
          <p:spPr>
            <a:xfrm>
              <a:off x="11130126" y="81934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9" name="pt1169"/>
            <p:cNvSpPr/>
            <p:nvPr/>
          </p:nvSpPr>
          <p:spPr>
            <a:xfrm>
              <a:off x="11407562" y="81455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0" name="pt1170"/>
            <p:cNvSpPr/>
            <p:nvPr/>
          </p:nvSpPr>
          <p:spPr>
            <a:xfrm>
              <a:off x="11059869" y="779402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1" name="pt1171"/>
            <p:cNvSpPr/>
            <p:nvPr/>
          </p:nvSpPr>
          <p:spPr>
            <a:xfrm>
              <a:off x="11128467" y="735305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2" name="pt1172"/>
            <p:cNvSpPr/>
            <p:nvPr/>
          </p:nvSpPr>
          <p:spPr>
            <a:xfrm>
              <a:off x="11291055" y="818487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3" name="pt1173"/>
            <p:cNvSpPr/>
            <p:nvPr/>
          </p:nvSpPr>
          <p:spPr>
            <a:xfrm>
              <a:off x="10978880" y="821429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4" name="pt1174"/>
            <p:cNvSpPr/>
            <p:nvPr/>
          </p:nvSpPr>
          <p:spPr>
            <a:xfrm>
              <a:off x="11474153" y="74296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5" name="pt1175"/>
            <p:cNvSpPr/>
            <p:nvPr/>
          </p:nvSpPr>
          <p:spPr>
            <a:xfrm>
              <a:off x="11054512" y="768369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6" name="pt1176"/>
            <p:cNvSpPr/>
            <p:nvPr/>
          </p:nvSpPr>
          <p:spPr>
            <a:xfrm>
              <a:off x="11267709" y="823932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7" name="pt1177"/>
            <p:cNvSpPr/>
            <p:nvPr/>
          </p:nvSpPr>
          <p:spPr>
            <a:xfrm>
              <a:off x="11056025" y="801536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8" name="pt1178"/>
            <p:cNvSpPr/>
            <p:nvPr/>
          </p:nvSpPr>
          <p:spPr>
            <a:xfrm>
              <a:off x="11262114" y="82562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9" name="pt1179"/>
            <p:cNvSpPr/>
            <p:nvPr/>
          </p:nvSpPr>
          <p:spPr>
            <a:xfrm>
              <a:off x="11051566" y="77248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0" name="pt1180"/>
            <p:cNvSpPr/>
            <p:nvPr/>
          </p:nvSpPr>
          <p:spPr>
            <a:xfrm>
              <a:off x="10978880" y="833266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1" name="pt1181"/>
            <p:cNvSpPr/>
            <p:nvPr/>
          </p:nvSpPr>
          <p:spPr>
            <a:xfrm>
              <a:off x="11142299" y="803215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2" name="pt1182"/>
            <p:cNvSpPr/>
            <p:nvPr/>
          </p:nvSpPr>
          <p:spPr>
            <a:xfrm>
              <a:off x="11198912" y="79831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3" name="pt1183"/>
            <p:cNvSpPr/>
            <p:nvPr/>
          </p:nvSpPr>
          <p:spPr>
            <a:xfrm>
              <a:off x="11274462" y="783343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4" name="pt1184"/>
            <p:cNvSpPr/>
            <p:nvPr/>
          </p:nvSpPr>
          <p:spPr>
            <a:xfrm>
              <a:off x="10978880" y="78393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5" name="pt1185"/>
            <p:cNvSpPr/>
            <p:nvPr/>
          </p:nvSpPr>
          <p:spPr>
            <a:xfrm>
              <a:off x="11050654" y="761440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6" name="pt1186"/>
            <p:cNvSpPr/>
            <p:nvPr/>
          </p:nvSpPr>
          <p:spPr>
            <a:xfrm>
              <a:off x="11131484" y="74470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7" name="pt1187"/>
            <p:cNvSpPr/>
            <p:nvPr/>
          </p:nvSpPr>
          <p:spPr>
            <a:xfrm>
              <a:off x="10978880" y="778835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8" name="pt1188"/>
            <p:cNvSpPr/>
            <p:nvPr/>
          </p:nvSpPr>
          <p:spPr>
            <a:xfrm>
              <a:off x="11123777" y="794450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9" name="pt1189"/>
            <p:cNvSpPr/>
            <p:nvPr/>
          </p:nvSpPr>
          <p:spPr>
            <a:xfrm>
              <a:off x="10978880" y="80472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0" name="pt1190"/>
            <p:cNvSpPr/>
            <p:nvPr/>
          </p:nvSpPr>
          <p:spPr>
            <a:xfrm>
              <a:off x="10978880" y="81741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1" name="pt1191"/>
            <p:cNvSpPr/>
            <p:nvPr/>
          </p:nvSpPr>
          <p:spPr>
            <a:xfrm>
              <a:off x="11130871" y="81109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2" name="pt1192"/>
            <p:cNvSpPr/>
            <p:nvPr/>
          </p:nvSpPr>
          <p:spPr>
            <a:xfrm>
              <a:off x="11057213" y="825167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3" name="pt1193"/>
            <p:cNvSpPr/>
            <p:nvPr/>
          </p:nvSpPr>
          <p:spPr>
            <a:xfrm>
              <a:off x="11145000" y="79947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4" name="pt1194"/>
            <p:cNvSpPr/>
            <p:nvPr/>
          </p:nvSpPr>
          <p:spPr>
            <a:xfrm>
              <a:off x="11273111" y="795118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5" name="pt1195"/>
            <p:cNvSpPr/>
            <p:nvPr/>
          </p:nvSpPr>
          <p:spPr>
            <a:xfrm>
              <a:off x="11346042" y="78932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6" name="pt1196"/>
            <p:cNvSpPr/>
            <p:nvPr/>
          </p:nvSpPr>
          <p:spPr>
            <a:xfrm>
              <a:off x="11410870" y="777476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7" name="pt1197"/>
            <p:cNvSpPr/>
            <p:nvPr/>
          </p:nvSpPr>
          <p:spPr>
            <a:xfrm>
              <a:off x="10978880" y="828786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8" name="pt1198"/>
            <p:cNvSpPr/>
            <p:nvPr/>
          </p:nvSpPr>
          <p:spPr>
            <a:xfrm>
              <a:off x="11263457" y="782764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9" name="pt1199"/>
            <p:cNvSpPr/>
            <p:nvPr/>
          </p:nvSpPr>
          <p:spPr>
            <a:xfrm>
              <a:off x="11062608" y="811630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0" name="pt1200"/>
            <p:cNvSpPr/>
            <p:nvPr/>
          </p:nvSpPr>
          <p:spPr>
            <a:xfrm>
              <a:off x="11541296" y="82488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1" name="pt1201"/>
            <p:cNvSpPr/>
            <p:nvPr/>
          </p:nvSpPr>
          <p:spPr>
            <a:xfrm>
              <a:off x="11689280" y="834425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2" name="pt1202"/>
            <p:cNvSpPr/>
            <p:nvPr/>
          </p:nvSpPr>
          <p:spPr>
            <a:xfrm>
              <a:off x="11829353" y="84373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3" name="pt1203"/>
            <p:cNvSpPr/>
            <p:nvPr/>
          </p:nvSpPr>
          <p:spPr>
            <a:xfrm>
              <a:off x="11197529" y="836232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4" name="pt1204"/>
            <p:cNvSpPr/>
            <p:nvPr/>
          </p:nvSpPr>
          <p:spPr>
            <a:xfrm>
              <a:off x="11324290" y="826304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5" name="pt1205"/>
            <p:cNvSpPr/>
            <p:nvPr/>
          </p:nvSpPr>
          <p:spPr>
            <a:xfrm>
              <a:off x="11468801" y="834797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6" name="pt1206"/>
            <p:cNvSpPr/>
            <p:nvPr/>
          </p:nvSpPr>
          <p:spPr>
            <a:xfrm>
              <a:off x="10978880" y="728397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7" name="pt1207"/>
            <p:cNvSpPr/>
            <p:nvPr/>
          </p:nvSpPr>
          <p:spPr>
            <a:xfrm>
              <a:off x="11049110" y="759008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8" name="pt1208"/>
            <p:cNvSpPr/>
            <p:nvPr/>
          </p:nvSpPr>
          <p:spPr>
            <a:xfrm>
              <a:off x="10978880" y="797715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9" name="pt1209"/>
            <p:cNvSpPr/>
            <p:nvPr/>
          </p:nvSpPr>
          <p:spPr>
            <a:xfrm>
              <a:off x="11050276" y="823336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0" name="pt1210"/>
            <p:cNvSpPr/>
            <p:nvPr/>
          </p:nvSpPr>
          <p:spPr>
            <a:xfrm>
              <a:off x="10978880" y="8298844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1" name="pt1211"/>
            <p:cNvSpPr/>
            <p:nvPr/>
          </p:nvSpPr>
          <p:spPr>
            <a:xfrm>
              <a:off x="11050020" y="775861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2" name="pt1212"/>
            <p:cNvSpPr/>
            <p:nvPr/>
          </p:nvSpPr>
          <p:spPr>
            <a:xfrm>
              <a:off x="10978880" y="765921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3" name="pt1213"/>
            <p:cNvSpPr/>
            <p:nvPr/>
          </p:nvSpPr>
          <p:spPr>
            <a:xfrm>
              <a:off x="11060063" y="799373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4" name="pt1214"/>
            <p:cNvSpPr/>
            <p:nvPr/>
          </p:nvSpPr>
          <p:spPr>
            <a:xfrm>
              <a:off x="11119181" y="8337222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5" name="pt1215"/>
            <p:cNvSpPr/>
            <p:nvPr/>
          </p:nvSpPr>
          <p:spPr>
            <a:xfrm>
              <a:off x="11192463" y="826190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6" name="pt1216"/>
            <p:cNvSpPr/>
            <p:nvPr/>
          </p:nvSpPr>
          <p:spPr>
            <a:xfrm>
              <a:off x="11047759" y="802663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7" name="pt1217"/>
            <p:cNvSpPr/>
            <p:nvPr/>
          </p:nvSpPr>
          <p:spPr>
            <a:xfrm>
              <a:off x="11124652" y="793231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8" name="pt1218"/>
            <p:cNvSpPr/>
            <p:nvPr/>
          </p:nvSpPr>
          <p:spPr>
            <a:xfrm>
              <a:off x="11190534" y="803035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9" name="pt1219"/>
            <p:cNvSpPr/>
            <p:nvPr/>
          </p:nvSpPr>
          <p:spPr>
            <a:xfrm>
              <a:off x="11050342" y="813556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0" name="pt1220"/>
            <p:cNvSpPr/>
            <p:nvPr/>
          </p:nvSpPr>
          <p:spPr>
            <a:xfrm>
              <a:off x="11120497" y="78269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1" name="pt1221"/>
            <p:cNvSpPr/>
            <p:nvPr/>
          </p:nvSpPr>
          <p:spPr>
            <a:xfrm>
              <a:off x="10978880" y="773359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2" name="pt1222"/>
            <p:cNvSpPr/>
            <p:nvPr/>
          </p:nvSpPr>
          <p:spPr>
            <a:xfrm>
              <a:off x="11062606" y="796636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3" name="pt1223"/>
            <p:cNvSpPr/>
            <p:nvPr/>
          </p:nvSpPr>
          <p:spPr>
            <a:xfrm>
              <a:off x="11150210" y="8003419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4" name="pt1224"/>
            <p:cNvSpPr/>
            <p:nvPr/>
          </p:nvSpPr>
          <p:spPr>
            <a:xfrm>
              <a:off x="10978880" y="8274770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5" name="pt1225"/>
            <p:cNvSpPr/>
            <p:nvPr/>
          </p:nvSpPr>
          <p:spPr>
            <a:xfrm>
              <a:off x="11126478" y="823452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6" name="pt1226"/>
            <p:cNvSpPr/>
            <p:nvPr/>
          </p:nvSpPr>
          <p:spPr>
            <a:xfrm>
              <a:off x="11274655" y="815064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7" name="pt1227"/>
            <p:cNvSpPr/>
            <p:nvPr/>
          </p:nvSpPr>
          <p:spPr>
            <a:xfrm>
              <a:off x="10978880" y="8289498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8" name="pt1228"/>
            <p:cNvSpPr/>
            <p:nvPr/>
          </p:nvSpPr>
          <p:spPr>
            <a:xfrm>
              <a:off x="10978880" y="7973697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9" name="pt1229"/>
            <p:cNvSpPr/>
            <p:nvPr/>
          </p:nvSpPr>
          <p:spPr>
            <a:xfrm>
              <a:off x="11120665" y="751659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0" name="pt1230"/>
            <p:cNvSpPr/>
            <p:nvPr/>
          </p:nvSpPr>
          <p:spPr>
            <a:xfrm>
              <a:off x="11283891" y="753190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1" name="pt1231"/>
            <p:cNvSpPr/>
            <p:nvPr/>
          </p:nvSpPr>
          <p:spPr>
            <a:xfrm>
              <a:off x="11195357" y="8340053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2" name="pt1232"/>
            <p:cNvSpPr/>
            <p:nvPr/>
          </p:nvSpPr>
          <p:spPr>
            <a:xfrm>
              <a:off x="11343170" y="834431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3" name="pt1233"/>
            <p:cNvSpPr/>
            <p:nvPr/>
          </p:nvSpPr>
          <p:spPr>
            <a:xfrm>
              <a:off x="11464699" y="8367911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4" name="pt1234"/>
            <p:cNvSpPr/>
            <p:nvPr/>
          </p:nvSpPr>
          <p:spPr>
            <a:xfrm>
              <a:off x="11648184" y="8354956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5" name="pt1235"/>
            <p:cNvSpPr/>
            <p:nvPr/>
          </p:nvSpPr>
          <p:spPr>
            <a:xfrm>
              <a:off x="11126041" y="8155535"/>
              <a:ext cx="49651" cy="49651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000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6" name="pl1236"/>
            <p:cNvSpPr/>
            <p:nvPr/>
          </p:nvSpPr>
          <p:spPr>
            <a:xfrm>
              <a:off x="11003706" y="7726585"/>
              <a:ext cx="78240" cy="147231"/>
            </a:xfrm>
            <a:custGeom>
              <a:avLst/>
              <a:pathLst>
                <a:path w="78240" h="147231">
                  <a:moveTo>
                    <a:pt x="0" y="147231"/>
                  </a:moveTo>
                  <a:lnTo>
                    <a:pt x="78240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7" name="pl1237"/>
            <p:cNvSpPr/>
            <p:nvPr/>
          </p:nvSpPr>
          <p:spPr>
            <a:xfrm>
              <a:off x="11140307" y="7951276"/>
              <a:ext cx="80262" cy="13126"/>
            </a:xfrm>
            <a:custGeom>
              <a:avLst/>
              <a:pathLst>
                <a:path w="80262" h="13126">
                  <a:moveTo>
                    <a:pt x="0" y="13126"/>
                  </a:moveTo>
                  <a:lnTo>
                    <a:pt x="8026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8" name="pl1238"/>
            <p:cNvSpPr/>
            <p:nvPr/>
          </p:nvSpPr>
          <p:spPr>
            <a:xfrm>
              <a:off x="11003706" y="7909245"/>
              <a:ext cx="327902" cy="486285"/>
            </a:xfrm>
            <a:custGeom>
              <a:avLst/>
              <a:pathLst>
                <a:path w="327902" h="486285">
                  <a:moveTo>
                    <a:pt x="0" y="486285"/>
                  </a:moveTo>
                  <a:lnTo>
                    <a:pt x="32790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9" name="pl1239"/>
            <p:cNvSpPr/>
            <p:nvPr/>
          </p:nvSpPr>
          <p:spPr>
            <a:xfrm>
              <a:off x="11003706" y="7695118"/>
              <a:ext cx="71095" cy="125111"/>
            </a:xfrm>
            <a:custGeom>
              <a:avLst/>
              <a:pathLst>
                <a:path w="71095" h="125111">
                  <a:moveTo>
                    <a:pt x="0" y="125111"/>
                  </a:moveTo>
                  <a:lnTo>
                    <a:pt x="7109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0" name="pl1240"/>
            <p:cNvSpPr/>
            <p:nvPr/>
          </p:nvSpPr>
          <p:spPr>
            <a:xfrm>
              <a:off x="11003706" y="8128985"/>
              <a:ext cx="75631" cy="175563"/>
            </a:xfrm>
            <a:custGeom>
              <a:avLst/>
              <a:pathLst>
                <a:path w="75631" h="175563">
                  <a:moveTo>
                    <a:pt x="0" y="0"/>
                  </a:moveTo>
                  <a:lnTo>
                    <a:pt x="75631" y="17556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1" name="pl1241"/>
            <p:cNvSpPr/>
            <p:nvPr/>
          </p:nvSpPr>
          <p:spPr>
            <a:xfrm>
              <a:off x="11357210" y="8230492"/>
              <a:ext cx="67488" cy="184422"/>
            </a:xfrm>
            <a:custGeom>
              <a:avLst/>
              <a:pathLst>
                <a:path w="67488" h="184422">
                  <a:moveTo>
                    <a:pt x="0" y="0"/>
                  </a:moveTo>
                  <a:lnTo>
                    <a:pt x="67488" y="18442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2" name="pl1242"/>
            <p:cNvSpPr/>
            <p:nvPr/>
          </p:nvSpPr>
          <p:spPr>
            <a:xfrm>
              <a:off x="11566508" y="8431448"/>
              <a:ext cx="70083" cy="104011"/>
            </a:xfrm>
            <a:custGeom>
              <a:avLst/>
              <a:pathLst>
                <a:path w="70083" h="104011">
                  <a:moveTo>
                    <a:pt x="0" y="104011"/>
                  </a:moveTo>
                  <a:lnTo>
                    <a:pt x="7008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3" name="pl1243"/>
            <p:cNvSpPr/>
            <p:nvPr/>
          </p:nvSpPr>
          <p:spPr>
            <a:xfrm>
              <a:off x="11003706" y="8264831"/>
              <a:ext cx="72878" cy="59195"/>
            </a:xfrm>
            <a:custGeom>
              <a:avLst/>
              <a:pathLst>
                <a:path w="72878" h="59195">
                  <a:moveTo>
                    <a:pt x="0" y="0"/>
                  </a:moveTo>
                  <a:lnTo>
                    <a:pt x="72878" y="5919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4" name="pl1244"/>
            <p:cNvSpPr/>
            <p:nvPr/>
          </p:nvSpPr>
          <p:spPr>
            <a:xfrm>
              <a:off x="11138763" y="7878264"/>
              <a:ext cx="145668" cy="26015"/>
            </a:xfrm>
            <a:custGeom>
              <a:avLst/>
              <a:pathLst>
                <a:path w="145668" h="26015">
                  <a:moveTo>
                    <a:pt x="0" y="26015"/>
                  </a:moveTo>
                  <a:lnTo>
                    <a:pt x="145668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5" name="pl1245"/>
            <p:cNvSpPr/>
            <p:nvPr/>
          </p:nvSpPr>
          <p:spPr>
            <a:xfrm>
              <a:off x="11084618" y="7940319"/>
              <a:ext cx="143282" cy="263178"/>
            </a:xfrm>
            <a:custGeom>
              <a:avLst/>
              <a:pathLst>
                <a:path w="143282" h="263178">
                  <a:moveTo>
                    <a:pt x="0" y="263178"/>
                  </a:moveTo>
                  <a:lnTo>
                    <a:pt x="59354" y="0"/>
                  </a:lnTo>
                  <a:lnTo>
                    <a:pt x="143282" y="8993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6" name="pl1246"/>
            <p:cNvSpPr/>
            <p:nvPr/>
          </p:nvSpPr>
          <p:spPr>
            <a:xfrm>
              <a:off x="11003706" y="8365314"/>
              <a:ext cx="141929" cy="134088"/>
            </a:xfrm>
            <a:custGeom>
              <a:avLst/>
              <a:pathLst>
                <a:path w="141929" h="134088">
                  <a:moveTo>
                    <a:pt x="0" y="0"/>
                  </a:moveTo>
                  <a:lnTo>
                    <a:pt x="141929" y="134088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7" name="pl1247"/>
            <p:cNvSpPr/>
            <p:nvPr/>
          </p:nvSpPr>
          <p:spPr>
            <a:xfrm>
              <a:off x="11363819" y="7816118"/>
              <a:ext cx="140459" cy="42465"/>
            </a:xfrm>
            <a:custGeom>
              <a:avLst/>
              <a:pathLst>
                <a:path w="140459" h="42465">
                  <a:moveTo>
                    <a:pt x="0" y="0"/>
                  </a:moveTo>
                  <a:lnTo>
                    <a:pt x="140459" y="4246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8" name="pl1248"/>
            <p:cNvSpPr/>
            <p:nvPr/>
          </p:nvSpPr>
          <p:spPr>
            <a:xfrm>
              <a:off x="11167125" y="7858264"/>
              <a:ext cx="132162" cy="198712"/>
            </a:xfrm>
            <a:custGeom>
              <a:avLst/>
              <a:pathLst>
                <a:path w="132162" h="198712">
                  <a:moveTo>
                    <a:pt x="0" y="198712"/>
                  </a:moveTo>
                  <a:lnTo>
                    <a:pt x="56612" y="149727"/>
                  </a:lnTo>
                  <a:lnTo>
                    <a:pt x="132162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9" name="pl1249"/>
            <p:cNvSpPr/>
            <p:nvPr/>
          </p:nvSpPr>
          <p:spPr>
            <a:xfrm>
              <a:off x="11003706" y="7471895"/>
              <a:ext cx="152603" cy="392290"/>
            </a:xfrm>
            <a:custGeom>
              <a:avLst/>
              <a:pathLst>
                <a:path w="152603" h="392290">
                  <a:moveTo>
                    <a:pt x="0" y="392290"/>
                  </a:moveTo>
                  <a:lnTo>
                    <a:pt x="71773" y="167335"/>
                  </a:lnTo>
                  <a:lnTo>
                    <a:pt x="152603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0" name="pl1250"/>
            <p:cNvSpPr/>
            <p:nvPr/>
          </p:nvSpPr>
          <p:spPr>
            <a:xfrm>
              <a:off x="11169826" y="7799592"/>
              <a:ext cx="265869" cy="219992"/>
            </a:xfrm>
            <a:custGeom>
              <a:avLst/>
              <a:pathLst>
                <a:path w="265869" h="219992">
                  <a:moveTo>
                    <a:pt x="0" y="219992"/>
                  </a:moveTo>
                  <a:lnTo>
                    <a:pt x="128111" y="176418"/>
                  </a:lnTo>
                  <a:lnTo>
                    <a:pt x="201041" y="118493"/>
                  </a:lnTo>
                  <a:lnTo>
                    <a:pt x="265869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1" name="pl1251"/>
            <p:cNvSpPr/>
            <p:nvPr/>
          </p:nvSpPr>
          <p:spPr>
            <a:xfrm>
              <a:off x="11566122" y="8273656"/>
              <a:ext cx="288057" cy="188525"/>
            </a:xfrm>
            <a:custGeom>
              <a:avLst/>
              <a:pathLst>
                <a:path w="288057" h="188525">
                  <a:moveTo>
                    <a:pt x="0" y="0"/>
                  </a:moveTo>
                  <a:lnTo>
                    <a:pt x="147983" y="95424"/>
                  </a:lnTo>
                  <a:lnTo>
                    <a:pt x="288057" y="18852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2" name="pl1252"/>
            <p:cNvSpPr/>
            <p:nvPr/>
          </p:nvSpPr>
          <p:spPr>
            <a:xfrm>
              <a:off x="11222355" y="8287875"/>
              <a:ext cx="271271" cy="99278"/>
            </a:xfrm>
            <a:custGeom>
              <a:avLst/>
              <a:pathLst>
                <a:path w="271271" h="99278">
                  <a:moveTo>
                    <a:pt x="0" y="99278"/>
                  </a:moveTo>
                  <a:lnTo>
                    <a:pt x="126760" y="0"/>
                  </a:lnTo>
                  <a:lnTo>
                    <a:pt x="271271" y="84926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3" name="pl1253"/>
            <p:cNvSpPr/>
            <p:nvPr/>
          </p:nvSpPr>
          <p:spPr>
            <a:xfrm>
              <a:off x="11003706" y="7308803"/>
              <a:ext cx="70229" cy="306102"/>
            </a:xfrm>
            <a:custGeom>
              <a:avLst/>
              <a:pathLst>
                <a:path w="70229" h="306102">
                  <a:moveTo>
                    <a:pt x="0" y="0"/>
                  </a:moveTo>
                  <a:lnTo>
                    <a:pt x="70229" y="30610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4" name="pl1254"/>
            <p:cNvSpPr/>
            <p:nvPr/>
          </p:nvSpPr>
          <p:spPr>
            <a:xfrm>
              <a:off x="11003706" y="8001984"/>
              <a:ext cx="71395" cy="256203"/>
            </a:xfrm>
            <a:custGeom>
              <a:avLst/>
              <a:pathLst>
                <a:path w="71395" h="256203">
                  <a:moveTo>
                    <a:pt x="0" y="0"/>
                  </a:moveTo>
                  <a:lnTo>
                    <a:pt x="71395" y="256203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5" name="pl1255"/>
            <p:cNvSpPr/>
            <p:nvPr/>
          </p:nvSpPr>
          <p:spPr>
            <a:xfrm>
              <a:off x="11003706" y="7684041"/>
              <a:ext cx="81182" cy="334515"/>
            </a:xfrm>
            <a:custGeom>
              <a:avLst/>
              <a:pathLst>
                <a:path w="81182" h="334515">
                  <a:moveTo>
                    <a:pt x="0" y="0"/>
                  </a:moveTo>
                  <a:lnTo>
                    <a:pt x="81182" y="334515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6" name="pl1256"/>
            <p:cNvSpPr/>
            <p:nvPr/>
          </p:nvSpPr>
          <p:spPr>
            <a:xfrm>
              <a:off x="11072585" y="7957136"/>
              <a:ext cx="142774" cy="98041"/>
            </a:xfrm>
            <a:custGeom>
              <a:avLst/>
              <a:pathLst>
                <a:path w="142774" h="98041">
                  <a:moveTo>
                    <a:pt x="0" y="94326"/>
                  </a:moveTo>
                  <a:lnTo>
                    <a:pt x="76892" y="0"/>
                  </a:lnTo>
                  <a:lnTo>
                    <a:pt x="142774" y="98041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7" name="pl1257"/>
            <p:cNvSpPr/>
            <p:nvPr/>
          </p:nvSpPr>
          <p:spPr>
            <a:xfrm>
              <a:off x="11075168" y="7851782"/>
              <a:ext cx="70155" cy="308603"/>
            </a:xfrm>
            <a:custGeom>
              <a:avLst/>
              <a:pathLst>
                <a:path w="70155" h="308603">
                  <a:moveTo>
                    <a:pt x="0" y="308603"/>
                  </a:moveTo>
                  <a:lnTo>
                    <a:pt x="70155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8" name="pl1258"/>
            <p:cNvSpPr/>
            <p:nvPr/>
          </p:nvSpPr>
          <p:spPr>
            <a:xfrm>
              <a:off x="11003706" y="7758417"/>
              <a:ext cx="171329" cy="269827"/>
            </a:xfrm>
            <a:custGeom>
              <a:avLst/>
              <a:pathLst>
                <a:path w="171329" h="269827">
                  <a:moveTo>
                    <a:pt x="0" y="0"/>
                  </a:moveTo>
                  <a:lnTo>
                    <a:pt x="83725" y="232773"/>
                  </a:lnTo>
                  <a:lnTo>
                    <a:pt x="171329" y="269827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9" name="pl1259"/>
            <p:cNvSpPr/>
            <p:nvPr/>
          </p:nvSpPr>
          <p:spPr>
            <a:xfrm>
              <a:off x="11003706" y="8175472"/>
              <a:ext cx="295774" cy="124123"/>
            </a:xfrm>
            <a:custGeom>
              <a:avLst/>
              <a:pathLst>
                <a:path w="295774" h="124123">
                  <a:moveTo>
                    <a:pt x="0" y="124123"/>
                  </a:moveTo>
                  <a:lnTo>
                    <a:pt x="147597" y="83881"/>
                  </a:lnTo>
                  <a:lnTo>
                    <a:pt x="295774" y="0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0" name="pl1260"/>
            <p:cNvSpPr/>
            <p:nvPr/>
          </p:nvSpPr>
          <p:spPr>
            <a:xfrm>
              <a:off x="11003706" y="7541422"/>
              <a:ext cx="305010" cy="457100"/>
            </a:xfrm>
            <a:custGeom>
              <a:avLst/>
              <a:pathLst>
                <a:path w="305010" h="457100">
                  <a:moveTo>
                    <a:pt x="0" y="457100"/>
                  </a:moveTo>
                  <a:lnTo>
                    <a:pt x="141784" y="0"/>
                  </a:lnTo>
                  <a:lnTo>
                    <a:pt x="305010" y="15309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1" name="pl1261"/>
            <p:cNvSpPr/>
            <p:nvPr/>
          </p:nvSpPr>
          <p:spPr>
            <a:xfrm>
              <a:off x="11220183" y="8364879"/>
              <a:ext cx="452826" cy="27857"/>
            </a:xfrm>
            <a:custGeom>
              <a:avLst/>
              <a:pathLst>
                <a:path w="452826" h="27857">
                  <a:moveTo>
                    <a:pt x="0" y="0"/>
                  </a:moveTo>
                  <a:lnTo>
                    <a:pt x="147812" y="4262"/>
                  </a:lnTo>
                  <a:lnTo>
                    <a:pt x="269342" y="27857"/>
                  </a:lnTo>
                  <a:lnTo>
                    <a:pt x="452826" y="14902"/>
                  </a:lnTo>
                </a:path>
              </a:pathLst>
            </a:custGeom>
            <a:ln w="13550" cap="flat">
              <a:solidFill>
                <a:srgbClr val="000000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2" name="pl1262"/>
            <p:cNvSpPr/>
            <p:nvPr/>
          </p:nvSpPr>
          <p:spPr>
            <a:xfrm>
              <a:off x="11003706" y="8053818"/>
              <a:ext cx="992861" cy="44635"/>
            </a:xfrm>
            <a:custGeom>
              <a:avLst/>
              <a:pathLst>
                <a:path w="992861" h="44635">
                  <a:moveTo>
                    <a:pt x="0" y="0"/>
                  </a:moveTo>
                  <a:lnTo>
                    <a:pt x="10028" y="450"/>
                  </a:lnTo>
                  <a:lnTo>
                    <a:pt x="20057" y="901"/>
                  </a:lnTo>
                  <a:lnTo>
                    <a:pt x="30086" y="1352"/>
                  </a:lnTo>
                  <a:lnTo>
                    <a:pt x="40115" y="1803"/>
                  </a:lnTo>
                  <a:lnTo>
                    <a:pt x="50144" y="2254"/>
                  </a:lnTo>
                  <a:lnTo>
                    <a:pt x="60173" y="2705"/>
                  </a:lnTo>
                  <a:lnTo>
                    <a:pt x="70202" y="3156"/>
                  </a:lnTo>
                  <a:lnTo>
                    <a:pt x="80231" y="3606"/>
                  </a:lnTo>
                  <a:lnTo>
                    <a:pt x="90260" y="4057"/>
                  </a:lnTo>
                  <a:lnTo>
                    <a:pt x="100288" y="4508"/>
                  </a:lnTo>
                  <a:lnTo>
                    <a:pt x="110317" y="4959"/>
                  </a:lnTo>
                  <a:lnTo>
                    <a:pt x="120346" y="5410"/>
                  </a:lnTo>
                  <a:lnTo>
                    <a:pt x="130375" y="5861"/>
                  </a:lnTo>
                  <a:lnTo>
                    <a:pt x="140404" y="6312"/>
                  </a:lnTo>
                  <a:lnTo>
                    <a:pt x="150433" y="6762"/>
                  </a:lnTo>
                  <a:lnTo>
                    <a:pt x="160462" y="7213"/>
                  </a:lnTo>
                  <a:lnTo>
                    <a:pt x="170491" y="7664"/>
                  </a:lnTo>
                  <a:lnTo>
                    <a:pt x="180520" y="8115"/>
                  </a:lnTo>
                  <a:lnTo>
                    <a:pt x="190549" y="8566"/>
                  </a:lnTo>
                  <a:lnTo>
                    <a:pt x="200577" y="9017"/>
                  </a:lnTo>
                  <a:lnTo>
                    <a:pt x="210606" y="9468"/>
                  </a:lnTo>
                  <a:lnTo>
                    <a:pt x="220635" y="9918"/>
                  </a:lnTo>
                  <a:lnTo>
                    <a:pt x="230664" y="10369"/>
                  </a:lnTo>
                  <a:lnTo>
                    <a:pt x="240693" y="10820"/>
                  </a:lnTo>
                  <a:lnTo>
                    <a:pt x="250722" y="11271"/>
                  </a:lnTo>
                  <a:lnTo>
                    <a:pt x="260751" y="11722"/>
                  </a:lnTo>
                  <a:lnTo>
                    <a:pt x="270780" y="12173"/>
                  </a:lnTo>
                  <a:lnTo>
                    <a:pt x="280809" y="12624"/>
                  </a:lnTo>
                  <a:lnTo>
                    <a:pt x="290838" y="13074"/>
                  </a:lnTo>
                  <a:lnTo>
                    <a:pt x="300866" y="13525"/>
                  </a:lnTo>
                  <a:lnTo>
                    <a:pt x="310895" y="13976"/>
                  </a:lnTo>
                  <a:lnTo>
                    <a:pt x="320924" y="14427"/>
                  </a:lnTo>
                  <a:lnTo>
                    <a:pt x="330953" y="14878"/>
                  </a:lnTo>
                  <a:lnTo>
                    <a:pt x="340982" y="15329"/>
                  </a:lnTo>
                  <a:lnTo>
                    <a:pt x="351011" y="15780"/>
                  </a:lnTo>
                  <a:lnTo>
                    <a:pt x="361040" y="16231"/>
                  </a:lnTo>
                  <a:lnTo>
                    <a:pt x="371069" y="16681"/>
                  </a:lnTo>
                  <a:lnTo>
                    <a:pt x="381098" y="17132"/>
                  </a:lnTo>
                  <a:lnTo>
                    <a:pt x="391127" y="17583"/>
                  </a:lnTo>
                  <a:lnTo>
                    <a:pt x="401155" y="18034"/>
                  </a:lnTo>
                  <a:lnTo>
                    <a:pt x="411184" y="18485"/>
                  </a:lnTo>
                  <a:lnTo>
                    <a:pt x="421213" y="18936"/>
                  </a:lnTo>
                  <a:lnTo>
                    <a:pt x="431242" y="19387"/>
                  </a:lnTo>
                  <a:lnTo>
                    <a:pt x="441271" y="19837"/>
                  </a:lnTo>
                  <a:lnTo>
                    <a:pt x="451300" y="20288"/>
                  </a:lnTo>
                  <a:lnTo>
                    <a:pt x="461329" y="20739"/>
                  </a:lnTo>
                  <a:lnTo>
                    <a:pt x="471358" y="21190"/>
                  </a:lnTo>
                  <a:lnTo>
                    <a:pt x="481387" y="21641"/>
                  </a:lnTo>
                  <a:lnTo>
                    <a:pt x="491416" y="22092"/>
                  </a:lnTo>
                  <a:lnTo>
                    <a:pt x="501444" y="22543"/>
                  </a:lnTo>
                  <a:lnTo>
                    <a:pt x="511473" y="22993"/>
                  </a:lnTo>
                  <a:lnTo>
                    <a:pt x="521502" y="23444"/>
                  </a:lnTo>
                  <a:lnTo>
                    <a:pt x="531531" y="23895"/>
                  </a:lnTo>
                  <a:lnTo>
                    <a:pt x="541560" y="24346"/>
                  </a:lnTo>
                  <a:lnTo>
                    <a:pt x="551589" y="24797"/>
                  </a:lnTo>
                  <a:lnTo>
                    <a:pt x="561618" y="25248"/>
                  </a:lnTo>
                  <a:lnTo>
                    <a:pt x="571647" y="25699"/>
                  </a:lnTo>
                  <a:lnTo>
                    <a:pt x="581676" y="26149"/>
                  </a:lnTo>
                  <a:lnTo>
                    <a:pt x="591705" y="26600"/>
                  </a:lnTo>
                  <a:lnTo>
                    <a:pt x="601733" y="27051"/>
                  </a:lnTo>
                  <a:lnTo>
                    <a:pt x="611762" y="27502"/>
                  </a:lnTo>
                  <a:lnTo>
                    <a:pt x="621791" y="27953"/>
                  </a:lnTo>
                  <a:lnTo>
                    <a:pt x="631820" y="28404"/>
                  </a:lnTo>
                  <a:lnTo>
                    <a:pt x="641849" y="28855"/>
                  </a:lnTo>
                  <a:lnTo>
                    <a:pt x="651878" y="29306"/>
                  </a:lnTo>
                  <a:lnTo>
                    <a:pt x="661907" y="29756"/>
                  </a:lnTo>
                  <a:lnTo>
                    <a:pt x="671936" y="30207"/>
                  </a:lnTo>
                  <a:lnTo>
                    <a:pt x="681965" y="30658"/>
                  </a:lnTo>
                  <a:lnTo>
                    <a:pt x="691994" y="31109"/>
                  </a:lnTo>
                  <a:lnTo>
                    <a:pt x="702022" y="31560"/>
                  </a:lnTo>
                  <a:lnTo>
                    <a:pt x="712051" y="32011"/>
                  </a:lnTo>
                  <a:lnTo>
                    <a:pt x="722080" y="32462"/>
                  </a:lnTo>
                  <a:lnTo>
                    <a:pt x="732109" y="32912"/>
                  </a:lnTo>
                  <a:lnTo>
                    <a:pt x="742138" y="33363"/>
                  </a:lnTo>
                  <a:lnTo>
                    <a:pt x="752167" y="33814"/>
                  </a:lnTo>
                  <a:lnTo>
                    <a:pt x="762196" y="34265"/>
                  </a:lnTo>
                  <a:lnTo>
                    <a:pt x="772225" y="34716"/>
                  </a:lnTo>
                  <a:lnTo>
                    <a:pt x="782254" y="35167"/>
                  </a:lnTo>
                  <a:lnTo>
                    <a:pt x="792283" y="35618"/>
                  </a:lnTo>
                  <a:lnTo>
                    <a:pt x="802311" y="36068"/>
                  </a:lnTo>
                  <a:lnTo>
                    <a:pt x="812340" y="36519"/>
                  </a:lnTo>
                  <a:lnTo>
                    <a:pt x="822369" y="36970"/>
                  </a:lnTo>
                  <a:lnTo>
                    <a:pt x="832398" y="37421"/>
                  </a:lnTo>
                  <a:lnTo>
                    <a:pt x="842427" y="37872"/>
                  </a:lnTo>
                  <a:lnTo>
                    <a:pt x="852456" y="38323"/>
                  </a:lnTo>
                  <a:lnTo>
                    <a:pt x="862485" y="38774"/>
                  </a:lnTo>
                  <a:lnTo>
                    <a:pt x="872514" y="39224"/>
                  </a:lnTo>
                  <a:lnTo>
                    <a:pt x="882543" y="39675"/>
                  </a:lnTo>
                  <a:lnTo>
                    <a:pt x="892572" y="40126"/>
                  </a:lnTo>
                  <a:lnTo>
                    <a:pt x="902600" y="40577"/>
                  </a:lnTo>
                  <a:lnTo>
                    <a:pt x="912629" y="41028"/>
                  </a:lnTo>
                  <a:lnTo>
                    <a:pt x="922658" y="41479"/>
                  </a:lnTo>
                  <a:lnTo>
                    <a:pt x="932687" y="41930"/>
                  </a:lnTo>
                  <a:lnTo>
                    <a:pt x="942716" y="42381"/>
                  </a:lnTo>
                  <a:lnTo>
                    <a:pt x="952745" y="42831"/>
                  </a:lnTo>
                  <a:lnTo>
                    <a:pt x="962774" y="43282"/>
                  </a:lnTo>
                  <a:lnTo>
                    <a:pt x="972803" y="43733"/>
                  </a:lnTo>
                  <a:lnTo>
                    <a:pt x="982832" y="44184"/>
                  </a:lnTo>
                  <a:lnTo>
                    <a:pt x="992861" y="44635"/>
                  </a:lnTo>
                </a:path>
              </a:pathLst>
            </a:custGeom>
            <a:ln w="54202" cap="flat">
              <a:solidFill>
                <a:srgbClr val="FFD7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263" name="tx1263"/>
            <p:cNvSpPr/>
            <p:nvPr/>
          </p:nvSpPr>
          <p:spPr>
            <a:xfrm>
              <a:off x="10922045" y="7268574"/>
              <a:ext cx="1074522" cy="16955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22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22">
                  <a:solidFill>
                    <a:srgbClr val="007B82">
                      <a:alpha val="100000"/>
                    </a:srgbClr>
                  </a:solidFill>
                  <a:latin typeface="Arial"/>
                  <a:cs typeface="Arial"/>
                </a:rPr>
                <a:t>-0.028 Z/year</a:t>
              </a:r>
            </a:p>
          </p:txBody>
        </p:sp>
        <p:sp>
          <p:nvSpPr>
            <p:cNvPr id="1264" name="rc1264"/>
            <p:cNvSpPr/>
            <p:nvPr/>
          </p:nvSpPr>
          <p:spPr>
            <a:xfrm>
              <a:off x="10954063" y="7247470"/>
              <a:ext cx="1092147" cy="1349322"/>
            </a:xfrm>
            <a:prstGeom prst="rect">
              <a:avLst/>
            </a:prstGeom>
            <a:ln w="13550" cap="rnd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5" name="tx1265"/>
            <p:cNvSpPr/>
            <p:nvPr/>
          </p:nvSpPr>
          <p:spPr>
            <a:xfrm>
              <a:off x="10829278" y="8541626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266" name="tx1266"/>
            <p:cNvSpPr/>
            <p:nvPr/>
          </p:nvSpPr>
          <p:spPr>
            <a:xfrm>
              <a:off x="10829278" y="8206782"/>
              <a:ext cx="62155" cy="8174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</a:t>
              </a:r>
            </a:p>
          </p:txBody>
        </p:sp>
        <p:sp>
          <p:nvSpPr>
            <p:cNvPr id="1267" name="tx1267"/>
            <p:cNvSpPr/>
            <p:nvPr/>
          </p:nvSpPr>
          <p:spPr>
            <a:xfrm>
              <a:off x="10829278" y="7872047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1268" name="tx1268"/>
            <p:cNvSpPr/>
            <p:nvPr/>
          </p:nvSpPr>
          <p:spPr>
            <a:xfrm>
              <a:off x="10829278" y="7537258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9</a:t>
              </a:r>
            </a:p>
          </p:txBody>
        </p:sp>
        <p:sp>
          <p:nvSpPr>
            <p:cNvPr id="1269" name="pl1269"/>
            <p:cNvSpPr/>
            <p:nvPr/>
          </p:nvSpPr>
          <p:spPr>
            <a:xfrm>
              <a:off x="10919269" y="858331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0" name="pl1270"/>
            <p:cNvSpPr/>
            <p:nvPr/>
          </p:nvSpPr>
          <p:spPr>
            <a:xfrm>
              <a:off x="10919269" y="8248528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1" name="pl1271"/>
            <p:cNvSpPr/>
            <p:nvPr/>
          </p:nvSpPr>
          <p:spPr>
            <a:xfrm>
              <a:off x="10919269" y="791373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2" name="pl1272"/>
            <p:cNvSpPr/>
            <p:nvPr/>
          </p:nvSpPr>
          <p:spPr>
            <a:xfrm>
              <a:off x="10919269" y="757895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3" name="pl1273"/>
            <p:cNvSpPr/>
            <p:nvPr/>
          </p:nvSpPr>
          <p:spPr>
            <a:xfrm>
              <a:off x="11003706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4" name="pl1274"/>
            <p:cNvSpPr/>
            <p:nvPr/>
          </p:nvSpPr>
          <p:spPr>
            <a:xfrm>
              <a:off x="11355819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5" name="pl1275"/>
            <p:cNvSpPr/>
            <p:nvPr/>
          </p:nvSpPr>
          <p:spPr>
            <a:xfrm>
              <a:off x="11707932" y="8596792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6" name="tx1276"/>
            <p:cNvSpPr/>
            <p:nvPr/>
          </p:nvSpPr>
          <p:spPr>
            <a:xfrm>
              <a:off x="10972629" y="8657731"/>
              <a:ext cx="62155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277" name="tx1277"/>
            <p:cNvSpPr/>
            <p:nvPr/>
          </p:nvSpPr>
          <p:spPr>
            <a:xfrm>
              <a:off x="11324741" y="8659149"/>
              <a:ext cx="62155" cy="802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1278" name="tx1278"/>
            <p:cNvSpPr/>
            <p:nvPr/>
          </p:nvSpPr>
          <p:spPr>
            <a:xfrm>
              <a:off x="11645776" y="8657731"/>
              <a:ext cx="124311" cy="816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1279" name="tx1279"/>
            <p:cNvSpPr/>
            <p:nvPr/>
          </p:nvSpPr>
          <p:spPr>
            <a:xfrm>
              <a:off x="10878956" y="8805174"/>
              <a:ext cx="1242361" cy="1033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Years from baseline</a:t>
              </a:r>
            </a:p>
          </p:txBody>
        </p:sp>
        <p:sp>
          <p:nvSpPr>
            <p:cNvPr id="1280" name="tx1280"/>
            <p:cNvSpPr/>
            <p:nvPr/>
          </p:nvSpPr>
          <p:spPr>
            <a:xfrm rot="-5400000">
              <a:off x="9876770" y="7856579"/>
              <a:ext cx="1638132" cy="131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Plasma pTau181- Nico (Z)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/>
  <cp:revision>7</cp:revision>
  <dcterms:created xsi:type="dcterms:W3CDTF">2015-07-14T21:05:00Z</dcterms:created>
  <dcterms:modified xsi:type="dcterms:W3CDTF">2026-02-17T12:00:32Z</dcterms:modified>
</cp:coreProperties>
</file>