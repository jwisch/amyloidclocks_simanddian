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851591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397352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3095468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2217407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441256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353449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2656437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1778376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948764" y="405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612433" y="4435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561070" y="2633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120214" y="4764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61070" y="434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54690" y="447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115192" y="4490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3705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561070" y="4665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61070" y="4332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63143" y="292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115650" y="3970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61070" y="469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61070" y="4406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99945" y="389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65819" y="4153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61070" y="4426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37874" y="443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35076" y="4277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20933" y="4222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66145" y="4230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99695" y="4340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61070" y="4293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61070" y="2992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2889" y="270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4758" y="4365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804077" y="442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257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115110" y="399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5509" y="2497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761394" y="2916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61070" y="3996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398256" y="4060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232294" y="396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61070" y="4331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61070" y="4014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61070" y="4587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401345" y="4185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196221" y="4189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627501" y="4227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1070" y="420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61070" y="4395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96016" y="440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436396" y="419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561070" y="3267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61070" y="413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351211" y="447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351846" y="403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98891" y="412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391510" y="3997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61070" y="44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98598" y="4362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61070" y="427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069791" y="4063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61070" y="4238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61070" y="4384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82928" y="444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070560" y="3170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369921" y="314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61070" y="457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51754" y="450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422546" y="4466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61070" y="4092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135868" y="19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61070" y="4106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61070" y="4086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61070" y="401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784075" y="3061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61070" y="288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826240" y="2640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61070" y="4410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28065" y="439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561070" y="4260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61070" y="349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843161" y="38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23894" y="3855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79561" y="369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131278" y="4056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60197" y="4293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921592" y="4089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61070" y="376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32891" y="387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64803" y="305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608115" y="3000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137035" y="2997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61070" y="427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61070" y="4628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673490" y="449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85249" y="4631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1937" y="459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165259" y="4644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561070" y="4298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61070" y="4069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014249" y="3944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61070" y="2812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421734" y="4016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561070" y="4090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084233" y="4236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89634" y="3781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61070" y="453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133886" y="457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39059" y="4565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61070" y="3960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381435" y="412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963876" y="37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61070" y="423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22642" y="4328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656599" y="4439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89836" y="4337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649133" y="4576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206838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416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097906" y="4302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868514" y="415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209891" y="4134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62854" y="3640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4233" y="312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7267" y="3299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61070" y="453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61070" y="3958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090438" y="422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79861" y="339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561070" y="2668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561070" y="4501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80296" y="4408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74158" y="4119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1070" y="4155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01903" y="41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1070" y="43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561070" y="404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61070" y="465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49765" y="4458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61070" y="4736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561070" y="466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904212" y="2878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28095" y="296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827840" y="4418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76485" y="356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561070" y="4374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33329" y="436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01800" y="4286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61070" y="4566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61070" y="444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61070" y="4542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149765" y="4304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092149" y="4180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631862" y="426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69488" y="435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703573" y="418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129667" y="4169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394976" y="4118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077894" y="4214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125184" y="3669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1070" y="4460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62646" y="460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088551" y="4252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61070" y="4215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1070" y="4206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561070" y="419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61070" y="40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868318" y="4046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61070" y="4507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61070" y="4556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418673" y="4459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561070" y="4275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61070" y="451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392499" y="434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159958" y="3575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895088" y="4418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61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61070" y="411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33302" y="4265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09175" y="4097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442872" y="4342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863139" y="2883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561070" y="4263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118995" y="2016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793839" y="408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150770" y="406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61070" y="4576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1070" y="4692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090328" y="4732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618172" y="4711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61070" y="461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737460" y="467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725413" y="3652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118665" y="427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561070" y="3710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561070" y="4387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612433" y="4335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613152" y="437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142072" y="445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61070" y="4496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61070" y="4651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650123" y="410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408331" y="2167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876027" y="42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404733" y="4361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6193434" y="4404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24402" y="433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136291" y="446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843161" y="2666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38339" y="37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61070" y="4446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848804" y="3319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125251" y="4312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13152" y="4173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084952" y="4301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399426" y="408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652731" y="42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02623" y="3622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08483" y="4544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617470" y="3793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572854" y="458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142072" y="454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84891" y="415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2172" y="2747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981597" y="4293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561070" y="4309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658488" y="4446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61070" y="394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170587" y="3352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81740" y="3256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663526" y="2961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61070" y="297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28768" y="2530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30249" y="220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61070" y="417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61070" y="2872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101504" y="3179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561070" y="338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61070" y="363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27962" y="350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848198" y="4243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42551" y="4235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375678" y="4289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159465" y="4161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64569" y="4070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853235" y="3784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80662" y="3278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658488" y="319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930504" y="3079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172296" y="28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561070" y="385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61070" y="4203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664965" y="4355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61070" y="4234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858273" y="421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3522" y="3907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682505" y="4406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622478" y="2950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561070" y="4231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102223" y="4203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61070" y="4578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873355" y="351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658758" y="377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210705" y="3966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33148" y="4149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139643" y="45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43290" y="4655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76583" y="4001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849372" y="380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88366" y="3973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61070" y="4680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1070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823011" y="248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110310" y="461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75306" y="4722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493696" y="4125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177333" y="424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61070" y="4401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140363" y="415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35512" y="407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04443" y="4428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561070" y="3244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27359" y="3748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61070" y="3876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270970" y="4459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613152" y="449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826405" y="2814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561070" y="412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61070" y="2618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863862" y="327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84363" y="395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869810" y="4096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357688" y="380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089799" y="4344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888497" y="4380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561070" y="4334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296263" y="4271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875093" y="424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494024" y="4255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61070" y="40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817974" y="3341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04766" y="3156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350492" y="334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827606" y="355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089270" y="2948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618190" y="4267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69337" y="415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349963" y="4312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561070" y="2765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873347" y="322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200091" y="32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61070" y="421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61070" y="444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96016" y="43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582928" y="4430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03088" y="437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561070" y="4262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561070" y="429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135153" y="42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561070" y="459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959006" y="449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561070" y="382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111578" y="375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664245" y="358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109911" y="4437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61070" y="3858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61070" y="4454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61070" y="4659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61070" y="4344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561070" y="3237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089897" y="233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98695" y="236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663526" y="462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368482" y="395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4919790" y="396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3069" y="4012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6057427" y="3987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109948" y="35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623227" y="433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51427" y="442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61070" y="429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3585896" y="4373897"/>
              <a:ext cx="554121" cy="141428"/>
            </a:xfrm>
            <a:custGeom>
              <a:avLst/>
              <a:pathLst>
                <a:path w="554121" h="141428">
                  <a:moveTo>
                    <a:pt x="0" y="0"/>
                  </a:moveTo>
                  <a:lnTo>
                    <a:pt x="293620" y="127725"/>
                  </a:lnTo>
                  <a:lnTo>
                    <a:pt x="554121" y="1414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3585896" y="4302016"/>
              <a:ext cx="574005" cy="158728"/>
            </a:xfrm>
            <a:custGeom>
              <a:avLst/>
              <a:pathLst>
                <a:path w="574005" h="158728">
                  <a:moveTo>
                    <a:pt x="0" y="149759"/>
                  </a:moveTo>
                  <a:lnTo>
                    <a:pt x="276803" y="158728"/>
                  </a:lnTo>
                  <a:lnTo>
                    <a:pt x="574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4890971" y="4255284"/>
              <a:ext cx="533549" cy="109935"/>
            </a:xfrm>
            <a:custGeom>
              <a:avLst/>
              <a:pathLst>
                <a:path w="533549" h="109935">
                  <a:moveTo>
                    <a:pt x="0" y="0"/>
                  </a:moveTo>
                  <a:lnTo>
                    <a:pt x="533549" y="109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3585896" y="2727328"/>
              <a:ext cx="291819" cy="289611"/>
            </a:xfrm>
            <a:custGeom>
              <a:avLst/>
              <a:pathLst>
                <a:path w="291819" h="289611">
                  <a:moveTo>
                    <a:pt x="0" y="289611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4149583" y="4390379"/>
              <a:ext cx="679319" cy="59608"/>
            </a:xfrm>
            <a:custGeom>
              <a:avLst/>
              <a:pathLst>
                <a:path w="679319" h="59608">
                  <a:moveTo>
                    <a:pt x="0" y="0"/>
                  </a:moveTo>
                  <a:lnTo>
                    <a:pt x="679319" y="596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5423082" y="3985295"/>
              <a:ext cx="834037" cy="100288"/>
            </a:xfrm>
            <a:custGeom>
              <a:avLst/>
              <a:pathLst>
                <a:path w="834037" h="100288">
                  <a:moveTo>
                    <a:pt x="0" y="100288"/>
                  </a:moveTo>
                  <a:lnTo>
                    <a:pt x="8340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3585896" y="4420645"/>
              <a:ext cx="534945" cy="6509"/>
            </a:xfrm>
            <a:custGeom>
              <a:avLst/>
              <a:pathLst>
                <a:path w="534945" h="6509">
                  <a:moveTo>
                    <a:pt x="0" y="0"/>
                  </a:moveTo>
                  <a:lnTo>
                    <a:pt x="534945" y="65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3585896" y="4088732"/>
              <a:ext cx="508721" cy="214367"/>
            </a:xfrm>
            <a:custGeom>
              <a:avLst/>
              <a:pathLst>
                <a:path w="508721" h="214367">
                  <a:moveTo>
                    <a:pt x="0" y="214367"/>
                  </a:moveTo>
                  <a:lnTo>
                    <a:pt x="5087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4095386" y="3169304"/>
              <a:ext cx="299361" cy="25820"/>
            </a:xfrm>
            <a:custGeom>
              <a:avLst/>
              <a:pathLst>
                <a:path w="299361" h="25820">
                  <a:moveTo>
                    <a:pt x="0" y="25820"/>
                  </a:moveTo>
                  <a:lnTo>
                    <a:pt x="2993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585896" y="4531268"/>
              <a:ext cx="790683" cy="64907"/>
            </a:xfrm>
            <a:custGeom>
              <a:avLst/>
              <a:pathLst>
                <a:path w="790683" h="64907">
                  <a:moveTo>
                    <a:pt x="0" y="64907"/>
                  </a:moveTo>
                  <a:lnTo>
                    <a:pt x="7906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585896" y="3086627"/>
              <a:ext cx="1223005" cy="956545"/>
            </a:xfrm>
            <a:custGeom>
              <a:avLst/>
              <a:pathLst>
                <a:path w="1223005" h="956545">
                  <a:moveTo>
                    <a:pt x="0" y="956545"/>
                  </a:moveTo>
                  <a:lnTo>
                    <a:pt x="1223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585896" y="2665430"/>
              <a:ext cx="265169" cy="246100"/>
            </a:xfrm>
            <a:custGeom>
              <a:avLst/>
              <a:pathLst>
                <a:path w="265169" h="246100">
                  <a:moveTo>
                    <a:pt x="0" y="246100"/>
                  </a:moveTo>
                  <a:lnTo>
                    <a:pt x="2651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585896" y="4421171"/>
              <a:ext cx="566994" cy="13760"/>
            </a:xfrm>
            <a:custGeom>
              <a:avLst/>
              <a:pathLst>
                <a:path w="566994" h="13760">
                  <a:moveTo>
                    <a:pt x="0" y="13760"/>
                  </a:moveTo>
                  <a:lnTo>
                    <a:pt x="5669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3585896" y="3518866"/>
              <a:ext cx="282090" cy="345341"/>
            </a:xfrm>
            <a:custGeom>
              <a:avLst/>
              <a:pathLst>
                <a:path w="282090" h="345341">
                  <a:moveTo>
                    <a:pt x="0" y="0"/>
                  </a:moveTo>
                  <a:lnTo>
                    <a:pt x="282090" y="3453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904387" y="3718535"/>
              <a:ext cx="251717" cy="362767"/>
            </a:xfrm>
            <a:custGeom>
              <a:avLst/>
              <a:pathLst>
                <a:path w="251717" h="362767">
                  <a:moveTo>
                    <a:pt x="0" y="0"/>
                  </a:moveTo>
                  <a:lnTo>
                    <a:pt x="251717" y="3627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5685023" y="4113826"/>
              <a:ext cx="261394" cy="204594"/>
            </a:xfrm>
            <a:custGeom>
              <a:avLst/>
              <a:pathLst>
                <a:path w="261394" h="204594">
                  <a:moveTo>
                    <a:pt x="0" y="204594"/>
                  </a:moveTo>
                  <a:lnTo>
                    <a:pt x="2613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3585896" y="3786082"/>
              <a:ext cx="271821" cy="116440"/>
            </a:xfrm>
            <a:custGeom>
              <a:avLst/>
              <a:pathLst>
                <a:path w="271821" h="116440">
                  <a:moveTo>
                    <a:pt x="0" y="0"/>
                  </a:moveTo>
                  <a:lnTo>
                    <a:pt x="271821" y="1164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089629" y="3025687"/>
              <a:ext cx="543311" cy="51173"/>
            </a:xfrm>
            <a:custGeom>
              <a:avLst/>
              <a:pathLst>
                <a:path w="543311" h="51173">
                  <a:moveTo>
                    <a:pt x="0" y="51173"/>
                  </a:moveTo>
                  <a:lnTo>
                    <a:pt x="543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698316" y="4523573"/>
              <a:ext cx="511758" cy="132740"/>
            </a:xfrm>
            <a:custGeom>
              <a:avLst/>
              <a:pathLst>
                <a:path w="511758" h="132740">
                  <a:moveTo>
                    <a:pt x="0" y="0"/>
                  </a:moveTo>
                  <a:lnTo>
                    <a:pt x="511758" y="1327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4666763" y="4618456"/>
              <a:ext cx="523321" cy="50807"/>
            </a:xfrm>
            <a:custGeom>
              <a:avLst/>
              <a:pathLst>
                <a:path w="523321" h="50807">
                  <a:moveTo>
                    <a:pt x="0" y="0"/>
                  </a:moveTo>
                  <a:lnTo>
                    <a:pt x="523321" y="508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3585896" y="4556481"/>
              <a:ext cx="1077988" cy="40130"/>
            </a:xfrm>
            <a:custGeom>
              <a:avLst/>
              <a:pathLst>
                <a:path w="1077988" h="40130">
                  <a:moveTo>
                    <a:pt x="0" y="0"/>
                  </a:moveTo>
                  <a:lnTo>
                    <a:pt x="572816" y="40130"/>
                  </a:lnTo>
                  <a:lnTo>
                    <a:pt x="1077988" y="334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4406261" y="3818050"/>
              <a:ext cx="1582440" cy="327244"/>
            </a:xfrm>
            <a:custGeom>
              <a:avLst/>
              <a:pathLst>
                <a:path w="1582440" h="327244">
                  <a:moveTo>
                    <a:pt x="0" y="327244"/>
                  </a:moveTo>
                  <a:lnTo>
                    <a:pt x="15824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5147468" y="4353303"/>
              <a:ext cx="1067194" cy="111423"/>
            </a:xfrm>
            <a:custGeom>
              <a:avLst/>
              <a:pathLst>
                <a:path w="1067194" h="111423">
                  <a:moveTo>
                    <a:pt x="0" y="0"/>
                  </a:moveTo>
                  <a:lnTo>
                    <a:pt x="533956" y="111423"/>
                  </a:lnTo>
                  <a:lnTo>
                    <a:pt x="1067194" y="93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4673959" y="4601099"/>
              <a:ext cx="557704" cy="193632"/>
            </a:xfrm>
            <a:custGeom>
              <a:avLst/>
              <a:pathLst>
                <a:path w="557704" h="193632">
                  <a:moveTo>
                    <a:pt x="0" y="0"/>
                  </a:moveTo>
                  <a:lnTo>
                    <a:pt x="557704" y="1936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3887680" y="3147752"/>
              <a:ext cx="534413" cy="517685"/>
            </a:xfrm>
            <a:custGeom>
              <a:avLst/>
              <a:pathLst>
                <a:path w="534413" h="517685">
                  <a:moveTo>
                    <a:pt x="0" y="517685"/>
                  </a:moveTo>
                  <a:lnTo>
                    <a:pt x="221379" y="0"/>
                  </a:lnTo>
                  <a:lnTo>
                    <a:pt x="534413" y="1769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3585896" y="3983737"/>
              <a:ext cx="529367" cy="263758"/>
            </a:xfrm>
            <a:custGeom>
              <a:avLst/>
              <a:pathLst>
                <a:path w="529367" h="263758">
                  <a:moveTo>
                    <a:pt x="0" y="0"/>
                  </a:moveTo>
                  <a:lnTo>
                    <a:pt x="529367" y="2637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3585896" y="4433292"/>
              <a:ext cx="619225" cy="92780"/>
            </a:xfrm>
            <a:custGeom>
              <a:avLst/>
              <a:pathLst>
                <a:path w="619225" h="92780">
                  <a:moveTo>
                    <a:pt x="0" y="92780"/>
                  </a:moveTo>
                  <a:lnTo>
                    <a:pt x="6192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3585896" y="4133404"/>
              <a:ext cx="540832" cy="47053"/>
            </a:xfrm>
            <a:custGeom>
              <a:avLst/>
              <a:pathLst>
                <a:path w="540832" h="47053">
                  <a:moveTo>
                    <a:pt x="0" y="47053"/>
                  </a:moveTo>
                  <a:lnTo>
                    <a:pt x="5408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3585896" y="4483109"/>
              <a:ext cx="588695" cy="198115"/>
            </a:xfrm>
            <a:custGeom>
              <a:avLst/>
              <a:pathLst>
                <a:path w="588695" h="198115">
                  <a:moveTo>
                    <a:pt x="0" y="198115"/>
                  </a:moveTo>
                  <a:lnTo>
                    <a:pt x="5886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4929038" y="2903443"/>
              <a:ext cx="523882" cy="83530"/>
            </a:xfrm>
            <a:custGeom>
              <a:avLst/>
              <a:pathLst>
                <a:path w="523882" h="83530">
                  <a:moveTo>
                    <a:pt x="0" y="0"/>
                  </a:moveTo>
                  <a:lnTo>
                    <a:pt x="523882" y="835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4758155" y="4310881"/>
              <a:ext cx="468471" cy="79517"/>
            </a:xfrm>
            <a:custGeom>
              <a:avLst/>
              <a:pathLst>
                <a:path w="468471" h="79517">
                  <a:moveTo>
                    <a:pt x="0" y="79517"/>
                  </a:moveTo>
                  <a:lnTo>
                    <a:pt x="468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3585896" y="4329456"/>
              <a:ext cx="588695" cy="237535"/>
            </a:xfrm>
            <a:custGeom>
              <a:avLst/>
              <a:pathLst>
                <a:path w="588695" h="237535">
                  <a:moveTo>
                    <a:pt x="0" y="237535"/>
                  </a:moveTo>
                  <a:lnTo>
                    <a:pt x="5886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4116975" y="4205248"/>
              <a:ext cx="539713" cy="88568"/>
            </a:xfrm>
            <a:custGeom>
              <a:avLst/>
              <a:pathLst>
                <a:path w="539713" h="88568">
                  <a:moveTo>
                    <a:pt x="0" y="0"/>
                  </a:moveTo>
                  <a:lnTo>
                    <a:pt x="539713" y="885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4094314" y="4208043"/>
              <a:ext cx="634084" cy="170860"/>
            </a:xfrm>
            <a:custGeom>
              <a:avLst/>
              <a:pathLst>
                <a:path w="634084" h="170860">
                  <a:moveTo>
                    <a:pt x="0" y="170860"/>
                  </a:moveTo>
                  <a:lnTo>
                    <a:pt x="6340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5419802" y="4143823"/>
              <a:ext cx="682917" cy="95619"/>
            </a:xfrm>
            <a:custGeom>
              <a:avLst/>
              <a:pathLst>
                <a:path w="682917" h="95619">
                  <a:moveTo>
                    <a:pt x="0" y="0"/>
                  </a:moveTo>
                  <a:lnTo>
                    <a:pt x="682917" y="956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3585896" y="4071177"/>
              <a:ext cx="307247" cy="48025"/>
            </a:xfrm>
            <a:custGeom>
              <a:avLst/>
              <a:pathLst>
                <a:path w="307247" h="48025">
                  <a:moveTo>
                    <a:pt x="0" y="48025"/>
                  </a:moveTo>
                  <a:lnTo>
                    <a:pt x="30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4934001" y="4122531"/>
              <a:ext cx="533697" cy="244606"/>
            </a:xfrm>
            <a:custGeom>
              <a:avLst/>
              <a:pathLst>
                <a:path w="533697" h="244606">
                  <a:moveTo>
                    <a:pt x="0" y="0"/>
                  </a:moveTo>
                  <a:lnTo>
                    <a:pt x="533697" y="2446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3818665" y="4086757"/>
              <a:ext cx="356930" cy="21805"/>
            </a:xfrm>
            <a:custGeom>
              <a:avLst/>
              <a:pathLst>
                <a:path w="356930" h="21805">
                  <a:moveTo>
                    <a:pt x="0" y="21805"/>
                  </a:moveTo>
                  <a:lnTo>
                    <a:pt x="356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3585896" y="4717573"/>
              <a:ext cx="1057101" cy="39942"/>
            </a:xfrm>
            <a:custGeom>
              <a:avLst/>
              <a:pathLst>
                <a:path w="1057101" h="39942">
                  <a:moveTo>
                    <a:pt x="0" y="0"/>
                  </a:moveTo>
                  <a:lnTo>
                    <a:pt x="529257" y="39942"/>
                  </a:lnTo>
                  <a:lnTo>
                    <a:pt x="1057101" y="184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4637978" y="4398123"/>
              <a:ext cx="528919" cy="85951"/>
            </a:xfrm>
            <a:custGeom>
              <a:avLst/>
              <a:pathLst>
                <a:path w="528919" h="85951">
                  <a:moveTo>
                    <a:pt x="0" y="0"/>
                  </a:moveTo>
                  <a:lnTo>
                    <a:pt x="528919" y="859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4900853" y="4297158"/>
              <a:ext cx="1317407" cy="131858"/>
            </a:xfrm>
            <a:custGeom>
              <a:avLst/>
              <a:pathLst>
                <a:path w="1317407" h="131858">
                  <a:moveTo>
                    <a:pt x="0" y="0"/>
                  </a:moveTo>
                  <a:lnTo>
                    <a:pt x="528705" y="89000"/>
                  </a:lnTo>
                  <a:lnTo>
                    <a:pt x="1317407" y="1318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4150077" y="4197951"/>
              <a:ext cx="487901" cy="139006"/>
            </a:xfrm>
            <a:custGeom>
              <a:avLst/>
              <a:pathLst>
                <a:path w="487901" h="139006">
                  <a:moveTo>
                    <a:pt x="0" y="139006"/>
                  </a:moveTo>
                  <a:lnTo>
                    <a:pt x="4879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4109778" y="3647300"/>
              <a:ext cx="1317670" cy="678790"/>
            </a:xfrm>
            <a:custGeom>
              <a:avLst/>
              <a:pathLst>
                <a:path w="1317670" h="678790">
                  <a:moveTo>
                    <a:pt x="0" y="678790"/>
                  </a:moveTo>
                  <a:lnTo>
                    <a:pt x="314473" y="458076"/>
                  </a:lnTo>
                  <a:lnTo>
                    <a:pt x="567778" y="628664"/>
                  </a:lnTo>
                  <a:lnTo>
                    <a:pt x="13176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4597680" y="4573383"/>
              <a:ext cx="569218" cy="34071"/>
            </a:xfrm>
            <a:custGeom>
              <a:avLst/>
              <a:pathLst>
                <a:path w="569218" h="34071">
                  <a:moveTo>
                    <a:pt x="0" y="34071"/>
                  </a:moveTo>
                  <a:lnTo>
                    <a:pt x="5692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4195413" y="2986345"/>
              <a:ext cx="492938" cy="390876"/>
            </a:xfrm>
            <a:custGeom>
              <a:avLst/>
              <a:pathLst>
                <a:path w="492938" h="390876">
                  <a:moveTo>
                    <a:pt x="0" y="390876"/>
                  </a:moveTo>
                  <a:lnTo>
                    <a:pt x="211152" y="294520"/>
                  </a:lnTo>
                  <a:lnTo>
                    <a:pt x="4929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3585896" y="2226341"/>
              <a:ext cx="569178" cy="771654"/>
            </a:xfrm>
            <a:custGeom>
              <a:avLst/>
              <a:pathLst>
                <a:path w="569178" h="771654">
                  <a:moveTo>
                    <a:pt x="0" y="771654"/>
                  </a:moveTo>
                  <a:lnTo>
                    <a:pt x="267698" y="329157"/>
                  </a:lnTo>
                  <a:lnTo>
                    <a:pt x="5691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3873024" y="4260407"/>
              <a:ext cx="527480" cy="53933"/>
            </a:xfrm>
            <a:custGeom>
              <a:avLst/>
              <a:pathLst>
                <a:path w="527480" h="53933">
                  <a:moveTo>
                    <a:pt x="0" y="8081"/>
                  </a:moveTo>
                  <a:lnTo>
                    <a:pt x="294353" y="0"/>
                  </a:lnTo>
                  <a:lnTo>
                    <a:pt x="527480" y="539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5184291" y="4095363"/>
              <a:ext cx="705104" cy="91324"/>
            </a:xfrm>
            <a:custGeom>
              <a:avLst/>
              <a:pathLst>
                <a:path w="705104" h="91324">
                  <a:moveTo>
                    <a:pt x="0" y="91324"/>
                  </a:moveTo>
                  <a:lnTo>
                    <a:pt x="7051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4205488" y="2870935"/>
              <a:ext cx="991634" cy="432735"/>
            </a:xfrm>
            <a:custGeom>
              <a:avLst/>
              <a:pathLst>
                <a:path w="991634" h="432735">
                  <a:moveTo>
                    <a:pt x="0" y="432735"/>
                  </a:moveTo>
                  <a:lnTo>
                    <a:pt x="477826" y="347022"/>
                  </a:lnTo>
                  <a:lnTo>
                    <a:pt x="749842" y="233082"/>
                  </a:lnTo>
                  <a:lnTo>
                    <a:pt x="9916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3585896" y="3932723"/>
              <a:ext cx="782451" cy="326626"/>
            </a:xfrm>
            <a:custGeom>
              <a:avLst/>
              <a:pathLst>
                <a:path w="782451" h="326626">
                  <a:moveTo>
                    <a:pt x="0" y="326626"/>
                  </a:moveTo>
                  <a:lnTo>
                    <a:pt x="297202" y="302398"/>
                  </a:lnTo>
                  <a:lnTo>
                    <a:pt x="7824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683584" y="3803441"/>
              <a:ext cx="1074390" cy="370838"/>
            </a:xfrm>
            <a:custGeom>
              <a:avLst/>
              <a:pathLst>
                <a:path w="1074390" h="370838">
                  <a:moveTo>
                    <a:pt x="0" y="0"/>
                  </a:moveTo>
                  <a:lnTo>
                    <a:pt x="551947" y="187703"/>
                  </a:lnTo>
                  <a:lnTo>
                    <a:pt x="1074390" y="3708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4401409" y="3831411"/>
              <a:ext cx="1011783" cy="195284"/>
            </a:xfrm>
            <a:custGeom>
              <a:avLst/>
              <a:pathLst>
                <a:path w="1011783" h="195284">
                  <a:moveTo>
                    <a:pt x="0" y="195284"/>
                  </a:moveTo>
                  <a:lnTo>
                    <a:pt x="472789" y="0"/>
                  </a:lnTo>
                  <a:lnTo>
                    <a:pt x="1011783" y="1670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3585896" y="1905530"/>
              <a:ext cx="261941" cy="602118"/>
            </a:xfrm>
            <a:custGeom>
              <a:avLst/>
              <a:pathLst>
                <a:path w="261941" h="602118">
                  <a:moveTo>
                    <a:pt x="0" y="0"/>
                  </a:moveTo>
                  <a:lnTo>
                    <a:pt x="261941" y="6021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3585896" y="4182245"/>
              <a:ext cx="579292" cy="244110"/>
            </a:xfrm>
            <a:custGeom>
              <a:avLst/>
              <a:pathLst>
                <a:path w="579292" h="244110">
                  <a:moveTo>
                    <a:pt x="0" y="244110"/>
                  </a:moveTo>
                  <a:lnTo>
                    <a:pt x="579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3585896" y="3269050"/>
              <a:ext cx="266288" cy="503963"/>
            </a:xfrm>
            <a:custGeom>
              <a:avLst/>
              <a:pathLst>
                <a:path w="266288" h="503963">
                  <a:moveTo>
                    <a:pt x="0" y="0"/>
                  </a:moveTo>
                  <a:lnTo>
                    <a:pt x="266288" y="5039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4295796" y="4484419"/>
              <a:ext cx="342182" cy="33102"/>
            </a:xfrm>
            <a:custGeom>
              <a:avLst/>
              <a:pathLst>
                <a:path w="342182" h="33102">
                  <a:moveTo>
                    <a:pt x="0" y="0"/>
                  </a:moveTo>
                  <a:lnTo>
                    <a:pt x="342182" y="331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3585896" y="2643641"/>
              <a:ext cx="302792" cy="658007"/>
            </a:xfrm>
            <a:custGeom>
              <a:avLst/>
              <a:pathLst>
                <a:path w="302792" h="658007">
                  <a:moveTo>
                    <a:pt x="0" y="0"/>
                  </a:moveTo>
                  <a:lnTo>
                    <a:pt x="302792" y="6580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3585896" y="4272380"/>
              <a:ext cx="1932954" cy="86614"/>
            </a:xfrm>
            <a:custGeom>
              <a:avLst/>
              <a:pathLst>
                <a:path w="1932954" h="86614">
                  <a:moveTo>
                    <a:pt x="0" y="86614"/>
                  </a:moveTo>
                  <a:lnTo>
                    <a:pt x="735192" y="23890"/>
                  </a:lnTo>
                  <a:lnTo>
                    <a:pt x="1314023" y="0"/>
                  </a:lnTo>
                  <a:lnTo>
                    <a:pt x="1932954" y="83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3842800" y="3180832"/>
              <a:ext cx="532517" cy="192851"/>
            </a:xfrm>
            <a:custGeom>
              <a:avLst/>
              <a:pathLst>
                <a:path w="532517" h="192851">
                  <a:moveTo>
                    <a:pt x="0" y="185544"/>
                  </a:moveTo>
                  <a:lnTo>
                    <a:pt x="286791" y="0"/>
                  </a:lnTo>
                  <a:lnTo>
                    <a:pt x="532517" y="1928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3852432" y="2973596"/>
              <a:ext cx="261663" cy="607037"/>
            </a:xfrm>
            <a:custGeom>
              <a:avLst/>
              <a:pathLst>
                <a:path w="261663" h="607037">
                  <a:moveTo>
                    <a:pt x="0" y="607037"/>
                  </a:moveTo>
                  <a:lnTo>
                    <a:pt x="261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3585896" y="2789942"/>
              <a:ext cx="639021" cy="530763"/>
            </a:xfrm>
            <a:custGeom>
              <a:avLst/>
              <a:pathLst>
                <a:path w="639021" h="530763">
                  <a:moveTo>
                    <a:pt x="0" y="0"/>
                  </a:moveTo>
                  <a:lnTo>
                    <a:pt x="312277" y="457876"/>
                  </a:lnTo>
                  <a:lnTo>
                    <a:pt x="639021" y="5307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3585896" y="4405222"/>
              <a:ext cx="1021858" cy="66359"/>
            </a:xfrm>
            <a:custGeom>
              <a:avLst/>
              <a:pathLst>
                <a:path w="1021858" h="66359">
                  <a:moveTo>
                    <a:pt x="0" y="66359"/>
                  </a:moveTo>
                  <a:lnTo>
                    <a:pt x="534945" y="0"/>
                  </a:lnTo>
                  <a:lnTo>
                    <a:pt x="1021858" y="505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3585896" y="4520114"/>
              <a:ext cx="1397935" cy="95140"/>
            </a:xfrm>
            <a:custGeom>
              <a:avLst/>
              <a:pathLst>
                <a:path w="1397935" h="95140">
                  <a:moveTo>
                    <a:pt x="0" y="95140"/>
                  </a:moveTo>
                  <a:lnTo>
                    <a:pt x="1397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3585896" y="3610309"/>
              <a:ext cx="1103175" cy="244156"/>
            </a:xfrm>
            <a:custGeom>
              <a:avLst/>
              <a:pathLst>
                <a:path w="1103175" h="244156">
                  <a:moveTo>
                    <a:pt x="0" y="244156"/>
                  </a:moveTo>
                  <a:lnTo>
                    <a:pt x="550508" y="164999"/>
                  </a:lnTo>
                  <a:lnTo>
                    <a:pt x="1103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3585896" y="2363103"/>
              <a:ext cx="1137624" cy="899137"/>
            </a:xfrm>
            <a:custGeom>
              <a:avLst/>
              <a:pathLst>
                <a:path w="1137624" h="899137">
                  <a:moveTo>
                    <a:pt x="0" y="899137"/>
                  </a:moveTo>
                  <a:lnTo>
                    <a:pt x="528827" y="0"/>
                  </a:lnTo>
                  <a:lnTo>
                    <a:pt x="1137624" y="30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4393308" y="3982881"/>
              <a:ext cx="1688944" cy="54797"/>
            </a:xfrm>
            <a:custGeom>
              <a:avLst/>
              <a:pathLst>
                <a:path w="1688944" h="54797">
                  <a:moveTo>
                    <a:pt x="0" y="0"/>
                  </a:moveTo>
                  <a:lnTo>
                    <a:pt x="551308" y="8385"/>
                  </a:lnTo>
                  <a:lnTo>
                    <a:pt x="1004587" y="54797"/>
                  </a:lnTo>
                  <a:lnTo>
                    <a:pt x="1688944" y="293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4648053" y="4356564"/>
              <a:ext cx="528199" cy="95913"/>
            </a:xfrm>
            <a:custGeom>
              <a:avLst/>
              <a:pathLst>
                <a:path w="528199" h="95913">
                  <a:moveTo>
                    <a:pt x="0" y="0"/>
                  </a:moveTo>
                  <a:lnTo>
                    <a:pt x="528199" y="959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tx422"/>
            <p:cNvSpPr/>
            <p:nvPr/>
          </p:nvSpPr>
          <p:spPr>
            <a:xfrm>
              <a:off x="3275953" y="437086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275953" y="3494499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275953" y="261474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213797" y="1738049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426" name="pl426"/>
            <p:cNvSpPr/>
            <p:nvPr/>
          </p:nvSpPr>
          <p:spPr>
            <a:xfrm>
              <a:off x="3365944" y="44125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365944" y="35344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365944" y="26564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3365944" y="17783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tx433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437" name="tx437"/>
            <p:cNvSpPr/>
            <p:nvPr/>
          </p:nvSpPr>
          <p:spPr>
            <a:xfrm rot="-5400000">
              <a:off x="2256770" y="32845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Nico (Z)</a:t>
              </a:r>
            </a:p>
          </p:txBody>
        </p:sp>
        <p:sp>
          <p:nvSpPr>
            <p:cNvPr id="438" name="rc438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613389" y="439345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613389" y="3590898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613389" y="278834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613389" y="198578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613389" y="399217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613389" y="3189620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613389" y="238706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7884360" y="4634221"/>
              <a:ext cx="138959" cy="16051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8579160" y="4634221"/>
              <a:ext cx="138959" cy="16051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8996040" y="4634221"/>
              <a:ext cx="138959" cy="16051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9135000" y="4634221"/>
              <a:ext cx="138959" cy="16051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9273960" y="4313198"/>
              <a:ext cx="138959" cy="48153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9412920" y="4313198"/>
              <a:ext cx="138959" cy="48153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9551880" y="3831665"/>
              <a:ext cx="138959" cy="96306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9690840" y="2066041"/>
              <a:ext cx="138959" cy="272869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982979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9968759" y="3350131"/>
              <a:ext cx="138959" cy="144460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0107719" y="3992176"/>
              <a:ext cx="138959" cy="802556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10246679" y="4634221"/>
              <a:ext cx="138959" cy="16051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01077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0246679" y="4473710"/>
              <a:ext cx="138959" cy="32102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0524599" y="4313198"/>
              <a:ext cx="138959" cy="48153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0663559" y="4473710"/>
              <a:ext cx="138959" cy="32102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1080439" y="4634221"/>
              <a:ext cx="138959" cy="160511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1025171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10293904" y="2226553"/>
              <a:ext cx="1019769" cy="787324"/>
            </a:xfrm>
            <a:custGeom>
              <a:avLst/>
              <a:pathLst>
                <a:path w="1019769" h="787324">
                  <a:moveTo>
                    <a:pt x="25146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5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tx517"/>
            <p:cNvSpPr/>
            <p:nvPr/>
          </p:nvSpPr>
          <p:spPr>
            <a:xfrm>
              <a:off x="10335814" y="2237358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0.52 Z/year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0335814" y="2467516"/>
              <a:ext cx="609686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0.609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0335814" y="2640990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0.968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0335814" y="2843795"/>
              <a:ext cx="89713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-1.348</a:t>
              </a:r>
            </a:p>
          </p:txBody>
        </p:sp>
        <p:sp>
          <p:nvSpPr>
            <p:cNvPr id="521" name="pg521"/>
            <p:cNvSpPr/>
            <p:nvPr/>
          </p:nvSpPr>
          <p:spPr>
            <a:xfrm>
              <a:off x="7814880" y="2444737"/>
              <a:ext cx="4029838" cy="2349994"/>
            </a:xfrm>
            <a:custGeom>
              <a:avLst/>
              <a:pathLst>
                <a:path w="4029838" h="2349994">
                  <a:moveTo>
                    <a:pt x="0" y="2327163"/>
                  </a:moveTo>
                  <a:lnTo>
                    <a:pt x="7886" y="2325107"/>
                  </a:lnTo>
                  <a:lnTo>
                    <a:pt x="15772" y="2322967"/>
                  </a:lnTo>
                  <a:lnTo>
                    <a:pt x="23658" y="2320729"/>
                  </a:lnTo>
                  <a:lnTo>
                    <a:pt x="31544" y="2318430"/>
                  </a:lnTo>
                  <a:lnTo>
                    <a:pt x="39430" y="2316081"/>
                  </a:lnTo>
                  <a:lnTo>
                    <a:pt x="47317" y="2313692"/>
                  </a:lnTo>
                  <a:lnTo>
                    <a:pt x="55203" y="2311274"/>
                  </a:lnTo>
                  <a:lnTo>
                    <a:pt x="63089" y="2308844"/>
                  </a:lnTo>
                  <a:lnTo>
                    <a:pt x="70975" y="2306426"/>
                  </a:lnTo>
                  <a:lnTo>
                    <a:pt x="78861" y="2304034"/>
                  </a:lnTo>
                  <a:lnTo>
                    <a:pt x="86747" y="2301683"/>
                  </a:lnTo>
                  <a:lnTo>
                    <a:pt x="94634" y="2299395"/>
                  </a:lnTo>
                  <a:lnTo>
                    <a:pt x="102520" y="2297211"/>
                  </a:lnTo>
                  <a:lnTo>
                    <a:pt x="110406" y="2295130"/>
                  </a:lnTo>
                  <a:lnTo>
                    <a:pt x="118292" y="2293167"/>
                  </a:lnTo>
                  <a:lnTo>
                    <a:pt x="126178" y="2291338"/>
                  </a:lnTo>
                  <a:lnTo>
                    <a:pt x="134065" y="2289679"/>
                  </a:lnTo>
                  <a:lnTo>
                    <a:pt x="141951" y="2288227"/>
                  </a:lnTo>
                  <a:lnTo>
                    <a:pt x="149837" y="2286960"/>
                  </a:lnTo>
                  <a:lnTo>
                    <a:pt x="157723" y="2285889"/>
                  </a:lnTo>
                  <a:lnTo>
                    <a:pt x="165609" y="2285022"/>
                  </a:lnTo>
                  <a:lnTo>
                    <a:pt x="173495" y="2284407"/>
                  </a:lnTo>
                  <a:lnTo>
                    <a:pt x="181382" y="2284052"/>
                  </a:lnTo>
                  <a:lnTo>
                    <a:pt x="189268" y="2283922"/>
                  </a:lnTo>
                  <a:lnTo>
                    <a:pt x="197154" y="2284018"/>
                  </a:lnTo>
                  <a:lnTo>
                    <a:pt x="205040" y="2284339"/>
                  </a:lnTo>
                  <a:lnTo>
                    <a:pt x="212926" y="2284931"/>
                  </a:lnTo>
                  <a:lnTo>
                    <a:pt x="220813" y="2285766"/>
                  </a:lnTo>
                  <a:lnTo>
                    <a:pt x="228699" y="2286807"/>
                  </a:lnTo>
                  <a:lnTo>
                    <a:pt x="236585" y="2288044"/>
                  </a:lnTo>
                  <a:lnTo>
                    <a:pt x="244471" y="2289470"/>
                  </a:lnTo>
                  <a:lnTo>
                    <a:pt x="252357" y="2291111"/>
                  </a:lnTo>
                  <a:lnTo>
                    <a:pt x="260243" y="2292917"/>
                  </a:lnTo>
                  <a:lnTo>
                    <a:pt x="268130" y="2294859"/>
                  </a:lnTo>
                  <a:lnTo>
                    <a:pt x="276016" y="2296923"/>
                  </a:lnTo>
                  <a:lnTo>
                    <a:pt x="283902" y="2299092"/>
                  </a:lnTo>
                  <a:lnTo>
                    <a:pt x="291788" y="2301370"/>
                  </a:lnTo>
                  <a:lnTo>
                    <a:pt x="299674" y="2303710"/>
                  </a:lnTo>
                  <a:lnTo>
                    <a:pt x="307561" y="2306092"/>
                  </a:lnTo>
                  <a:lnTo>
                    <a:pt x="315447" y="2308503"/>
                  </a:lnTo>
                  <a:lnTo>
                    <a:pt x="323333" y="2310926"/>
                  </a:lnTo>
                  <a:lnTo>
                    <a:pt x="331219" y="2313338"/>
                  </a:lnTo>
                  <a:lnTo>
                    <a:pt x="339105" y="2315722"/>
                  </a:lnTo>
                  <a:lnTo>
                    <a:pt x="346991" y="2318065"/>
                  </a:lnTo>
                  <a:lnTo>
                    <a:pt x="354878" y="2320358"/>
                  </a:lnTo>
                  <a:lnTo>
                    <a:pt x="362764" y="2322585"/>
                  </a:lnTo>
                  <a:lnTo>
                    <a:pt x="370650" y="2324713"/>
                  </a:lnTo>
                  <a:lnTo>
                    <a:pt x="378536" y="2326754"/>
                  </a:lnTo>
                  <a:lnTo>
                    <a:pt x="386422" y="2328702"/>
                  </a:lnTo>
                  <a:lnTo>
                    <a:pt x="394309" y="2330552"/>
                  </a:lnTo>
                  <a:lnTo>
                    <a:pt x="402195" y="2332289"/>
                  </a:lnTo>
                  <a:lnTo>
                    <a:pt x="410081" y="2333889"/>
                  </a:lnTo>
                  <a:lnTo>
                    <a:pt x="417967" y="2335377"/>
                  </a:lnTo>
                  <a:lnTo>
                    <a:pt x="425853" y="2336751"/>
                  </a:lnTo>
                  <a:lnTo>
                    <a:pt x="433739" y="2338011"/>
                  </a:lnTo>
                  <a:lnTo>
                    <a:pt x="441626" y="2339141"/>
                  </a:lnTo>
                  <a:lnTo>
                    <a:pt x="449512" y="2340131"/>
                  </a:lnTo>
                  <a:lnTo>
                    <a:pt x="457398" y="2341007"/>
                  </a:lnTo>
                  <a:lnTo>
                    <a:pt x="465284" y="2341769"/>
                  </a:lnTo>
                  <a:lnTo>
                    <a:pt x="473170" y="2342419"/>
                  </a:lnTo>
                  <a:lnTo>
                    <a:pt x="481056" y="2342937"/>
                  </a:lnTo>
                  <a:lnTo>
                    <a:pt x="488943" y="2343326"/>
                  </a:lnTo>
                  <a:lnTo>
                    <a:pt x="496829" y="2343606"/>
                  </a:lnTo>
                  <a:lnTo>
                    <a:pt x="504715" y="2343776"/>
                  </a:lnTo>
                  <a:lnTo>
                    <a:pt x="512601" y="2343838"/>
                  </a:lnTo>
                  <a:lnTo>
                    <a:pt x="520487" y="2343768"/>
                  </a:lnTo>
                  <a:lnTo>
                    <a:pt x="528374" y="2343575"/>
                  </a:lnTo>
                  <a:lnTo>
                    <a:pt x="536260" y="2343273"/>
                  </a:lnTo>
                  <a:lnTo>
                    <a:pt x="544146" y="2342861"/>
                  </a:lnTo>
                  <a:lnTo>
                    <a:pt x="552032" y="2342339"/>
                  </a:lnTo>
                  <a:lnTo>
                    <a:pt x="559918" y="2341677"/>
                  </a:lnTo>
                  <a:lnTo>
                    <a:pt x="567804" y="2340891"/>
                  </a:lnTo>
                  <a:lnTo>
                    <a:pt x="575691" y="2339992"/>
                  </a:lnTo>
                  <a:lnTo>
                    <a:pt x="583577" y="2338978"/>
                  </a:lnTo>
                  <a:lnTo>
                    <a:pt x="591463" y="2337850"/>
                  </a:lnTo>
                  <a:lnTo>
                    <a:pt x="599349" y="2336571"/>
                  </a:lnTo>
                  <a:lnTo>
                    <a:pt x="607235" y="2335173"/>
                  </a:lnTo>
                  <a:lnTo>
                    <a:pt x="615122" y="2333662"/>
                  </a:lnTo>
                  <a:lnTo>
                    <a:pt x="623008" y="2332039"/>
                  </a:lnTo>
                  <a:lnTo>
                    <a:pt x="630894" y="2330307"/>
                  </a:lnTo>
                  <a:lnTo>
                    <a:pt x="638780" y="2328435"/>
                  </a:lnTo>
                  <a:lnTo>
                    <a:pt x="646666" y="2326466"/>
                  </a:lnTo>
                  <a:lnTo>
                    <a:pt x="654552" y="2324406"/>
                  </a:lnTo>
                  <a:lnTo>
                    <a:pt x="662439" y="2322261"/>
                  </a:lnTo>
                  <a:lnTo>
                    <a:pt x="670325" y="2320035"/>
                  </a:lnTo>
                  <a:lnTo>
                    <a:pt x="678211" y="2317727"/>
                  </a:lnTo>
                  <a:lnTo>
                    <a:pt x="686097" y="2315371"/>
                  </a:lnTo>
                  <a:lnTo>
                    <a:pt x="693983" y="2312977"/>
                  </a:lnTo>
                  <a:lnTo>
                    <a:pt x="701870" y="2310558"/>
                  </a:lnTo>
                  <a:lnTo>
                    <a:pt x="709756" y="2308128"/>
                  </a:lnTo>
                  <a:lnTo>
                    <a:pt x="717642" y="2305711"/>
                  </a:lnTo>
                  <a:lnTo>
                    <a:pt x="725528" y="2303325"/>
                  </a:lnTo>
                  <a:lnTo>
                    <a:pt x="733414" y="2300985"/>
                  </a:lnTo>
                  <a:lnTo>
                    <a:pt x="741300" y="2298705"/>
                  </a:lnTo>
                  <a:lnTo>
                    <a:pt x="749187" y="2296515"/>
                  </a:lnTo>
                  <a:lnTo>
                    <a:pt x="757073" y="2294448"/>
                  </a:lnTo>
                  <a:lnTo>
                    <a:pt x="764959" y="2292503"/>
                  </a:lnTo>
                  <a:lnTo>
                    <a:pt x="772845" y="2290693"/>
                  </a:lnTo>
                  <a:lnTo>
                    <a:pt x="780731" y="2289030"/>
                  </a:lnTo>
                  <a:lnTo>
                    <a:pt x="788618" y="2287558"/>
                  </a:lnTo>
                  <a:lnTo>
                    <a:pt x="796504" y="2286295"/>
                  </a:lnTo>
                  <a:lnTo>
                    <a:pt x="804390" y="2285221"/>
                  </a:lnTo>
                  <a:lnTo>
                    <a:pt x="812276" y="2284342"/>
                  </a:lnTo>
                  <a:lnTo>
                    <a:pt x="820162" y="2283664"/>
                  </a:lnTo>
                  <a:lnTo>
                    <a:pt x="828048" y="2283234"/>
                  </a:lnTo>
                  <a:lnTo>
                    <a:pt x="835935" y="2283037"/>
                  </a:lnTo>
                  <a:lnTo>
                    <a:pt x="843821" y="2283041"/>
                  </a:lnTo>
                  <a:lnTo>
                    <a:pt x="851707" y="2283244"/>
                  </a:lnTo>
                  <a:lnTo>
                    <a:pt x="859593" y="2283638"/>
                  </a:lnTo>
                  <a:lnTo>
                    <a:pt x="867479" y="2284260"/>
                  </a:lnTo>
                  <a:lnTo>
                    <a:pt x="875366" y="2285060"/>
                  </a:lnTo>
                  <a:lnTo>
                    <a:pt x="883252" y="2286009"/>
                  </a:lnTo>
                  <a:lnTo>
                    <a:pt x="891138" y="2287092"/>
                  </a:lnTo>
                  <a:lnTo>
                    <a:pt x="899024" y="2288294"/>
                  </a:lnTo>
                  <a:lnTo>
                    <a:pt x="906910" y="2289618"/>
                  </a:lnTo>
                  <a:lnTo>
                    <a:pt x="914796" y="2291009"/>
                  </a:lnTo>
                  <a:lnTo>
                    <a:pt x="922683" y="2292445"/>
                  </a:lnTo>
                  <a:lnTo>
                    <a:pt x="930569" y="2293904"/>
                  </a:lnTo>
                  <a:lnTo>
                    <a:pt x="938455" y="2295367"/>
                  </a:lnTo>
                  <a:lnTo>
                    <a:pt x="946341" y="2296793"/>
                  </a:lnTo>
                  <a:lnTo>
                    <a:pt x="954227" y="2298161"/>
                  </a:lnTo>
                  <a:lnTo>
                    <a:pt x="962113" y="2299453"/>
                  </a:lnTo>
                  <a:lnTo>
                    <a:pt x="970000" y="2300649"/>
                  </a:lnTo>
                  <a:lnTo>
                    <a:pt x="977886" y="2301725"/>
                  </a:lnTo>
                  <a:lnTo>
                    <a:pt x="985772" y="2302620"/>
                  </a:lnTo>
                  <a:lnTo>
                    <a:pt x="993658" y="2303354"/>
                  </a:lnTo>
                  <a:lnTo>
                    <a:pt x="1001544" y="2303916"/>
                  </a:lnTo>
                  <a:lnTo>
                    <a:pt x="1009431" y="2304293"/>
                  </a:lnTo>
                  <a:lnTo>
                    <a:pt x="1017317" y="2304458"/>
                  </a:lnTo>
                  <a:lnTo>
                    <a:pt x="1025203" y="2304362"/>
                  </a:lnTo>
                  <a:lnTo>
                    <a:pt x="1033089" y="2304053"/>
                  </a:lnTo>
                  <a:lnTo>
                    <a:pt x="1040975" y="2303528"/>
                  </a:lnTo>
                  <a:lnTo>
                    <a:pt x="1048861" y="2302784"/>
                  </a:lnTo>
                  <a:lnTo>
                    <a:pt x="1056748" y="2301794"/>
                  </a:lnTo>
                  <a:lnTo>
                    <a:pt x="1064634" y="2300543"/>
                  </a:lnTo>
                  <a:lnTo>
                    <a:pt x="1072520" y="2299083"/>
                  </a:lnTo>
                  <a:lnTo>
                    <a:pt x="1080406" y="2297419"/>
                  </a:lnTo>
                  <a:lnTo>
                    <a:pt x="1088292" y="2295558"/>
                  </a:lnTo>
                  <a:lnTo>
                    <a:pt x="1096179" y="2293476"/>
                  </a:lnTo>
                  <a:lnTo>
                    <a:pt x="1104065" y="2291188"/>
                  </a:lnTo>
                  <a:lnTo>
                    <a:pt x="1111951" y="2288735"/>
                  </a:lnTo>
                  <a:lnTo>
                    <a:pt x="1119837" y="2286128"/>
                  </a:lnTo>
                  <a:lnTo>
                    <a:pt x="1127723" y="2283374"/>
                  </a:lnTo>
                  <a:lnTo>
                    <a:pt x="1135609" y="2280456"/>
                  </a:lnTo>
                  <a:lnTo>
                    <a:pt x="1143496" y="2277401"/>
                  </a:lnTo>
                  <a:lnTo>
                    <a:pt x="1151382" y="2274232"/>
                  </a:lnTo>
                  <a:lnTo>
                    <a:pt x="1159268" y="2270956"/>
                  </a:lnTo>
                  <a:lnTo>
                    <a:pt x="1167154" y="2267579"/>
                  </a:lnTo>
                  <a:lnTo>
                    <a:pt x="1175040" y="2264082"/>
                  </a:lnTo>
                  <a:lnTo>
                    <a:pt x="1182927" y="2260486"/>
                  </a:lnTo>
                  <a:lnTo>
                    <a:pt x="1190813" y="2256800"/>
                  </a:lnTo>
                  <a:lnTo>
                    <a:pt x="1198699" y="2253023"/>
                  </a:lnTo>
                  <a:lnTo>
                    <a:pt x="1206585" y="2249153"/>
                  </a:lnTo>
                  <a:lnTo>
                    <a:pt x="1214471" y="2245156"/>
                  </a:lnTo>
                  <a:lnTo>
                    <a:pt x="1222357" y="2241050"/>
                  </a:lnTo>
                  <a:lnTo>
                    <a:pt x="1230244" y="2236833"/>
                  </a:lnTo>
                  <a:lnTo>
                    <a:pt x="1238130" y="2232496"/>
                  </a:lnTo>
                  <a:lnTo>
                    <a:pt x="1246016" y="2228032"/>
                  </a:lnTo>
                  <a:lnTo>
                    <a:pt x="1253902" y="2223378"/>
                  </a:lnTo>
                  <a:lnTo>
                    <a:pt x="1261788" y="2218569"/>
                  </a:lnTo>
                  <a:lnTo>
                    <a:pt x="1269675" y="2213596"/>
                  </a:lnTo>
                  <a:lnTo>
                    <a:pt x="1277561" y="2208448"/>
                  </a:lnTo>
                  <a:lnTo>
                    <a:pt x="1285447" y="2203109"/>
                  </a:lnTo>
                  <a:lnTo>
                    <a:pt x="1293333" y="2197512"/>
                  </a:lnTo>
                  <a:lnTo>
                    <a:pt x="1301219" y="2191708"/>
                  </a:lnTo>
                  <a:lnTo>
                    <a:pt x="1309105" y="2185690"/>
                  </a:lnTo>
                  <a:lnTo>
                    <a:pt x="1316992" y="2179453"/>
                  </a:lnTo>
                  <a:lnTo>
                    <a:pt x="1324878" y="2172975"/>
                  </a:lnTo>
                  <a:lnTo>
                    <a:pt x="1332764" y="2166213"/>
                  </a:lnTo>
                  <a:lnTo>
                    <a:pt x="1340650" y="2159227"/>
                  </a:lnTo>
                  <a:lnTo>
                    <a:pt x="1348536" y="2152020"/>
                  </a:lnTo>
                  <a:lnTo>
                    <a:pt x="1356423" y="2144596"/>
                  </a:lnTo>
                  <a:lnTo>
                    <a:pt x="1364309" y="2136936"/>
                  </a:lnTo>
                  <a:lnTo>
                    <a:pt x="1372195" y="2129036"/>
                  </a:lnTo>
                  <a:lnTo>
                    <a:pt x="1380081" y="2120954"/>
                  </a:lnTo>
                  <a:lnTo>
                    <a:pt x="1387967" y="2112700"/>
                  </a:lnTo>
                  <a:lnTo>
                    <a:pt x="1395853" y="2104289"/>
                  </a:lnTo>
                  <a:lnTo>
                    <a:pt x="1403740" y="2095714"/>
                  </a:lnTo>
                  <a:lnTo>
                    <a:pt x="1411626" y="2087001"/>
                  </a:lnTo>
                  <a:lnTo>
                    <a:pt x="1419512" y="2078192"/>
                  </a:lnTo>
                  <a:lnTo>
                    <a:pt x="1427398" y="2069301"/>
                  </a:lnTo>
                  <a:lnTo>
                    <a:pt x="1435284" y="2060343"/>
                  </a:lnTo>
                  <a:lnTo>
                    <a:pt x="1443170" y="2051329"/>
                  </a:lnTo>
                  <a:lnTo>
                    <a:pt x="1451057" y="2042285"/>
                  </a:lnTo>
                  <a:lnTo>
                    <a:pt x="1458943" y="2033229"/>
                  </a:lnTo>
                  <a:lnTo>
                    <a:pt x="1466829" y="2024169"/>
                  </a:lnTo>
                  <a:lnTo>
                    <a:pt x="1474715" y="2015112"/>
                  </a:lnTo>
                  <a:lnTo>
                    <a:pt x="1482601" y="2006069"/>
                  </a:lnTo>
                  <a:lnTo>
                    <a:pt x="1490488" y="1997036"/>
                  </a:lnTo>
                  <a:lnTo>
                    <a:pt x="1498374" y="1988008"/>
                  </a:lnTo>
                  <a:lnTo>
                    <a:pt x="1506260" y="1978976"/>
                  </a:lnTo>
                  <a:lnTo>
                    <a:pt x="1514146" y="1969929"/>
                  </a:lnTo>
                  <a:lnTo>
                    <a:pt x="1522032" y="1960828"/>
                  </a:lnTo>
                  <a:lnTo>
                    <a:pt x="1529918" y="1951647"/>
                  </a:lnTo>
                  <a:lnTo>
                    <a:pt x="1537805" y="1942355"/>
                  </a:lnTo>
                  <a:lnTo>
                    <a:pt x="1545691" y="1932918"/>
                  </a:lnTo>
                  <a:lnTo>
                    <a:pt x="1553577" y="1923296"/>
                  </a:lnTo>
                  <a:lnTo>
                    <a:pt x="1561463" y="1913331"/>
                  </a:lnTo>
                  <a:lnTo>
                    <a:pt x="1569349" y="1903029"/>
                  </a:lnTo>
                  <a:lnTo>
                    <a:pt x="1577236" y="1892329"/>
                  </a:lnTo>
                  <a:lnTo>
                    <a:pt x="1585122" y="1881168"/>
                  </a:lnTo>
                  <a:lnTo>
                    <a:pt x="1593008" y="1869451"/>
                  </a:lnTo>
                  <a:lnTo>
                    <a:pt x="1600894" y="1856892"/>
                  </a:lnTo>
                  <a:lnTo>
                    <a:pt x="1608780" y="1843574"/>
                  </a:lnTo>
                  <a:lnTo>
                    <a:pt x="1616666" y="1829414"/>
                  </a:lnTo>
                  <a:lnTo>
                    <a:pt x="1624553" y="1814330"/>
                  </a:lnTo>
                  <a:lnTo>
                    <a:pt x="1632439" y="1798137"/>
                  </a:lnTo>
                  <a:lnTo>
                    <a:pt x="1640325" y="1780491"/>
                  </a:lnTo>
                  <a:lnTo>
                    <a:pt x="1648211" y="1761576"/>
                  </a:lnTo>
                  <a:lnTo>
                    <a:pt x="1656097" y="1741309"/>
                  </a:lnTo>
                  <a:lnTo>
                    <a:pt x="1663984" y="1719610"/>
                  </a:lnTo>
                  <a:lnTo>
                    <a:pt x="1671870" y="1696188"/>
                  </a:lnTo>
                  <a:lnTo>
                    <a:pt x="1679756" y="1670779"/>
                  </a:lnTo>
                  <a:lnTo>
                    <a:pt x="1687642" y="1643657"/>
                  </a:lnTo>
                  <a:lnTo>
                    <a:pt x="1695528" y="1614770"/>
                  </a:lnTo>
                  <a:lnTo>
                    <a:pt x="1703414" y="1584070"/>
                  </a:lnTo>
                  <a:lnTo>
                    <a:pt x="1711301" y="1551189"/>
                  </a:lnTo>
                  <a:lnTo>
                    <a:pt x="1719187" y="1516087"/>
                  </a:lnTo>
                  <a:lnTo>
                    <a:pt x="1727073" y="1479085"/>
                  </a:lnTo>
                  <a:lnTo>
                    <a:pt x="1734959" y="1440192"/>
                  </a:lnTo>
                  <a:lnTo>
                    <a:pt x="1742845" y="1399424"/>
                  </a:lnTo>
                  <a:lnTo>
                    <a:pt x="1750732" y="1356423"/>
                  </a:lnTo>
                  <a:lnTo>
                    <a:pt x="1758618" y="1311436"/>
                  </a:lnTo>
                  <a:lnTo>
                    <a:pt x="1766504" y="1264778"/>
                  </a:lnTo>
                  <a:lnTo>
                    <a:pt x="1774390" y="1216531"/>
                  </a:lnTo>
                  <a:lnTo>
                    <a:pt x="1782276" y="1166788"/>
                  </a:lnTo>
                  <a:lnTo>
                    <a:pt x="1790162" y="1115351"/>
                  </a:lnTo>
                  <a:lnTo>
                    <a:pt x="1798049" y="1062666"/>
                  </a:lnTo>
                  <a:lnTo>
                    <a:pt x="1805935" y="1008994"/>
                  </a:lnTo>
                  <a:lnTo>
                    <a:pt x="1813821" y="954490"/>
                  </a:lnTo>
                  <a:lnTo>
                    <a:pt x="1821707" y="899313"/>
                  </a:lnTo>
                  <a:lnTo>
                    <a:pt x="1829593" y="843589"/>
                  </a:lnTo>
                  <a:lnTo>
                    <a:pt x="1837479" y="787719"/>
                  </a:lnTo>
                  <a:lnTo>
                    <a:pt x="1845366" y="731916"/>
                  </a:lnTo>
                  <a:lnTo>
                    <a:pt x="1853252" y="676375"/>
                  </a:lnTo>
                  <a:lnTo>
                    <a:pt x="1861138" y="621293"/>
                  </a:lnTo>
                  <a:lnTo>
                    <a:pt x="1869024" y="567249"/>
                  </a:lnTo>
                  <a:lnTo>
                    <a:pt x="1876910" y="514286"/>
                  </a:lnTo>
                  <a:lnTo>
                    <a:pt x="1884797" y="462606"/>
                  </a:lnTo>
                  <a:lnTo>
                    <a:pt x="1892683" y="412408"/>
                  </a:lnTo>
                  <a:lnTo>
                    <a:pt x="1900569" y="363976"/>
                  </a:lnTo>
                  <a:lnTo>
                    <a:pt x="1908455" y="318133"/>
                  </a:lnTo>
                  <a:lnTo>
                    <a:pt x="1916341" y="274542"/>
                  </a:lnTo>
                  <a:lnTo>
                    <a:pt x="1924227" y="233373"/>
                  </a:lnTo>
                  <a:lnTo>
                    <a:pt x="1932114" y="194791"/>
                  </a:lnTo>
                  <a:lnTo>
                    <a:pt x="1940000" y="159216"/>
                  </a:lnTo>
                  <a:lnTo>
                    <a:pt x="1947886" y="127401"/>
                  </a:lnTo>
                  <a:lnTo>
                    <a:pt x="1955772" y="98744"/>
                  </a:lnTo>
                  <a:lnTo>
                    <a:pt x="1963658" y="73353"/>
                  </a:lnTo>
                  <a:lnTo>
                    <a:pt x="1971545" y="51327"/>
                  </a:lnTo>
                  <a:lnTo>
                    <a:pt x="1979431" y="33221"/>
                  </a:lnTo>
                  <a:lnTo>
                    <a:pt x="1987317" y="19458"/>
                  </a:lnTo>
                  <a:lnTo>
                    <a:pt x="1995203" y="9319"/>
                  </a:lnTo>
                  <a:lnTo>
                    <a:pt x="2003089" y="2829"/>
                  </a:lnTo>
                  <a:lnTo>
                    <a:pt x="2010975" y="0"/>
                  </a:lnTo>
                  <a:lnTo>
                    <a:pt x="2018862" y="1463"/>
                  </a:lnTo>
                  <a:lnTo>
                    <a:pt x="2026748" y="7172"/>
                  </a:lnTo>
                  <a:lnTo>
                    <a:pt x="2034634" y="16433"/>
                  </a:lnTo>
                  <a:lnTo>
                    <a:pt x="2042520" y="29179"/>
                  </a:lnTo>
                  <a:lnTo>
                    <a:pt x="2050406" y="45334"/>
                  </a:lnTo>
                  <a:lnTo>
                    <a:pt x="2058293" y="65486"/>
                  </a:lnTo>
                  <a:lnTo>
                    <a:pt x="2066179" y="89151"/>
                  </a:lnTo>
                  <a:lnTo>
                    <a:pt x="2074065" y="115764"/>
                  </a:lnTo>
                  <a:lnTo>
                    <a:pt x="2081951" y="145182"/>
                  </a:lnTo>
                  <a:lnTo>
                    <a:pt x="2089837" y="177252"/>
                  </a:lnTo>
                  <a:lnTo>
                    <a:pt x="2097723" y="212378"/>
                  </a:lnTo>
                  <a:lnTo>
                    <a:pt x="2105610" y="249847"/>
                  </a:lnTo>
                  <a:lnTo>
                    <a:pt x="2113496" y="289263"/>
                  </a:lnTo>
                  <a:lnTo>
                    <a:pt x="2121382" y="330438"/>
                  </a:lnTo>
                  <a:lnTo>
                    <a:pt x="2129268" y="373184"/>
                  </a:lnTo>
                  <a:lnTo>
                    <a:pt x="2137154" y="417611"/>
                  </a:lnTo>
                  <a:lnTo>
                    <a:pt x="2145041" y="463076"/>
                  </a:lnTo>
                  <a:lnTo>
                    <a:pt x="2152927" y="509336"/>
                  </a:lnTo>
                  <a:lnTo>
                    <a:pt x="2160813" y="556208"/>
                  </a:lnTo>
                  <a:lnTo>
                    <a:pt x="2168699" y="603510"/>
                  </a:lnTo>
                  <a:lnTo>
                    <a:pt x="2176585" y="651038"/>
                  </a:lnTo>
                  <a:lnTo>
                    <a:pt x="2184471" y="698488"/>
                  </a:lnTo>
                  <a:lnTo>
                    <a:pt x="2192358" y="745715"/>
                  </a:lnTo>
                  <a:lnTo>
                    <a:pt x="2200244" y="792582"/>
                  </a:lnTo>
                  <a:lnTo>
                    <a:pt x="2208130" y="838926"/>
                  </a:lnTo>
                  <a:lnTo>
                    <a:pt x="2216016" y="884395"/>
                  </a:lnTo>
                  <a:lnTo>
                    <a:pt x="2223902" y="929052"/>
                  </a:lnTo>
                  <a:lnTo>
                    <a:pt x="2231789" y="972821"/>
                  </a:lnTo>
                  <a:lnTo>
                    <a:pt x="2239675" y="1015634"/>
                  </a:lnTo>
                  <a:lnTo>
                    <a:pt x="2247561" y="1057336"/>
                  </a:lnTo>
                  <a:lnTo>
                    <a:pt x="2255447" y="1097674"/>
                  </a:lnTo>
                  <a:lnTo>
                    <a:pt x="2263333" y="1136901"/>
                  </a:lnTo>
                  <a:lnTo>
                    <a:pt x="2271219" y="1175009"/>
                  </a:lnTo>
                  <a:lnTo>
                    <a:pt x="2279106" y="1211998"/>
                  </a:lnTo>
                  <a:lnTo>
                    <a:pt x="2286992" y="1247735"/>
                  </a:lnTo>
                  <a:lnTo>
                    <a:pt x="2294878" y="1282167"/>
                  </a:lnTo>
                  <a:lnTo>
                    <a:pt x="2302764" y="1315574"/>
                  </a:lnTo>
                  <a:lnTo>
                    <a:pt x="2310650" y="1347997"/>
                  </a:lnTo>
                  <a:lnTo>
                    <a:pt x="2318536" y="1379483"/>
                  </a:lnTo>
                  <a:lnTo>
                    <a:pt x="2326423" y="1409943"/>
                  </a:lnTo>
                  <a:lnTo>
                    <a:pt x="2334309" y="1439478"/>
                  </a:lnTo>
                  <a:lnTo>
                    <a:pt x="2342195" y="1468301"/>
                  </a:lnTo>
                  <a:lnTo>
                    <a:pt x="2350081" y="1496470"/>
                  </a:lnTo>
                  <a:lnTo>
                    <a:pt x="2357967" y="1524044"/>
                  </a:lnTo>
                  <a:lnTo>
                    <a:pt x="2365854" y="1550988"/>
                  </a:lnTo>
                  <a:lnTo>
                    <a:pt x="2373740" y="1577442"/>
                  </a:lnTo>
                  <a:lnTo>
                    <a:pt x="2381626" y="1603522"/>
                  </a:lnTo>
                  <a:lnTo>
                    <a:pt x="2389512" y="1629273"/>
                  </a:lnTo>
                  <a:lnTo>
                    <a:pt x="2397398" y="1654738"/>
                  </a:lnTo>
                  <a:lnTo>
                    <a:pt x="2405284" y="1679906"/>
                  </a:lnTo>
                  <a:lnTo>
                    <a:pt x="2413171" y="1704864"/>
                  </a:lnTo>
                  <a:lnTo>
                    <a:pt x="2421057" y="1729651"/>
                  </a:lnTo>
                  <a:lnTo>
                    <a:pt x="2428943" y="1754279"/>
                  </a:lnTo>
                  <a:lnTo>
                    <a:pt x="2436829" y="1778760"/>
                  </a:lnTo>
                  <a:lnTo>
                    <a:pt x="2444715" y="1803049"/>
                  </a:lnTo>
                  <a:lnTo>
                    <a:pt x="2452602" y="1827173"/>
                  </a:lnTo>
                  <a:lnTo>
                    <a:pt x="2460488" y="1851124"/>
                  </a:lnTo>
                  <a:lnTo>
                    <a:pt x="2468374" y="1874881"/>
                  </a:lnTo>
                  <a:lnTo>
                    <a:pt x="2476260" y="1898424"/>
                  </a:lnTo>
                  <a:lnTo>
                    <a:pt x="2484146" y="1921620"/>
                  </a:lnTo>
                  <a:lnTo>
                    <a:pt x="2492032" y="1944509"/>
                  </a:lnTo>
                  <a:lnTo>
                    <a:pt x="2499919" y="1967056"/>
                  </a:lnTo>
                  <a:lnTo>
                    <a:pt x="2507805" y="1989223"/>
                  </a:lnTo>
                  <a:lnTo>
                    <a:pt x="2515691" y="2010953"/>
                  </a:lnTo>
                  <a:lnTo>
                    <a:pt x="2523577" y="2032060"/>
                  </a:lnTo>
                  <a:lnTo>
                    <a:pt x="2531463" y="2052634"/>
                  </a:lnTo>
                  <a:lnTo>
                    <a:pt x="2539350" y="2072641"/>
                  </a:lnTo>
                  <a:lnTo>
                    <a:pt x="2547236" y="2092046"/>
                  </a:lnTo>
                  <a:lnTo>
                    <a:pt x="2555122" y="2110757"/>
                  </a:lnTo>
                  <a:lnTo>
                    <a:pt x="2563008" y="2128610"/>
                  </a:lnTo>
                  <a:lnTo>
                    <a:pt x="2570894" y="2145748"/>
                  </a:lnTo>
                  <a:lnTo>
                    <a:pt x="2578780" y="2162153"/>
                  </a:lnTo>
                  <a:lnTo>
                    <a:pt x="2586667" y="2177810"/>
                  </a:lnTo>
                  <a:lnTo>
                    <a:pt x="2594553" y="2192602"/>
                  </a:lnTo>
                  <a:lnTo>
                    <a:pt x="2602439" y="2206452"/>
                  </a:lnTo>
                  <a:lnTo>
                    <a:pt x="2610325" y="2219526"/>
                  </a:lnTo>
                  <a:lnTo>
                    <a:pt x="2618211" y="2231829"/>
                  </a:lnTo>
                  <a:lnTo>
                    <a:pt x="2626098" y="2243365"/>
                  </a:lnTo>
                  <a:lnTo>
                    <a:pt x="2633984" y="2254015"/>
                  </a:lnTo>
                  <a:lnTo>
                    <a:pt x="2641870" y="2263806"/>
                  </a:lnTo>
                  <a:lnTo>
                    <a:pt x="2649756" y="2272889"/>
                  </a:lnTo>
                  <a:lnTo>
                    <a:pt x="2657642" y="2281283"/>
                  </a:lnTo>
                  <a:lnTo>
                    <a:pt x="2665528" y="2289012"/>
                  </a:lnTo>
                  <a:lnTo>
                    <a:pt x="2673415" y="2295971"/>
                  </a:lnTo>
                  <a:lnTo>
                    <a:pt x="2681301" y="2302260"/>
                  </a:lnTo>
                  <a:lnTo>
                    <a:pt x="2689187" y="2307991"/>
                  </a:lnTo>
                  <a:lnTo>
                    <a:pt x="2697073" y="2313192"/>
                  </a:lnTo>
                  <a:lnTo>
                    <a:pt x="2704959" y="2317892"/>
                  </a:lnTo>
                  <a:lnTo>
                    <a:pt x="2712846" y="2322011"/>
                  </a:lnTo>
                  <a:lnTo>
                    <a:pt x="2720732" y="2325677"/>
                  </a:lnTo>
                  <a:lnTo>
                    <a:pt x="2728618" y="2328959"/>
                  </a:lnTo>
                  <a:lnTo>
                    <a:pt x="2736504" y="2331882"/>
                  </a:lnTo>
                  <a:lnTo>
                    <a:pt x="2744390" y="2334475"/>
                  </a:lnTo>
                  <a:lnTo>
                    <a:pt x="2752276" y="2336683"/>
                  </a:lnTo>
                  <a:lnTo>
                    <a:pt x="2760163" y="2338623"/>
                  </a:lnTo>
                  <a:lnTo>
                    <a:pt x="2768049" y="2340328"/>
                  </a:lnTo>
                  <a:lnTo>
                    <a:pt x="2775935" y="2341819"/>
                  </a:lnTo>
                  <a:lnTo>
                    <a:pt x="2783821" y="2343116"/>
                  </a:lnTo>
                  <a:lnTo>
                    <a:pt x="2791707" y="2344189"/>
                  </a:lnTo>
                  <a:lnTo>
                    <a:pt x="2799593" y="2345120"/>
                  </a:lnTo>
                  <a:lnTo>
                    <a:pt x="2807480" y="2345924"/>
                  </a:lnTo>
                  <a:lnTo>
                    <a:pt x="2815366" y="2346614"/>
                  </a:lnTo>
                  <a:lnTo>
                    <a:pt x="2823252" y="2347199"/>
                  </a:lnTo>
                  <a:lnTo>
                    <a:pt x="2831138" y="2347675"/>
                  </a:lnTo>
                  <a:lnTo>
                    <a:pt x="2839024" y="2348081"/>
                  </a:lnTo>
                  <a:lnTo>
                    <a:pt x="2846911" y="2348426"/>
                  </a:lnTo>
                  <a:lnTo>
                    <a:pt x="2854797" y="2348715"/>
                  </a:lnTo>
                  <a:lnTo>
                    <a:pt x="2862683" y="2348955"/>
                  </a:lnTo>
                  <a:lnTo>
                    <a:pt x="2870569" y="2349147"/>
                  </a:lnTo>
                  <a:lnTo>
                    <a:pt x="2878455" y="2349307"/>
                  </a:lnTo>
                  <a:lnTo>
                    <a:pt x="2886341" y="2349441"/>
                  </a:lnTo>
                  <a:lnTo>
                    <a:pt x="2894228" y="2349552"/>
                  </a:lnTo>
                  <a:lnTo>
                    <a:pt x="2902114" y="2349641"/>
                  </a:lnTo>
                  <a:lnTo>
                    <a:pt x="2910000" y="2349711"/>
                  </a:lnTo>
                  <a:lnTo>
                    <a:pt x="2917886" y="2349769"/>
                  </a:lnTo>
                  <a:lnTo>
                    <a:pt x="2925772" y="2349816"/>
                  </a:lnTo>
                  <a:lnTo>
                    <a:pt x="2933659" y="2349854"/>
                  </a:lnTo>
                  <a:lnTo>
                    <a:pt x="2941545" y="2349884"/>
                  </a:lnTo>
                  <a:lnTo>
                    <a:pt x="2949431" y="2349908"/>
                  </a:lnTo>
                  <a:lnTo>
                    <a:pt x="2957317" y="2349927"/>
                  </a:lnTo>
                  <a:lnTo>
                    <a:pt x="2965203" y="2349942"/>
                  </a:lnTo>
                  <a:lnTo>
                    <a:pt x="2973089" y="2349954"/>
                  </a:lnTo>
                  <a:lnTo>
                    <a:pt x="2980976" y="2349963"/>
                  </a:lnTo>
                  <a:lnTo>
                    <a:pt x="2988862" y="2349970"/>
                  </a:lnTo>
                  <a:lnTo>
                    <a:pt x="2996748" y="2349976"/>
                  </a:lnTo>
                  <a:lnTo>
                    <a:pt x="3004634" y="2349980"/>
                  </a:lnTo>
                  <a:lnTo>
                    <a:pt x="3012520" y="2349984"/>
                  </a:lnTo>
                  <a:lnTo>
                    <a:pt x="3020407" y="2349986"/>
                  </a:lnTo>
                  <a:lnTo>
                    <a:pt x="3028293" y="2349988"/>
                  </a:lnTo>
                  <a:lnTo>
                    <a:pt x="3036179" y="2349990"/>
                  </a:lnTo>
                  <a:lnTo>
                    <a:pt x="3044065" y="2349991"/>
                  </a:lnTo>
                  <a:lnTo>
                    <a:pt x="3051951" y="2349992"/>
                  </a:lnTo>
                  <a:lnTo>
                    <a:pt x="3059837" y="2349992"/>
                  </a:lnTo>
                  <a:lnTo>
                    <a:pt x="3067724" y="2349993"/>
                  </a:lnTo>
                  <a:lnTo>
                    <a:pt x="3075610" y="2349993"/>
                  </a:lnTo>
                  <a:lnTo>
                    <a:pt x="3083496" y="2349994"/>
                  </a:lnTo>
                  <a:lnTo>
                    <a:pt x="3091382" y="2349994"/>
                  </a:lnTo>
                  <a:lnTo>
                    <a:pt x="3099268" y="2349994"/>
                  </a:lnTo>
                  <a:lnTo>
                    <a:pt x="3107155" y="2349994"/>
                  </a:lnTo>
                  <a:lnTo>
                    <a:pt x="3115041" y="2349994"/>
                  </a:lnTo>
                  <a:lnTo>
                    <a:pt x="3122927" y="2349994"/>
                  </a:lnTo>
                  <a:lnTo>
                    <a:pt x="3130813" y="2349994"/>
                  </a:lnTo>
                  <a:lnTo>
                    <a:pt x="3138699" y="2349994"/>
                  </a:lnTo>
                  <a:lnTo>
                    <a:pt x="3146585" y="2349994"/>
                  </a:lnTo>
                  <a:lnTo>
                    <a:pt x="3154472" y="2349994"/>
                  </a:lnTo>
                  <a:lnTo>
                    <a:pt x="3162358" y="2349994"/>
                  </a:lnTo>
                  <a:lnTo>
                    <a:pt x="3170244" y="2349994"/>
                  </a:lnTo>
                  <a:lnTo>
                    <a:pt x="3178130" y="2349994"/>
                  </a:lnTo>
                  <a:lnTo>
                    <a:pt x="3186016" y="2349994"/>
                  </a:lnTo>
                  <a:lnTo>
                    <a:pt x="3193903" y="2349994"/>
                  </a:lnTo>
                  <a:lnTo>
                    <a:pt x="3201789" y="2349994"/>
                  </a:lnTo>
                  <a:lnTo>
                    <a:pt x="3209675" y="2349994"/>
                  </a:lnTo>
                  <a:lnTo>
                    <a:pt x="3217561" y="2349994"/>
                  </a:lnTo>
                  <a:lnTo>
                    <a:pt x="3225447" y="2349994"/>
                  </a:lnTo>
                  <a:lnTo>
                    <a:pt x="3233333" y="2349994"/>
                  </a:lnTo>
                  <a:lnTo>
                    <a:pt x="3241220" y="2349994"/>
                  </a:lnTo>
                  <a:lnTo>
                    <a:pt x="3249106" y="2349994"/>
                  </a:lnTo>
                  <a:lnTo>
                    <a:pt x="3256992" y="2349994"/>
                  </a:lnTo>
                  <a:lnTo>
                    <a:pt x="3264878" y="2349994"/>
                  </a:lnTo>
                  <a:lnTo>
                    <a:pt x="3272764" y="2349994"/>
                  </a:lnTo>
                  <a:lnTo>
                    <a:pt x="3280650" y="2349994"/>
                  </a:lnTo>
                  <a:lnTo>
                    <a:pt x="3288537" y="2349994"/>
                  </a:lnTo>
                  <a:lnTo>
                    <a:pt x="3296423" y="2349994"/>
                  </a:lnTo>
                  <a:lnTo>
                    <a:pt x="3304309" y="2349994"/>
                  </a:lnTo>
                  <a:lnTo>
                    <a:pt x="3312195" y="2349994"/>
                  </a:lnTo>
                  <a:lnTo>
                    <a:pt x="3320081" y="2349994"/>
                  </a:lnTo>
                  <a:lnTo>
                    <a:pt x="3327968" y="2349994"/>
                  </a:lnTo>
                  <a:lnTo>
                    <a:pt x="3335854" y="2349994"/>
                  </a:lnTo>
                  <a:lnTo>
                    <a:pt x="3343740" y="2349994"/>
                  </a:lnTo>
                  <a:lnTo>
                    <a:pt x="3351626" y="2349994"/>
                  </a:lnTo>
                  <a:lnTo>
                    <a:pt x="3359512" y="2349994"/>
                  </a:lnTo>
                  <a:lnTo>
                    <a:pt x="3367398" y="2349994"/>
                  </a:lnTo>
                  <a:lnTo>
                    <a:pt x="3375285" y="2349994"/>
                  </a:lnTo>
                  <a:lnTo>
                    <a:pt x="3383171" y="2349994"/>
                  </a:lnTo>
                  <a:lnTo>
                    <a:pt x="3391057" y="2349994"/>
                  </a:lnTo>
                  <a:lnTo>
                    <a:pt x="3398943" y="2349994"/>
                  </a:lnTo>
                  <a:lnTo>
                    <a:pt x="3406829" y="2349994"/>
                  </a:lnTo>
                  <a:lnTo>
                    <a:pt x="3414716" y="2349994"/>
                  </a:lnTo>
                  <a:lnTo>
                    <a:pt x="3422602" y="2349994"/>
                  </a:lnTo>
                  <a:lnTo>
                    <a:pt x="3430488" y="2349994"/>
                  </a:lnTo>
                  <a:lnTo>
                    <a:pt x="3438374" y="2349994"/>
                  </a:lnTo>
                  <a:lnTo>
                    <a:pt x="3446260" y="2349994"/>
                  </a:lnTo>
                  <a:lnTo>
                    <a:pt x="3454146" y="2349994"/>
                  </a:lnTo>
                  <a:lnTo>
                    <a:pt x="3462033" y="2349994"/>
                  </a:lnTo>
                  <a:lnTo>
                    <a:pt x="3469919" y="2349994"/>
                  </a:lnTo>
                  <a:lnTo>
                    <a:pt x="3477805" y="2349994"/>
                  </a:lnTo>
                  <a:lnTo>
                    <a:pt x="3485691" y="2349994"/>
                  </a:lnTo>
                  <a:lnTo>
                    <a:pt x="3493577" y="2349994"/>
                  </a:lnTo>
                  <a:lnTo>
                    <a:pt x="3501464" y="2349994"/>
                  </a:lnTo>
                  <a:lnTo>
                    <a:pt x="3509350" y="2349994"/>
                  </a:lnTo>
                  <a:lnTo>
                    <a:pt x="3517236" y="2349994"/>
                  </a:lnTo>
                  <a:lnTo>
                    <a:pt x="3525122" y="2349994"/>
                  </a:lnTo>
                  <a:lnTo>
                    <a:pt x="3533008" y="2349994"/>
                  </a:lnTo>
                  <a:lnTo>
                    <a:pt x="3540894" y="2349994"/>
                  </a:lnTo>
                  <a:lnTo>
                    <a:pt x="3548781" y="2349994"/>
                  </a:lnTo>
                  <a:lnTo>
                    <a:pt x="3556667" y="2349994"/>
                  </a:lnTo>
                  <a:lnTo>
                    <a:pt x="3564553" y="2349994"/>
                  </a:lnTo>
                  <a:lnTo>
                    <a:pt x="3572439" y="2349994"/>
                  </a:lnTo>
                  <a:lnTo>
                    <a:pt x="3580325" y="2349994"/>
                  </a:lnTo>
                  <a:lnTo>
                    <a:pt x="3588212" y="2349994"/>
                  </a:lnTo>
                  <a:lnTo>
                    <a:pt x="3596098" y="2349994"/>
                  </a:lnTo>
                  <a:lnTo>
                    <a:pt x="3603984" y="2349994"/>
                  </a:lnTo>
                  <a:lnTo>
                    <a:pt x="3611870" y="2349994"/>
                  </a:lnTo>
                  <a:lnTo>
                    <a:pt x="3619756" y="2349994"/>
                  </a:lnTo>
                  <a:lnTo>
                    <a:pt x="3627642" y="2349994"/>
                  </a:lnTo>
                  <a:lnTo>
                    <a:pt x="3635529" y="2349994"/>
                  </a:lnTo>
                  <a:lnTo>
                    <a:pt x="3643415" y="2349994"/>
                  </a:lnTo>
                  <a:lnTo>
                    <a:pt x="3651301" y="2349994"/>
                  </a:lnTo>
                  <a:lnTo>
                    <a:pt x="3659187" y="2349994"/>
                  </a:lnTo>
                  <a:lnTo>
                    <a:pt x="3667073" y="2349994"/>
                  </a:lnTo>
                  <a:lnTo>
                    <a:pt x="3674959" y="2349994"/>
                  </a:lnTo>
                  <a:lnTo>
                    <a:pt x="3682846" y="2349994"/>
                  </a:lnTo>
                  <a:lnTo>
                    <a:pt x="3690732" y="2349994"/>
                  </a:lnTo>
                  <a:lnTo>
                    <a:pt x="3698618" y="2349994"/>
                  </a:lnTo>
                  <a:lnTo>
                    <a:pt x="3706504" y="2349994"/>
                  </a:lnTo>
                  <a:lnTo>
                    <a:pt x="3714390" y="2349994"/>
                  </a:lnTo>
                  <a:lnTo>
                    <a:pt x="3722277" y="2349994"/>
                  </a:lnTo>
                  <a:lnTo>
                    <a:pt x="3730163" y="2349994"/>
                  </a:lnTo>
                  <a:lnTo>
                    <a:pt x="3738049" y="2349994"/>
                  </a:lnTo>
                  <a:lnTo>
                    <a:pt x="3745935" y="2349994"/>
                  </a:lnTo>
                  <a:lnTo>
                    <a:pt x="3753821" y="2349994"/>
                  </a:lnTo>
                  <a:lnTo>
                    <a:pt x="3761707" y="2349994"/>
                  </a:lnTo>
                  <a:lnTo>
                    <a:pt x="3769594" y="2349994"/>
                  </a:lnTo>
                  <a:lnTo>
                    <a:pt x="3777480" y="2349994"/>
                  </a:lnTo>
                  <a:lnTo>
                    <a:pt x="3785366" y="2349994"/>
                  </a:lnTo>
                  <a:lnTo>
                    <a:pt x="3793252" y="2349994"/>
                  </a:lnTo>
                  <a:lnTo>
                    <a:pt x="3801138" y="2349994"/>
                  </a:lnTo>
                  <a:lnTo>
                    <a:pt x="3809025" y="2349994"/>
                  </a:lnTo>
                  <a:lnTo>
                    <a:pt x="3816911" y="2349994"/>
                  </a:lnTo>
                  <a:lnTo>
                    <a:pt x="3824797" y="2349994"/>
                  </a:lnTo>
                  <a:lnTo>
                    <a:pt x="3832683" y="2349994"/>
                  </a:lnTo>
                  <a:lnTo>
                    <a:pt x="3840569" y="2349994"/>
                  </a:lnTo>
                  <a:lnTo>
                    <a:pt x="3848455" y="2349994"/>
                  </a:lnTo>
                  <a:lnTo>
                    <a:pt x="3856342" y="2349994"/>
                  </a:lnTo>
                  <a:lnTo>
                    <a:pt x="3864228" y="2349994"/>
                  </a:lnTo>
                  <a:lnTo>
                    <a:pt x="3872114" y="2349994"/>
                  </a:lnTo>
                  <a:lnTo>
                    <a:pt x="3880000" y="2349994"/>
                  </a:lnTo>
                  <a:lnTo>
                    <a:pt x="3887886" y="2349994"/>
                  </a:lnTo>
                  <a:lnTo>
                    <a:pt x="3895773" y="2349994"/>
                  </a:lnTo>
                  <a:lnTo>
                    <a:pt x="3903659" y="2349994"/>
                  </a:lnTo>
                  <a:lnTo>
                    <a:pt x="3911545" y="2349994"/>
                  </a:lnTo>
                  <a:lnTo>
                    <a:pt x="3919431" y="2349994"/>
                  </a:lnTo>
                  <a:lnTo>
                    <a:pt x="3927317" y="2349994"/>
                  </a:lnTo>
                  <a:lnTo>
                    <a:pt x="3935203" y="2349994"/>
                  </a:lnTo>
                  <a:lnTo>
                    <a:pt x="3943090" y="2349994"/>
                  </a:lnTo>
                  <a:lnTo>
                    <a:pt x="3950976" y="2349994"/>
                  </a:lnTo>
                  <a:lnTo>
                    <a:pt x="3958862" y="2349994"/>
                  </a:lnTo>
                  <a:lnTo>
                    <a:pt x="3966748" y="2349994"/>
                  </a:lnTo>
                  <a:lnTo>
                    <a:pt x="3974634" y="2349994"/>
                  </a:lnTo>
                  <a:lnTo>
                    <a:pt x="3982521" y="2349994"/>
                  </a:lnTo>
                  <a:lnTo>
                    <a:pt x="3990407" y="2349994"/>
                  </a:lnTo>
                  <a:lnTo>
                    <a:pt x="3998293" y="2349994"/>
                  </a:lnTo>
                  <a:lnTo>
                    <a:pt x="4006179" y="2349994"/>
                  </a:lnTo>
                  <a:lnTo>
                    <a:pt x="4014065" y="2349994"/>
                  </a:lnTo>
                  <a:lnTo>
                    <a:pt x="4021951" y="2349994"/>
                  </a:lnTo>
                  <a:lnTo>
                    <a:pt x="4029838" y="2349994"/>
                  </a:lnTo>
                  <a:lnTo>
                    <a:pt x="4021951" y="2349994"/>
                  </a:lnTo>
                  <a:lnTo>
                    <a:pt x="4014065" y="2349994"/>
                  </a:lnTo>
                  <a:lnTo>
                    <a:pt x="4006179" y="2349994"/>
                  </a:lnTo>
                  <a:lnTo>
                    <a:pt x="3998293" y="2349994"/>
                  </a:lnTo>
                  <a:lnTo>
                    <a:pt x="3990407" y="2349994"/>
                  </a:lnTo>
                  <a:lnTo>
                    <a:pt x="3982521" y="2349994"/>
                  </a:lnTo>
                  <a:lnTo>
                    <a:pt x="3974634" y="2349994"/>
                  </a:lnTo>
                  <a:lnTo>
                    <a:pt x="3966748" y="2349994"/>
                  </a:lnTo>
                  <a:lnTo>
                    <a:pt x="3958862" y="2349994"/>
                  </a:lnTo>
                  <a:lnTo>
                    <a:pt x="3950976" y="2349994"/>
                  </a:lnTo>
                  <a:lnTo>
                    <a:pt x="3943090" y="2349994"/>
                  </a:lnTo>
                  <a:lnTo>
                    <a:pt x="3935203" y="2349994"/>
                  </a:lnTo>
                  <a:lnTo>
                    <a:pt x="3927317" y="2349994"/>
                  </a:lnTo>
                  <a:lnTo>
                    <a:pt x="3919431" y="2349994"/>
                  </a:lnTo>
                  <a:lnTo>
                    <a:pt x="3911545" y="2349994"/>
                  </a:lnTo>
                  <a:lnTo>
                    <a:pt x="3903659" y="2349994"/>
                  </a:lnTo>
                  <a:lnTo>
                    <a:pt x="3895773" y="2349994"/>
                  </a:lnTo>
                  <a:lnTo>
                    <a:pt x="3887886" y="2349994"/>
                  </a:lnTo>
                  <a:lnTo>
                    <a:pt x="3880000" y="2349994"/>
                  </a:lnTo>
                  <a:lnTo>
                    <a:pt x="3872114" y="2349994"/>
                  </a:lnTo>
                  <a:lnTo>
                    <a:pt x="3864228" y="2349994"/>
                  </a:lnTo>
                  <a:lnTo>
                    <a:pt x="3856342" y="2349994"/>
                  </a:lnTo>
                  <a:lnTo>
                    <a:pt x="3848455" y="2349994"/>
                  </a:lnTo>
                  <a:lnTo>
                    <a:pt x="3840569" y="2349994"/>
                  </a:lnTo>
                  <a:lnTo>
                    <a:pt x="3832683" y="2349994"/>
                  </a:lnTo>
                  <a:lnTo>
                    <a:pt x="3824797" y="2349994"/>
                  </a:lnTo>
                  <a:lnTo>
                    <a:pt x="3816911" y="2349994"/>
                  </a:lnTo>
                  <a:lnTo>
                    <a:pt x="3809025" y="2349994"/>
                  </a:lnTo>
                  <a:lnTo>
                    <a:pt x="3801138" y="2349994"/>
                  </a:lnTo>
                  <a:lnTo>
                    <a:pt x="3793252" y="2349994"/>
                  </a:lnTo>
                  <a:lnTo>
                    <a:pt x="3785366" y="2349994"/>
                  </a:lnTo>
                  <a:lnTo>
                    <a:pt x="3777480" y="2349994"/>
                  </a:lnTo>
                  <a:lnTo>
                    <a:pt x="3769594" y="2349994"/>
                  </a:lnTo>
                  <a:lnTo>
                    <a:pt x="3761707" y="2349994"/>
                  </a:lnTo>
                  <a:lnTo>
                    <a:pt x="3753821" y="2349994"/>
                  </a:lnTo>
                  <a:lnTo>
                    <a:pt x="3745935" y="2349994"/>
                  </a:lnTo>
                  <a:lnTo>
                    <a:pt x="3738049" y="2349994"/>
                  </a:lnTo>
                  <a:lnTo>
                    <a:pt x="3730163" y="2349994"/>
                  </a:lnTo>
                  <a:lnTo>
                    <a:pt x="3722277" y="2349994"/>
                  </a:lnTo>
                  <a:lnTo>
                    <a:pt x="3714390" y="2349994"/>
                  </a:lnTo>
                  <a:lnTo>
                    <a:pt x="3706504" y="2349994"/>
                  </a:lnTo>
                  <a:lnTo>
                    <a:pt x="3698618" y="2349994"/>
                  </a:lnTo>
                  <a:lnTo>
                    <a:pt x="3690732" y="2349994"/>
                  </a:lnTo>
                  <a:lnTo>
                    <a:pt x="3682846" y="2349994"/>
                  </a:lnTo>
                  <a:lnTo>
                    <a:pt x="3674959" y="2349994"/>
                  </a:lnTo>
                  <a:lnTo>
                    <a:pt x="3667073" y="2349994"/>
                  </a:lnTo>
                  <a:lnTo>
                    <a:pt x="3659187" y="2349994"/>
                  </a:lnTo>
                  <a:lnTo>
                    <a:pt x="3651301" y="2349994"/>
                  </a:lnTo>
                  <a:lnTo>
                    <a:pt x="3643415" y="2349994"/>
                  </a:lnTo>
                  <a:lnTo>
                    <a:pt x="3635529" y="2349994"/>
                  </a:lnTo>
                  <a:lnTo>
                    <a:pt x="3627642" y="2349994"/>
                  </a:lnTo>
                  <a:lnTo>
                    <a:pt x="3619756" y="2349994"/>
                  </a:lnTo>
                  <a:lnTo>
                    <a:pt x="3611870" y="2349994"/>
                  </a:lnTo>
                  <a:lnTo>
                    <a:pt x="3603984" y="2349994"/>
                  </a:lnTo>
                  <a:lnTo>
                    <a:pt x="3596098" y="2349994"/>
                  </a:lnTo>
                  <a:lnTo>
                    <a:pt x="3588212" y="2349994"/>
                  </a:lnTo>
                  <a:lnTo>
                    <a:pt x="3580325" y="2349994"/>
                  </a:lnTo>
                  <a:lnTo>
                    <a:pt x="3572439" y="2349994"/>
                  </a:lnTo>
                  <a:lnTo>
                    <a:pt x="3564553" y="2349994"/>
                  </a:lnTo>
                  <a:lnTo>
                    <a:pt x="3556667" y="2349994"/>
                  </a:lnTo>
                  <a:lnTo>
                    <a:pt x="3548781" y="2349994"/>
                  </a:lnTo>
                  <a:lnTo>
                    <a:pt x="3540894" y="2349994"/>
                  </a:lnTo>
                  <a:lnTo>
                    <a:pt x="3533008" y="2349994"/>
                  </a:lnTo>
                  <a:lnTo>
                    <a:pt x="3525122" y="2349994"/>
                  </a:lnTo>
                  <a:lnTo>
                    <a:pt x="3517236" y="2349994"/>
                  </a:lnTo>
                  <a:lnTo>
                    <a:pt x="3509350" y="2349994"/>
                  </a:lnTo>
                  <a:lnTo>
                    <a:pt x="3501464" y="2349994"/>
                  </a:lnTo>
                  <a:lnTo>
                    <a:pt x="3493577" y="2349994"/>
                  </a:lnTo>
                  <a:lnTo>
                    <a:pt x="3485691" y="2349994"/>
                  </a:lnTo>
                  <a:lnTo>
                    <a:pt x="3477805" y="2349994"/>
                  </a:lnTo>
                  <a:lnTo>
                    <a:pt x="3469919" y="2349994"/>
                  </a:lnTo>
                  <a:lnTo>
                    <a:pt x="3462033" y="2349994"/>
                  </a:lnTo>
                  <a:lnTo>
                    <a:pt x="3454146" y="2349994"/>
                  </a:lnTo>
                  <a:lnTo>
                    <a:pt x="3446260" y="2349994"/>
                  </a:lnTo>
                  <a:lnTo>
                    <a:pt x="3438374" y="2349994"/>
                  </a:lnTo>
                  <a:lnTo>
                    <a:pt x="3430488" y="2349994"/>
                  </a:lnTo>
                  <a:lnTo>
                    <a:pt x="3422602" y="2349994"/>
                  </a:lnTo>
                  <a:lnTo>
                    <a:pt x="3414716" y="2349994"/>
                  </a:lnTo>
                  <a:lnTo>
                    <a:pt x="3406829" y="2349994"/>
                  </a:lnTo>
                  <a:lnTo>
                    <a:pt x="3398943" y="2349994"/>
                  </a:lnTo>
                  <a:lnTo>
                    <a:pt x="3391057" y="2349994"/>
                  </a:lnTo>
                  <a:lnTo>
                    <a:pt x="3383171" y="2349994"/>
                  </a:lnTo>
                  <a:lnTo>
                    <a:pt x="3375285" y="2349994"/>
                  </a:lnTo>
                  <a:lnTo>
                    <a:pt x="3367398" y="2349994"/>
                  </a:lnTo>
                  <a:lnTo>
                    <a:pt x="3359512" y="2349994"/>
                  </a:lnTo>
                  <a:lnTo>
                    <a:pt x="3351626" y="2349994"/>
                  </a:lnTo>
                  <a:lnTo>
                    <a:pt x="3343740" y="2349994"/>
                  </a:lnTo>
                  <a:lnTo>
                    <a:pt x="3335854" y="2349994"/>
                  </a:lnTo>
                  <a:lnTo>
                    <a:pt x="3327968" y="2349994"/>
                  </a:lnTo>
                  <a:lnTo>
                    <a:pt x="3320081" y="2349994"/>
                  </a:lnTo>
                  <a:lnTo>
                    <a:pt x="3312195" y="2349994"/>
                  </a:lnTo>
                  <a:lnTo>
                    <a:pt x="3304309" y="2349994"/>
                  </a:lnTo>
                  <a:lnTo>
                    <a:pt x="3296423" y="2349994"/>
                  </a:lnTo>
                  <a:lnTo>
                    <a:pt x="3288537" y="2349994"/>
                  </a:lnTo>
                  <a:lnTo>
                    <a:pt x="3280650" y="2349994"/>
                  </a:lnTo>
                  <a:lnTo>
                    <a:pt x="3272764" y="2349994"/>
                  </a:lnTo>
                  <a:lnTo>
                    <a:pt x="3264878" y="2349994"/>
                  </a:lnTo>
                  <a:lnTo>
                    <a:pt x="3256992" y="2349994"/>
                  </a:lnTo>
                  <a:lnTo>
                    <a:pt x="3249106" y="2349994"/>
                  </a:lnTo>
                  <a:lnTo>
                    <a:pt x="3241220" y="2349994"/>
                  </a:lnTo>
                  <a:lnTo>
                    <a:pt x="3233333" y="2349994"/>
                  </a:lnTo>
                  <a:lnTo>
                    <a:pt x="3225447" y="2349994"/>
                  </a:lnTo>
                  <a:lnTo>
                    <a:pt x="3217561" y="2349994"/>
                  </a:lnTo>
                  <a:lnTo>
                    <a:pt x="3209675" y="2349994"/>
                  </a:lnTo>
                  <a:lnTo>
                    <a:pt x="3201789" y="2349994"/>
                  </a:lnTo>
                  <a:lnTo>
                    <a:pt x="3193903" y="2349994"/>
                  </a:lnTo>
                  <a:lnTo>
                    <a:pt x="3186016" y="2349994"/>
                  </a:lnTo>
                  <a:lnTo>
                    <a:pt x="3178130" y="2349994"/>
                  </a:lnTo>
                  <a:lnTo>
                    <a:pt x="3170244" y="2349994"/>
                  </a:lnTo>
                  <a:lnTo>
                    <a:pt x="3162358" y="2349994"/>
                  </a:lnTo>
                  <a:lnTo>
                    <a:pt x="3154472" y="2349994"/>
                  </a:lnTo>
                  <a:lnTo>
                    <a:pt x="3146585" y="2349994"/>
                  </a:lnTo>
                  <a:lnTo>
                    <a:pt x="3138699" y="2349994"/>
                  </a:lnTo>
                  <a:lnTo>
                    <a:pt x="3130813" y="2349994"/>
                  </a:lnTo>
                  <a:lnTo>
                    <a:pt x="3122927" y="2349994"/>
                  </a:lnTo>
                  <a:lnTo>
                    <a:pt x="3115041" y="2349994"/>
                  </a:lnTo>
                  <a:lnTo>
                    <a:pt x="3107155" y="2349994"/>
                  </a:lnTo>
                  <a:lnTo>
                    <a:pt x="3099268" y="2349994"/>
                  </a:lnTo>
                  <a:lnTo>
                    <a:pt x="3091382" y="2349994"/>
                  </a:lnTo>
                  <a:lnTo>
                    <a:pt x="3083496" y="2349994"/>
                  </a:lnTo>
                  <a:lnTo>
                    <a:pt x="3075610" y="2349994"/>
                  </a:lnTo>
                  <a:lnTo>
                    <a:pt x="3067724" y="2349994"/>
                  </a:lnTo>
                  <a:lnTo>
                    <a:pt x="3059837" y="2349994"/>
                  </a:lnTo>
                  <a:lnTo>
                    <a:pt x="3051951" y="2349994"/>
                  </a:lnTo>
                  <a:lnTo>
                    <a:pt x="3044065" y="2349994"/>
                  </a:lnTo>
                  <a:lnTo>
                    <a:pt x="3036179" y="2349994"/>
                  </a:lnTo>
                  <a:lnTo>
                    <a:pt x="3028293" y="2349994"/>
                  </a:lnTo>
                  <a:lnTo>
                    <a:pt x="3020407" y="2349994"/>
                  </a:lnTo>
                  <a:lnTo>
                    <a:pt x="3012520" y="2349994"/>
                  </a:lnTo>
                  <a:lnTo>
                    <a:pt x="3004634" y="2349994"/>
                  </a:lnTo>
                  <a:lnTo>
                    <a:pt x="2996748" y="2349994"/>
                  </a:lnTo>
                  <a:lnTo>
                    <a:pt x="2988862" y="2349994"/>
                  </a:lnTo>
                  <a:lnTo>
                    <a:pt x="2980976" y="2349994"/>
                  </a:lnTo>
                  <a:lnTo>
                    <a:pt x="2973089" y="2349994"/>
                  </a:lnTo>
                  <a:lnTo>
                    <a:pt x="2965203" y="2349994"/>
                  </a:lnTo>
                  <a:lnTo>
                    <a:pt x="2957317" y="2349994"/>
                  </a:lnTo>
                  <a:lnTo>
                    <a:pt x="2949431" y="2349994"/>
                  </a:lnTo>
                  <a:lnTo>
                    <a:pt x="2941545" y="2349994"/>
                  </a:lnTo>
                  <a:lnTo>
                    <a:pt x="2933659" y="2349994"/>
                  </a:lnTo>
                  <a:lnTo>
                    <a:pt x="2925772" y="2349994"/>
                  </a:lnTo>
                  <a:lnTo>
                    <a:pt x="2917886" y="2349994"/>
                  </a:lnTo>
                  <a:lnTo>
                    <a:pt x="2910000" y="2349994"/>
                  </a:lnTo>
                  <a:lnTo>
                    <a:pt x="2902114" y="2349994"/>
                  </a:lnTo>
                  <a:lnTo>
                    <a:pt x="2894228" y="2349994"/>
                  </a:lnTo>
                  <a:lnTo>
                    <a:pt x="2886341" y="2349994"/>
                  </a:lnTo>
                  <a:lnTo>
                    <a:pt x="2878455" y="2349994"/>
                  </a:lnTo>
                  <a:lnTo>
                    <a:pt x="2870569" y="2349994"/>
                  </a:lnTo>
                  <a:lnTo>
                    <a:pt x="2862683" y="2349994"/>
                  </a:lnTo>
                  <a:lnTo>
                    <a:pt x="2854797" y="2349994"/>
                  </a:lnTo>
                  <a:lnTo>
                    <a:pt x="2846911" y="2349994"/>
                  </a:lnTo>
                  <a:lnTo>
                    <a:pt x="2839024" y="2349994"/>
                  </a:lnTo>
                  <a:lnTo>
                    <a:pt x="2831138" y="2349994"/>
                  </a:lnTo>
                  <a:lnTo>
                    <a:pt x="2823252" y="2349994"/>
                  </a:lnTo>
                  <a:lnTo>
                    <a:pt x="2815366" y="2349994"/>
                  </a:lnTo>
                  <a:lnTo>
                    <a:pt x="2807480" y="2349994"/>
                  </a:lnTo>
                  <a:lnTo>
                    <a:pt x="2799593" y="2349994"/>
                  </a:lnTo>
                  <a:lnTo>
                    <a:pt x="2791707" y="2349994"/>
                  </a:lnTo>
                  <a:lnTo>
                    <a:pt x="2783821" y="2349994"/>
                  </a:lnTo>
                  <a:lnTo>
                    <a:pt x="2775935" y="2349994"/>
                  </a:lnTo>
                  <a:lnTo>
                    <a:pt x="2768049" y="2349994"/>
                  </a:lnTo>
                  <a:lnTo>
                    <a:pt x="2760163" y="2349994"/>
                  </a:lnTo>
                  <a:lnTo>
                    <a:pt x="2752276" y="2349994"/>
                  </a:lnTo>
                  <a:lnTo>
                    <a:pt x="2744390" y="2349994"/>
                  </a:lnTo>
                  <a:lnTo>
                    <a:pt x="2736504" y="2349994"/>
                  </a:lnTo>
                  <a:lnTo>
                    <a:pt x="2728618" y="2349994"/>
                  </a:lnTo>
                  <a:lnTo>
                    <a:pt x="2720732" y="2349994"/>
                  </a:lnTo>
                  <a:lnTo>
                    <a:pt x="2712846" y="2349994"/>
                  </a:lnTo>
                  <a:lnTo>
                    <a:pt x="2704959" y="2349994"/>
                  </a:lnTo>
                  <a:lnTo>
                    <a:pt x="2697073" y="2349994"/>
                  </a:lnTo>
                  <a:lnTo>
                    <a:pt x="2689187" y="2349994"/>
                  </a:lnTo>
                  <a:lnTo>
                    <a:pt x="2681301" y="2349994"/>
                  </a:lnTo>
                  <a:lnTo>
                    <a:pt x="2673415" y="2349994"/>
                  </a:lnTo>
                  <a:lnTo>
                    <a:pt x="2665528" y="2349994"/>
                  </a:lnTo>
                  <a:lnTo>
                    <a:pt x="2657642" y="2349994"/>
                  </a:lnTo>
                  <a:lnTo>
                    <a:pt x="2649756" y="2349994"/>
                  </a:lnTo>
                  <a:lnTo>
                    <a:pt x="2641870" y="2349994"/>
                  </a:lnTo>
                  <a:lnTo>
                    <a:pt x="2633984" y="2349994"/>
                  </a:lnTo>
                  <a:lnTo>
                    <a:pt x="2626098" y="2349994"/>
                  </a:lnTo>
                  <a:lnTo>
                    <a:pt x="2618211" y="2349994"/>
                  </a:lnTo>
                  <a:lnTo>
                    <a:pt x="2610325" y="2349994"/>
                  </a:lnTo>
                  <a:lnTo>
                    <a:pt x="2602439" y="2349994"/>
                  </a:lnTo>
                  <a:lnTo>
                    <a:pt x="2594553" y="2349994"/>
                  </a:lnTo>
                  <a:lnTo>
                    <a:pt x="2586667" y="2349994"/>
                  </a:lnTo>
                  <a:lnTo>
                    <a:pt x="2578780" y="2349994"/>
                  </a:lnTo>
                  <a:lnTo>
                    <a:pt x="2570894" y="2349994"/>
                  </a:lnTo>
                  <a:lnTo>
                    <a:pt x="2563008" y="2349994"/>
                  </a:lnTo>
                  <a:lnTo>
                    <a:pt x="2555122" y="2349994"/>
                  </a:lnTo>
                  <a:lnTo>
                    <a:pt x="2547236" y="2349994"/>
                  </a:lnTo>
                  <a:lnTo>
                    <a:pt x="2539350" y="2349994"/>
                  </a:lnTo>
                  <a:lnTo>
                    <a:pt x="2531463" y="2349994"/>
                  </a:lnTo>
                  <a:lnTo>
                    <a:pt x="2523577" y="2349994"/>
                  </a:lnTo>
                  <a:lnTo>
                    <a:pt x="2515691" y="2349994"/>
                  </a:lnTo>
                  <a:lnTo>
                    <a:pt x="2507805" y="2349994"/>
                  </a:lnTo>
                  <a:lnTo>
                    <a:pt x="2499919" y="2349994"/>
                  </a:lnTo>
                  <a:lnTo>
                    <a:pt x="2492032" y="2349994"/>
                  </a:lnTo>
                  <a:lnTo>
                    <a:pt x="2484146" y="2349994"/>
                  </a:lnTo>
                  <a:lnTo>
                    <a:pt x="2476260" y="2349994"/>
                  </a:lnTo>
                  <a:lnTo>
                    <a:pt x="2468374" y="2349994"/>
                  </a:lnTo>
                  <a:lnTo>
                    <a:pt x="2460488" y="2349994"/>
                  </a:lnTo>
                  <a:lnTo>
                    <a:pt x="2452602" y="2349994"/>
                  </a:lnTo>
                  <a:lnTo>
                    <a:pt x="2444715" y="2349994"/>
                  </a:lnTo>
                  <a:lnTo>
                    <a:pt x="2436829" y="2349994"/>
                  </a:lnTo>
                  <a:lnTo>
                    <a:pt x="2428943" y="2349994"/>
                  </a:lnTo>
                  <a:lnTo>
                    <a:pt x="2421057" y="2349994"/>
                  </a:lnTo>
                  <a:lnTo>
                    <a:pt x="2413171" y="2349994"/>
                  </a:lnTo>
                  <a:lnTo>
                    <a:pt x="2405284" y="2349994"/>
                  </a:lnTo>
                  <a:lnTo>
                    <a:pt x="2397398" y="2349994"/>
                  </a:lnTo>
                  <a:lnTo>
                    <a:pt x="2389512" y="2349994"/>
                  </a:lnTo>
                  <a:lnTo>
                    <a:pt x="2381626" y="2349994"/>
                  </a:lnTo>
                  <a:lnTo>
                    <a:pt x="2373740" y="2349994"/>
                  </a:lnTo>
                  <a:lnTo>
                    <a:pt x="2365854" y="2349994"/>
                  </a:lnTo>
                  <a:lnTo>
                    <a:pt x="2357967" y="2349994"/>
                  </a:lnTo>
                  <a:lnTo>
                    <a:pt x="2350081" y="2349994"/>
                  </a:lnTo>
                  <a:lnTo>
                    <a:pt x="2342195" y="2349994"/>
                  </a:lnTo>
                  <a:lnTo>
                    <a:pt x="2334309" y="2349994"/>
                  </a:lnTo>
                  <a:lnTo>
                    <a:pt x="2326423" y="2349994"/>
                  </a:lnTo>
                  <a:lnTo>
                    <a:pt x="2318536" y="2349994"/>
                  </a:lnTo>
                  <a:lnTo>
                    <a:pt x="2310650" y="2349994"/>
                  </a:lnTo>
                  <a:lnTo>
                    <a:pt x="2302764" y="2349994"/>
                  </a:lnTo>
                  <a:lnTo>
                    <a:pt x="2294878" y="2349994"/>
                  </a:lnTo>
                  <a:lnTo>
                    <a:pt x="2286992" y="2349994"/>
                  </a:lnTo>
                  <a:lnTo>
                    <a:pt x="2279106" y="2349994"/>
                  </a:lnTo>
                  <a:lnTo>
                    <a:pt x="2271219" y="2349994"/>
                  </a:lnTo>
                  <a:lnTo>
                    <a:pt x="2263333" y="2349994"/>
                  </a:lnTo>
                  <a:lnTo>
                    <a:pt x="2255447" y="2349994"/>
                  </a:lnTo>
                  <a:lnTo>
                    <a:pt x="2247561" y="2349994"/>
                  </a:lnTo>
                  <a:lnTo>
                    <a:pt x="2239675" y="2349994"/>
                  </a:lnTo>
                  <a:lnTo>
                    <a:pt x="2231789" y="2349994"/>
                  </a:lnTo>
                  <a:lnTo>
                    <a:pt x="2223902" y="2349994"/>
                  </a:lnTo>
                  <a:lnTo>
                    <a:pt x="2216016" y="2349994"/>
                  </a:lnTo>
                  <a:lnTo>
                    <a:pt x="2208130" y="2349994"/>
                  </a:lnTo>
                  <a:lnTo>
                    <a:pt x="2200244" y="2349994"/>
                  </a:lnTo>
                  <a:lnTo>
                    <a:pt x="2192358" y="2349994"/>
                  </a:lnTo>
                  <a:lnTo>
                    <a:pt x="2184471" y="2349994"/>
                  </a:lnTo>
                  <a:lnTo>
                    <a:pt x="2176585" y="2349994"/>
                  </a:lnTo>
                  <a:lnTo>
                    <a:pt x="2168699" y="2349994"/>
                  </a:lnTo>
                  <a:lnTo>
                    <a:pt x="2160813" y="2349994"/>
                  </a:lnTo>
                  <a:lnTo>
                    <a:pt x="2152927" y="2349994"/>
                  </a:lnTo>
                  <a:lnTo>
                    <a:pt x="2145041" y="2349994"/>
                  </a:lnTo>
                  <a:lnTo>
                    <a:pt x="2137154" y="2349994"/>
                  </a:lnTo>
                  <a:lnTo>
                    <a:pt x="2129268" y="2349994"/>
                  </a:lnTo>
                  <a:lnTo>
                    <a:pt x="2121382" y="2349994"/>
                  </a:lnTo>
                  <a:lnTo>
                    <a:pt x="2113496" y="2349994"/>
                  </a:lnTo>
                  <a:lnTo>
                    <a:pt x="2105610" y="2349994"/>
                  </a:lnTo>
                  <a:lnTo>
                    <a:pt x="2097723" y="2349994"/>
                  </a:lnTo>
                  <a:lnTo>
                    <a:pt x="2089837" y="2349994"/>
                  </a:lnTo>
                  <a:lnTo>
                    <a:pt x="2081951" y="2349994"/>
                  </a:lnTo>
                  <a:lnTo>
                    <a:pt x="2074065" y="2349994"/>
                  </a:lnTo>
                  <a:lnTo>
                    <a:pt x="2066179" y="2349994"/>
                  </a:lnTo>
                  <a:lnTo>
                    <a:pt x="2058293" y="2349994"/>
                  </a:lnTo>
                  <a:lnTo>
                    <a:pt x="2050406" y="2349994"/>
                  </a:lnTo>
                  <a:lnTo>
                    <a:pt x="2042520" y="2349994"/>
                  </a:lnTo>
                  <a:lnTo>
                    <a:pt x="2034634" y="2349994"/>
                  </a:lnTo>
                  <a:lnTo>
                    <a:pt x="2026748" y="2349994"/>
                  </a:lnTo>
                  <a:lnTo>
                    <a:pt x="2018862" y="2349994"/>
                  </a:lnTo>
                  <a:lnTo>
                    <a:pt x="2010975" y="2349994"/>
                  </a:lnTo>
                  <a:lnTo>
                    <a:pt x="2003089" y="2349994"/>
                  </a:lnTo>
                  <a:lnTo>
                    <a:pt x="1995203" y="2349994"/>
                  </a:lnTo>
                  <a:lnTo>
                    <a:pt x="1987317" y="2349994"/>
                  </a:lnTo>
                  <a:lnTo>
                    <a:pt x="1979431" y="2349994"/>
                  </a:lnTo>
                  <a:lnTo>
                    <a:pt x="1971545" y="2349994"/>
                  </a:lnTo>
                  <a:lnTo>
                    <a:pt x="1963658" y="2349994"/>
                  </a:lnTo>
                  <a:lnTo>
                    <a:pt x="1955772" y="2349994"/>
                  </a:lnTo>
                  <a:lnTo>
                    <a:pt x="1947886" y="2349994"/>
                  </a:lnTo>
                  <a:lnTo>
                    <a:pt x="1940000" y="2349994"/>
                  </a:lnTo>
                  <a:lnTo>
                    <a:pt x="1932114" y="2349994"/>
                  </a:lnTo>
                  <a:lnTo>
                    <a:pt x="1924227" y="2349994"/>
                  </a:lnTo>
                  <a:lnTo>
                    <a:pt x="1916341" y="2349994"/>
                  </a:lnTo>
                  <a:lnTo>
                    <a:pt x="1908455" y="2349994"/>
                  </a:lnTo>
                  <a:lnTo>
                    <a:pt x="1900569" y="2349994"/>
                  </a:lnTo>
                  <a:lnTo>
                    <a:pt x="1892683" y="2349994"/>
                  </a:lnTo>
                  <a:lnTo>
                    <a:pt x="1884797" y="2349994"/>
                  </a:lnTo>
                  <a:lnTo>
                    <a:pt x="1876910" y="2349994"/>
                  </a:lnTo>
                  <a:lnTo>
                    <a:pt x="1869024" y="2349994"/>
                  </a:lnTo>
                  <a:lnTo>
                    <a:pt x="1861138" y="2349994"/>
                  </a:lnTo>
                  <a:lnTo>
                    <a:pt x="1853252" y="2349994"/>
                  </a:lnTo>
                  <a:lnTo>
                    <a:pt x="1845366" y="2349994"/>
                  </a:lnTo>
                  <a:lnTo>
                    <a:pt x="1837479" y="2349994"/>
                  </a:lnTo>
                  <a:lnTo>
                    <a:pt x="1829593" y="2349994"/>
                  </a:lnTo>
                  <a:lnTo>
                    <a:pt x="1821707" y="2349994"/>
                  </a:lnTo>
                  <a:lnTo>
                    <a:pt x="1813821" y="2349994"/>
                  </a:lnTo>
                  <a:lnTo>
                    <a:pt x="1805935" y="2349994"/>
                  </a:lnTo>
                  <a:lnTo>
                    <a:pt x="1798049" y="2349994"/>
                  </a:lnTo>
                  <a:lnTo>
                    <a:pt x="1790162" y="2349994"/>
                  </a:lnTo>
                  <a:lnTo>
                    <a:pt x="1782276" y="2349994"/>
                  </a:lnTo>
                  <a:lnTo>
                    <a:pt x="1774390" y="2349994"/>
                  </a:lnTo>
                  <a:lnTo>
                    <a:pt x="1766504" y="2349994"/>
                  </a:lnTo>
                  <a:lnTo>
                    <a:pt x="1758618" y="2349994"/>
                  </a:lnTo>
                  <a:lnTo>
                    <a:pt x="1750732" y="2349994"/>
                  </a:lnTo>
                  <a:lnTo>
                    <a:pt x="1742845" y="2349994"/>
                  </a:lnTo>
                  <a:lnTo>
                    <a:pt x="1734959" y="2349994"/>
                  </a:lnTo>
                  <a:lnTo>
                    <a:pt x="1727073" y="2349994"/>
                  </a:lnTo>
                  <a:lnTo>
                    <a:pt x="1719187" y="2349994"/>
                  </a:lnTo>
                  <a:lnTo>
                    <a:pt x="1711301" y="2349994"/>
                  </a:lnTo>
                  <a:lnTo>
                    <a:pt x="1703414" y="2349994"/>
                  </a:lnTo>
                  <a:lnTo>
                    <a:pt x="1695528" y="2349994"/>
                  </a:lnTo>
                  <a:lnTo>
                    <a:pt x="1687642" y="2349994"/>
                  </a:lnTo>
                  <a:lnTo>
                    <a:pt x="1679756" y="2349994"/>
                  </a:lnTo>
                  <a:lnTo>
                    <a:pt x="1671870" y="2349994"/>
                  </a:lnTo>
                  <a:lnTo>
                    <a:pt x="1663984" y="2349994"/>
                  </a:lnTo>
                  <a:lnTo>
                    <a:pt x="1656097" y="2349994"/>
                  </a:lnTo>
                  <a:lnTo>
                    <a:pt x="1648211" y="2349994"/>
                  </a:lnTo>
                  <a:lnTo>
                    <a:pt x="1640325" y="2349994"/>
                  </a:lnTo>
                  <a:lnTo>
                    <a:pt x="1632439" y="2349994"/>
                  </a:lnTo>
                  <a:lnTo>
                    <a:pt x="1624553" y="2349994"/>
                  </a:lnTo>
                  <a:lnTo>
                    <a:pt x="1616666" y="2349994"/>
                  </a:lnTo>
                  <a:lnTo>
                    <a:pt x="1608780" y="2349994"/>
                  </a:lnTo>
                  <a:lnTo>
                    <a:pt x="1600894" y="2349994"/>
                  </a:lnTo>
                  <a:lnTo>
                    <a:pt x="1593008" y="2349994"/>
                  </a:lnTo>
                  <a:lnTo>
                    <a:pt x="1585122" y="2349994"/>
                  </a:lnTo>
                  <a:lnTo>
                    <a:pt x="1577236" y="2349994"/>
                  </a:lnTo>
                  <a:lnTo>
                    <a:pt x="1569349" y="2349994"/>
                  </a:lnTo>
                  <a:lnTo>
                    <a:pt x="1561463" y="2349994"/>
                  </a:lnTo>
                  <a:lnTo>
                    <a:pt x="1553577" y="2349994"/>
                  </a:lnTo>
                  <a:lnTo>
                    <a:pt x="1545691" y="2349994"/>
                  </a:lnTo>
                  <a:lnTo>
                    <a:pt x="1537805" y="2349994"/>
                  </a:lnTo>
                  <a:lnTo>
                    <a:pt x="1529918" y="2349994"/>
                  </a:lnTo>
                  <a:lnTo>
                    <a:pt x="1522032" y="2349994"/>
                  </a:lnTo>
                  <a:lnTo>
                    <a:pt x="1514146" y="2349994"/>
                  </a:lnTo>
                  <a:lnTo>
                    <a:pt x="1506260" y="2349994"/>
                  </a:lnTo>
                  <a:lnTo>
                    <a:pt x="1498374" y="2349994"/>
                  </a:lnTo>
                  <a:lnTo>
                    <a:pt x="1490488" y="2349994"/>
                  </a:lnTo>
                  <a:lnTo>
                    <a:pt x="1482601" y="2349994"/>
                  </a:lnTo>
                  <a:lnTo>
                    <a:pt x="1474715" y="2349994"/>
                  </a:lnTo>
                  <a:lnTo>
                    <a:pt x="1466829" y="2349994"/>
                  </a:lnTo>
                  <a:lnTo>
                    <a:pt x="1458943" y="2349994"/>
                  </a:lnTo>
                  <a:lnTo>
                    <a:pt x="1451057" y="2349994"/>
                  </a:lnTo>
                  <a:lnTo>
                    <a:pt x="1443170" y="2349994"/>
                  </a:lnTo>
                  <a:lnTo>
                    <a:pt x="1435284" y="2349994"/>
                  </a:lnTo>
                  <a:lnTo>
                    <a:pt x="1427398" y="2349994"/>
                  </a:lnTo>
                  <a:lnTo>
                    <a:pt x="1419512" y="2349994"/>
                  </a:lnTo>
                  <a:lnTo>
                    <a:pt x="1411626" y="2349994"/>
                  </a:lnTo>
                  <a:lnTo>
                    <a:pt x="1403740" y="2349994"/>
                  </a:lnTo>
                  <a:lnTo>
                    <a:pt x="1395853" y="2349994"/>
                  </a:lnTo>
                  <a:lnTo>
                    <a:pt x="1387967" y="2349994"/>
                  </a:lnTo>
                  <a:lnTo>
                    <a:pt x="1380081" y="2349994"/>
                  </a:lnTo>
                  <a:lnTo>
                    <a:pt x="1372195" y="2349994"/>
                  </a:lnTo>
                  <a:lnTo>
                    <a:pt x="1364309" y="2349994"/>
                  </a:lnTo>
                  <a:lnTo>
                    <a:pt x="1356423" y="2349994"/>
                  </a:lnTo>
                  <a:lnTo>
                    <a:pt x="1348536" y="2349994"/>
                  </a:lnTo>
                  <a:lnTo>
                    <a:pt x="1340650" y="2349994"/>
                  </a:lnTo>
                  <a:lnTo>
                    <a:pt x="1332764" y="2349994"/>
                  </a:lnTo>
                  <a:lnTo>
                    <a:pt x="1324878" y="2349994"/>
                  </a:lnTo>
                  <a:lnTo>
                    <a:pt x="1316992" y="2349994"/>
                  </a:lnTo>
                  <a:lnTo>
                    <a:pt x="1309105" y="2349994"/>
                  </a:lnTo>
                  <a:lnTo>
                    <a:pt x="1301219" y="2349994"/>
                  </a:lnTo>
                  <a:lnTo>
                    <a:pt x="1293333" y="2349994"/>
                  </a:lnTo>
                  <a:lnTo>
                    <a:pt x="1285447" y="2349994"/>
                  </a:lnTo>
                  <a:lnTo>
                    <a:pt x="1277561" y="2349994"/>
                  </a:lnTo>
                  <a:lnTo>
                    <a:pt x="1269675" y="2349994"/>
                  </a:lnTo>
                  <a:lnTo>
                    <a:pt x="1261788" y="2349994"/>
                  </a:lnTo>
                  <a:lnTo>
                    <a:pt x="1253902" y="2349994"/>
                  </a:lnTo>
                  <a:lnTo>
                    <a:pt x="1246016" y="2349994"/>
                  </a:lnTo>
                  <a:lnTo>
                    <a:pt x="1238130" y="2349994"/>
                  </a:lnTo>
                  <a:lnTo>
                    <a:pt x="1230244" y="2349994"/>
                  </a:lnTo>
                  <a:lnTo>
                    <a:pt x="1222357" y="2349994"/>
                  </a:lnTo>
                  <a:lnTo>
                    <a:pt x="1214471" y="2349994"/>
                  </a:lnTo>
                  <a:lnTo>
                    <a:pt x="1206585" y="2349994"/>
                  </a:lnTo>
                  <a:lnTo>
                    <a:pt x="1198699" y="2349994"/>
                  </a:lnTo>
                  <a:lnTo>
                    <a:pt x="1190813" y="2349994"/>
                  </a:lnTo>
                  <a:lnTo>
                    <a:pt x="1182927" y="2349994"/>
                  </a:lnTo>
                  <a:lnTo>
                    <a:pt x="1175040" y="2349994"/>
                  </a:lnTo>
                  <a:lnTo>
                    <a:pt x="1167154" y="2349994"/>
                  </a:lnTo>
                  <a:lnTo>
                    <a:pt x="1159268" y="2349994"/>
                  </a:lnTo>
                  <a:lnTo>
                    <a:pt x="1151382" y="2349994"/>
                  </a:lnTo>
                  <a:lnTo>
                    <a:pt x="1143496" y="2349994"/>
                  </a:lnTo>
                  <a:lnTo>
                    <a:pt x="1135609" y="2349994"/>
                  </a:lnTo>
                  <a:lnTo>
                    <a:pt x="1127723" y="2349994"/>
                  </a:lnTo>
                  <a:lnTo>
                    <a:pt x="1119837" y="2349994"/>
                  </a:lnTo>
                  <a:lnTo>
                    <a:pt x="1111951" y="2349994"/>
                  </a:lnTo>
                  <a:lnTo>
                    <a:pt x="1104065" y="2349994"/>
                  </a:lnTo>
                  <a:lnTo>
                    <a:pt x="1096179" y="2349994"/>
                  </a:lnTo>
                  <a:lnTo>
                    <a:pt x="1088292" y="2349994"/>
                  </a:lnTo>
                  <a:lnTo>
                    <a:pt x="1080406" y="2349994"/>
                  </a:lnTo>
                  <a:lnTo>
                    <a:pt x="1072520" y="2349994"/>
                  </a:lnTo>
                  <a:lnTo>
                    <a:pt x="1064634" y="2349994"/>
                  </a:lnTo>
                  <a:lnTo>
                    <a:pt x="1056748" y="2349994"/>
                  </a:lnTo>
                  <a:lnTo>
                    <a:pt x="1048861" y="2349994"/>
                  </a:lnTo>
                  <a:lnTo>
                    <a:pt x="1040975" y="2349994"/>
                  </a:lnTo>
                  <a:lnTo>
                    <a:pt x="1033089" y="2349994"/>
                  </a:lnTo>
                  <a:lnTo>
                    <a:pt x="1025203" y="2349994"/>
                  </a:lnTo>
                  <a:lnTo>
                    <a:pt x="1017317" y="2349994"/>
                  </a:lnTo>
                  <a:lnTo>
                    <a:pt x="1009431" y="2349994"/>
                  </a:lnTo>
                  <a:lnTo>
                    <a:pt x="1001544" y="2349994"/>
                  </a:lnTo>
                  <a:lnTo>
                    <a:pt x="993658" y="2349994"/>
                  </a:lnTo>
                  <a:lnTo>
                    <a:pt x="985772" y="2349994"/>
                  </a:lnTo>
                  <a:lnTo>
                    <a:pt x="977886" y="2349994"/>
                  </a:lnTo>
                  <a:lnTo>
                    <a:pt x="970000" y="2349994"/>
                  </a:lnTo>
                  <a:lnTo>
                    <a:pt x="962113" y="2349994"/>
                  </a:lnTo>
                  <a:lnTo>
                    <a:pt x="954227" y="2349994"/>
                  </a:lnTo>
                  <a:lnTo>
                    <a:pt x="946341" y="2349994"/>
                  </a:lnTo>
                  <a:lnTo>
                    <a:pt x="938455" y="2349994"/>
                  </a:lnTo>
                  <a:lnTo>
                    <a:pt x="930569" y="2349994"/>
                  </a:lnTo>
                  <a:lnTo>
                    <a:pt x="922683" y="2349994"/>
                  </a:lnTo>
                  <a:lnTo>
                    <a:pt x="914796" y="2349994"/>
                  </a:lnTo>
                  <a:lnTo>
                    <a:pt x="906910" y="2349994"/>
                  </a:lnTo>
                  <a:lnTo>
                    <a:pt x="899024" y="2349994"/>
                  </a:lnTo>
                  <a:lnTo>
                    <a:pt x="891138" y="2349994"/>
                  </a:lnTo>
                  <a:lnTo>
                    <a:pt x="883252" y="2349994"/>
                  </a:lnTo>
                  <a:lnTo>
                    <a:pt x="875366" y="2349994"/>
                  </a:lnTo>
                  <a:lnTo>
                    <a:pt x="867479" y="2349994"/>
                  </a:lnTo>
                  <a:lnTo>
                    <a:pt x="859593" y="2349994"/>
                  </a:lnTo>
                  <a:lnTo>
                    <a:pt x="851707" y="2349994"/>
                  </a:lnTo>
                  <a:lnTo>
                    <a:pt x="843821" y="2349994"/>
                  </a:lnTo>
                  <a:lnTo>
                    <a:pt x="835935" y="2349994"/>
                  </a:lnTo>
                  <a:lnTo>
                    <a:pt x="828048" y="2349994"/>
                  </a:lnTo>
                  <a:lnTo>
                    <a:pt x="820162" y="2349994"/>
                  </a:lnTo>
                  <a:lnTo>
                    <a:pt x="812276" y="2349994"/>
                  </a:lnTo>
                  <a:lnTo>
                    <a:pt x="804390" y="2349994"/>
                  </a:lnTo>
                  <a:lnTo>
                    <a:pt x="796504" y="2349994"/>
                  </a:lnTo>
                  <a:lnTo>
                    <a:pt x="788618" y="2349994"/>
                  </a:lnTo>
                  <a:lnTo>
                    <a:pt x="780731" y="2349994"/>
                  </a:lnTo>
                  <a:lnTo>
                    <a:pt x="772845" y="2349994"/>
                  </a:lnTo>
                  <a:lnTo>
                    <a:pt x="764959" y="2349994"/>
                  </a:lnTo>
                  <a:lnTo>
                    <a:pt x="757073" y="2349994"/>
                  </a:lnTo>
                  <a:lnTo>
                    <a:pt x="749187" y="2349994"/>
                  </a:lnTo>
                  <a:lnTo>
                    <a:pt x="741300" y="2349994"/>
                  </a:lnTo>
                  <a:lnTo>
                    <a:pt x="733414" y="2349994"/>
                  </a:lnTo>
                  <a:lnTo>
                    <a:pt x="725528" y="2349994"/>
                  </a:lnTo>
                  <a:lnTo>
                    <a:pt x="717642" y="2349994"/>
                  </a:lnTo>
                  <a:lnTo>
                    <a:pt x="709756" y="2349994"/>
                  </a:lnTo>
                  <a:lnTo>
                    <a:pt x="701870" y="2349994"/>
                  </a:lnTo>
                  <a:lnTo>
                    <a:pt x="693983" y="2349994"/>
                  </a:lnTo>
                  <a:lnTo>
                    <a:pt x="686097" y="2349994"/>
                  </a:lnTo>
                  <a:lnTo>
                    <a:pt x="678211" y="2349994"/>
                  </a:lnTo>
                  <a:lnTo>
                    <a:pt x="670325" y="2349994"/>
                  </a:lnTo>
                  <a:lnTo>
                    <a:pt x="662439" y="2349994"/>
                  </a:lnTo>
                  <a:lnTo>
                    <a:pt x="654552" y="2349994"/>
                  </a:lnTo>
                  <a:lnTo>
                    <a:pt x="646666" y="2349994"/>
                  </a:lnTo>
                  <a:lnTo>
                    <a:pt x="638780" y="2349994"/>
                  </a:lnTo>
                  <a:lnTo>
                    <a:pt x="630894" y="2349994"/>
                  </a:lnTo>
                  <a:lnTo>
                    <a:pt x="623008" y="2349994"/>
                  </a:lnTo>
                  <a:lnTo>
                    <a:pt x="615122" y="2349994"/>
                  </a:lnTo>
                  <a:lnTo>
                    <a:pt x="607235" y="2349994"/>
                  </a:lnTo>
                  <a:lnTo>
                    <a:pt x="599349" y="2349994"/>
                  </a:lnTo>
                  <a:lnTo>
                    <a:pt x="591463" y="2349994"/>
                  </a:lnTo>
                  <a:lnTo>
                    <a:pt x="583577" y="2349994"/>
                  </a:lnTo>
                  <a:lnTo>
                    <a:pt x="575691" y="2349994"/>
                  </a:lnTo>
                  <a:lnTo>
                    <a:pt x="567804" y="2349994"/>
                  </a:lnTo>
                  <a:lnTo>
                    <a:pt x="559918" y="2349994"/>
                  </a:lnTo>
                  <a:lnTo>
                    <a:pt x="552032" y="2349994"/>
                  </a:lnTo>
                  <a:lnTo>
                    <a:pt x="544146" y="2349994"/>
                  </a:lnTo>
                  <a:lnTo>
                    <a:pt x="536260" y="2349994"/>
                  </a:lnTo>
                  <a:lnTo>
                    <a:pt x="528374" y="2349994"/>
                  </a:lnTo>
                  <a:lnTo>
                    <a:pt x="520487" y="2349994"/>
                  </a:lnTo>
                  <a:lnTo>
                    <a:pt x="512601" y="2349994"/>
                  </a:lnTo>
                  <a:lnTo>
                    <a:pt x="504715" y="2349994"/>
                  </a:lnTo>
                  <a:lnTo>
                    <a:pt x="496829" y="2349994"/>
                  </a:lnTo>
                  <a:lnTo>
                    <a:pt x="488943" y="2349994"/>
                  </a:lnTo>
                  <a:lnTo>
                    <a:pt x="481056" y="2349994"/>
                  </a:lnTo>
                  <a:lnTo>
                    <a:pt x="473170" y="2349994"/>
                  </a:lnTo>
                  <a:lnTo>
                    <a:pt x="465284" y="2349994"/>
                  </a:lnTo>
                  <a:lnTo>
                    <a:pt x="457398" y="2349994"/>
                  </a:lnTo>
                  <a:lnTo>
                    <a:pt x="449512" y="2349994"/>
                  </a:lnTo>
                  <a:lnTo>
                    <a:pt x="441626" y="2349994"/>
                  </a:lnTo>
                  <a:lnTo>
                    <a:pt x="433739" y="2349994"/>
                  </a:lnTo>
                  <a:lnTo>
                    <a:pt x="425853" y="2349994"/>
                  </a:lnTo>
                  <a:lnTo>
                    <a:pt x="417967" y="2349994"/>
                  </a:lnTo>
                  <a:lnTo>
                    <a:pt x="410081" y="2349994"/>
                  </a:lnTo>
                  <a:lnTo>
                    <a:pt x="402195" y="2349994"/>
                  </a:lnTo>
                  <a:lnTo>
                    <a:pt x="394309" y="2349994"/>
                  </a:lnTo>
                  <a:lnTo>
                    <a:pt x="386422" y="2349994"/>
                  </a:lnTo>
                  <a:lnTo>
                    <a:pt x="378536" y="2349994"/>
                  </a:lnTo>
                  <a:lnTo>
                    <a:pt x="370650" y="2349994"/>
                  </a:lnTo>
                  <a:lnTo>
                    <a:pt x="362764" y="2349994"/>
                  </a:lnTo>
                  <a:lnTo>
                    <a:pt x="354878" y="2349994"/>
                  </a:lnTo>
                  <a:lnTo>
                    <a:pt x="346991" y="2349994"/>
                  </a:lnTo>
                  <a:lnTo>
                    <a:pt x="339105" y="2349994"/>
                  </a:lnTo>
                  <a:lnTo>
                    <a:pt x="331219" y="2349994"/>
                  </a:lnTo>
                  <a:lnTo>
                    <a:pt x="323333" y="2349994"/>
                  </a:lnTo>
                  <a:lnTo>
                    <a:pt x="315447" y="2349994"/>
                  </a:lnTo>
                  <a:lnTo>
                    <a:pt x="307561" y="2349994"/>
                  </a:lnTo>
                  <a:lnTo>
                    <a:pt x="299674" y="2349994"/>
                  </a:lnTo>
                  <a:lnTo>
                    <a:pt x="291788" y="2349994"/>
                  </a:lnTo>
                  <a:lnTo>
                    <a:pt x="283902" y="2349994"/>
                  </a:lnTo>
                  <a:lnTo>
                    <a:pt x="276016" y="2349994"/>
                  </a:lnTo>
                  <a:lnTo>
                    <a:pt x="268130" y="2349994"/>
                  </a:lnTo>
                  <a:lnTo>
                    <a:pt x="260243" y="2349994"/>
                  </a:lnTo>
                  <a:lnTo>
                    <a:pt x="252357" y="2349994"/>
                  </a:lnTo>
                  <a:lnTo>
                    <a:pt x="244471" y="2349994"/>
                  </a:lnTo>
                  <a:lnTo>
                    <a:pt x="236585" y="2349994"/>
                  </a:lnTo>
                  <a:lnTo>
                    <a:pt x="228699" y="2349994"/>
                  </a:lnTo>
                  <a:lnTo>
                    <a:pt x="220813" y="2349994"/>
                  </a:lnTo>
                  <a:lnTo>
                    <a:pt x="212926" y="2349994"/>
                  </a:lnTo>
                  <a:lnTo>
                    <a:pt x="205040" y="2349994"/>
                  </a:lnTo>
                  <a:lnTo>
                    <a:pt x="197154" y="2349994"/>
                  </a:lnTo>
                  <a:lnTo>
                    <a:pt x="189268" y="2349994"/>
                  </a:lnTo>
                  <a:lnTo>
                    <a:pt x="181382" y="2349994"/>
                  </a:lnTo>
                  <a:lnTo>
                    <a:pt x="173495" y="2349994"/>
                  </a:lnTo>
                  <a:lnTo>
                    <a:pt x="165609" y="2349994"/>
                  </a:lnTo>
                  <a:lnTo>
                    <a:pt x="157723" y="2349994"/>
                  </a:lnTo>
                  <a:lnTo>
                    <a:pt x="149837" y="2349994"/>
                  </a:lnTo>
                  <a:lnTo>
                    <a:pt x="141951" y="2349994"/>
                  </a:lnTo>
                  <a:lnTo>
                    <a:pt x="134065" y="2349994"/>
                  </a:lnTo>
                  <a:lnTo>
                    <a:pt x="126178" y="2349994"/>
                  </a:lnTo>
                  <a:lnTo>
                    <a:pt x="118292" y="2349994"/>
                  </a:lnTo>
                  <a:lnTo>
                    <a:pt x="110406" y="2349994"/>
                  </a:lnTo>
                  <a:lnTo>
                    <a:pt x="102520" y="2349994"/>
                  </a:lnTo>
                  <a:lnTo>
                    <a:pt x="94634" y="2349994"/>
                  </a:lnTo>
                  <a:lnTo>
                    <a:pt x="86747" y="2349994"/>
                  </a:lnTo>
                  <a:lnTo>
                    <a:pt x="78861" y="2349994"/>
                  </a:lnTo>
                  <a:lnTo>
                    <a:pt x="70975" y="2349994"/>
                  </a:lnTo>
                  <a:lnTo>
                    <a:pt x="63089" y="2349994"/>
                  </a:lnTo>
                  <a:lnTo>
                    <a:pt x="55203" y="2349994"/>
                  </a:lnTo>
                  <a:lnTo>
                    <a:pt x="47317" y="2349994"/>
                  </a:lnTo>
                  <a:lnTo>
                    <a:pt x="39430" y="2349994"/>
                  </a:lnTo>
                  <a:lnTo>
                    <a:pt x="31544" y="2349994"/>
                  </a:lnTo>
                  <a:lnTo>
                    <a:pt x="23658" y="2349994"/>
                  </a:lnTo>
                  <a:lnTo>
                    <a:pt x="15772" y="2349994"/>
                  </a:lnTo>
                  <a:lnTo>
                    <a:pt x="7886" y="2349994"/>
                  </a:lnTo>
                  <a:lnTo>
                    <a:pt x="0" y="234999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7814880" y="2444737"/>
              <a:ext cx="4029838" cy="2349994"/>
            </a:xfrm>
            <a:custGeom>
              <a:avLst/>
              <a:pathLst>
                <a:path w="4029838" h="2349994">
                  <a:moveTo>
                    <a:pt x="0" y="2327163"/>
                  </a:moveTo>
                  <a:lnTo>
                    <a:pt x="7886" y="2325107"/>
                  </a:lnTo>
                  <a:lnTo>
                    <a:pt x="15772" y="2322967"/>
                  </a:lnTo>
                  <a:lnTo>
                    <a:pt x="23658" y="2320729"/>
                  </a:lnTo>
                  <a:lnTo>
                    <a:pt x="31544" y="2318430"/>
                  </a:lnTo>
                  <a:lnTo>
                    <a:pt x="39430" y="2316081"/>
                  </a:lnTo>
                  <a:lnTo>
                    <a:pt x="47317" y="2313692"/>
                  </a:lnTo>
                  <a:lnTo>
                    <a:pt x="55203" y="2311274"/>
                  </a:lnTo>
                  <a:lnTo>
                    <a:pt x="63089" y="2308844"/>
                  </a:lnTo>
                  <a:lnTo>
                    <a:pt x="70975" y="2306426"/>
                  </a:lnTo>
                  <a:lnTo>
                    <a:pt x="78861" y="2304034"/>
                  </a:lnTo>
                  <a:lnTo>
                    <a:pt x="86747" y="2301683"/>
                  </a:lnTo>
                  <a:lnTo>
                    <a:pt x="94634" y="2299395"/>
                  </a:lnTo>
                  <a:lnTo>
                    <a:pt x="102520" y="2297211"/>
                  </a:lnTo>
                  <a:lnTo>
                    <a:pt x="110406" y="2295130"/>
                  </a:lnTo>
                  <a:lnTo>
                    <a:pt x="118292" y="2293167"/>
                  </a:lnTo>
                  <a:lnTo>
                    <a:pt x="126178" y="2291338"/>
                  </a:lnTo>
                  <a:lnTo>
                    <a:pt x="134065" y="2289679"/>
                  </a:lnTo>
                  <a:lnTo>
                    <a:pt x="141951" y="2288227"/>
                  </a:lnTo>
                  <a:lnTo>
                    <a:pt x="149837" y="2286960"/>
                  </a:lnTo>
                  <a:lnTo>
                    <a:pt x="157723" y="2285889"/>
                  </a:lnTo>
                  <a:lnTo>
                    <a:pt x="165609" y="2285022"/>
                  </a:lnTo>
                  <a:lnTo>
                    <a:pt x="173495" y="2284407"/>
                  </a:lnTo>
                  <a:lnTo>
                    <a:pt x="181382" y="2284052"/>
                  </a:lnTo>
                  <a:lnTo>
                    <a:pt x="189268" y="2283922"/>
                  </a:lnTo>
                  <a:lnTo>
                    <a:pt x="197154" y="2284018"/>
                  </a:lnTo>
                  <a:lnTo>
                    <a:pt x="205040" y="2284339"/>
                  </a:lnTo>
                  <a:lnTo>
                    <a:pt x="212926" y="2284931"/>
                  </a:lnTo>
                  <a:lnTo>
                    <a:pt x="220813" y="2285766"/>
                  </a:lnTo>
                  <a:lnTo>
                    <a:pt x="228699" y="2286807"/>
                  </a:lnTo>
                  <a:lnTo>
                    <a:pt x="236585" y="2288044"/>
                  </a:lnTo>
                  <a:lnTo>
                    <a:pt x="244471" y="2289470"/>
                  </a:lnTo>
                  <a:lnTo>
                    <a:pt x="252357" y="2291111"/>
                  </a:lnTo>
                  <a:lnTo>
                    <a:pt x="260243" y="2292917"/>
                  </a:lnTo>
                  <a:lnTo>
                    <a:pt x="268130" y="2294859"/>
                  </a:lnTo>
                  <a:lnTo>
                    <a:pt x="276016" y="2296923"/>
                  </a:lnTo>
                  <a:lnTo>
                    <a:pt x="283902" y="2299092"/>
                  </a:lnTo>
                  <a:lnTo>
                    <a:pt x="291788" y="2301370"/>
                  </a:lnTo>
                  <a:lnTo>
                    <a:pt x="299674" y="2303710"/>
                  </a:lnTo>
                  <a:lnTo>
                    <a:pt x="307561" y="2306092"/>
                  </a:lnTo>
                  <a:lnTo>
                    <a:pt x="315447" y="2308503"/>
                  </a:lnTo>
                  <a:lnTo>
                    <a:pt x="323333" y="2310926"/>
                  </a:lnTo>
                  <a:lnTo>
                    <a:pt x="331219" y="2313338"/>
                  </a:lnTo>
                  <a:lnTo>
                    <a:pt x="339105" y="2315722"/>
                  </a:lnTo>
                  <a:lnTo>
                    <a:pt x="346991" y="2318065"/>
                  </a:lnTo>
                  <a:lnTo>
                    <a:pt x="354878" y="2320358"/>
                  </a:lnTo>
                  <a:lnTo>
                    <a:pt x="362764" y="2322585"/>
                  </a:lnTo>
                  <a:lnTo>
                    <a:pt x="370650" y="2324713"/>
                  </a:lnTo>
                  <a:lnTo>
                    <a:pt x="378536" y="2326754"/>
                  </a:lnTo>
                  <a:lnTo>
                    <a:pt x="386422" y="2328702"/>
                  </a:lnTo>
                  <a:lnTo>
                    <a:pt x="394309" y="2330552"/>
                  </a:lnTo>
                  <a:lnTo>
                    <a:pt x="402195" y="2332289"/>
                  </a:lnTo>
                  <a:lnTo>
                    <a:pt x="410081" y="2333889"/>
                  </a:lnTo>
                  <a:lnTo>
                    <a:pt x="417967" y="2335377"/>
                  </a:lnTo>
                  <a:lnTo>
                    <a:pt x="425853" y="2336751"/>
                  </a:lnTo>
                  <a:lnTo>
                    <a:pt x="433739" y="2338011"/>
                  </a:lnTo>
                  <a:lnTo>
                    <a:pt x="441626" y="2339141"/>
                  </a:lnTo>
                  <a:lnTo>
                    <a:pt x="449512" y="2340131"/>
                  </a:lnTo>
                  <a:lnTo>
                    <a:pt x="457398" y="2341007"/>
                  </a:lnTo>
                  <a:lnTo>
                    <a:pt x="465284" y="2341769"/>
                  </a:lnTo>
                  <a:lnTo>
                    <a:pt x="473170" y="2342419"/>
                  </a:lnTo>
                  <a:lnTo>
                    <a:pt x="481056" y="2342937"/>
                  </a:lnTo>
                  <a:lnTo>
                    <a:pt x="488943" y="2343326"/>
                  </a:lnTo>
                  <a:lnTo>
                    <a:pt x="496829" y="2343606"/>
                  </a:lnTo>
                  <a:lnTo>
                    <a:pt x="504715" y="2343776"/>
                  </a:lnTo>
                  <a:lnTo>
                    <a:pt x="512601" y="2343838"/>
                  </a:lnTo>
                  <a:lnTo>
                    <a:pt x="520487" y="2343768"/>
                  </a:lnTo>
                  <a:lnTo>
                    <a:pt x="528374" y="2343575"/>
                  </a:lnTo>
                  <a:lnTo>
                    <a:pt x="536260" y="2343273"/>
                  </a:lnTo>
                  <a:lnTo>
                    <a:pt x="544146" y="2342861"/>
                  </a:lnTo>
                  <a:lnTo>
                    <a:pt x="552032" y="2342339"/>
                  </a:lnTo>
                  <a:lnTo>
                    <a:pt x="559918" y="2341677"/>
                  </a:lnTo>
                  <a:lnTo>
                    <a:pt x="567804" y="2340891"/>
                  </a:lnTo>
                  <a:lnTo>
                    <a:pt x="575691" y="2339992"/>
                  </a:lnTo>
                  <a:lnTo>
                    <a:pt x="583577" y="2338978"/>
                  </a:lnTo>
                  <a:lnTo>
                    <a:pt x="591463" y="2337850"/>
                  </a:lnTo>
                  <a:lnTo>
                    <a:pt x="599349" y="2336571"/>
                  </a:lnTo>
                  <a:lnTo>
                    <a:pt x="607235" y="2335173"/>
                  </a:lnTo>
                  <a:lnTo>
                    <a:pt x="615122" y="2333662"/>
                  </a:lnTo>
                  <a:lnTo>
                    <a:pt x="623008" y="2332039"/>
                  </a:lnTo>
                  <a:lnTo>
                    <a:pt x="630894" y="2330307"/>
                  </a:lnTo>
                  <a:lnTo>
                    <a:pt x="638780" y="2328435"/>
                  </a:lnTo>
                  <a:lnTo>
                    <a:pt x="646666" y="2326466"/>
                  </a:lnTo>
                  <a:lnTo>
                    <a:pt x="654552" y="2324406"/>
                  </a:lnTo>
                  <a:lnTo>
                    <a:pt x="662439" y="2322261"/>
                  </a:lnTo>
                  <a:lnTo>
                    <a:pt x="670325" y="2320035"/>
                  </a:lnTo>
                  <a:lnTo>
                    <a:pt x="678211" y="2317727"/>
                  </a:lnTo>
                  <a:lnTo>
                    <a:pt x="686097" y="2315371"/>
                  </a:lnTo>
                  <a:lnTo>
                    <a:pt x="693983" y="2312977"/>
                  </a:lnTo>
                  <a:lnTo>
                    <a:pt x="701870" y="2310558"/>
                  </a:lnTo>
                  <a:lnTo>
                    <a:pt x="709756" y="2308128"/>
                  </a:lnTo>
                  <a:lnTo>
                    <a:pt x="717642" y="2305711"/>
                  </a:lnTo>
                  <a:lnTo>
                    <a:pt x="725528" y="2303325"/>
                  </a:lnTo>
                  <a:lnTo>
                    <a:pt x="733414" y="2300985"/>
                  </a:lnTo>
                  <a:lnTo>
                    <a:pt x="741300" y="2298705"/>
                  </a:lnTo>
                  <a:lnTo>
                    <a:pt x="749187" y="2296515"/>
                  </a:lnTo>
                  <a:lnTo>
                    <a:pt x="757073" y="2294448"/>
                  </a:lnTo>
                  <a:lnTo>
                    <a:pt x="764959" y="2292503"/>
                  </a:lnTo>
                  <a:lnTo>
                    <a:pt x="772845" y="2290693"/>
                  </a:lnTo>
                  <a:lnTo>
                    <a:pt x="780731" y="2289030"/>
                  </a:lnTo>
                  <a:lnTo>
                    <a:pt x="788618" y="2287558"/>
                  </a:lnTo>
                  <a:lnTo>
                    <a:pt x="796504" y="2286295"/>
                  </a:lnTo>
                  <a:lnTo>
                    <a:pt x="804390" y="2285221"/>
                  </a:lnTo>
                  <a:lnTo>
                    <a:pt x="812276" y="2284342"/>
                  </a:lnTo>
                  <a:lnTo>
                    <a:pt x="820162" y="2283664"/>
                  </a:lnTo>
                  <a:lnTo>
                    <a:pt x="828048" y="2283234"/>
                  </a:lnTo>
                  <a:lnTo>
                    <a:pt x="835935" y="2283037"/>
                  </a:lnTo>
                  <a:lnTo>
                    <a:pt x="843821" y="2283041"/>
                  </a:lnTo>
                  <a:lnTo>
                    <a:pt x="851707" y="2283244"/>
                  </a:lnTo>
                  <a:lnTo>
                    <a:pt x="859593" y="2283638"/>
                  </a:lnTo>
                  <a:lnTo>
                    <a:pt x="867479" y="2284260"/>
                  </a:lnTo>
                  <a:lnTo>
                    <a:pt x="875366" y="2285060"/>
                  </a:lnTo>
                  <a:lnTo>
                    <a:pt x="883252" y="2286009"/>
                  </a:lnTo>
                  <a:lnTo>
                    <a:pt x="891138" y="2287092"/>
                  </a:lnTo>
                  <a:lnTo>
                    <a:pt x="899024" y="2288294"/>
                  </a:lnTo>
                  <a:lnTo>
                    <a:pt x="906910" y="2289618"/>
                  </a:lnTo>
                  <a:lnTo>
                    <a:pt x="914796" y="2291009"/>
                  </a:lnTo>
                  <a:lnTo>
                    <a:pt x="922683" y="2292445"/>
                  </a:lnTo>
                  <a:lnTo>
                    <a:pt x="930569" y="2293904"/>
                  </a:lnTo>
                  <a:lnTo>
                    <a:pt x="938455" y="2295367"/>
                  </a:lnTo>
                  <a:lnTo>
                    <a:pt x="946341" y="2296793"/>
                  </a:lnTo>
                  <a:lnTo>
                    <a:pt x="954227" y="2298161"/>
                  </a:lnTo>
                  <a:lnTo>
                    <a:pt x="962113" y="2299453"/>
                  </a:lnTo>
                  <a:lnTo>
                    <a:pt x="970000" y="2300649"/>
                  </a:lnTo>
                  <a:lnTo>
                    <a:pt x="977886" y="2301725"/>
                  </a:lnTo>
                  <a:lnTo>
                    <a:pt x="985772" y="2302620"/>
                  </a:lnTo>
                  <a:lnTo>
                    <a:pt x="993658" y="2303354"/>
                  </a:lnTo>
                  <a:lnTo>
                    <a:pt x="1001544" y="2303916"/>
                  </a:lnTo>
                  <a:lnTo>
                    <a:pt x="1009431" y="2304293"/>
                  </a:lnTo>
                  <a:lnTo>
                    <a:pt x="1017317" y="2304458"/>
                  </a:lnTo>
                  <a:lnTo>
                    <a:pt x="1025203" y="2304362"/>
                  </a:lnTo>
                  <a:lnTo>
                    <a:pt x="1033089" y="2304053"/>
                  </a:lnTo>
                  <a:lnTo>
                    <a:pt x="1040975" y="2303528"/>
                  </a:lnTo>
                  <a:lnTo>
                    <a:pt x="1048861" y="2302784"/>
                  </a:lnTo>
                  <a:lnTo>
                    <a:pt x="1056748" y="2301794"/>
                  </a:lnTo>
                  <a:lnTo>
                    <a:pt x="1064634" y="2300543"/>
                  </a:lnTo>
                  <a:lnTo>
                    <a:pt x="1072520" y="2299083"/>
                  </a:lnTo>
                  <a:lnTo>
                    <a:pt x="1080406" y="2297419"/>
                  </a:lnTo>
                  <a:lnTo>
                    <a:pt x="1088292" y="2295558"/>
                  </a:lnTo>
                  <a:lnTo>
                    <a:pt x="1096179" y="2293476"/>
                  </a:lnTo>
                  <a:lnTo>
                    <a:pt x="1104065" y="2291188"/>
                  </a:lnTo>
                  <a:lnTo>
                    <a:pt x="1111951" y="2288735"/>
                  </a:lnTo>
                  <a:lnTo>
                    <a:pt x="1119837" y="2286128"/>
                  </a:lnTo>
                  <a:lnTo>
                    <a:pt x="1127723" y="2283374"/>
                  </a:lnTo>
                  <a:lnTo>
                    <a:pt x="1135609" y="2280456"/>
                  </a:lnTo>
                  <a:lnTo>
                    <a:pt x="1143496" y="2277401"/>
                  </a:lnTo>
                  <a:lnTo>
                    <a:pt x="1151382" y="2274232"/>
                  </a:lnTo>
                  <a:lnTo>
                    <a:pt x="1159268" y="2270956"/>
                  </a:lnTo>
                  <a:lnTo>
                    <a:pt x="1167154" y="2267579"/>
                  </a:lnTo>
                  <a:lnTo>
                    <a:pt x="1175040" y="2264082"/>
                  </a:lnTo>
                  <a:lnTo>
                    <a:pt x="1182927" y="2260486"/>
                  </a:lnTo>
                  <a:lnTo>
                    <a:pt x="1190813" y="2256800"/>
                  </a:lnTo>
                  <a:lnTo>
                    <a:pt x="1198699" y="2253023"/>
                  </a:lnTo>
                  <a:lnTo>
                    <a:pt x="1206585" y="2249153"/>
                  </a:lnTo>
                  <a:lnTo>
                    <a:pt x="1214471" y="2245156"/>
                  </a:lnTo>
                  <a:lnTo>
                    <a:pt x="1222357" y="2241050"/>
                  </a:lnTo>
                  <a:lnTo>
                    <a:pt x="1230244" y="2236833"/>
                  </a:lnTo>
                  <a:lnTo>
                    <a:pt x="1238130" y="2232496"/>
                  </a:lnTo>
                  <a:lnTo>
                    <a:pt x="1246016" y="2228032"/>
                  </a:lnTo>
                  <a:lnTo>
                    <a:pt x="1253902" y="2223378"/>
                  </a:lnTo>
                  <a:lnTo>
                    <a:pt x="1261788" y="2218569"/>
                  </a:lnTo>
                  <a:lnTo>
                    <a:pt x="1269675" y="2213596"/>
                  </a:lnTo>
                  <a:lnTo>
                    <a:pt x="1277561" y="2208448"/>
                  </a:lnTo>
                  <a:lnTo>
                    <a:pt x="1285447" y="2203109"/>
                  </a:lnTo>
                  <a:lnTo>
                    <a:pt x="1293333" y="2197512"/>
                  </a:lnTo>
                  <a:lnTo>
                    <a:pt x="1301219" y="2191708"/>
                  </a:lnTo>
                  <a:lnTo>
                    <a:pt x="1309105" y="2185690"/>
                  </a:lnTo>
                  <a:lnTo>
                    <a:pt x="1316992" y="2179453"/>
                  </a:lnTo>
                  <a:lnTo>
                    <a:pt x="1324878" y="2172975"/>
                  </a:lnTo>
                  <a:lnTo>
                    <a:pt x="1332764" y="2166213"/>
                  </a:lnTo>
                  <a:lnTo>
                    <a:pt x="1340650" y="2159227"/>
                  </a:lnTo>
                  <a:lnTo>
                    <a:pt x="1348536" y="2152020"/>
                  </a:lnTo>
                  <a:lnTo>
                    <a:pt x="1356423" y="2144596"/>
                  </a:lnTo>
                  <a:lnTo>
                    <a:pt x="1364309" y="2136936"/>
                  </a:lnTo>
                  <a:lnTo>
                    <a:pt x="1372195" y="2129036"/>
                  </a:lnTo>
                  <a:lnTo>
                    <a:pt x="1380081" y="2120954"/>
                  </a:lnTo>
                  <a:lnTo>
                    <a:pt x="1387967" y="2112700"/>
                  </a:lnTo>
                  <a:lnTo>
                    <a:pt x="1395853" y="2104289"/>
                  </a:lnTo>
                  <a:lnTo>
                    <a:pt x="1403740" y="2095714"/>
                  </a:lnTo>
                  <a:lnTo>
                    <a:pt x="1411626" y="2087001"/>
                  </a:lnTo>
                  <a:lnTo>
                    <a:pt x="1419512" y="2078192"/>
                  </a:lnTo>
                  <a:lnTo>
                    <a:pt x="1427398" y="2069301"/>
                  </a:lnTo>
                  <a:lnTo>
                    <a:pt x="1435284" y="2060343"/>
                  </a:lnTo>
                  <a:lnTo>
                    <a:pt x="1443170" y="2051329"/>
                  </a:lnTo>
                  <a:lnTo>
                    <a:pt x="1451057" y="2042285"/>
                  </a:lnTo>
                  <a:lnTo>
                    <a:pt x="1458943" y="2033229"/>
                  </a:lnTo>
                  <a:lnTo>
                    <a:pt x="1466829" y="2024169"/>
                  </a:lnTo>
                  <a:lnTo>
                    <a:pt x="1474715" y="2015112"/>
                  </a:lnTo>
                  <a:lnTo>
                    <a:pt x="1482601" y="2006069"/>
                  </a:lnTo>
                  <a:lnTo>
                    <a:pt x="1490488" y="1997036"/>
                  </a:lnTo>
                  <a:lnTo>
                    <a:pt x="1498374" y="1988008"/>
                  </a:lnTo>
                  <a:lnTo>
                    <a:pt x="1506260" y="1978976"/>
                  </a:lnTo>
                  <a:lnTo>
                    <a:pt x="1514146" y="1969929"/>
                  </a:lnTo>
                  <a:lnTo>
                    <a:pt x="1522032" y="1960828"/>
                  </a:lnTo>
                  <a:lnTo>
                    <a:pt x="1529918" y="1951647"/>
                  </a:lnTo>
                  <a:lnTo>
                    <a:pt x="1537805" y="1942355"/>
                  </a:lnTo>
                  <a:lnTo>
                    <a:pt x="1545691" y="1932918"/>
                  </a:lnTo>
                  <a:lnTo>
                    <a:pt x="1553577" y="1923296"/>
                  </a:lnTo>
                  <a:lnTo>
                    <a:pt x="1561463" y="1913331"/>
                  </a:lnTo>
                  <a:lnTo>
                    <a:pt x="1569349" y="1903029"/>
                  </a:lnTo>
                  <a:lnTo>
                    <a:pt x="1577236" y="1892329"/>
                  </a:lnTo>
                  <a:lnTo>
                    <a:pt x="1585122" y="1881168"/>
                  </a:lnTo>
                  <a:lnTo>
                    <a:pt x="1593008" y="1869451"/>
                  </a:lnTo>
                  <a:lnTo>
                    <a:pt x="1600894" y="1856892"/>
                  </a:lnTo>
                  <a:lnTo>
                    <a:pt x="1608780" y="1843574"/>
                  </a:lnTo>
                  <a:lnTo>
                    <a:pt x="1616666" y="1829414"/>
                  </a:lnTo>
                  <a:lnTo>
                    <a:pt x="1624553" y="1814330"/>
                  </a:lnTo>
                  <a:lnTo>
                    <a:pt x="1632439" y="1798137"/>
                  </a:lnTo>
                  <a:lnTo>
                    <a:pt x="1640325" y="1780491"/>
                  </a:lnTo>
                  <a:lnTo>
                    <a:pt x="1648211" y="1761576"/>
                  </a:lnTo>
                  <a:lnTo>
                    <a:pt x="1656097" y="1741309"/>
                  </a:lnTo>
                  <a:lnTo>
                    <a:pt x="1663984" y="1719610"/>
                  </a:lnTo>
                  <a:lnTo>
                    <a:pt x="1671870" y="1696188"/>
                  </a:lnTo>
                  <a:lnTo>
                    <a:pt x="1679756" y="1670779"/>
                  </a:lnTo>
                  <a:lnTo>
                    <a:pt x="1687642" y="1643657"/>
                  </a:lnTo>
                  <a:lnTo>
                    <a:pt x="1695528" y="1614770"/>
                  </a:lnTo>
                  <a:lnTo>
                    <a:pt x="1703414" y="1584070"/>
                  </a:lnTo>
                  <a:lnTo>
                    <a:pt x="1711301" y="1551189"/>
                  </a:lnTo>
                  <a:lnTo>
                    <a:pt x="1719187" y="1516087"/>
                  </a:lnTo>
                  <a:lnTo>
                    <a:pt x="1727073" y="1479085"/>
                  </a:lnTo>
                  <a:lnTo>
                    <a:pt x="1734959" y="1440192"/>
                  </a:lnTo>
                  <a:lnTo>
                    <a:pt x="1742845" y="1399424"/>
                  </a:lnTo>
                  <a:lnTo>
                    <a:pt x="1750732" y="1356423"/>
                  </a:lnTo>
                  <a:lnTo>
                    <a:pt x="1758618" y="1311436"/>
                  </a:lnTo>
                  <a:lnTo>
                    <a:pt x="1766504" y="1264778"/>
                  </a:lnTo>
                  <a:lnTo>
                    <a:pt x="1774390" y="1216531"/>
                  </a:lnTo>
                  <a:lnTo>
                    <a:pt x="1782276" y="1166788"/>
                  </a:lnTo>
                  <a:lnTo>
                    <a:pt x="1790162" y="1115351"/>
                  </a:lnTo>
                  <a:lnTo>
                    <a:pt x="1798049" y="1062666"/>
                  </a:lnTo>
                  <a:lnTo>
                    <a:pt x="1805935" y="1008994"/>
                  </a:lnTo>
                  <a:lnTo>
                    <a:pt x="1813821" y="954490"/>
                  </a:lnTo>
                  <a:lnTo>
                    <a:pt x="1821707" y="899313"/>
                  </a:lnTo>
                  <a:lnTo>
                    <a:pt x="1829593" y="843589"/>
                  </a:lnTo>
                  <a:lnTo>
                    <a:pt x="1837479" y="787719"/>
                  </a:lnTo>
                  <a:lnTo>
                    <a:pt x="1845366" y="731916"/>
                  </a:lnTo>
                  <a:lnTo>
                    <a:pt x="1853252" y="676375"/>
                  </a:lnTo>
                  <a:lnTo>
                    <a:pt x="1861138" y="621293"/>
                  </a:lnTo>
                  <a:lnTo>
                    <a:pt x="1869024" y="567249"/>
                  </a:lnTo>
                  <a:lnTo>
                    <a:pt x="1876910" y="514286"/>
                  </a:lnTo>
                  <a:lnTo>
                    <a:pt x="1884797" y="462606"/>
                  </a:lnTo>
                  <a:lnTo>
                    <a:pt x="1892683" y="412408"/>
                  </a:lnTo>
                  <a:lnTo>
                    <a:pt x="1900569" y="363976"/>
                  </a:lnTo>
                  <a:lnTo>
                    <a:pt x="1908455" y="318133"/>
                  </a:lnTo>
                  <a:lnTo>
                    <a:pt x="1916341" y="274542"/>
                  </a:lnTo>
                  <a:lnTo>
                    <a:pt x="1924227" y="233373"/>
                  </a:lnTo>
                  <a:lnTo>
                    <a:pt x="1932114" y="194791"/>
                  </a:lnTo>
                  <a:lnTo>
                    <a:pt x="1940000" y="159216"/>
                  </a:lnTo>
                  <a:lnTo>
                    <a:pt x="1947886" y="127401"/>
                  </a:lnTo>
                  <a:lnTo>
                    <a:pt x="1955772" y="98744"/>
                  </a:lnTo>
                  <a:lnTo>
                    <a:pt x="1963658" y="73353"/>
                  </a:lnTo>
                  <a:lnTo>
                    <a:pt x="1971545" y="51327"/>
                  </a:lnTo>
                  <a:lnTo>
                    <a:pt x="1979431" y="33221"/>
                  </a:lnTo>
                  <a:lnTo>
                    <a:pt x="1987317" y="19458"/>
                  </a:lnTo>
                  <a:lnTo>
                    <a:pt x="1995203" y="9319"/>
                  </a:lnTo>
                  <a:lnTo>
                    <a:pt x="2003089" y="2829"/>
                  </a:lnTo>
                  <a:lnTo>
                    <a:pt x="2010975" y="0"/>
                  </a:lnTo>
                  <a:lnTo>
                    <a:pt x="2018862" y="1463"/>
                  </a:lnTo>
                  <a:lnTo>
                    <a:pt x="2026748" y="7172"/>
                  </a:lnTo>
                  <a:lnTo>
                    <a:pt x="2034634" y="16433"/>
                  </a:lnTo>
                  <a:lnTo>
                    <a:pt x="2042520" y="29179"/>
                  </a:lnTo>
                  <a:lnTo>
                    <a:pt x="2050406" y="45334"/>
                  </a:lnTo>
                  <a:lnTo>
                    <a:pt x="2058293" y="65486"/>
                  </a:lnTo>
                  <a:lnTo>
                    <a:pt x="2066179" y="89151"/>
                  </a:lnTo>
                  <a:lnTo>
                    <a:pt x="2074065" y="115764"/>
                  </a:lnTo>
                  <a:lnTo>
                    <a:pt x="2081951" y="145182"/>
                  </a:lnTo>
                  <a:lnTo>
                    <a:pt x="2089837" y="177252"/>
                  </a:lnTo>
                  <a:lnTo>
                    <a:pt x="2097723" y="212378"/>
                  </a:lnTo>
                  <a:lnTo>
                    <a:pt x="2105610" y="249847"/>
                  </a:lnTo>
                  <a:lnTo>
                    <a:pt x="2113496" y="289263"/>
                  </a:lnTo>
                  <a:lnTo>
                    <a:pt x="2121382" y="330438"/>
                  </a:lnTo>
                  <a:lnTo>
                    <a:pt x="2129268" y="373184"/>
                  </a:lnTo>
                  <a:lnTo>
                    <a:pt x="2137154" y="417611"/>
                  </a:lnTo>
                  <a:lnTo>
                    <a:pt x="2145041" y="463076"/>
                  </a:lnTo>
                  <a:lnTo>
                    <a:pt x="2152927" y="509336"/>
                  </a:lnTo>
                  <a:lnTo>
                    <a:pt x="2160813" y="556208"/>
                  </a:lnTo>
                  <a:lnTo>
                    <a:pt x="2168699" y="603510"/>
                  </a:lnTo>
                  <a:lnTo>
                    <a:pt x="2176585" y="651038"/>
                  </a:lnTo>
                  <a:lnTo>
                    <a:pt x="2184471" y="698488"/>
                  </a:lnTo>
                  <a:lnTo>
                    <a:pt x="2192358" y="745715"/>
                  </a:lnTo>
                  <a:lnTo>
                    <a:pt x="2200244" y="792582"/>
                  </a:lnTo>
                  <a:lnTo>
                    <a:pt x="2208130" y="838926"/>
                  </a:lnTo>
                  <a:lnTo>
                    <a:pt x="2216016" y="884395"/>
                  </a:lnTo>
                  <a:lnTo>
                    <a:pt x="2223902" y="929052"/>
                  </a:lnTo>
                  <a:lnTo>
                    <a:pt x="2231789" y="972821"/>
                  </a:lnTo>
                  <a:lnTo>
                    <a:pt x="2239675" y="1015634"/>
                  </a:lnTo>
                  <a:lnTo>
                    <a:pt x="2247561" y="1057336"/>
                  </a:lnTo>
                  <a:lnTo>
                    <a:pt x="2255447" y="1097674"/>
                  </a:lnTo>
                  <a:lnTo>
                    <a:pt x="2263333" y="1136901"/>
                  </a:lnTo>
                  <a:lnTo>
                    <a:pt x="2271219" y="1175009"/>
                  </a:lnTo>
                  <a:lnTo>
                    <a:pt x="2279106" y="1211998"/>
                  </a:lnTo>
                  <a:lnTo>
                    <a:pt x="2286992" y="1247735"/>
                  </a:lnTo>
                  <a:lnTo>
                    <a:pt x="2294878" y="1282167"/>
                  </a:lnTo>
                  <a:lnTo>
                    <a:pt x="2302764" y="1315574"/>
                  </a:lnTo>
                  <a:lnTo>
                    <a:pt x="2310650" y="1347997"/>
                  </a:lnTo>
                  <a:lnTo>
                    <a:pt x="2318536" y="1379483"/>
                  </a:lnTo>
                  <a:lnTo>
                    <a:pt x="2326423" y="1409943"/>
                  </a:lnTo>
                  <a:lnTo>
                    <a:pt x="2334309" y="1439478"/>
                  </a:lnTo>
                  <a:lnTo>
                    <a:pt x="2342195" y="1468301"/>
                  </a:lnTo>
                  <a:lnTo>
                    <a:pt x="2350081" y="1496470"/>
                  </a:lnTo>
                  <a:lnTo>
                    <a:pt x="2357967" y="1524044"/>
                  </a:lnTo>
                  <a:lnTo>
                    <a:pt x="2365854" y="1550988"/>
                  </a:lnTo>
                  <a:lnTo>
                    <a:pt x="2373740" y="1577442"/>
                  </a:lnTo>
                  <a:lnTo>
                    <a:pt x="2381626" y="1603522"/>
                  </a:lnTo>
                  <a:lnTo>
                    <a:pt x="2389512" y="1629273"/>
                  </a:lnTo>
                  <a:lnTo>
                    <a:pt x="2397398" y="1654738"/>
                  </a:lnTo>
                  <a:lnTo>
                    <a:pt x="2405284" y="1679906"/>
                  </a:lnTo>
                  <a:lnTo>
                    <a:pt x="2413171" y="1704864"/>
                  </a:lnTo>
                  <a:lnTo>
                    <a:pt x="2421057" y="1729651"/>
                  </a:lnTo>
                  <a:lnTo>
                    <a:pt x="2428943" y="1754279"/>
                  </a:lnTo>
                  <a:lnTo>
                    <a:pt x="2436829" y="1778760"/>
                  </a:lnTo>
                  <a:lnTo>
                    <a:pt x="2444715" y="1803049"/>
                  </a:lnTo>
                  <a:lnTo>
                    <a:pt x="2452602" y="1827173"/>
                  </a:lnTo>
                  <a:lnTo>
                    <a:pt x="2460488" y="1851124"/>
                  </a:lnTo>
                  <a:lnTo>
                    <a:pt x="2468374" y="1874881"/>
                  </a:lnTo>
                  <a:lnTo>
                    <a:pt x="2476260" y="1898424"/>
                  </a:lnTo>
                  <a:lnTo>
                    <a:pt x="2484146" y="1921620"/>
                  </a:lnTo>
                  <a:lnTo>
                    <a:pt x="2492032" y="1944509"/>
                  </a:lnTo>
                  <a:lnTo>
                    <a:pt x="2499919" y="1967056"/>
                  </a:lnTo>
                  <a:lnTo>
                    <a:pt x="2507805" y="1989223"/>
                  </a:lnTo>
                  <a:lnTo>
                    <a:pt x="2515691" y="2010953"/>
                  </a:lnTo>
                  <a:lnTo>
                    <a:pt x="2523577" y="2032060"/>
                  </a:lnTo>
                  <a:lnTo>
                    <a:pt x="2531463" y="2052634"/>
                  </a:lnTo>
                  <a:lnTo>
                    <a:pt x="2539350" y="2072641"/>
                  </a:lnTo>
                  <a:lnTo>
                    <a:pt x="2547236" y="2092046"/>
                  </a:lnTo>
                  <a:lnTo>
                    <a:pt x="2555122" y="2110757"/>
                  </a:lnTo>
                  <a:lnTo>
                    <a:pt x="2563008" y="2128610"/>
                  </a:lnTo>
                  <a:lnTo>
                    <a:pt x="2570894" y="2145748"/>
                  </a:lnTo>
                  <a:lnTo>
                    <a:pt x="2578780" y="2162153"/>
                  </a:lnTo>
                  <a:lnTo>
                    <a:pt x="2586667" y="2177810"/>
                  </a:lnTo>
                  <a:lnTo>
                    <a:pt x="2594553" y="2192602"/>
                  </a:lnTo>
                  <a:lnTo>
                    <a:pt x="2602439" y="2206452"/>
                  </a:lnTo>
                  <a:lnTo>
                    <a:pt x="2610325" y="2219526"/>
                  </a:lnTo>
                  <a:lnTo>
                    <a:pt x="2618211" y="2231829"/>
                  </a:lnTo>
                  <a:lnTo>
                    <a:pt x="2626098" y="2243365"/>
                  </a:lnTo>
                  <a:lnTo>
                    <a:pt x="2633984" y="2254015"/>
                  </a:lnTo>
                  <a:lnTo>
                    <a:pt x="2641870" y="2263806"/>
                  </a:lnTo>
                  <a:lnTo>
                    <a:pt x="2649756" y="2272889"/>
                  </a:lnTo>
                  <a:lnTo>
                    <a:pt x="2657642" y="2281283"/>
                  </a:lnTo>
                  <a:lnTo>
                    <a:pt x="2665528" y="2289012"/>
                  </a:lnTo>
                  <a:lnTo>
                    <a:pt x="2673415" y="2295971"/>
                  </a:lnTo>
                  <a:lnTo>
                    <a:pt x="2681301" y="2302260"/>
                  </a:lnTo>
                  <a:lnTo>
                    <a:pt x="2689187" y="2307991"/>
                  </a:lnTo>
                  <a:lnTo>
                    <a:pt x="2697073" y="2313192"/>
                  </a:lnTo>
                  <a:lnTo>
                    <a:pt x="2704959" y="2317892"/>
                  </a:lnTo>
                  <a:lnTo>
                    <a:pt x="2712846" y="2322011"/>
                  </a:lnTo>
                  <a:lnTo>
                    <a:pt x="2720732" y="2325677"/>
                  </a:lnTo>
                  <a:lnTo>
                    <a:pt x="2728618" y="2328959"/>
                  </a:lnTo>
                  <a:lnTo>
                    <a:pt x="2736504" y="2331882"/>
                  </a:lnTo>
                  <a:lnTo>
                    <a:pt x="2744390" y="2334475"/>
                  </a:lnTo>
                  <a:lnTo>
                    <a:pt x="2752276" y="2336683"/>
                  </a:lnTo>
                  <a:lnTo>
                    <a:pt x="2760163" y="2338623"/>
                  </a:lnTo>
                  <a:lnTo>
                    <a:pt x="2768049" y="2340328"/>
                  </a:lnTo>
                  <a:lnTo>
                    <a:pt x="2775935" y="2341819"/>
                  </a:lnTo>
                  <a:lnTo>
                    <a:pt x="2783821" y="2343116"/>
                  </a:lnTo>
                  <a:lnTo>
                    <a:pt x="2791707" y="2344189"/>
                  </a:lnTo>
                  <a:lnTo>
                    <a:pt x="2799593" y="2345120"/>
                  </a:lnTo>
                  <a:lnTo>
                    <a:pt x="2807480" y="2345924"/>
                  </a:lnTo>
                  <a:lnTo>
                    <a:pt x="2815366" y="2346614"/>
                  </a:lnTo>
                  <a:lnTo>
                    <a:pt x="2823252" y="2347199"/>
                  </a:lnTo>
                  <a:lnTo>
                    <a:pt x="2831138" y="2347675"/>
                  </a:lnTo>
                  <a:lnTo>
                    <a:pt x="2839024" y="2348081"/>
                  </a:lnTo>
                  <a:lnTo>
                    <a:pt x="2846911" y="2348426"/>
                  </a:lnTo>
                  <a:lnTo>
                    <a:pt x="2854797" y="2348715"/>
                  </a:lnTo>
                  <a:lnTo>
                    <a:pt x="2862683" y="2348955"/>
                  </a:lnTo>
                  <a:lnTo>
                    <a:pt x="2870569" y="2349147"/>
                  </a:lnTo>
                  <a:lnTo>
                    <a:pt x="2878455" y="2349307"/>
                  </a:lnTo>
                  <a:lnTo>
                    <a:pt x="2886341" y="2349441"/>
                  </a:lnTo>
                  <a:lnTo>
                    <a:pt x="2894228" y="2349552"/>
                  </a:lnTo>
                  <a:lnTo>
                    <a:pt x="2902114" y="2349641"/>
                  </a:lnTo>
                  <a:lnTo>
                    <a:pt x="2910000" y="2349711"/>
                  </a:lnTo>
                  <a:lnTo>
                    <a:pt x="2917886" y="2349769"/>
                  </a:lnTo>
                  <a:lnTo>
                    <a:pt x="2925772" y="2349816"/>
                  </a:lnTo>
                  <a:lnTo>
                    <a:pt x="2933659" y="2349854"/>
                  </a:lnTo>
                  <a:lnTo>
                    <a:pt x="2941545" y="2349884"/>
                  </a:lnTo>
                  <a:lnTo>
                    <a:pt x="2949431" y="2349908"/>
                  </a:lnTo>
                  <a:lnTo>
                    <a:pt x="2957317" y="2349927"/>
                  </a:lnTo>
                  <a:lnTo>
                    <a:pt x="2965203" y="2349942"/>
                  </a:lnTo>
                  <a:lnTo>
                    <a:pt x="2973089" y="2349954"/>
                  </a:lnTo>
                  <a:lnTo>
                    <a:pt x="2980976" y="2349963"/>
                  </a:lnTo>
                  <a:lnTo>
                    <a:pt x="2988862" y="2349970"/>
                  </a:lnTo>
                  <a:lnTo>
                    <a:pt x="2996748" y="2349976"/>
                  </a:lnTo>
                  <a:lnTo>
                    <a:pt x="3004634" y="2349980"/>
                  </a:lnTo>
                  <a:lnTo>
                    <a:pt x="3012520" y="2349984"/>
                  </a:lnTo>
                  <a:lnTo>
                    <a:pt x="3020407" y="2349986"/>
                  </a:lnTo>
                  <a:lnTo>
                    <a:pt x="3028293" y="2349988"/>
                  </a:lnTo>
                  <a:lnTo>
                    <a:pt x="3036179" y="2349990"/>
                  </a:lnTo>
                  <a:lnTo>
                    <a:pt x="3044065" y="2349991"/>
                  </a:lnTo>
                  <a:lnTo>
                    <a:pt x="3051951" y="2349992"/>
                  </a:lnTo>
                  <a:lnTo>
                    <a:pt x="3059837" y="2349992"/>
                  </a:lnTo>
                  <a:lnTo>
                    <a:pt x="3067724" y="2349993"/>
                  </a:lnTo>
                  <a:lnTo>
                    <a:pt x="3075610" y="2349993"/>
                  </a:lnTo>
                  <a:lnTo>
                    <a:pt x="3083496" y="2349994"/>
                  </a:lnTo>
                  <a:lnTo>
                    <a:pt x="3091382" y="2349994"/>
                  </a:lnTo>
                  <a:lnTo>
                    <a:pt x="3099268" y="2349994"/>
                  </a:lnTo>
                  <a:lnTo>
                    <a:pt x="3107155" y="2349994"/>
                  </a:lnTo>
                  <a:lnTo>
                    <a:pt x="3115041" y="2349994"/>
                  </a:lnTo>
                  <a:lnTo>
                    <a:pt x="3122927" y="2349994"/>
                  </a:lnTo>
                  <a:lnTo>
                    <a:pt x="3130813" y="2349994"/>
                  </a:lnTo>
                  <a:lnTo>
                    <a:pt x="3138699" y="2349994"/>
                  </a:lnTo>
                  <a:lnTo>
                    <a:pt x="3146585" y="2349994"/>
                  </a:lnTo>
                  <a:lnTo>
                    <a:pt x="3154472" y="2349994"/>
                  </a:lnTo>
                  <a:lnTo>
                    <a:pt x="3162358" y="2349994"/>
                  </a:lnTo>
                  <a:lnTo>
                    <a:pt x="3170244" y="2349994"/>
                  </a:lnTo>
                  <a:lnTo>
                    <a:pt x="3178130" y="2349994"/>
                  </a:lnTo>
                  <a:lnTo>
                    <a:pt x="3186016" y="2349994"/>
                  </a:lnTo>
                  <a:lnTo>
                    <a:pt x="3193903" y="2349994"/>
                  </a:lnTo>
                  <a:lnTo>
                    <a:pt x="3201789" y="2349994"/>
                  </a:lnTo>
                  <a:lnTo>
                    <a:pt x="3209675" y="2349994"/>
                  </a:lnTo>
                  <a:lnTo>
                    <a:pt x="3217561" y="2349994"/>
                  </a:lnTo>
                  <a:lnTo>
                    <a:pt x="3225447" y="2349994"/>
                  </a:lnTo>
                  <a:lnTo>
                    <a:pt x="3233333" y="2349994"/>
                  </a:lnTo>
                  <a:lnTo>
                    <a:pt x="3241220" y="2349994"/>
                  </a:lnTo>
                  <a:lnTo>
                    <a:pt x="3249106" y="2349994"/>
                  </a:lnTo>
                  <a:lnTo>
                    <a:pt x="3256992" y="2349994"/>
                  </a:lnTo>
                  <a:lnTo>
                    <a:pt x="3264878" y="2349994"/>
                  </a:lnTo>
                  <a:lnTo>
                    <a:pt x="3272764" y="2349994"/>
                  </a:lnTo>
                  <a:lnTo>
                    <a:pt x="3280650" y="2349994"/>
                  </a:lnTo>
                  <a:lnTo>
                    <a:pt x="3288537" y="2349994"/>
                  </a:lnTo>
                  <a:lnTo>
                    <a:pt x="3296423" y="2349994"/>
                  </a:lnTo>
                  <a:lnTo>
                    <a:pt x="3304309" y="2349994"/>
                  </a:lnTo>
                  <a:lnTo>
                    <a:pt x="3312195" y="2349994"/>
                  </a:lnTo>
                  <a:lnTo>
                    <a:pt x="3320081" y="2349994"/>
                  </a:lnTo>
                  <a:lnTo>
                    <a:pt x="3327968" y="2349994"/>
                  </a:lnTo>
                  <a:lnTo>
                    <a:pt x="3335854" y="2349994"/>
                  </a:lnTo>
                  <a:lnTo>
                    <a:pt x="3343740" y="2349994"/>
                  </a:lnTo>
                  <a:lnTo>
                    <a:pt x="3351626" y="2349994"/>
                  </a:lnTo>
                  <a:lnTo>
                    <a:pt x="3359512" y="2349994"/>
                  </a:lnTo>
                  <a:lnTo>
                    <a:pt x="3367398" y="2349994"/>
                  </a:lnTo>
                  <a:lnTo>
                    <a:pt x="3375285" y="2349994"/>
                  </a:lnTo>
                  <a:lnTo>
                    <a:pt x="3383171" y="2349994"/>
                  </a:lnTo>
                  <a:lnTo>
                    <a:pt x="3391057" y="2349994"/>
                  </a:lnTo>
                  <a:lnTo>
                    <a:pt x="3398943" y="2349994"/>
                  </a:lnTo>
                  <a:lnTo>
                    <a:pt x="3406829" y="2349994"/>
                  </a:lnTo>
                  <a:lnTo>
                    <a:pt x="3414716" y="2349994"/>
                  </a:lnTo>
                  <a:lnTo>
                    <a:pt x="3422602" y="2349994"/>
                  </a:lnTo>
                  <a:lnTo>
                    <a:pt x="3430488" y="2349994"/>
                  </a:lnTo>
                  <a:lnTo>
                    <a:pt x="3438374" y="2349994"/>
                  </a:lnTo>
                  <a:lnTo>
                    <a:pt x="3446260" y="2349994"/>
                  </a:lnTo>
                  <a:lnTo>
                    <a:pt x="3454146" y="2349994"/>
                  </a:lnTo>
                  <a:lnTo>
                    <a:pt x="3462033" y="2349994"/>
                  </a:lnTo>
                  <a:lnTo>
                    <a:pt x="3469919" y="2349994"/>
                  </a:lnTo>
                  <a:lnTo>
                    <a:pt x="3477805" y="2349994"/>
                  </a:lnTo>
                  <a:lnTo>
                    <a:pt x="3485691" y="2349994"/>
                  </a:lnTo>
                  <a:lnTo>
                    <a:pt x="3493577" y="2349994"/>
                  </a:lnTo>
                  <a:lnTo>
                    <a:pt x="3501464" y="2349994"/>
                  </a:lnTo>
                  <a:lnTo>
                    <a:pt x="3509350" y="2349994"/>
                  </a:lnTo>
                  <a:lnTo>
                    <a:pt x="3517236" y="2349994"/>
                  </a:lnTo>
                  <a:lnTo>
                    <a:pt x="3525122" y="2349994"/>
                  </a:lnTo>
                  <a:lnTo>
                    <a:pt x="3533008" y="2349994"/>
                  </a:lnTo>
                  <a:lnTo>
                    <a:pt x="3540894" y="2349994"/>
                  </a:lnTo>
                  <a:lnTo>
                    <a:pt x="3548781" y="2349994"/>
                  </a:lnTo>
                  <a:lnTo>
                    <a:pt x="3556667" y="2349994"/>
                  </a:lnTo>
                  <a:lnTo>
                    <a:pt x="3564553" y="2349994"/>
                  </a:lnTo>
                  <a:lnTo>
                    <a:pt x="3572439" y="2349994"/>
                  </a:lnTo>
                  <a:lnTo>
                    <a:pt x="3580325" y="2349994"/>
                  </a:lnTo>
                  <a:lnTo>
                    <a:pt x="3588212" y="2349994"/>
                  </a:lnTo>
                  <a:lnTo>
                    <a:pt x="3596098" y="2349994"/>
                  </a:lnTo>
                  <a:lnTo>
                    <a:pt x="3603984" y="2349994"/>
                  </a:lnTo>
                  <a:lnTo>
                    <a:pt x="3611870" y="2349994"/>
                  </a:lnTo>
                  <a:lnTo>
                    <a:pt x="3619756" y="2349994"/>
                  </a:lnTo>
                  <a:lnTo>
                    <a:pt x="3627642" y="2349994"/>
                  </a:lnTo>
                  <a:lnTo>
                    <a:pt x="3635529" y="2349994"/>
                  </a:lnTo>
                  <a:lnTo>
                    <a:pt x="3643415" y="2349994"/>
                  </a:lnTo>
                  <a:lnTo>
                    <a:pt x="3651301" y="2349994"/>
                  </a:lnTo>
                  <a:lnTo>
                    <a:pt x="3659187" y="2349994"/>
                  </a:lnTo>
                  <a:lnTo>
                    <a:pt x="3667073" y="2349994"/>
                  </a:lnTo>
                  <a:lnTo>
                    <a:pt x="3674959" y="2349994"/>
                  </a:lnTo>
                  <a:lnTo>
                    <a:pt x="3682846" y="2349994"/>
                  </a:lnTo>
                  <a:lnTo>
                    <a:pt x="3690732" y="2349994"/>
                  </a:lnTo>
                  <a:lnTo>
                    <a:pt x="3698618" y="2349994"/>
                  </a:lnTo>
                  <a:lnTo>
                    <a:pt x="3706504" y="2349994"/>
                  </a:lnTo>
                  <a:lnTo>
                    <a:pt x="3714390" y="2349994"/>
                  </a:lnTo>
                  <a:lnTo>
                    <a:pt x="3722277" y="2349994"/>
                  </a:lnTo>
                  <a:lnTo>
                    <a:pt x="3730163" y="2349994"/>
                  </a:lnTo>
                  <a:lnTo>
                    <a:pt x="3738049" y="2349994"/>
                  </a:lnTo>
                  <a:lnTo>
                    <a:pt x="3745935" y="2349994"/>
                  </a:lnTo>
                  <a:lnTo>
                    <a:pt x="3753821" y="2349994"/>
                  </a:lnTo>
                  <a:lnTo>
                    <a:pt x="3761707" y="2349994"/>
                  </a:lnTo>
                  <a:lnTo>
                    <a:pt x="3769594" y="2349994"/>
                  </a:lnTo>
                  <a:lnTo>
                    <a:pt x="3777480" y="2349994"/>
                  </a:lnTo>
                  <a:lnTo>
                    <a:pt x="3785366" y="2349994"/>
                  </a:lnTo>
                  <a:lnTo>
                    <a:pt x="3793252" y="2349994"/>
                  </a:lnTo>
                  <a:lnTo>
                    <a:pt x="3801138" y="2349994"/>
                  </a:lnTo>
                  <a:lnTo>
                    <a:pt x="3809025" y="2349994"/>
                  </a:lnTo>
                  <a:lnTo>
                    <a:pt x="3816911" y="2349994"/>
                  </a:lnTo>
                  <a:lnTo>
                    <a:pt x="3824797" y="2349994"/>
                  </a:lnTo>
                  <a:lnTo>
                    <a:pt x="3832683" y="2349994"/>
                  </a:lnTo>
                  <a:lnTo>
                    <a:pt x="3840569" y="2349994"/>
                  </a:lnTo>
                  <a:lnTo>
                    <a:pt x="3848455" y="2349994"/>
                  </a:lnTo>
                  <a:lnTo>
                    <a:pt x="3856342" y="2349994"/>
                  </a:lnTo>
                  <a:lnTo>
                    <a:pt x="3864228" y="2349994"/>
                  </a:lnTo>
                  <a:lnTo>
                    <a:pt x="3872114" y="2349994"/>
                  </a:lnTo>
                  <a:lnTo>
                    <a:pt x="3880000" y="2349994"/>
                  </a:lnTo>
                  <a:lnTo>
                    <a:pt x="3887886" y="2349994"/>
                  </a:lnTo>
                  <a:lnTo>
                    <a:pt x="3895773" y="2349994"/>
                  </a:lnTo>
                  <a:lnTo>
                    <a:pt x="3903659" y="2349994"/>
                  </a:lnTo>
                  <a:lnTo>
                    <a:pt x="3911545" y="2349994"/>
                  </a:lnTo>
                  <a:lnTo>
                    <a:pt x="3919431" y="2349994"/>
                  </a:lnTo>
                  <a:lnTo>
                    <a:pt x="3927317" y="2349994"/>
                  </a:lnTo>
                  <a:lnTo>
                    <a:pt x="3935203" y="2349994"/>
                  </a:lnTo>
                  <a:lnTo>
                    <a:pt x="3943090" y="2349994"/>
                  </a:lnTo>
                  <a:lnTo>
                    <a:pt x="3950976" y="2349994"/>
                  </a:lnTo>
                  <a:lnTo>
                    <a:pt x="3958862" y="2349994"/>
                  </a:lnTo>
                  <a:lnTo>
                    <a:pt x="3966748" y="2349994"/>
                  </a:lnTo>
                  <a:lnTo>
                    <a:pt x="3974634" y="2349994"/>
                  </a:lnTo>
                  <a:lnTo>
                    <a:pt x="3982521" y="2349994"/>
                  </a:lnTo>
                  <a:lnTo>
                    <a:pt x="3990407" y="2349994"/>
                  </a:lnTo>
                  <a:lnTo>
                    <a:pt x="3998293" y="2349994"/>
                  </a:lnTo>
                  <a:lnTo>
                    <a:pt x="4006179" y="2349994"/>
                  </a:lnTo>
                  <a:lnTo>
                    <a:pt x="4014065" y="2349994"/>
                  </a:lnTo>
                  <a:lnTo>
                    <a:pt x="4021951" y="2349994"/>
                  </a:lnTo>
                  <a:lnTo>
                    <a:pt x="4029838" y="23499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7814880" y="4572289"/>
              <a:ext cx="4029838" cy="222442"/>
            </a:xfrm>
            <a:custGeom>
              <a:avLst/>
              <a:pathLst>
                <a:path w="4029838" h="222442">
                  <a:moveTo>
                    <a:pt x="0" y="222442"/>
                  </a:moveTo>
                  <a:lnTo>
                    <a:pt x="7886" y="222442"/>
                  </a:lnTo>
                  <a:lnTo>
                    <a:pt x="15772" y="222442"/>
                  </a:lnTo>
                  <a:lnTo>
                    <a:pt x="23658" y="222442"/>
                  </a:lnTo>
                  <a:lnTo>
                    <a:pt x="31544" y="222442"/>
                  </a:lnTo>
                  <a:lnTo>
                    <a:pt x="39430" y="222442"/>
                  </a:lnTo>
                  <a:lnTo>
                    <a:pt x="47317" y="222442"/>
                  </a:lnTo>
                  <a:lnTo>
                    <a:pt x="55203" y="222442"/>
                  </a:lnTo>
                  <a:lnTo>
                    <a:pt x="63089" y="222442"/>
                  </a:lnTo>
                  <a:lnTo>
                    <a:pt x="70975" y="222442"/>
                  </a:lnTo>
                  <a:lnTo>
                    <a:pt x="78861" y="222442"/>
                  </a:lnTo>
                  <a:lnTo>
                    <a:pt x="86747" y="222442"/>
                  </a:lnTo>
                  <a:lnTo>
                    <a:pt x="94634" y="222442"/>
                  </a:lnTo>
                  <a:lnTo>
                    <a:pt x="102520" y="222442"/>
                  </a:lnTo>
                  <a:lnTo>
                    <a:pt x="110406" y="222442"/>
                  </a:lnTo>
                  <a:lnTo>
                    <a:pt x="118292" y="222442"/>
                  </a:lnTo>
                  <a:lnTo>
                    <a:pt x="126178" y="222442"/>
                  </a:lnTo>
                  <a:lnTo>
                    <a:pt x="134065" y="222442"/>
                  </a:lnTo>
                  <a:lnTo>
                    <a:pt x="141951" y="222442"/>
                  </a:lnTo>
                  <a:lnTo>
                    <a:pt x="149837" y="222442"/>
                  </a:lnTo>
                  <a:lnTo>
                    <a:pt x="157723" y="222442"/>
                  </a:lnTo>
                  <a:lnTo>
                    <a:pt x="165609" y="222442"/>
                  </a:lnTo>
                  <a:lnTo>
                    <a:pt x="173495" y="222442"/>
                  </a:lnTo>
                  <a:lnTo>
                    <a:pt x="181382" y="222442"/>
                  </a:lnTo>
                  <a:lnTo>
                    <a:pt x="189268" y="222442"/>
                  </a:lnTo>
                  <a:lnTo>
                    <a:pt x="197154" y="222442"/>
                  </a:lnTo>
                  <a:lnTo>
                    <a:pt x="205040" y="222442"/>
                  </a:lnTo>
                  <a:lnTo>
                    <a:pt x="212926" y="222442"/>
                  </a:lnTo>
                  <a:lnTo>
                    <a:pt x="220813" y="222442"/>
                  </a:lnTo>
                  <a:lnTo>
                    <a:pt x="228699" y="222442"/>
                  </a:lnTo>
                  <a:lnTo>
                    <a:pt x="236585" y="222442"/>
                  </a:lnTo>
                  <a:lnTo>
                    <a:pt x="244471" y="222442"/>
                  </a:lnTo>
                  <a:lnTo>
                    <a:pt x="252357" y="222442"/>
                  </a:lnTo>
                  <a:lnTo>
                    <a:pt x="260243" y="222442"/>
                  </a:lnTo>
                  <a:lnTo>
                    <a:pt x="268130" y="222442"/>
                  </a:lnTo>
                  <a:lnTo>
                    <a:pt x="276016" y="222442"/>
                  </a:lnTo>
                  <a:lnTo>
                    <a:pt x="283902" y="222442"/>
                  </a:lnTo>
                  <a:lnTo>
                    <a:pt x="291788" y="222442"/>
                  </a:lnTo>
                  <a:lnTo>
                    <a:pt x="299674" y="222442"/>
                  </a:lnTo>
                  <a:lnTo>
                    <a:pt x="307561" y="222442"/>
                  </a:lnTo>
                  <a:lnTo>
                    <a:pt x="315447" y="222442"/>
                  </a:lnTo>
                  <a:lnTo>
                    <a:pt x="323333" y="222442"/>
                  </a:lnTo>
                  <a:lnTo>
                    <a:pt x="331219" y="222442"/>
                  </a:lnTo>
                  <a:lnTo>
                    <a:pt x="339105" y="222442"/>
                  </a:lnTo>
                  <a:lnTo>
                    <a:pt x="346991" y="222442"/>
                  </a:lnTo>
                  <a:lnTo>
                    <a:pt x="354878" y="222442"/>
                  </a:lnTo>
                  <a:lnTo>
                    <a:pt x="362764" y="222442"/>
                  </a:lnTo>
                  <a:lnTo>
                    <a:pt x="370650" y="222442"/>
                  </a:lnTo>
                  <a:lnTo>
                    <a:pt x="378536" y="222442"/>
                  </a:lnTo>
                  <a:lnTo>
                    <a:pt x="386422" y="222442"/>
                  </a:lnTo>
                  <a:lnTo>
                    <a:pt x="394309" y="222442"/>
                  </a:lnTo>
                  <a:lnTo>
                    <a:pt x="402195" y="222442"/>
                  </a:lnTo>
                  <a:lnTo>
                    <a:pt x="410081" y="222442"/>
                  </a:lnTo>
                  <a:lnTo>
                    <a:pt x="417967" y="222442"/>
                  </a:lnTo>
                  <a:lnTo>
                    <a:pt x="425853" y="222442"/>
                  </a:lnTo>
                  <a:lnTo>
                    <a:pt x="433739" y="222442"/>
                  </a:lnTo>
                  <a:lnTo>
                    <a:pt x="441626" y="222442"/>
                  </a:lnTo>
                  <a:lnTo>
                    <a:pt x="449512" y="222442"/>
                  </a:lnTo>
                  <a:lnTo>
                    <a:pt x="457398" y="222442"/>
                  </a:lnTo>
                  <a:lnTo>
                    <a:pt x="465284" y="222442"/>
                  </a:lnTo>
                  <a:lnTo>
                    <a:pt x="473170" y="222442"/>
                  </a:lnTo>
                  <a:lnTo>
                    <a:pt x="481056" y="222442"/>
                  </a:lnTo>
                  <a:lnTo>
                    <a:pt x="488943" y="222442"/>
                  </a:lnTo>
                  <a:lnTo>
                    <a:pt x="496829" y="222442"/>
                  </a:lnTo>
                  <a:lnTo>
                    <a:pt x="504715" y="222442"/>
                  </a:lnTo>
                  <a:lnTo>
                    <a:pt x="512601" y="222442"/>
                  </a:lnTo>
                  <a:lnTo>
                    <a:pt x="520487" y="222442"/>
                  </a:lnTo>
                  <a:lnTo>
                    <a:pt x="528374" y="222442"/>
                  </a:lnTo>
                  <a:lnTo>
                    <a:pt x="536260" y="222442"/>
                  </a:lnTo>
                  <a:lnTo>
                    <a:pt x="544146" y="222442"/>
                  </a:lnTo>
                  <a:lnTo>
                    <a:pt x="552032" y="222442"/>
                  </a:lnTo>
                  <a:lnTo>
                    <a:pt x="559918" y="222442"/>
                  </a:lnTo>
                  <a:lnTo>
                    <a:pt x="567804" y="222442"/>
                  </a:lnTo>
                  <a:lnTo>
                    <a:pt x="575691" y="222442"/>
                  </a:lnTo>
                  <a:lnTo>
                    <a:pt x="583577" y="222442"/>
                  </a:lnTo>
                  <a:lnTo>
                    <a:pt x="591463" y="222442"/>
                  </a:lnTo>
                  <a:lnTo>
                    <a:pt x="599349" y="222442"/>
                  </a:lnTo>
                  <a:lnTo>
                    <a:pt x="607235" y="222442"/>
                  </a:lnTo>
                  <a:lnTo>
                    <a:pt x="615122" y="222442"/>
                  </a:lnTo>
                  <a:lnTo>
                    <a:pt x="623008" y="222442"/>
                  </a:lnTo>
                  <a:lnTo>
                    <a:pt x="630894" y="222442"/>
                  </a:lnTo>
                  <a:lnTo>
                    <a:pt x="638780" y="222442"/>
                  </a:lnTo>
                  <a:lnTo>
                    <a:pt x="646666" y="222442"/>
                  </a:lnTo>
                  <a:lnTo>
                    <a:pt x="654552" y="222442"/>
                  </a:lnTo>
                  <a:lnTo>
                    <a:pt x="662439" y="222442"/>
                  </a:lnTo>
                  <a:lnTo>
                    <a:pt x="670325" y="222442"/>
                  </a:lnTo>
                  <a:lnTo>
                    <a:pt x="678211" y="222442"/>
                  </a:lnTo>
                  <a:lnTo>
                    <a:pt x="686097" y="222442"/>
                  </a:lnTo>
                  <a:lnTo>
                    <a:pt x="693983" y="222442"/>
                  </a:lnTo>
                  <a:lnTo>
                    <a:pt x="701870" y="222442"/>
                  </a:lnTo>
                  <a:lnTo>
                    <a:pt x="709756" y="222442"/>
                  </a:lnTo>
                  <a:lnTo>
                    <a:pt x="717642" y="222442"/>
                  </a:lnTo>
                  <a:lnTo>
                    <a:pt x="725528" y="222442"/>
                  </a:lnTo>
                  <a:lnTo>
                    <a:pt x="733414" y="222442"/>
                  </a:lnTo>
                  <a:lnTo>
                    <a:pt x="741300" y="222442"/>
                  </a:lnTo>
                  <a:lnTo>
                    <a:pt x="749187" y="222442"/>
                  </a:lnTo>
                  <a:lnTo>
                    <a:pt x="757073" y="222442"/>
                  </a:lnTo>
                  <a:lnTo>
                    <a:pt x="764959" y="222442"/>
                  </a:lnTo>
                  <a:lnTo>
                    <a:pt x="772845" y="222442"/>
                  </a:lnTo>
                  <a:lnTo>
                    <a:pt x="780731" y="222442"/>
                  </a:lnTo>
                  <a:lnTo>
                    <a:pt x="788618" y="222442"/>
                  </a:lnTo>
                  <a:lnTo>
                    <a:pt x="796504" y="222442"/>
                  </a:lnTo>
                  <a:lnTo>
                    <a:pt x="804390" y="222442"/>
                  </a:lnTo>
                  <a:lnTo>
                    <a:pt x="812276" y="222442"/>
                  </a:lnTo>
                  <a:lnTo>
                    <a:pt x="820162" y="222442"/>
                  </a:lnTo>
                  <a:lnTo>
                    <a:pt x="828048" y="222442"/>
                  </a:lnTo>
                  <a:lnTo>
                    <a:pt x="835935" y="222442"/>
                  </a:lnTo>
                  <a:lnTo>
                    <a:pt x="843821" y="222442"/>
                  </a:lnTo>
                  <a:lnTo>
                    <a:pt x="851707" y="222442"/>
                  </a:lnTo>
                  <a:lnTo>
                    <a:pt x="859593" y="222442"/>
                  </a:lnTo>
                  <a:lnTo>
                    <a:pt x="867479" y="222442"/>
                  </a:lnTo>
                  <a:lnTo>
                    <a:pt x="875366" y="222442"/>
                  </a:lnTo>
                  <a:lnTo>
                    <a:pt x="883252" y="222442"/>
                  </a:lnTo>
                  <a:lnTo>
                    <a:pt x="891138" y="222442"/>
                  </a:lnTo>
                  <a:lnTo>
                    <a:pt x="899024" y="222442"/>
                  </a:lnTo>
                  <a:lnTo>
                    <a:pt x="906910" y="222442"/>
                  </a:lnTo>
                  <a:lnTo>
                    <a:pt x="914796" y="222442"/>
                  </a:lnTo>
                  <a:lnTo>
                    <a:pt x="922683" y="222442"/>
                  </a:lnTo>
                  <a:lnTo>
                    <a:pt x="930569" y="222442"/>
                  </a:lnTo>
                  <a:lnTo>
                    <a:pt x="938455" y="222442"/>
                  </a:lnTo>
                  <a:lnTo>
                    <a:pt x="946341" y="222442"/>
                  </a:lnTo>
                  <a:lnTo>
                    <a:pt x="954227" y="222442"/>
                  </a:lnTo>
                  <a:lnTo>
                    <a:pt x="962113" y="222442"/>
                  </a:lnTo>
                  <a:lnTo>
                    <a:pt x="970000" y="222442"/>
                  </a:lnTo>
                  <a:lnTo>
                    <a:pt x="977886" y="222442"/>
                  </a:lnTo>
                  <a:lnTo>
                    <a:pt x="985772" y="222442"/>
                  </a:lnTo>
                  <a:lnTo>
                    <a:pt x="993658" y="222442"/>
                  </a:lnTo>
                  <a:lnTo>
                    <a:pt x="1001544" y="222442"/>
                  </a:lnTo>
                  <a:lnTo>
                    <a:pt x="1009431" y="222442"/>
                  </a:lnTo>
                  <a:lnTo>
                    <a:pt x="1017317" y="222442"/>
                  </a:lnTo>
                  <a:lnTo>
                    <a:pt x="1025203" y="222442"/>
                  </a:lnTo>
                  <a:lnTo>
                    <a:pt x="1033089" y="222442"/>
                  </a:lnTo>
                  <a:lnTo>
                    <a:pt x="1040975" y="222442"/>
                  </a:lnTo>
                  <a:lnTo>
                    <a:pt x="1048861" y="222442"/>
                  </a:lnTo>
                  <a:lnTo>
                    <a:pt x="1056748" y="222442"/>
                  </a:lnTo>
                  <a:lnTo>
                    <a:pt x="1064634" y="222442"/>
                  </a:lnTo>
                  <a:lnTo>
                    <a:pt x="1072520" y="222442"/>
                  </a:lnTo>
                  <a:lnTo>
                    <a:pt x="1080406" y="222442"/>
                  </a:lnTo>
                  <a:lnTo>
                    <a:pt x="1088292" y="222442"/>
                  </a:lnTo>
                  <a:lnTo>
                    <a:pt x="1096179" y="222442"/>
                  </a:lnTo>
                  <a:lnTo>
                    <a:pt x="1104065" y="222442"/>
                  </a:lnTo>
                  <a:lnTo>
                    <a:pt x="1111951" y="222442"/>
                  </a:lnTo>
                  <a:lnTo>
                    <a:pt x="1119837" y="222442"/>
                  </a:lnTo>
                  <a:lnTo>
                    <a:pt x="1127723" y="222442"/>
                  </a:lnTo>
                  <a:lnTo>
                    <a:pt x="1135609" y="222442"/>
                  </a:lnTo>
                  <a:lnTo>
                    <a:pt x="1143496" y="222442"/>
                  </a:lnTo>
                  <a:lnTo>
                    <a:pt x="1151382" y="222442"/>
                  </a:lnTo>
                  <a:lnTo>
                    <a:pt x="1159268" y="222442"/>
                  </a:lnTo>
                  <a:lnTo>
                    <a:pt x="1167154" y="222442"/>
                  </a:lnTo>
                  <a:lnTo>
                    <a:pt x="1175040" y="222442"/>
                  </a:lnTo>
                  <a:lnTo>
                    <a:pt x="1182927" y="222442"/>
                  </a:lnTo>
                  <a:lnTo>
                    <a:pt x="1190813" y="222442"/>
                  </a:lnTo>
                  <a:lnTo>
                    <a:pt x="1198699" y="222442"/>
                  </a:lnTo>
                  <a:lnTo>
                    <a:pt x="1206585" y="222442"/>
                  </a:lnTo>
                  <a:lnTo>
                    <a:pt x="1214471" y="222442"/>
                  </a:lnTo>
                  <a:lnTo>
                    <a:pt x="1222357" y="222442"/>
                  </a:lnTo>
                  <a:lnTo>
                    <a:pt x="1230244" y="222442"/>
                  </a:lnTo>
                  <a:lnTo>
                    <a:pt x="1238130" y="222442"/>
                  </a:lnTo>
                  <a:lnTo>
                    <a:pt x="1246016" y="222442"/>
                  </a:lnTo>
                  <a:lnTo>
                    <a:pt x="1253902" y="222442"/>
                  </a:lnTo>
                  <a:lnTo>
                    <a:pt x="1261788" y="222442"/>
                  </a:lnTo>
                  <a:lnTo>
                    <a:pt x="1269675" y="222442"/>
                  </a:lnTo>
                  <a:lnTo>
                    <a:pt x="1277561" y="222442"/>
                  </a:lnTo>
                  <a:lnTo>
                    <a:pt x="1285447" y="222442"/>
                  </a:lnTo>
                  <a:lnTo>
                    <a:pt x="1293333" y="222442"/>
                  </a:lnTo>
                  <a:lnTo>
                    <a:pt x="1301219" y="222442"/>
                  </a:lnTo>
                  <a:lnTo>
                    <a:pt x="1309105" y="222442"/>
                  </a:lnTo>
                  <a:lnTo>
                    <a:pt x="1316992" y="222442"/>
                  </a:lnTo>
                  <a:lnTo>
                    <a:pt x="1324878" y="222442"/>
                  </a:lnTo>
                  <a:lnTo>
                    <a:pt x="1332764" y="222442"/>
                  </a:lnTo>
                  <a:lnTo>
                    <a:pt x="1340650" y="222442"/>
                  </a:lnTo>
                  <a:lnTo>
                    <a:pt x="1348536" y="222442"/>
                  </a:lnTo>
                  <a:lnTo>
                    <a:pt x="1356423" y="222442"/>
                  </a:lnTo>
                  <a:lnTo>
                    <a:pt x="1364309" y="222442"/>
                  </a:lnTo>
                  <a:lnTo>
                    <a:pt x="1372195" y="222442"/>
                  </a:lnTo>
                  <a:lnTo>
                    <a:pt x="1380081" y="222442"/>
                  </a:lnTo>
                  <a:lnTo>
                    <a:pt x="1387967" y="222442"/>
                  </a:lnTo>
                  <a:lnTo>
                    <a:pt x="1395853" y="222442"/>
                  </a:lnTo>
                  <a:lnTo>
                    <a:pt x="1403740" y="222442"/>
                  </a:lnTo>
                  <a:lnTo>
                    <a:pt x="1411626" y="222442"/>
                  </a:lnTo>
                  <a:lnTo>
                    <a:pt x="1419512" y="222442"/>
                  </a:lnTo>
                  <a:lnTo>
                    <a:pt x="1427398" y="222442"/>
                  </a:lnTo>
                  <a:lnTo>
                    <a:pt x="1435284" y="222442"/>
                  </a:lnTo>
                  <a:lnTo>
                    <a:pt x="1443170" y="222442"/>
                  </a:lnTo>
                  <a:lnTo>
                    <a:pt x="1451057" y="222442"/>
                  </a:lnTo>
                  <a:lnTo>
                    <a:pt x="1458943" y="222442"/>
                  </a:lnTo>
                  <a:lnTo>
                    <a:pt x="1466829" y="222442"/>
                  </a:lnTo>
                  <a:lnTo>
                    <a:pt x="1474715" y="222442"/>
                  </a:lnTo>
                  <a:lnTo>
                    <a:pt x="1482601" y="222442"/>
                  </a:lnTo>
                  <a:lnTo>
                    <a:pt x="1490488" y="222442"/>
                  </a:lnTo>
                  <a:lnTo>
                    <a:pt x="1498374" y="222441"/>
                  </a:lnTo>
                  <a:lnTo>
                    <a:pt x="1506260" y="222441"/>
                  </a:lnTo>
                  <a:lnTo>
                    <a:pt x="1514146" y="222441"/>
                  </a:lnTo>
                  <a:lnTo>
                    <a:pt x="1522032" y="222441"/>
                  </a:lnTo>
                  <a:lnTo>
                    <a:pt x="1529918" y="222441"/>
                  </a:lnTo>
                  <a:lnTo>
                    <a:pt x="1537805" y="222440"/>
                  </a:lnTo>
                  <a:lnTo>
                    <a:pt x="1545691" y="222440"/>
                  </a:lnTo>
                  <a:lnTo>
                    <a:pt x="1553577" y="222440"/>
                  </a:lnTo>
                  <a:lnTo>
                    <a:pt x="1561463" y="222439"/>
                  </a:lnTo>
                  <a:lnTo>
                    <a:pt x="1569349" y="222438"/>
                  </a:lnTo>
                  <a:lnTo>
                    <a:pt x="1577236" y="222438"/>
                  </a:lnTo>
                  <a:lnTo>
                    <a:pt x="1585122" y="222437"/>
                  </a:lnTo>
                  <a:lnTo>
                    <a:pt x="1593008" y="222436"/>
                  </a:lnTo>
                  <a:lnTo>
                    <a:pt x="1600894" y="222435"/>
                  </a:lnTo>
                  <a:lnTo>
                    <a:pt x="1608780" y="222434"/>
                  </a:lnTo>
                  <a:lnTo>
                    <a:pt x="1616666" y="222432"/>
                  </a:lnTo>
                  <a:lnTo>
                    <a:pt x="1624553" y="222431"/>
                  </a:lnTo>
                  <a:lnTo>
                    <a:pt x="1632439" y="222429"/>
                  </a:lnTo>
                  <a:lnTo>
                    <a:pt x="1640325" y="222427"/>
                  </a:lnTo>
                  <a:lnTo>
                    <a:pt x="1648211" y="222424"/>
                  </a:lnTo>
                  <a:lnTo>
                    <a:pt x="1656097" y="222421"/>
                  </a:lnTo>
                  <a:lnTo>
                    <a:pt x="1663984" y="222418"/>
                  </a:lnTo>
                  <a:lnTo>
                    <a:pt x="1671870" y="222414"/>
                  </a:lnTo>
                  <a:lnTo>
                    <a:pt x="1679756" y="222409"/>
                  </a:lnTo>
                  <a:lnTo>
                    <a:pt x="1687642" y="222404"/>
                  </a:lnTo>
                  <a:lnTo>
                    <a:pt x="1695528" y="222398"/>
                  </a:lnTo>
                  <a:lnTo>
                    <a:pt x="1703414" y="222392"/>
                  </a:lnTo>
                  <a:lnTo>
                    <a:pt x="1711301" y="222384"/>
                  </a:lnTo>
                  <a:lnTo>
                    <a:pt x="1719187" y="222375"/>
                  </a:lnTo>
                  <a:lnTo>
                    <a:pt x="1727073" y="222365"/>
                  </a:lnTo>
                  <a:lnTo>
                    <a:pt x="1734959" y="222354"/>
                  </a:lnTo>
                  <a:lnTo>
                    <a:pt x="1742845" y="222341"/>
                  </a:lnTo>
                  <a:lnTo>
                    <a:pt x="1750732" y="222326"/>
                  </a:lnTo>
                  <a:lnTo>
                    <a:pt x="1758618" y="222309"/>
                  </a:lnTo>
                  <a:lnTo>
                    <a:pt x="1766504" y="222290"/>
                  </a:lnTo>
                  <a:lnTo>
                    <a:pt x="1774390" y="222270"/>
                  </a:lnTo>
                  <a:lnTo>
                    <a:pt x="1782276" y="222245"/>
                  </a:lnTo>
                  <a:lnTo>
                    <a:pt x="1790162" y="222218"/>
                  </a:lnTo>
                  <a:lnTo>
                    <a:pt x="1798049" y="222188"/>
                  </a:lnTo>
                  <a:lnTo>
                    <a:pt x="1805935" y="222154"/>
                  </a:lnTo>
                  <a:lnTo>
                    <a:pt x="1813821" y="222116"/>
                  </a:lnTo>
                  <a:lnTo>
                    <a:pt x="1821707" y="222073"/>
                  </a:lnTo>
                  <a:lnTo>
                    <a:pt x="1829593" y="222026"/>
                  </a:lnTo>
                  <a:lnTo>
                    <a:pt x="1837479" y="221972"/>
                  </a:lnTo>
                  <a:lnTo>
                    <a:pt x="1845366" y="221912"/>
                  </a:lnTo>
                  <a:lnTo>
                    <a:pt x="1853252" y="221847"/>
                  </a:lnTo>
                  <a:lnTo>
                    <a:pt x="1861138" y="221773"/>
                  </a:lnTo>
                  <a:lnTo>
                    <a:pt x="1869024" y="221691"/>
                  </a:lnTo>
                  <a:lnTo>
                    <a:pt x="1876910" y="221601"/>
                  </a:lnTo>
                  <a:lnTo>
                    <a:pt x="1884797" y="221501"/>
                  </a:lnTo>
                  <a:lnTo>
                    <a:pt x="1892683" y="221389"/>
                  </a:lnTo>
                  <a:lnTo>
                    <a:pt x="1900569" y="221268"/>
                  </a:lnTo>
                  <a:lnTo>
                    <a:pt x="1908455" y="221136"/>
                  </a:lnTo>
                  <a:lnTo>
                    <a:pt x="1916341" y="220985"/>
                  </a:lnTo>
                  <a:lnTo>
                    <a:pt x="1924227" y="220822"/>
                  </a:lnTo>
                  <a:lnTo>
                    <a:pt x="1932114" y="220646"/>
                  </a:lnTo>
                  <a:lnTo>
                    <a:pt x="1940000" y="220450"/>
                  </a:lnTo>
                  <a:lnTo>
                    <a:pt x="1947886" y="220234"/>
                  </a:lnTo>
                  <a:lnTo>
                    <a:pt x="1955772" y="220002"/>
                  </a:lnTo>
                  <a:lnTo>
                    <a:pt x="1963658" y="219750"/>
                  </a:lnTo>
                  <a:lnTo>
                    <a:pt x="1971545" y="219469"/>
                  </a:lnTo>
                  <a:lnTo>
                    <a:pt x="1979431" y="219167"/>
                  </a:lnTo>
                  <a:lnTo>
                    <a:pt x="1987317" y="218844"/>
                  </a:lnTo>
                  <a:lnTo>
                    <a:pt x="1995203" y="218485"/>
                  </a:lnTo>
                  <a:lnTo>
                    <a:pt x="2003089" y="218098"/>
                  </a:lnTo>
                  <a:lnTo>
                    <a:pt x="2010975" y="217686"/>
                  </a:lnTo>
                  <a:lnTo>
                    <a:pt x="2018862" y="217237"/>
                  </a:lnTo>
                  <a:lnTo>
                    <a:pt x="2026748" y="216748"/>
                  </a:lnTo>
                  <a:lnTo>
                    <a:pt x="2034634" y="216228"/>
                  </a:lnTo>
                  <a:lnTo>
                    <a:pt x="2042520" y="215674"/>
                  </a:lnTo>
                  <a:lnTo>
                    <a:pt x="2050406" y="215064"/>
                  </a:lnTo>
                  <a:lnTo>
                    <a:pt x="2058293" y="214417"/>
                  </a:lnTo>
                  <a:lnTo>
                    <a:pt x="2066179" y="213733"/>
                  </a:lnTo>
                  <a:lnTo>
                    <a:pt x="2074065" y="212990"/>
                  </a:lnTo>
                  <a:lnTo>
                    <a:pt x="2081951" y="212197"/>
                  </a:lnTo>
                  <a:lnTo>
                    <a:pt x="2089837" y="211361"/>
                  </a:lnTo>
                  <a:lnTo>
                    <a:pt x="2097723" y="210470"/>
                  </a:lnTo>
                  <a:lnTo>
                    <a:pt x="2105610" y="209510"/>
                  </a:lnTo>
                  <a:lnTo>
                    <a:pt x="2113496" y="208501"/>
                  </a:lnTo>
                  <a:lnTo>
                    <a:pt x="2121382" y="207443"/>
                  </a:lnTo>
                  <a:lnTo>
                    <a:pt x="2129268" y="206298"/>
                  </a:lnTo>
                  <a:lnTo>
                    <a:pt x="2137154" y="205097"/>
                  </a:lnTo>
                  <a:lnTo>
                    <a:pt x="2145041" y="203842"/>
                  </a:lnTo>
                  <a:lnTo>
                    <a:pt x="2152927" y="202507"/>
                  </a:lnTo>
                  <a:lnTo>
                    <a:pt x="2160813" y="201097"/>
                  </a:lnTo>
                  <a:lnTo>
                    <a:pt x="2168699" y="199627"/>
                  </a:lnTo>
                  <a:lnTo>
                    <a:pt x="2176585" y="198089"/>
                  </a:lnTo>
                  <a:lnTo>
                    <a:pt x="2184471" y="196454"/>
                  </a:lnTo>
                  <a:lnTo>
                    <a:pt x="2192358" y="194756"/>
                  </a:lnTo>
                  <a:lnTo>
                    <a:pt x="2200244" y="192994"/>
                  </a:lnTo>
                  <a:lnTo>
                    <a:pt x="2208130" y="191131"/>
                  </a:lnTo>
                  <a:lnTo>
                    <a:pt x="2216016" y="189194"/>
                  </a:lnTo>
                  <a:lnTo>
                    <a:pt x="2223902" y="187191"/>
                  </a:lnTo>
                  <a:lnTo>
                    <a:pt x="2231789" y="185103"/>
                  </a:lnTo>
                  <a:lnTo>
                    <a:pt x="2239675" y="182922"/>
                  </a:lnTo>
                  <a:lnTo>
                    <a:pt x="2247561" y="180674"/>
                  </a:lnTo>
                  <a:lnTo>
                    <a:pt x="2255447" y="178359"/>
                  </a:lnTo>
                  <a:lnTo>
                    <a:pt x="2263333" y="175932"/>
                  </a:lnTo>
                  <a:lnTo>
                    <a:pt x="2271219" y="173441"/>
                  </a:lnTo>
                  <a:lnTo>
                    <a:pt x="2279106" y="170884"/>
                  </a:lnTo>
                  <a:lnTo>
                    <a:pt x="2286992" y="168235"/>
                  </a:lnTo>
                  <a:lnTo>
                    <a:pt x="2294878" y="165507"/>
                  </a:lnTo>
                  <a:lnTo>
                    <a:pt x="2302764" y="162718"/>
                  </a:lnTo>
                  <a:lnTo>
                    <a:pt x="2310650" y="159857"/>
                  </a:lnTo>
                  <a:lnTo>
                    <a:pt x="2318536" y="156906"/>
                  </a:lnTo>
                  <a:lnTo>
                    <a:pt x="2326423" y="153899"/>
                  </a:lnTo>
                  <a:lnTo>
                    <a:pt x="2334309" y="150837"/>
                  </a:lnTo>
                  <a:lnTo>
                    <a:pt x="2342195" y="147688"/>
                  </a:lnTo>
                  <a:lnTo>
                    <a:pt x="2350081" y="144485"/>
                  </a:lnTo>
                  <a:lnTo>
                    <a:pt x="2357967" y="141233"/>
                  </a:lnTo>
                  <a:lnTo>
                    <a:pt x="2365854" y="137919"/>
                  </a:lnTo>
                  <a:lnTo>
                    <a:pt x="2373740" y="134546"/>
                  </a:lnTo>
                  <a:lnTo>
                    <a:pt x="2381626" y="131134"/>
                  </a:lnTo>
                  <a:lnTo>
                    <a:pt x="2389512" y="127680"/>
                  </a:lnTo>
                  <a:lnTo>
                    <a:pt x="2397398" y="124170"/>
                  </a:lnTo>
                  <a:lnTo>
                    <a:pt x="2405284" y="120631"/>
                  </a:lnTo>
                  <a:lnTo>
                    <a:pt x="2413171" y="117063"/>
                  </a:lnTo>
                  <a:lnTo>
                    <a:pt x="2421057" y="113458"/>
                  </a:lnTo>
                  <a:lnTo>
                    <a:pt x="2428943" y="109829"/>
                  </a:lnTo>
                  <a:lnTo>
                    <a:pt x="2436829" y="106183"/>
                  </a:lnTo>
                  <a:lnTo>
                    <a:pt x="2444715" y="102519"/>
                  </a:lnTo>
                  <a:lnTo>
                    <a:pt x="2452602" y="98842"/>
                  </a:lnTo>
                  <a:lnTo>
                    <a:pt x="2460488" y="95160"/>
                  </a:lnTo>
                  <a:lnTo>
                    <a:pt x="2468374" y="91475"/>
                  </a:lnTo>
                  <a:lnTo>
                    <a:pt x="2476260" y="87794"/>
                  </a:lnTo>
                  <a:lnTo>
                    <a:pt x="2484146" y="84122"/>
                  </a:lnTo>
                  <a:lnTo>
                    <a:pt x="2492032" y="80459"/>
                  </a:lnTo>
                  <a:lnTo>
                    <a:pt x="2499919" y="76816"/>
                  </a:lnTo>
                  <a:lnTo>
                    <a:pt x="2507805" y="73199"/>
                  </a:lnTo>
                  <a:lnTo>
                    <a:pt x="2515691" y="69606"/>
                  </a:lnTo>
                  <a:lnTo>
                    <a:pt x="2523577" y="66042"/>
                  </a:lnTo>
                  <a:lnTo>
                    <a:pt x="2531463" y="62529"/>
                  </a:lnTo>
                  <a:lnTo>
                    <a:pt x="2539350" y="59054"/>
                  </a:lnTo>
                  <a:lnTo>
                    <a:pt x="2547236" y="55618"/>
                  </a:lnTo>
                  <a:lnTo>
                    <a:pt x="2555122" y="52252"/>
                  </a:lnTo>
                  <a:lnTo>
                    <a:pt x="2563008" y="48944"/>
                  </a:lnTo>
                  <a:lnTo>
                    <a:pt x="2570894" y="45690"/>
                  </a:lnTo>
                  <a:lnTo>
                    <a:pt x="2578780" y="42509"/>
                  </a:lnTo>
                  <a:lnTo>
                    <a:pt x="2586667" y="39418"/>
                  </a:lnTo>
                  <a:lnTo>
                    <a:pt x="2594553" y="36395"/>
                  </a:lnTo>
                  <a:lnTo>
                    <a:pt x="2602439" y="33442"/>
                  </a:lnTo>
                  <a:lnTo>
                    <a:pt x="2610325" y="30618"/>
                  </a:lnTo>
                  <a:lnTo>
                    <a:pt x="2618211" y="27875"/>
                  </a:lnTo>
                  <a:lnTo>
                    <a:pt x="2626098" y="25215"/>
                  </a:lnTo>
                  <a:lnTo>
                    <a:pt x="2633984" y="22682"/>
                  </a:lnTo>
                  <a:lnTo>
                    <a:pt x="2641870" y="20267"/>
                  </a:lnTo>
                  <a:lnTo>
                    <a:pt x="2649756" y="17948"/>
                  </a:lnTo>
                  <a:lnTo>
                    <a:pt x="2657642" y="15745"/>
                  </a:lnTo>
                  <a:lnTo>
                    <a:pt x="2665528" y="13702"/>
                  </a:lnTo>
                  <a:lnTo>
                    <a:pt x="2673415" y="11767"/>
                  </a:lnTo>
                  <a:lnTo>
                    <a:pt x="2681301" y="9942"/>
                  </a:lnTo>
                  <a:lnTo>
                    <a:pt x="2689187" y="8301"/>
                  </a:lnTo>
                  <a:lnTo>
                    <a:pt x="2697073" y="6790"/>
                  </a:lnTo>
                  <a:lnTo>
                    <a:pt x="2704959" y="5400"/>
                  </a:lnTo>
                  <a:lnTo>
                    <a:pt x="2712846" y="4173"/>
                  </a:lnTo>
                  <a:lnTo>
                    <a:pt x="2720732" y="3120"/>
                  </a:lnTo>
                  <a:lnTo>
                    <a:pt x="2728618" y="2194"/>
                  </a:lnTo>
                  <a:lnTo>
                    <a:pt x="2736504" y="1406"/>
                  </a:lnTo>
                  <a:lnTo>
                    <a:pt x="2744390" y="837"/>
                  </a:lnTo>
                  <a:lnTo>
                    <a:pt x="2752276" y="400"/>
                  </a:lnTo>
                  <a:lnTo>
                    <a:pt x="2760163" y="98"/>
                  </a:lnTo>
                  <a:lnTo>
                    <a:pt x="2768049" y="0"/>
                  </a:lnTo>
                  <a:lnTo>
                    <a:pt x="2775935" y="66"/>
                  </a:lnTo>
                  <a:lnTo>
                    <a:pt x="2783821" y="268"/>
                  </a:lnTo>
                  <a:lnTo>
                    <a:pt x="2791707" y="637"/>
                  </a:lnTo>
                  <a:lnTo>
                    <a:pt x="2799593" y="1208"/>
                  </a:lnTo>
                  <a:lnTo>
                    <a:pt x="2807480" y="1914"/>
                  </a:lnTo>
                  <a:lnTo>
                    <a:pt x="2815366" y="2753"/>
                  </a:lnTo>
                  <a:lnTo>
                    <a:pt x="2823252" y="3812"/>
                  </a:lnTo>
                  <a:lnTo>
                    <a:pt x="2831138" y="5008"/>
                  </a:lnTo>
                  <a:lnTo>
                    <a:pt x="2839024" y="6330"/>
                  </a:lnTo>
                  <a:lnTo>
                    <a:pt x="2846911" y="7828"/>
                  </a:lnTo>
                  <a:lnTo>
                    <a:pt x="2854797" y="9486"/>
                  </a:lnTo>
                  <a:lnTo>
                    <a:pt x="2862683" y="11263"/>
                  </a:lnTo>
                  <a:lnTo>
                    <a:pt x="2870569" y="13169"/>
                  </a:lnTo>
                  <a:lnTo>
                    <a:pt x="2878455" y="15252"/>
                  </a:lnTo>
                  <a:lnTo>
                    <a:pt x="2886341" y="17440"/>
                  </a:lnTo>
                  <a:lnTo>
                    <a:pt x="2894228" y="19731"/>
                  </a:lnTo>
                  <a:lnTo>
                    <a:pt x="2902114" y="22173"/>
                  </a:lnTo>
                  <a:lnTo>
                    <a:pt x="2910000" y="24719"/>
                  </a:lnTo>
                  <a:lnTo>
                    <a:pt x="2917886" y="27351"/>
                  </a:lnTo>
                  <a:lnTo>
                    <a:pt x="2925772" y="30088"/>
                  </a:lnTo>
                  <a:lnTo>
                    <a:pt x="2933659" y="32930"/>
                  </a:lnTo>
                  <a:lnTo>
                    <a:pt x="2941545" y="35840"/>
                  </a:lnTo>
                  <a:lnTo>
                    <a:pt x="2949431" y="38814"/>
                  </a:lnTo>
                  <a:lnTo>
                    <a:pt x="2957317" y="41885"/>
                  </a:lnTo>
                  <a:lnTo>
                    <a:pt x="2965203" y="45001"/>
                  </a:lnTo>
                  <a:lnTo>
                    <a:pt x="2973089" y="48163"/>
                  </a:lnTo>
                  <a:lnTo>
                    <a:pt x="2980976" y="51378"/>
                  </a:lnTo>
                  <a:lnTo>
                    <a:pt x="2988862" y="54630"/>
                  </a:lnTo>
                  <a:lnTo>
                    <a:pt x="2996748" y="57906"/>
                  </a:lnTo>
                  <a:lnTo>
                    <a:pt x="3004634" y="61204"/>
                  </a:lnTo>
                  <a:lnTo>
                    <a:pt x="3012520" y="64519"/>
                  </a:lnTo>
                  <a:lnTo>
                    <a:pt x="3020407" y="67838"/>
                  </a:lnTo>
                  <a:lnTo>
                    <a:pt x="3028293" y="71159"/>
                  </a:lnTo>
                  <a:lnTo>
                    <a:pt x="3036179" y="74470"/>
                  </a:lnTo>
                  <a:lnTo>
                    <a:pt x="3044065" y="77766"/>
                  </a:lnTo>
                  <a:lnTo>
                    <a:pt x="3051951" y="81047"/>
                  </a:lnTo>
                  <a:lnTo>
                    <a:pt x="3059837" y="84299"/>
                  </a:lnTo>
                  <a:lnTo>
                    <a:pt x="3067724" y="87515"/>
                  </a:lnTo>
                  <a:lnTo>
                    <a:pt x="3075610" y="90699"/>
                  </a:lnTo>
                  <a:lnTo>
                    <a:pt x="3083496" y="93848"/>
                  </a:lnTo>
                  <a:lnTo>
                    <a:pt x="3091382" y="96934"/>
                  </a:lnTo>
                  <a:lnTo>
                    <a:pt x="3099268" y="99977"/>
                  </a:lnTo>
                  <a:lnTo>
                    <a:pt x="3107155" y="102977"/>
                  </a:lnTo>
                  <a:lnTo>
                    <a:pt x="3115041" y="105906"/>
                  </a:lnTo>
                  <a:lnTo>
                    <a:pt x="3122927" y="108774"/>
                  </a:lnTo>
                  <a:lnTo>
                    <a:pt x="3130813" y="111592"/>
                  </a:lnTo>
                  <a:lnTo>
                    <a:pt x="3138699" y="114345"/>
                  </a:lnTo>
                  <a:lnTo>
                    <a:pt x="3146585" y="117018"/>
                  </a:lnTo>
                  <a:lnTo>
                    <a:pt x="3154472" y="119636"/>
                  </a:lnTo>
                  <a:lnTo>
                    <a:pt x="3162358" y="122199"/>
                  </a:lnTo>
                  <a:lnTo>
                    <a:pt x="3170244" y="124670"/>
                  </a:lnTo>
                  <a:lnTo>
                    <a:pt x="3178130" y="127083"/>
                  </a:lnTo>
                  <a:lnTo>
                    <a:pt x="3186016" y="129441"/>
                  </a:lnTo>
                  <a:lnTo>
                    <a:pt x="3193903" y="131725"/>
                  </a:lnTo>
                  <a:lnTo>
                    <a:pt x="3201789" y="133938"/>
                  </a:lnTo>
                  <a:lnTo>
                    <a:pt x="3209675" y="136099"/>
                  </a:lnTo>
                  <a:lnTo>
                    <a:pt x="3217561" y="138204"/>
                  </a:lnTo>
                  <a:lnTo>
                    <a:pt x="3225447" y="140231"/>
                  </a:lnTo>
                  <a:lnTo>
                    <a:pt x="3233333" y="142212"/>
                  </a:lnTo>
                  <a:lnTo>
                    <a:pt x="3241220" y="144147"/>
                  </a:lnTo>
                  <a:lnTo>
                    <a:pt x="3249106" y="146015"/>
                  </a:lnTo>
                  <a:lnTo>
                    <a:pt x="3256992" y="147836"/>
                  </a:lnTo>
                  <a:lnTo>
                    <a:pt x="3264878" y="149619"/>
                  </a:lnTo>
                  <a:lnTo>
                    <a:pt x="3272764" y="151355"/>
                  </a:lnTo>
                  <a:lnTo>
                    <a:pt x="3280650" y="153042"/>
                  </a:lnTo>
                  <a:lnTo>
                    <a:pt x="3288537" y="154697"/>
                  </a:lnTo>
                  <a:lnTo>
                    <a:pt x="3296423" y="156322"/>
                  </a:lnTo>
                  <a:lnTo>
                    <a:pt x="3304309" y="157901"/>
                  </a:lnTo>
                  <a:lnTo>
                    <a:pt x="3312195" y="159455"/>
                  </a:lnTo>
                  <a:lnTo>
                    <a:pt x="3320081" y="160985"/>
                  </a:lnTo>
                  <a:lnTo>
                    <a:pt x="3327968" y="162485"/>
                  </a:lnTo>
                  <a:lnTo>
                    <a:pt x="3335854" y="163960"/>
                  </a:lnTo>
                  <a:lnTo>
                    <a:pt x="3343740" y="165418"/>
                  </a:lnTo>
                  <a:lnTo>
                    <a:pt x="3351626" y="166857"/>
                  </a:lnTo>
                  <a:lnTo>
                    <a:pt x="3359512" y="168274"/>
                  </a:lnTo>
                  <a:lnTo>
                    <a:pt x="3367398" y="169678"/>
                  </a:lnTo>
                  <a:lnTo>
                    <a:pt x="3375285" y="171069"/>
                  </a:lnTo>
                  <a:lnTo>
                    <a:pt x="3383171" y="172443"/>
                  </a:lnTo>
                  <a:lnTo>
                    <a:pt x="3391057" y="173806"/>
                  </a:lnTo>
                  <a:lnTo>
                    <a:pt x="3398943" y="175159"/>
                  </a:lnTo>
                  <a:lnTo>
                    <a:pt x="3406829" y="176501"/>
                  </a:lnTo>
                  <a:lnTo>
                    <a:pt x="3414716" y="177830"/>
                  </a:lnTo>
                  <a:lnTo>
                    <a:pt x="3422602" y="179152"/>
                  </a:lnTo>
                  <a:lnTo>
                    <a:pt x="3430488" y="180464"/>
                  </a:lnTo>
                  <a:lnTo>
                    <a:pt x="3438374" y="181763"/>
                  </a:lnTo>
                  <a:lnTo>
                    <a:pt x="3446260" y="183054"/>
                  </a:lnTo>
                  <a:lnTo>
                    <a:pt x="3454146" y="184336"/>
                  </a:lnTo>
                  <a:lnTo>
                    <a:pt x="3462033" y="185604"/>
                  </a:lnTo>
                  <a:lnTo>
                    <a:pt x="3469919" y="186860"/>
                  </a:lnTo>
                  <a:lnTo>
                    <a:pt x="3477805" y="188106"/>
                  </a:lnTo>
                  <a:lnTo>
                    <a:pt x="3485691" y="189339"/>
                  </a:lnTo>
                  <a:lnTo>
                    <a:pt x="3493577" y="190554"/>
                  </a:lnTo>
                  <a:lnTo>
                    <a:pt x="3501464" y="191757"/>
                  </a:lnTo>
                  <a:lnTo>
                    <a:pt x="3509350" y="192947"/>
                  </a:lnTo>
                  <a:lnTo>
                    <a:pt x="3517236" y="194113"/>
                  </a:lnTo>
                  <a:lnTo>
                    <a:pt x="3525122" y="195263"/>
                  </a:lnTo>
                  <a:lnTo>
                    <a:pt x="3533008" y="196398"/>
                  </a:lnTo>
                  <a:lnTo>
                    <a:pt x="3540894" y="197510"/>
                  </a:lnTo>
                  <a:lnTo>
                    <a:pt x="3548781" y="198598"/>
                  </a:lnTo>
                  <a:lnTo>
                    <a:pt x="3556667" y="199667"/>
                  </a:lnTo>
                  <a:lnTo>
                    <a:pt x="3564553" y="200716"/>
                  </a:lnTo>
                  <a:lnTo>
                    <a:pt x="3572439" y="201732"/>
                  </a:lnTo>
                  <a:lnTo>
                    <a:pt x="3580325" y="202728"/>
                  </a:lnTo>
                  <a:lnTo>
                    <a:pt x="3588212" y="203702"/>
                  </a:lnTo>
                  <a:lnTo>
                    <a:pt x="3596098" y="204643"/>
                  </a:lnTo>
                  <a:lnTo>
                    <a:pt x="3603984" y="205557"/>
                  </a:lnTo>
                  <a:lnTo>
                    <a:pt x="3611870" y="206448"/>
                  </a:lnTo>
                  <a:lnTo>
                    <a:pt x="3619756" y="207310"/>
                  </a:lnTo>
                  <a:lnTo>
                    <a:pt x="3627642" y="208138"/>
                  </a:lnTo>
                  <a:lnTo>
                    <a:pt x="3635529" y="208942"/>
                  </a:lnTo>
                  <a:lnTo>
                    <a:pt x="3643415" y="209722"/>
                  </a:lnTo>
                  <a:lnTo>
                    <a:pt x="3651301" y="210460"/>
                  </a:lnTo>
                  <a:lnTo>
                    <a:pt x="3659187" y="211175"/>
                  </a:lnTo>
                  <a:lnTo>
                    <a:pt x="3667073" y="211865"/>
                  </a:lnTo>
                  <a:lnTo>
                    <a:pt x="3674959" y="212521"/>
                  </a:lnTo>
                  <a:lnTo>
                    <a:pt x="3682846" y="213146"/>
                  </a:lnTo>
                  <a:lnTo>
                    <a:pt x="3690732" y="213748"/>
                  </a:lnTo>
                  <a:lnTo>
                    <a:pt x="3698618" y="214324"/>
                  </a:lnTo>
                  <a:lnTo>
                    <a:pt x="3706504" y="214863"/>
                  </a:lnTo>
                  <a:lnTo>
                    <a:pt x="3714390" y="215380"/>
                  </a:lnTo>
                  <a:lnTo>
                    <a:pt x="3722277" y="215875"/>
                  </a:lnTo>
                  <a:lnTo>
                    <a:pt x="3730163" y="216336"/>
                  </a:lnTo>
                  <a:lnTo>
                    <a:pt x="3738049" y="216774"/>
                  </a:lnTo>
                  <a:lnTo>
                    <a:pt x="3745935" y="217191"/>
                  </a:lnTo>
                  <a:lnTo>
                    <a:pt x="3753821" y="217582"/>
                  </a:lnTo>
                  <a:lnTo>
                    <a:pt x="3761707" y="217947"/>
                  </a:lnTo>
                  <a:lnTo>
                    <a:pt x="3769594" y="218294"/>
                  </a:lnTo>
                  <a:lnTo>
                    <a:pt x="3777480" y="218622"/>
                  </a:lnTo>
                  <a:lnTo>
                    <a:pt x="3785366" y="218921"/>
                  </a:lnTo>
                  <a:lnTo>
                    <a:pt x="3793252" y="219204"/>
                  </a:lnTo>
                  <a:lnTo>
                    <a:pt x="3801138" y="219472"/>
                  </a:lnTo>
                  <a:lnTo>
                    <a:pt x="3809025" y="219718"/>
                  </a:lnTo>
                  <a:lnTo>
                    <a:pt x="3816911" y="219946"/>
                  </a:lnTo>
                  <a:lnTo>
                    <a:pt x="3824797" y="220161"/>
                  </a:lnTo>
                  <a:lnTo>
                    <a:pt x="3832683" y="220361"/>
                  </a:lnTo>
                  <a:lnTo>
                    <a:pt x="3840569" y="220542"/>
                  </a:lnTo>
                  <a:lnTo>
                    <a:pt x="3848455" y="220712"/>
                  </a:lnTo>
                  <a:lnTo>
                    <a:pt x="3856342" y="220871"/>
                  </a:lnTo>
                  <a:lnTo>
                    <a:pt x="3864228" y="221013"/>
                  </a:lnTo>
                  <a:lnTo>
                    <a:pt x="3872114" y="221146"/>
                  </a:lnTo>
                  <a:lnTo>
                    <a:pt x="3880000" y="221269"/>
                  </a:lnTo>
                  <a:lnTo>
                    <a:pt x="3887886" y="221381"/>
                  </a:lnTo>
                  <a:lnTo>
                    <a:pt x="3895773" y="221483"/>
                  </a:lnTo>
                  <a:lnTo>
                    <a:pt x="3903659" y="221578"/>
                  </a:lnTo>
                  <a:lnTo>
                    <a:pt x="3911545" y="221665"/>
                  </a:lnTo>
                  <a:lnTo>
                    <a:pt x="3919431" y="221741"/>
                  </a:lnTo>
                  <a:lnTo>
                    <a:pt x="3927317" y="221813"/>
                  </a:lnTo>
                  <a:lnTo>
                    <a:pt x="3935203" y="221879"/>
                  </a:lnTo>
                  <a:lnTo>
                    <a:pt x="3943090" y="221937"/>
                  </a:lnTo>
                  <a:lnTo>
                    <a:pt x="3950976" y="221990"/>
                  </a:lnTo>
                  <a:lnTo>
                    <a:pt x="3958862" y="222038"/>
                  </a:lnTo>
                  <a:lnTo>
                    <a:pt x="3966748" y="222082"/>
                  </a:lnTo>
                  <a:lnTo>
                    <a:pt x="3974634" y="222121"/>
                  </a:lnTo>
                  <a:lnTo>
                    <a:pt x="3982521" y="222157"/>
                  </a:lnTo>
                  <a:lnTo>
                    <a:pt x="3990407" y="222189"/>
                  </a:lnTo>
                  <a:lnTo>
                    <a:pt x="3998293" y="222217"/>
                  </a:lnTo>
                  <a:lnTo>
                    <a:pt x="4006179" y="222243"/>
                  </a:lnTo>
                  <a:lnTo>
                    <a:pt x="4014065" y="222266"/>
                  </a:lnTo>
                  <a:lnTo>
                    <a:pt x="4021951" y="222287"/>
                  </a:lnTo>
                  <a:lnTo>
                    <a:pt x="4029838" y="222305"/>
                  </a:lnTo>
                  <a:lnTo>
                    <a:pt x="4029838" y="222442"/>
                  </a:lnTo>
                  <a:lnTo>
                    <a:pt x="4021951" y="222442"/>
                  </a:lnTo>
                  <a:lnTo>
                    <a:pt x="4014065" y="222442"/>
                  </a:lnTo>
                  <a:lnTo>
                    <a:pt x="4006179" y="222442"/>
                  </a:lnTo>
                  <a:lnTo>
                    <a:pt x="3998293" y="222442"/>
                  </a:lnTo>
                  <a:lnTo>
                    <a:pt x="3990407" y="222442"/>
                  </a:lnTo>
                  <a:lnTo>
                    <a:pt x="3982521" y="222442"/>
                  </a:lnTo>
                  <a:lnTo>
                    <a:pt x="3974634" y="222442"/>
                  </a:lnTo>
                  <a:lnTo>
                    <a:pt x="3966748" y="222442"/>
                  </a:lnTo>
                  <a:lnTo>
                    <a:pt x="3958862" y="222442"/>
                  </a:lnTo>
                  <a:lnTo>
                    <a:pt x="3950976" y="222442"/>
                  </a:lnTo>
                  <a:lnTo>
                    <a:pt x="3943090" y="222442"/>
                  </a:lnTo>
                  <a:lnTo>
                    <a:pt x="3935203" y="222442"/>
                  </a:lnTo>
                  <a:lnTo>
                    <a:pt x="3927317" y="222442"/>
                  </a:lnTo>
                  <a:lnTo>
                    <a:pt x="3919431" y="222442"/>
                  </a:lnTo>
                  <a:lnTo>
                    <a:pt x="3911545" y="222442"/>
                  </a:lnTo>
                  <a:lnTo>
                    <a:pt x="3903659" y="222442"/>
                  </a:lnTo>
                  <a:lnTo>
                    <a:pt x="3895773" y="222442"/>
                  </a:lnTo>
                  <a:lnTo>
                    <a:pt x="3887886" y="222442"/>
                  </a:lnTo>
                  <a:lnTo>
                    <a:pt x="3880000" y="222442"/>
                  </a:lnTo>
                  <a:lnTo>
                    <a:pt x="3872114" y="222442"/>
                  </a:lnTo>
                  <a:lnTo>
                    <a:pt x="3864228" y="222442"/>
                  </a:lnTo>
                  <a:lnTo>
                    <a:pt x="3856342" y="222442"/>
                  </a:lnTo>
                  <a:lnTo>
                    <a:pt x="3848455" y="222442"/>
                  </a:lnTo>
                  <a:lnTo>
                    <a:pt x="3840569" y="222442"/>
                  </a:lnTo>
                  <a:lnTo>
                    <a:pt x="3832683" y="222442"/>
                  </a:lnTo>
                  <a:lnTo>
                    <a:pt x="3824797" y="222442"/>
                  </a:lnTo>
                  <a:lnTo>
                    <a:pt x="3816911" y="222442"/>
                  </a:lnTo>
                  <a:lnTo>
                    <a:pt x="3809025" y="222442"/>
                  </a:lnTo>
                  <a:lnTo>
                    <a:pt x="3801138" y="222442"/>
                  </a:lnTo>
                  <a:lnTo>
                    <a:pt x="3793252" y="222442"/>
                  </a:lnTo>
                  <a:lnTo>
                    <a:pt x="3785366" y="222442"/>
                  </a:lnTo>
                  <a:lnTo>
                    <a:pt x="3777480" y="222442"/>
                  </a:lnTo>
                  <a:lnTo>
                    <a:pt x="3769594" y="222442"/>
                  </a:lnTo>
                  <a:lnTo>
                    <a:pt x="3761707" y="222442"/>
                  </a:lnTo>
                  <a:lnTo>
                    <a:pt x="3753821" y="222442"/>
                  </a:lnTo>
                  <a:lnTo>
                    <a:pt x="3745935" y="222442"/>
                  </a:lnTo>
                  <a:lnTo>
                    <a:pt x="3738049" y="222442"/>
                  </a:lnTo>
                  <a:lnTo>
                    <a:pt x="3730163" y="222442"/>
                  </a:lnTo>
                  <a:lnTo>
                    <a:pt x="3722277" y="222442"/>
                  </a:lnTo>
                  <a:lnTo>
                    <a:pt x="3714390" y="222442"/>
                  </a:lnTo>
                  <a:lnTo>
                    <a:pt x="3706504" y="222442"/>
                  </a:lnTo>
                  <a:lnTo>
                    <a:pt x="3698618" y="222442"/>
                  </a:lnTo>
                  <a:lnTo>
                    <a:pt x="3690732" y="222442"/>
                  </a:lnTo>
                  <a:lnTo>
                    <a:pt x="3682846" y="222442"/>
                  </a:lnTo>
                  <a:lnTo>
                    <a:pt x="3674959" y="222442"/>
                  </a:lnTo>
                  <a:lnTo>
                    <a:pt x="3667073" y="222442"/>
                  </a:lnTo>
                  <a:lnTo>
                    <a:pt x="3659187" y="222442"/>
                  </a:lnTo>
                  <a:lnTo>
                    <a:pt x="3651301" y="222442"/>
                  </a:lnTo>
                  <a:lnTo>
                    <a:pt x="3643415" y="222442"/>
                  </a:lnTo>
                  <a:lnTo>
                    <a:pt x="3635529" y="222442"/>
                  </a:lnTo>
                  <a:lnTo>
                    <a:pt x="3627642" y="222442"/>
                  </a:lnTo>
                  <a:lnTo>
                    <a:pt x="3619756" y="222442"/>
                  </a:lnTo>
                  <a:lnTo>
                    <a:pt x="3611870" y="222442"/>
                  </a:lnTo>
                  <a:lnTo>
                    <a:pt x="3603984" y="222442"/>
                  </a:lnTo>
                  <a:lnTo>
                    <a:pt x="3596098" y="222442"/>
                  </a:lnTo>
                  <a:lnTo>
                    <a:pt x="3588212" y="222442"/>
                  </a:lnTo>
                  <a:lnTo>
                    <a:pt x="3580325" y="222442"/>
                  </a:lnTo>
                  <a:lnTo>
                    <a:pt x="3572439" y="222442"/>
                  </a:lnTo>
                  <a:lnTo>
                    <a:pt x="3564553" y="222442"/>
                  </a:lnTo>
                  <a:lnTo>
                    <a:pt x="3556667" y="222442"/>
                  </a:lnTo>
                  <a:lnTo>
                    <a:pt x="3548781" y="222442"/>
                  </a:lnTo>
                  <a:lnTo>
                    <a:pt x="3540894" y="222442"/>
                  </a:lnTo>
                  <a:lnTo>
                    <a:pt x="3533008" y="222442"/>
                  </a:lnTo>
                  <a:lnTo>
                    <a:pt x="3525122" y="222442"/>
                  </a:lnTo>
                  <a:lnTo>
                    <a:pt x="3517236" y="222442"/>
                  </a:lnTo>
                  <a:lnTo>
                    <a:pt x="3509350" y="222442"/>
                  </a:lnTo>
                  <a:lnTo>
                    <a:pt x="3501464" y="222442"/>
                  </a:lnTo>
                  <a:lnTo>
                    <a:pt x="3493577" y="222442"/>
                  </a:lnTo>
                  <a:lnTo>
                    <a:pt x="3485691" y="222442"/>
                  </a:lnTo>
                  <a:lnTo>
                    <a:pt x="3477805" y="222442"/>
                  </a:lnTo>
                  <a:lnTo>
                    <a:pt x="3469919" y="222442"/>
                  </a:lnTo>
                  <a:lnTo>
                    <a:pt x="3462033" y="222442"/>
                  </a:lnTo>
                  <a:lnTo>
                    <a:pt x="3454146" y="222442"/>
                  </a:lnTo>
                  <a:lnTo>
                    <a:pt x="3446260" y="222442"/>
                  </a:lnTo>
                  <a:lnTo>
                    <a:pt x="3438374" y="222442"/>
                  </a:lnTo>
                  <a:lnTo>
                    <a:pt x="3430488" y="222442"/>
                  </a:lnTo>
                  <a:lnTo>
                    <a:pt x="3422602" y="222442"/>
                  </a:lnTo>
                  <a:lnTo>
                    <a:pt x="3414716" y="222442"/>
                  </a:lnTo>
                  <a:lnTo>
                    <a:pt x="3406829" y="222442"/>
                  </a:lnTo>
                  <a:lnTo>
                    <a:pt x="3398943" y="222442"/>
                  </a:lnTo>
                  <a:lnTo>
                    <a:pt x="3391057" y="222442"/>
                  </a:lnTo>
                  <a:lnTo>
                    <a:pt x="3383171" y="222442"/>
                  </a:lnTo>
                  <a:lnTo>
                    <a:pt x="3375285" y="222442"/>
                  </a:lnTo>
                  <a:lnTo>
                    <a:pt x="3367398" y="222442"/>
                  </a:lnTo>
                  <a:lnTo>
                    <a:pt x="3359512" y="222442"/>
                  </a:lnTo>
                  <a:lnTo>
                    <a:pt x="3351626" y="222442"/>
                  </a:lnTo>
                  <a:lnTo>
                    <a:pt x="3343740" y="222442"/>
                  </a:lnTo>
                  <a:lnTo>
                    <a:pt x="3335854" y="222442"/>
                  </a:lnTo>
                  <a:lnTo>
                    <a:pt x="3327968" y="222442"/>
                  </a:lnTo>
                  <a:lnTo>
                    <a:pt x="3320081" y="222442"/>
                  </a:lnTo>
                  <a:lnTo>
                    <a:pt x="3312195" y="222442"/>
                  </a:lnTo>
                  <a:lnTo>
                    <a:pt x="3304309" y="222442"/>
                  </a:lnTo>
                  <a:lnTo>
                    <a:pt x="3296423" y="222442"/>
                  </a:lnTo>
                  <a:lnTo>
                    <a:pt x="3288537" y="222442"/>
                  </a:lnTo>
                  <a:lnTo>
                    <a:pt x="3280650" y="222442"/>
                  </a:lnTo>
                  <a:lnTo>
                    <a:pt x="3272764" y="222442"/>
                  </a:lnTo>
                  <a:lnTo>
                    <a:pt x="3264878" y="222442"/>
                  </a:lnTo>
                  <a:lnTo>
                    <a:pt x="3256992" y="222442"/>
                  </a:lnTo>
                  <a:lnTo>
                    <a:pt x="3249106" y="222442"/>
                  </a:lnTo>
                  <a:lnTo>
                    <a:pt x="3241220" y="222442"/>
                  </a:lnTo>
                  <a:lnTo>
                    <a:pt x="3233333" y="222442"/>
                  </a:lnTo>
                  <a:lnTo>
                    <a:pt x="3225447" y="222442"/>
                  </a:lnTo>
                  <a:lnTo>
                    <a:pt x="3217561" y="222442"/>
                  </a:lnTo>
                  <a:lnTo>
                    <a:pt x="3209675" y="222442"/>
                  </a:lnTo>
                  <a:lnTo>
                    <a:pt x="3201789" y="222442"/>
                  </a:lnTo>
                  <a:lnTo>
                    <a:pt x="3193903" y="222442"/>
                  </a:lnTo>
                  <a:lnTo>
                    <a:pt x="3186016" y="222442"/>
                  </a:lnTo>
                  <a:lnTo>
                    <a:pt x="3178130" y="222442"/>
                  </a:lnTo>
                  <a:lnTo>
                    <a:pt x="3170244" y="222442"/>
                  </a:lnTo>
                  <a:lnTo>
                    <a:pt x="3162358" y="222442"/>
                  </a:lnTo>
                  <a:lnTo>
                    <a:pt x="3154472" y="222442"/>
                  </a:lnTo>
                  <a:lnTo>
                    <a:pt x="3146585" y="222442"/>
                  </a:lnTo>
                  <a:lnTo>
                    <a:pt x="3138699" y="222442"/>
                  </a:lnTo>
                  <a:lnTo>
                    <a:pt x="3130813" y="222442"/>
                  </a:lnTo>
                  <a:lnTo>
                    <a:pt x="3122927" y="222442"/>
                  </a:lnTo>
                  <a:lnTo>
                    <a:pt x="3115041" y="222442"/>
                  </a:lnTo>
                  <a:lnTo>
                    <a:pt x="3107155" y="222442"/>
                  </a:lnTo>
                  <a:lnTo>
                    <a:pt x="3099268" y="222442"/>
                  </a:lnTo>
                  <a:lnTo>
                    <a:pt x="3091382" y="222442"/>
                  </a:lnTo>
                  <a:lnTo>
                    <a:pt x="3083496" y="222442"/>
                  </a:lnTo>
                  <a:lnTo>
                    <a:pt x="3075610" y="222442"/>
                  </a:lnTo>
                  <a:lnTo>
                    <a:pt x="3067724" y="222442"/>
                  </a:lnTo>
                  <a:lnTo>
                    <a:pt x="3059837" y="222442"/>
                  </a:lnTo>
                  <a:lnTo>
                    <a:pt x="3051951" y="222442"/>
                  </a:lnTo>
                  <a:lnTo>
                    <a:pt x="3044065" y="222442"/>
                  </a:lnTo>
                  <a:lnTo>
                    <a:pt x="3036179" y="222442"/>
                  </a:lnTo>
                  <a:lnTo>
                    <a:pt x="3028293" y="222442"/>
                  </a:lnTo>
                  <a:lnTo>
                    <a:pt x="3020407" y="222442"/>
                  </a:lnTo>
                  <a:lnTo>
                    <a:pt x="3012520" y="222442"/>
                  </a:lnTo>
                  <a:lnTo>
                    <a:pt x="3004634" y="222442"/>
                  </a:lnTo>
                  <a:lnTo>
                    <a:pt x="2996748" y="222442"/>
                  </a:lnTo>
                  <a:lnTo>
                    <a:pt x="2988862" y="222442"/>
                  </a:lnTo>
                  <a:lnTo>
                    <a:pt x="2980976" y="222442"/>
                  </a:lnTo>
                  <a:lnTo>
                    <a:pt x="2973089" y="222442"/>
                  </a:lnTo>
                  <a:lnTo>
                    <a:pt x="2965203" y="222442"/>
                  </a:lnTo>
                  <a:lnTo>
                    <a:pt x="2957317" y="222442"/>
                  </a:lnTo>
                  <a:lnTo>
                    <a:pt x="2949431" y="222442"/>
                  </a:lnTo>
                  <a:lnTo>
                    <a:pt x="2941545" y="222442"/>
                  </a:lnTo>
                  <a:lnTo>
                    <a:pt x="2933659" y="222442"/>
                  </a:lnTo>
                  <a:lnTo>
                    <a:pt x="2925772" y="222442"/>
                  </a:lnTo>
                  <a:lnTo>
                    <a:pt x="2917886" y="222442"/>
                  </a:lnTo>
                  <a:lnTo>
                    <a:pt x="2910000" y="222442"/>
                  </a:lnTo>
                  <a:lnTo>
                    <a:pt x="2902114" y="222442"/>
                  </a:lnTo>
                  <a:lnTo>
                    <a:pt x="2894228" y="222442"/>
                  </a:lnTo>
                  <a:lnTo>
                    <a:pt x="2886341" y="222442"/>
                  </a:lnTo>
                  <a:lnTo>
                    <a:pt x="2878455" y="222442"/>
                  </a:lnTo>
                  <a:lnTo>
                    <a:pt x="2870569" y="222442"/>
                  </a:lnTo>
                  <a:lnTo>
                    <a:pt x="2862683" y="222442"/>
                  </a:lnTo>
                  <a:lnTo>
                    <a:pt x="2854797" y="222442"/>
                  </a:lnTo>
                  <a:lnTo>
                    <a:pt x="2846911" y="222442"/>
                  </a:lnTo>
                  <a:lnTo>
                    <a:pt x="2839024" y="222442"/>
                  </a:lnTo>
                  <a:lnTo>
                    <a:pt x="2831138" y="222442"/>
                  </a:lnTo>
                  <a:lnTo>
                    <a:pt x="2823252" y="222442"/>
                  </a:lnTo>
                  <a:lnTo>
                    <a:pt x="2815366" y="222442"/>
                  </a:lnTo>
                  <a:lnTo>
                    <a:pt x="2807480" y="222442"/>
                  </a:lnTo>
                  <a:lnTo>
                    <a:pt x="2799593" y="222442"/>
                  </a:lnTo>
                  <a:lnTo>
                    <a:pt x="2791707" y="222442"/>
                  </a:lnTo>
                  <a:lnTo>
                    <a:pt x="2783821" y="222442"/>
                  </a:lnTo>
                  <a:lnTo>
                    <a:pt x="2775935" y="222442"/>
                  </a:lnTo>
                  <a:lnTo>
                    <a:pt x="2768049" y="222442"/>
                  </a:lnTo>
                  <a:lnTo>
                    <a:pt x="2760163" y="222442"/>
                  </a:lnTo>
                  <a:lnTo>
                    <a:pt x="2752276" y="222442"/>
                  </a:lnTo>
                  <a:lnTo>
                    <a:pt x="2744390" y="222442"/>
                  </a:lnTo>
                  <a:lnTo>
                    <a:pt x="2736504" y="222442"/>
                  </a:lnTo>
                  <a:lnTo>
                    <a:pt x="2728618" y="222442"/>
                  </a:lnTo>
                  <a:lnTo>
                    <a:pt x="2720732" y="222442"/>
                  </a:lnTo>
                  <a:lnTo>
                    <a:pt x="2712846" y="222442"/>
                  </a:lnTo>
                  <a:lnTo>
                    <a:pt x="2704959" y="222442"/>
                  </a:lnTo>
                  <a:lnTo>
                    <a:pt x="2697073" y="222442"/>
                  </a:lnTo>
                  <a:lnTo>
                    <a:pt x="2689187" y="222442"/>
                  </a:lnTo>
                  <a:lnTo>
                    <a:pt x="2681301" y="222442"/>
                  </a:lnTo>
                  <a:lnTo>
                    <a:pt x="2673415" y="222442"/>
                  </a:lnTo>
                  <a:lnTo>
                    <a:pt x="2665528" y="222442"/>
                  </a:lnTo>
                  <a:lnTo>
                    <a:pt x="2657642" y="222442"/>
                  </a:lnTo>
                  <a:lnTo>
                    <a:pt x="2649756" y="222442"/>
                  </a:lnTo>
                  <a:lnTo>
                    <a:pt x="2641870" y="222442"/>
                  </a:lnTo>
                  <a:lnTo>
                    <a:pt x="2633984" y="222442"/>
                  </a:lnTo>
                  <a:lnTo>
                    <a:pt x="2626098" y="222442"/>
                  </a:lnTo>
                  <a:lnTo>
                    <a:pt x="2618211" y="222442"/>
                  </a:lnTo>
                  <a:lnTo>
                    <a:pt x="2610325" y="222442"/>
                  </a:lnTo>
                  <a:lnTo>
                    <a:pt x="2602439" y="222442"/>
                  </a:lnTo>
                  <a:lnTo>
                    <a:pt x="2594553" y="222442"/>
                  </a:lnTo>
                  <a:lnTo>
                    <a:pt x="2586667" y="222442"/>
                  </a:lnTo>
                  <a:lnTo>
                    <a:pt x="2578780" y="222442"/>
                  </a:lnTo>
                  <a:lnTo>
                    <a:pt x="2570894" y="222442"/>
                  </a:lnTo>
                  <a:lnTo>
                    <a:pt x="2563008" y="222442"/>
                  </a:lnTo>
                  <a:lnTo>
                    <a:pt x="2555122" y="222442"/>
                  </a:lnTo>
                  <a:lnTo>
                    <a:pt x="2547236" y="222442"/>
                  </a:lnTo>
                  <a:lnTo>
                    <a:pt x="2539350" y="222442"/>
                  </a:lnTo>
                  <a:lnTo>
                    <a:pt x="2531463" y="222442"/>
                  </a:lnTo>
                  <a:lnTo>
                    <a:pt x="2523577" y="222442"/>
                  </a:lnTo>
                  <a:lnTo>
                    <a:pt x="2515691" y="222442"/>
                  </a:lnTo>
                  <a:lnTo>
                    <a:pt x="2507805" y="222442"/>
                  </a:lnTo>
                  <a:lnTo>
                    <a:pt x="2499919" y="222442"/>
                  </a:lnTo>
                  <a:lnTo>
                    <a:pt x="2492032" y="222442"/>
                  </a:lnTo>
                  <a:lnTo>
                    <a:pt x="2484146" y="222442"/>
                  </a:lnTo>
                  <a:lnTo>
                    <a:pt x="2476260" y="222442"/>
                  </a:lnTo>
                  <a:lnTo>
                    <a:pt x="2468374" y="222442"/>
                  </a:lnTo>
                  <a:lnTo>
                    <a:pt x="2460488" y="222442"/>
                  </a:lnTo>
                  <a:lnTo>
                    <a:pt x="2452602" y="222442"/>
                  </a:lnTo>
                  <a:lnTo>
                    <a:pt x="2444715" y="222442"/>
                  </a:lnTo>
                  <a:lnTo>
                    <a:pt x="2436829" y="222442"/>
                  </a:lnTo>
                  <a:lnTo>
                    <a:pt x="2428943" y="222442"/>
                  </a:lnTo>
                  <a:lnTo>
                    <a:pt x="2421057" y="222442"/>
                  </a:lnTo>
                  <a:lnTo>
                    <a:pt x="2413171" y="222442"/>
                  </a:lnTo>
                  <a:lnTo>
                    <a:pt x="2405284" y="222442"/>
                  </a:lnTo>
                  <a:lnTo>
                    <a:pt x="2397398" y="222442"/>
                  </a:lnTo>
                  <a:lnTo>
                    <a:pt x="2389512" y="222442"/>
                  </a:lnTo>
                  <a:lnTo>
                    <a:pt x="2381626" y="222442"/>
                  </a:lnTo>
                  <a:lnTo>
                    <a:pt x="2373740" y="222442"/>
                  </a:lnTo>
                  <a:lnTo>
                    <a:pt x="2365854" y="222442"/>
                  </a:lnTo>
                  <a:lnTo>
                    <a:pt x="2357967" y="222442"/>
                  </a:lnTo>
                  <a:lnTo>
                    <a:pt x="2350081" y="222442"/>
                  </a:lnTo>
                  <a:lnTo>
                    <a:pt x="2342195" y="222442"/>
                  </a:lnTo>
                  <a:lnTo>
                    <a:pt x="2334309" y="222442"/>
                  </a:lnTo>
                  <a:lnTo>
                    <a:pt x="2326423" y="222442"/>
                  </a:lnTo>
                  <a:lnTo>
                    <a:pt x="2318536" y="222442"/>
                  </a:lnTo>
                  <a:lnTo>
                    <a:pt x="2310650" y="222442"/>
                  </a:lnTo>
                  <a:lnTo>
                    <a:pt x="2302764" y="222442"/>
                  </a:lnTo>
                  <a:lnTo>
                    <a:pt x="2294878" y="222442"/>
                  </a:lnTo>
                  <a:lnTo>
                    <a:pt x="2286992" y="222442"/>
                  </a:lnTo>
                  <a:lnTo>
                    <a:pt x="2279106" y="222442"/>
                  </a:lnTo>
                  <a:lnTo>
                    <a:pt x="2271219" y="222442"/>
                  </a:lnTo>
                  <a:lnTo>
                    <a:pt x="2263333" y="222442"/>
                  </a:lnTo>
                  <a:lnTo>
                    <a:pt x="2255447" y="222442"/>
                  </a:lnTo>
                  <a:lnTo>
                    <a:pt x="2247561" y="222442"/>
                  </a:lnTo>
                  <a:lnTo>
                    <a:pt x="2239675" y="222442"/>
                  </a:lnTo>
                  <a:lnTo>
                    <a:pt x="2231789" y="222442"/>
                  </a:lnTo>
                  <a:lnTo>
                    <a:pt x="2223902" y="222442"/>
                  </a:lnTo>
                  <a:lnTo>
                    <a:pt x="2216016" y="222442"/>
                  </a:lnTo>
                  <a:lnTo>
                    <a:pt x="2208130" y="222442"/>
                  </a:lnTo>
                  <a:lnTo>
                    <a:pt x="2200244" y="222442"/>
                  </a:lnTo>
                  <a:lnTo>
                    <a:pt x="2192358" y="222442"/>
                  </a:lnTo>
                  <a:lnTo>
                    <a:pt x="2184471" y="222442"/>
                  </a:lnTo>
                  <a:lnTo>
                    <a:pt x="2176585" y="222442"/>
                  </a:lnTo>
                  <a:lnTo>
                    <a:pt x="2168699" y="222442"/>
                  </a:lnTo>
                  <a:lnTo>
                    <a:pt x="2160813" y="222442"/>
                  </a:lnTo>
                  <a:lnTo>
                    <a:pt x="2152927" y="222442"/>
                  </a:lnTo>
                  <a:lnTo>
                    <a:pt x="2145041" y="222442"/>
                  </a:lnTo>
                  <a:lnTo>
                    <a:pt x="2137154" y="222442"/>
                  </a:lnTo>
                  <a:lnTo>
                    <a:pt x="2129268" y="222442"/>
                  </a:lnTo>
                  <a:lnTo>
                    <a:pt x="2121382" y="222442"/>
                  </a:lnTo>
                  <a:lnTo>
                    <a:pt x="2113496" y="222442"/>
                  </a:lnTo>
                  <a:lnTo>
                    <a:pt x="2105610" y="222442"/>
                  </a:lnTo>
                  <a:lnTo>
                    <a:pt x="2097723" y="222442"/>
                  </a:lnTo>
                  <a:lnTo>
                    <a:pt x="2089837" y="222442"/>
                  </a:lnTo>
                  <a:lnTo>
                    <a:pt x="2081951" y="222442"/>
                  </a:lnTo>
                  <a:lnTo>
                    <a:pt x="2074065" y="222442"/>
                  </a:lnTo>
                  <a:lnTo>
                    <a:pt x="2066179" y="222442"/>
                  </a:lnTo>
                  <a:lnTo>
                    <a:pt x="2058293" y="222442"/>
                  </a:lnTo>
                  <a:lnTo>
                    <a:pt x="2050406" y="222442"/>
                  </a:lnTo>
                  <a:lnTo>
                    <a:pt x="2042520" y="222442"/>
                  </a:lnTo>
                  <a:lnTo>
                    <a:pt x="2034634" y="222442"/>
                  </a:lnTo>
                  <a:lnTo>
                    <a:pt x="2026748" y="222442"/>
                  </a:lnTo>
                  <a:lnTo>
                    <a:pt x="2018862" y="222442"/>
                  </a:lnTo>
                  <a:lnTo>
                    <a:pt x="2010975" y="222442"/>
                  </a:lnTo>
                  <a:lnTo>
                    <a:pt x="2003089" y="222442"/>
                  </a:lnTo>
                  <a:lnTo>
                    <a:pt x="1995203" y="222442"/>
                  </a:lnTo>
                  <a:lnTo>
                    <a:pt x="1987317" y="222442"/>
                  </a:lnTo>
                  <a:lnTo>
                    <a:pt x="1979431" y="222442"/>
                  </a:lnTo>
                  <a:lnTo>
                    <a:pt x="1971545" y="222442"/>
                  </a:lnTo>
                  <a:lnTo>
                    <a:pt x="1963658" y="222442"/>
                  </a:lnTo>
                  <a:lnTo>
                    <a:pt x="1955772" y="222442"/>
                  </a:lnTo>
                  <a:lnTo>
                    <a:pt x="1947886" y="222442"/>
                  </a:lnTo>
                  <a:lnTo>
                    <a:pt x="1940000" y="222442"/>
                  </a:lnTo>
                  <a:lnTo>
                    <a:pt x="1932114" y="222442"/>
                  </a:lnTo>
                  <a:lnTo>
                    <a:pt x="1924227" y="222442"/>
                  </a:lnTo>
                  <a:lnTo>
                    <a:pt x="1916341" y="222442"/>
                  </a:lnTo>
                  <a:lnTo>
                    <a:pt x="1908455" y="222442"/>
                  </a:lnTo>
                  <a:lnTo>
                    <a:pt x="1900569" y="222442"/>
                  </a:lnTo>
                  <a:lnTo>
                    <a:pt x="1892683" y="222442"/>
                  </a:lnTo>
                  <a:lnTo>
                    <a:pt x="1884797" y="222442"/>
                  </a:lnTo>
                  <a:lnTo>
                    <a:pt x="1876910" y="222442"/>
                  </a:lnTo>
                  <a:lnTo>
                    <a:pt x="1869024" y="222442"/>
                  </a:lnTo>
                  <a:lnTo>
                    <a:pt x="1861138" y="222442"/>
                  </a:lnTo>
                  <a:lnTo>
                    <a:pt x="1853252" y="222442"/>
                  </a:lnTo>
                  <a:lnTo>
                    <a:pt x="1845366" y="222442"/>
                  </a:lnTo>
                  <a:lnTo>
                    <a:pt x="1837479" y="222442"/>
                  </a:lnTo>
                  <a:lnTo>
                    <a:pt x="1829593" y="222442"/>
                  </a:lnTo>
                  <a:lnTo>
                    <a:pt x="1821707" y="222442"/>
                  </a:lnTo>
                  <a:lnTo>
                    <a:pt x="1813821" y="222442"/>
                  </a:lnTo>
                  <a:lnTo>
                    <a:pt x="1805935" y="222442"/>
                  </a:lnTo>
                  <a:lnTo>
                    <a:pt x="1798049" y="222442"/>
                  </a:lnTo>
                  <a:lnTo>
                    <a:pt x="1790162" y="222442"/>
                  </a:lnTo>
                  <a:lnTo>
                    <a:pt x="1782276" y="222442"/>
                  </a:lnTo>
                  <a:lnTo>
                    <a:pt x="1774390" y="222442"/>
                  </a:lnTo>
                  <a:lnTo>
                    <a:pt x="1766504" y="222442"/>
                  </a:lnTo>
                  <a:lnTo>
                    <a:pt x="1758618" y="222442"/>
                  </a:lnTo>
                  <a:lnTo>
                    <a:pt x="1750732" y="222442"/>
                  </a:lnTo>
                  <a:lnTo>
                    <a:pt x="1742845" y="222442"/>
                  </a:lnTo>
                  <a:lnTo>
                    <a:pt x="1734959" y="222442"/>
                  </a:lnTo>
                  <a:lnTo>
                    <a:pt x="1727073" y="222442"/>
                  </a:lnTo>
                  <a:lnTo>
                    <a:pt x="1719187" y="222442"/>
                  </a:lnTo>
                  <a:lnTo>
                    <a:pt x="1711301" y="222442"/>
                  </a:lnTo>
                  <a:lnTo>
                    <a:pt x="1703414" y="222442"/>
                  </a:lnTo>
                  <a:lnTo>
                    <a:pt x="1695528" y="222442"/>
                  </a:lnTo>
                  <a:lnTo>
                    <a:pt x="1687642" y="222442"/>
                  </a:lnTo>
                  <a:lnTo>
                    <a:pt x="1679756" y="222442"/>
                  </a:lnTo>
                  <a:lnTo>
                    <a:pt x="1671870" y="222442"/>
                  </a:lnTo>
                  <a:lnTo>
                    <a:pt x="1663984" y="222442"/>
                  </a:lnTo>
                  <a:lnTo>
                    <a:pt x="1656097" y="222442"/>
                  </a:lnTo>
                  <a:lnTo>
                    <a:pt x="1648211" y="222442"/>
                  </a:lnTo>
                  <a:lnTo>
                    <a:pt x="1640325" y="222442"/>
                  </a:lnTo>
                  <a:lnTo>
                    <a:pt x="1632439" y="222442"/>
                  </a:lnTo>
                  <a:lnTo>
                    <a:pt x="1624553" y="222442"/>
                  </a:lnTo>
                  <a:lnTo>
                    <a:pt x="1616666" y="222442"/>
                  </a:lnTo>
                  <a:lnTo>
                    <a:pt x="1608780" y="222442"/>
                  </a:lnTo>
                  <a:lnTo>
                    <a:pt x="1600894" y="222442"/>
                  </a:lnTo>
                  <a:lnTo>
                    <a:pt x="1593008" y="222442"/>
                  </a:lnTo>
                  <a:lnTo>
                    <a:pt x="1585122" y="222442"/>
                  </a:lnTo>
                  <a:lnTo>
                    <a:pt x="1577236" y="222442"/>
                  </a:lnTo>
                  <a:lnTo>
                    <a:pt x="1569349" y="222442"/>
                  </a:lnTo>
                  <a:lnTo>
                    <a:pt x="1561463" y="222442"/>
                  </a:lnTo>
                  <a:lnTo>
                    <a:pt x="1553577" y="222442"/>
                  </a:lnTo>
                  <a:lnTo>
                    <a:pt x="1545691" y="222442"/>
                  </a:lnTo>
                  <a:lnTo>
                    <a:pt x="1537805" y="222442"/>
                  </a:lnTo>
                  <a:lnTo>
                    <a:pt x="1529918" y="222442"/>
                  </a:lnTo>
                  <a:lnTo>
                    <a:pt x="1522032" y="222442"/>
                  </a:lnTo>
                  <a:lnTo>
                    <a:pt x="1514146" y="222442"/>
                  </a:lnTo>
                  <a:lnTo>
                    <a:pt x="1506260" y="222442"/>
                  </a:lnTo>
                  <a:lnTo>
                    <a:pt x="1498374" y="222442"/>
                  </a:lnTo>
                  <a:lnTo>
                    <a:pt x="1490488" y="222442"/>
                  </a:lnTo>
                  <a:lnTo>
                    <a:pt x="1482601" y="222442"/>
                  </a:lnTo>
                  <a:lnTo>
                    <a:pt x="1474715" y="222442"/>
                  </a:lnTo>
                  <a:lnTo>
                    <a:pt x="1466829" y="222442"/>
                  </a:lnTo>
                  <a:lnTo>
                    <a:pt x="1458943" y="222442"/>
                  </a:lnTo>
                  <a:lnTo>
                    <a:pt x="1451057" y="222442"/>
                  </a:lnTo>
                  <a:lnTo>
                    <a:pt x="1443170" y="222442"/>
                  </a:lnTo>
                  <a:lnTo>
                    <a:pt x="1435284" y="222442"/>
                  </a:lnTo>
                  <a:lnTo>
                    <a:pt x="1427398" y="222442"/>
                  </a:lnTo>
                  <a:lnTo>
                    <a:pt x="1419512" y="222442"/>
                  </a:lnTo>
                  <a:lnTo>
                    <a:pt x="1411626" y="222442"/>
                  </a:lnTo>
                  <a:lnTo>
                    <a:pt x="1403740" y="222442"/>
                  </a:lnTo>
                  <a:lnTo>
                    <a:pt x="1395853" y="222442"/>
                  </a:lnTo>
                  <a:lnTo>
                    <a:pt x="1387967" y="222442"/>
                  </a:lnTo>
                  <a:lnTo>
                    <a:pt x="1380081" y="222442"/>
                  </a:lnTo>
                  <a:lnTo>
                    <a:pt x="1372195" y="222442"/>
                  </a:lnTo>
                  <a:lnTo>
                    <a:pt x="1364309" y="222442"/>
                  </a:lnTo>
                  <a:lnTo>
                    <a:pt x="1356423" y="222442"/>
                  </a:lnTo>
                  <a:lnTo>
                    <a:pt x="1348536" y="222442"/>
                  </a:lnTo>
                  <a:lnTo>
                    <a:pt x="1340650" y="222442"/>
                  </a:lnTo>
                  <a:lnTo>
                    <a:pt x="1332764" y="222442"/>
                  </a:lnTo>
                  <a:lnTo>
                    <a:pt x="1324878" y="222442"/>
                  </a:lnTo>
                  <a:lnTo>
                    <a:pt x="1316992" y="222442"/>
                  </a:lnTo>
                  <a:lnTo>
                    <a:pt x="1309105" y="222442"/>
                  </a:lnTo>
                  <a:lnTo>
                    <a:pt x="1301219" y="222442"/>
                  </a:lnTo>
                  <a:lnTo>
                    <a:pt x="1293333" y="222442"/>
                  </a:lnTo>
                  <a:lnTo>
                    <a:pt x="1285447" y="222442"/>
                  </a:lnTo>
                  <a:lnTo>
                    <a:pt x="1277561" y="222442"/>
                  </a:lnTo>
                  <a:lnTo>
                    <a:pt x="1269675" y="222442"/>
                  </a:lnTo>
                  <a:lnTo>
                    <a:pt x="1261788" y="222442"/>
                  </a:lnTo>
                  <a:lnTo>
                    <a:pt x="1253902" y="222442"/>
                  </a:lnTo>
                  <a:lnTo>
                    <a:pt x="1246016" y="222442"/>
                  </a:lnTo>
                  <a:lnTo>
                    <a:pt x="1238130" y="222442"/>
                  </a:lnTo>
                  <a:lnTo>
                    <a:pt x="1230244" y="222442"/>
                  </a:lnTo>
                  <a:lnTo>
                    <a:pt x="1222357" y="222442"/>
                  </a:lnTo>
                  <a:lnTo>
                    <a:pt x="1214471" y="222442"/>
                  </a:lnTo>
                  <a:lnTo>
                    <a:pt x="1206585" y="222442"/>
                  </a:lnTo>
                  <a:lnTo>
                    <a:pt x="1198699" y="222442"/>
                  </a:lnTo>
                  <a:lnTo>
                    <a:pt x="1190813" y="222442"/>
                  </a:lnTo>
                  <a:lnTo>
                    <a:pt x="1182927" y="222442"/>
                  </a:lnTo>
                  <a:lnTo>
                    <a:pt x="1175040" y="222442"/>
                  </a:lnTo>
                  <a:lnTo>
                    <a:pt x="1167154" y="222442"/>
                  </a:lnTo>
                  <a:lnTo>
                    <a:pt x="1159268" y="222442"/>
                  </a:lnTo>
                  <a:lnTo>
                    <a:pt x="1151382" y="222442"/>
                  </a:lnTo>
                  <a:lnTo>
                    <a:pt x="1143496" y="222442"/>
                  </a:lnTo>
                  <a:lnTo>
                    <a:pt x="1135609" y="222442"/>
                  </a:lnTo>
                  <a:lnTo>
                    <a:pt x="1127723" y="222442"/>
                  </a:lnTo>
                  <a:lnTo>
                    <a:pt x="1119837" y="222442"/>
                  </a:lnTo>
                  <a:lnTo>
                    <a:pt x="1111951" y="222442"/>
                  </a:lnTo>
                  <a:lnTo>
                    <a:pt x="1104065" y="222442"/>
                  </a:lnTo>
                  <a:lnTo>
                    <a:pt x="1096179" y="222442"/>
                  </a:lnTo>
                  <a:lnTo>
                    <a:pt x="1088292" y="222442"/>
                  </a:lnTo>
                  <a:lnTo>
                    <a:pt x="1080406" y="222442"/>
                  </a:lnTo>
                  <a:lnTo>
                    <a:pt x="1072520" y="222442"/>
                  </a:lnTo>
                  <a:lnTo>
                    <a:pt x="1064634" y="222442"/>
                  </a:lnTo>
                  <a:lnTo>
                    <a:pt x="1056748" y="222442"/>
                  </a:lnTo>
                  <a:lnTo>
                    <a:pt x="1048861" y="222442"/>
                  </a:lnTo>
                  <a:lnTo>
                    <a:pt x="1040975" y="222442"/>
                  </a:lnTo>
                  <a:lnTo>
                    <a:pt x="1033089" y="222442"/>
                  </a:lnTo>
                  <a:lnTo>
                    <a:pt x="1025203" y="222442"/>
                  </a:lnTo>
                  <a:lnTo>
                    <a:pt x="1017317" y="222442"/>
                  </a:lnTo>
                  <a:lnTo>
                    <a:pt x="1009431" y="222442"/>
                  </a:lnTo>
                  <a:lnTo>
                    <a:pt x="1001544" y="222442"/>
                  </a:lnTo>
                  <a:lnTo>
                    <a:pt x="993658" y="222442"/>
                  </a:lnTo>
                  <a:lnTo>
                    <a:pt x="985772" y="222442"/>
                  </a:lnTo>
                  <a:lnTo>
                    <a:pt x="977886" y="222442"/>
                  </a:lnTo>
                  <a:lnTo>
                    <a:pt x="970000" y="222442"/>
                  </a:lnTo>
                  <a:lnTo>
                    <a:pt x="962113" y="222442"/>
                  </a:lnTo>
                  <a:lnTo>
                    <a:pt x="954227" y="222442"/>
                  </a:lnTo>
                  <a:lnTo>
                    <a:pt x="946341" y="222442"/>
                  </a:lnTo>
                  <a:lnTo>
                    <a:pt x="938455" y="222442"/>
                  </a:lnTo>
                  <a:lnTo>
                    <a:pt x="930569" y="222442"/>
                  </a:lnTo>
                  <a:lnTo>
                    <a:pt x="922683" y="222442"/>
                  </a:lnTo>
                  <a:lnTo>
                    <a:pt x="914796" y="222442"/>
                  </a:lnTo>
                  <a:lnTo>
                    <a:pt x="906910" y="222442"/>
                  </a:lnTo>
                  <a:lnTo>
                    <a:pt x="899024" y="222442"/>
                  </a:lnTo>
                  <a:lnTo>
                    <a:pt x="891138" y="222442"/>
                  </a:lnTo>
                  <a:lnTo>
                    <a:pt x="883252" y="222442"/>
                  </a:lnTo>
                  <a:lnTo>
                    <a:pt x="875366" y="222442"/>
                  </a:lnTo>
                  <a:lnTo>
                    <a:pt x="867479" y="222442"/>
                  </a:lnTo>
                  <a:lnTo>
                    <a:pt x="859593" y="222442"/>
                  </a:lnTo>
                  <a:lnTo>
                    <a:pt x="851707" y="222442"/>
                  </a:lnTo>
                  <a:lnTo>
                    <a:pt x="843821" y="222442"/>
                  </a:lnTo>
                  <a:lnTo>
                    <a:pt x="835935" y="222442"/>
                  </a:lnTo>
                  <a:lnTo>
                    <a:pt x="828048" y="222442"/>
                  </a:lnTo>
                  <a:lnTo>
                    <a:pt x="820162" y="222442"/>
                  </a:lnTo>
                  <a:lnTo>
                    <a:pt x="812276" y="222442"/>
                  </a:lnTo>
                  <a:lnTo>
                    <a:pt x="804390" y="222442"/>
                  </a:lnTo>
                  <a:lnTo>
                    <a:pt x="796504" y="222442"/>
                  </a:lnTo>
                  <a:lnTo>
                    <a:pt x="788618" y="222442"/>
                  </a:lnTo>
                  <a:lnTo>
                    <a:pt x="780731" y="222442"/>
                  </a:lnTo>
                  <a:lnTo>
                    <a:pt x="772845" y="222442"/>
                  </a:lnTo>
                  <a:lnTo>
                    <a:pt x="764959" y="222442"/>
                  </a:lnTo>
                  <a:lnTo>
                    <a:pt x="757073" y="222442"/>
                  </a:lnTo>
                  <a:lnTo>
                    <a:pt x="749187" y="222442"/>
                  </a:lnTo>
                  <a:lnTo>
                    <a:pt x="741300" y="222442"/>
                  </a:lnTo>
                  <a:lnTo>
                    <a:pt x="733414" y="222442"/>
                  </a:lnTo>
                  <a:lnTo>
                    <a:pt x="725528" y="222442"/>
                  </a:lnTo>
                  <a:lnTo>
                    <a:pt x="717642" y="222442"/>
                  </a:lnTo>
                  <a:lnTo>
                    <a:pt x="709756" y="222442"/>
                  </a:lnTo>
                  <a:lnTo>
                    <a:pt x="701870" y="222442"/>
                  </a:lnTo>
                  <a:lnTo>
                    <a:pt x="693983" y="222442"/>
                  </a:lnTo>
                  <a:lnTo>
                    <a:pt x="686097" y="222442"/>
                  </a:lnTo>
                  <a:lnTo>
                    <a:pt x="678211" y="222442"/>
                  </a:lnTo>
                  <a:lnTo>
                    <a:pt x="670325" y="222442"/>
                  </a:lnTo>
                  <a:lnTo>
                    <a:pt x="662439" y="222442"/>
                  </a:lnTo>
                  <a:lnTo>
                    <a:pt x="654552" y="222442"/>
                  </a:lnTo>
                  <a:lnTo>
                    <a:pt x="646666" y="222442"/>
                  </a:lnTo>
                  <a:lnTo>
                    <a:pt x="638780" y="222442"/>
                  </a:lnTo>
                  <a:lnTo>
                    <a:pt x="630894" y="222442"/>
                  </a:lnTo>
                  <a:lnTo>
                    <a:pt x="623008" y="222442"/>
                  </a:lnTo>
                  <a:lnTo>
                    <a:pt x="615122" y="222442"/>
                  </a:lnTo>
                  <a:lnTo>
                    <a:pt x="607235" y="222442"/>
                  </a:lnTo>
                  <a:lnTo>
                    <a:pt x="599349" y="222442"/>
                  </a:lnTo>
                  <a:lnTo>
                    <a:pt x="591463" y="222442"/>
                  </a:lnTo>
                  <a:lnTo>
                    <a:pt x="583577" y="222442"/>
                  </a:lnTo>
                  <a:lnTo>
                    <a:pt x="575691" y="222442"/>
                  </a:lnTo>
                  <a:lnTo>
                    <a:pt x="567804" y="222442"/>
                  </a:lnTo>
                  <a:lnTo>
                    <a:pt x="559918" y="222442"/>
                  </a:lnTo>
                  <a:lnTo>
                    <a:pt x="552032" y="222442"/>
                  </a:lnTo>
                  <a:lnTo>
                    <a:pt x="544146" y="222442"/>
                  </a:lnTo>
                  <a:lnTo>
                    <a:pt x="536260" y="222442"/>
                  </a:lnTo>
                  <a:lnTo>
                    <a:pt x="528374" y="222442"/>
                  </a:lnTo>
                  <a:lnTo>
                    <a:pt x="520487" y="222442"/>
                  </a:lnTo>
                  <a:lnTo>
                    <a:pt x="512601" y="222442"/>
                  </a:lnTo>
                  <a:lnTo>
                    <a:pt x="504715" y="222442"/>
                  </a:lnTo>
                  <a:lnTo>
                    <a:pt x="496829" y="222442"/>
                  </a:lnTo>
                  <a:lnTo>
                    <a:pt x="488943" y="222442"/>
                  </a:lnTo>
                  <a:lnTo>
                    <a:pt x="481056" y="222442"/>
                  </a:lnTo>
                  <a:lnTo>
                    <a:pt x="473170" y="222442"/>
                  </a:lnTo>
                  <a:lnTo>
                    <a:pt x="465284" y="222442"/>
                  </a:lnTo>
                  <a:lnTo>
                    <a:pt x="457398" y="222442"/>
                  </a:lnTo>
                  <a:lnTo>
                    <a:pt x="449512" y="222442"/>
                  </a:lnTo>
                  <a:lnTo>
                    <a:pt x="441626" y="222442"/>
                  </a:lnTo>
                  <a:lnTo>
                    <a:pt x="433739" y="222442"/>
                  </a:lnTo>
                  <a:lnTo>
                    <a:pt x="425853" y="222442"/>
                  </a:lnTo>
                  <a:lnTo>
                    <a:pt x="417967" y="222442"/>
                  </a:lnTo>
                  <a:lnTo>
                    <a:pt x="410081" y="222442"/>
                  </a:lnTo>
                  <a:lnTo>
                    <a:pt x="402195" y="222442"/>
                  </a:lnTo>
                  <a:lnTo>
                    <a:pt x="394309" y="222442"/>
                  </a:lnTo>
                  <a:lnTo>
                    <a:pt x="386422" y="222442"/>
                  </a:lnTo>
                  <a:lnTo>
                    <a:pt x="378536" y="222442"/>
                  </a:lnTo>
                  <a:lnTo>
                    <a:pt x="370650" y="222442"/>
                  </a:lnTo>
                  <a:lnTo>
                    <a:pt x="362764" y="222442"/>
                  </a:lnTo>
                  <a:lnTo>
                    <a:pt x="354878" y="222442"/>
                  </a:lnTo>
                  <a:lnTo>
                    <a:pt x="346991" y="222442"/>
                  </a:lnTo>
                  <a:lnTo>
                    <a:pt x="339105" y="222442"/>
                  </a:lnTo>
                  <a:lnTo>
                    <a:pt x="331219" y="222442"/>
                  </a:lnTo>
                  <a:lnTo>
                    <a:pt x="323333" y="222442"/>
                  </a:lnTo>
                  <a:lnTo>
                    <a:pt x="315447" y="222442"/>
                  </a:lnTo>
                  <a:lnTo>
                    <a:pt x="307561" y="222442"/>
                  </a:lnTo>
                  <a:lnTo>
                    <a:pt x="299674" y="222442"/>
                  </a:lnTo>
                  <a:lnTo>
                    <a:pt x="291788" y="222442"/>
                  </a:lnTo>
                  <a:lnTo>
                    <a:pt x="283902" y="222442"/>
                  </a:lnTo>
                  <a:lnTo>
                    <a:pt x="276016" y="222442"/>
                  </a:lnTo>
                  <a:lnTo>
                    <a:pt x="268130" y="222442"/>
                  </a:lnTo>
                  <a:lnTo>
                    <a:pt x="260243" y="222442"/>
                  </a:lnTo>
                  <a:lnTo>
                    <a:pt x="252357" y="222442"/>
                  </a:lnTo>
                  <a:lnTo>
                    <a:pt x="244471" y="222442"/>
                  </a:lnTo>
                  <a:lnTo>
                    <a:pt x="236585" y="222442"/>
                  </a:lnTo>
                  <a:lnTo>
                    <a:pt x="228699" y="222442"/>
                  </a:lnTo>
                  <a:lnTo>
                    <a:pt x="220813" y="222442"/>
                  </a:lnTo>
                  <a:lnTo>
                    <a:pt x="212926" y="222442"/>
                  </a:lnTo>
                  <a:lnTo>
                    <a:pt x="205040" y="222442"/>
                  </a:lnTo>
                  <a:lnTo>
                    <a:pt x="197154" y="222442"/>
                  </a:lnTo>
                  <a:lnTo>
                    <a:pt x="189268" y="222442"/>
                  </a:lnTo>
                  <a:lnTo>
                    <a:pt x="181382" y="222442"/>
                  </a:lnTo>
                  <a:lnTo>
                    <a:pt x="173495" y="222442"/>
                  </a:lnTo>
                  <a:lnTo>
                    <a:pt x="165609" y="222442"/>
                  </a:lnTo>
                  <a:lnTo>
                    <a:pt x="157723" y="222442"/>
                  </a:lnTo>
                  <a:lnTo>
                    <a:pt x="149837" y="222442"/>
                  </a:lnTo>
                  <a:lnTo>
                    <a:pt x="141951" y="222442"/>
                  </a:lnTo>
                  <a:lnTo>
                    <a:pt x="134065" y="222442"/>
                  </a:lnTo>
                  <a:lnTo>
                    <a:pt x="126178" y="222442"/>
                  </a:lnTo>
                  <a:lnTo>
                    <a:pt x="118292" y="222442"/>
                  </a:lnTo>
                  <a:lnTo>
                    <a:pt x="110406" y="222442"/>
                  </a:lnTo>
                  <a:lnTo>
                    <a:pt x="102520" y="222442"/>
                  </a:lnTo>
                  <a:lnTo>
                    <a:pt x="94634" y="222442"/>
                  </a:lnTo>
                  <a:lnTo>
                    <a:pt x="86747" y="222442"/>
                  </a:lnTo>
                  <a:lnTo>
                    <a:pt x="78861" y="222442"/>
                  </a:lnTo>
                  <a:lnTo>
                    <a:pt x="70975" y="222442"/>
                  </a:lnTo>
                  <a:lnTo>
                    <a:pt x="63089" y="222442"/>
                  </a:lnTo>
                  <a:lnTo>
                    <a:pt x="55203" y="222442"/>
                  </a:lnTo>
                  <a:lnTo>
                    <a:pt x="47317" y="222442"/>
                  </a:lnTo>
                  <a:lnTo>
                    <a:pt x="39430" y="222442"/>
                  </a:lnTo>
                  <a:lnTo>
                    <a:pt x="31544" y="222442"/>
                  </a:lnTo>
                  <a:lnTo>
                    <a:pt x="23658" y="222442"/>
                  </a:lnTo>
                  <a:lnTo>
                    <a:pt x="15772" y="222442"/>
                  </a:lnTo>
                  <a:lnTo>
                    <a:pt x="7886" y="22244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7814880" y="4572289"/>
              <a:ext cx="4029838" cy="222442"/>
            </a:xfrm>
            <a:custGeom>
              <a:avLst/>
              <a:pathLst>
                <a:path w="4029838" h="222442">
                  <a:moveTo>
                    <a:pt x="0" y="222442"/>
                  </a:moveTo>
                  <a:lnTo>
                    <a:pt x="7886" y="222442"/>
                  </a:lnTo>
                  <a:lnTo>
                    <a:pt x="15772" y="222442"/>
                  </a:lnTo>
                  <a:lnTo>
                    <a:pt x="23658" y="222442"/>
                  </a:lnTo>
                  <a:lnTo>
                    <a:pt x="31544" y="222442"/>
                  </a:lnTo>
                  <a:lnTo>
                    <a:pt x="39430" y="222442"/>
                  </a:lnTo>
                  <a:lnTo>
                    <a:pt x="47317" y="222442"/>
                  </a:lnTo>
                  <a:lnTo>
                    <a:pt x="55203" y="222442"/>
                  </a:lnTo>
                  <a:lnTo>
                    <a:pt x="63089" y="222442"/>
                  </a:lnTo>
                  <a:lnTo>
                    <a:pt x="70975" y="222442"/>
                  </a:lnTo>
                  <a:lnTo>
                    <a:pt x="78861" y="222442"/>
                  </a:lnTo>
                  <a:lnTo>
                    <a:pt x="86747" y="222442"/>
                  </a:lnTo>
                  <a:lnTo>
                    <a:pt x="94634" y="222442"/>
                  </a:lnTo>
                  <a:lnTo>
                    <a:pt x="102520" y="222442"/>
                  </a:lnTo>
                  <a:lnTo>
                    <a:pt x="110406" y="222442"/>
                  </a:lnTo>
                  <a:lnTo>
                    <a:pt x="118292" y="222442"/>
                  </a:lnTo>
                  <a:lnTo>
                    <a:pt x="126178" y="222442"/>
                  </a:lnTo>
                  <a:lnTo>
                    <a:pt x="134065" y="222442"/>
                  </a:lnTo>
                  <a:lnTo>
                    <a:pt x="141951" y="222442"/>
                  </a:lnTo>
                  <a:lnTo>
                    <a:pt x="149837" y="222442"/>
                  </a:lnTo>
                  <a:lnTo>
                    <a:pt x="157723" y="222442"/>
                  </a:lnTo>
                  <a:lnTo>
                    <a:pt x="165609" y="222442"/>
                  </a:lnTo>
                  <a:lnTo>
                    <a:pt x="173495" y="222442"/>
                  </a:lnTo>
                  <a:lnTo>
                    <a:pt x="181382" y="222442"/>
                  </a:lnTo>
                  <a:lnTo>
                    <a:pt x="189268" y="222442"/>
                  </a:lnTo>
                  <a:lnTo>
                    <a:pt x="197154" y="222442"/>
                  </a:lnTo>
                  <a:lnTo>
                    <a:pt x="205040" y="222442"/>
                  </a:lnTo>
                  <a:lnTo>
                    <a:pt x="212926" y="222442"/>
                  </a:lnTo>
                  <a:lnTo>
                    <a:pt x="220813" y="222442"/>
                  </a:lnTo>
                  <a:lnTo>
                    <a:pt x="228699" y="222442"/>
                  </a:lnTo>
                  <a:lnTo>
                    <a:pt x="236585" y="222442"/>
                  </a:lnTo>
                  <a:lnTo>
                    <a:pt x="244471" y="222442"/>
                  </a:lnTo>
                  <a:lnTo>
                    <a:pt x="252357" y="222442"/>
                  </a:lnTo>
                  <a:lnTo>
                    <a:pt x="260243" y="222442"/>
                  </a:lnTo>
                  <a:lnTo>
                    <a:pt x="268130" y="222442"/>
                  </a:lnTo>
                  <a:lnTo>
                    <a:pt x="276016" y="222442"/>
                  </a:lnTo>
                  <a:lnTo>
                    <a:pt x="283902" y="222442"/>
                  </a:lnTo>
                  <a:lnTo>
                    <a:pt x="291788" y="222442"/>
                  </a:lnTo>
                  <a:lnTo>
                    <a:pt x="299674" y="222442"/>
                  </a:lnTo>
                  <a:lnTo>
                    <a:pt x="307561" y="222442"/>
                  </a:lnTo>
                  <a:lnTo>
                    <a:pt x="315447" y="222442"/>
                  </a:lnTo>
                  <a:lnTo>
                    <a:pt x="323333" y="222442"/>
                  </a:lnTo>
                  <a:lnTo>
                    <a:pt x="331219" y="222442"/>
                  </a:lnTo>
                  <a:lnTo>
                    <a:pt x="339105" y="222442"/>
                  </a:lnTo>
                  <a:lnTo>
                    <a:pt x="346991" y="222442"/>
                  </a:lnTo>
                  <a:lnTo>
                    <a:pt x="354878" y="222442"/>
                  </a:lnTo>
                  <a:lnTo>
                    <a:pt x="362764" y="222442"/>
                  </a:lnTo>
                  <a:lnTo>
                    <a:pt x="370650" y="222442"/>
                  </a:lnTo>
                  <a:lnTo>
                    <a:pt x="378536" y="222442"/>
                  </a:lnTo>
                  <a:lnTo>
                    <a:pt x="386422" y="222442"/>
                  </a:lnTo>
                  <a:lnTo>
                    <a:pt x="394309" y="222442"/>
                  </a:lnTo>
                  <a:lnTo>
                    <a:pt x="402195" y="222442"/>
                  </a:lnTo>
                  <a:lnTo>
                    <a:pt x="410081" y="222442"/>
                  </a:lnTo>
                  <a:lnTo>
                    <a:pt x="417967" y="222442"/>
                  </a:lnTo>
                  <a:lnTo>
                    <a:pt x="425853" y="222442"/>
                  </a:lnTo>
                  <a:lnTo>
                    <a:pt x="433739" y="222442"/>
                  </a:lnTo>
                  <a:lnTo>
                    <a:pt x="441626" y="222442"/>
                  </a:lnTo>
                  <a:lnTo>
                    <a:pt x="449512" y="222442"/>
                  </a:lnTo>
                  <a:lnTo>
                    <a:pt x="457398" y="222442"/>
                  </a:lnTo>
                  <a:lnTo>
                    <a:pt x="465284" y="222442"/>
                  </a:lnTo>
                  <a:lnTo>
                    <a:pt x="473170" y="222442"/>
                  </a:lnTo>
                  <a:lnTo>
                    <a:pt x="481056" y="222442"/>
                  </a:lnTo>
                  <a:lnTo>
                    <a:pt x="488943" y="222442"/>
                  </a:lnTo>
                  <a:lnTo>
                    <a:pt x="496829" y="222442"/>
                  </a:lnTo>
                  <a:lnTo>
                    <a:pt x="504715" y="222442"/>
                  </a:lnTo>
                  <a:lnTo>
                    <a:pt x="512601" y="222442"/>
                  </a:lnTo>
                  <a:lnTo>
                    <a:pt x="520487" y="222442"/>
                  </a:lnTo>
                  <a:lnTo>
                    <a:pt x="528374" y="222442"/>
                  </a:lnTo>
                  <a:lnTo>
                    <a:pt x="536260" y="222442"/>
                  </a:lnTo>
                  <a:lnTo>
                    <a:pt x="544146" y="222442"/>
                  </a:lnTo>
                  <a:lnTo>
                    <a:pt x="552032" y="222442"/>
                  </a:lnTo>
                  <a:lnTo>
                    <a:pt x="559918" y="222442"/>
                  </a:lnTo>
                  <a:lnTo>
                    <a:pt x="567804" y="222442"/>
                  </a:lnTo>
                  <a:lnTo>
                    <a:pt x="575691" y="222442"/>
                  </a:lnTo>
                  <a:lnTo>
                    <a:pt x="583577" y="222442"/>
                  </a:lnTo>
                  <a:lnTo>
                    <a:pt x="591463" y="222442"/>
                  </a:lnTo>
                  <a:lnTo>
                    <a:pt x="599349" y="222442"/>
                  </a:lnTo>
                  <a:lnTo>
                    <a:pt x="607235" y="222442"/>
                  </a:lnTo>
                  <a:lnTo>
                    <a:pt x="615122" y="222442"/>
                  </a:lnTo>
                  <a:lnTo>
                    <a:pt x="623008" y="222442"/>
                  </a:lnTo>
                  <a:lnTo>
                    <a:pt x="630894" y="222442"/>
                  </a:lnTo>
                  <a:lnTo>
                    <a:pt x="638780" y="222442"/>
                  </a:lnTo>
                  <a:lnTo>
                    <a:pt x="646666" y="222442"/>
                  </a:lnTo>
                  <a:lnTo>
                    <a:pt x="654552" y="222442"/>
                  </a:lnTo>
                  <a:lnTo>
                    <a:pt x="662439" y="222442"/>
                  </a:lnTo>
                  <a:lnTo>
                    <a:pt x="670325" y="222442"/>
                  </a:lnTo>
                  <a:lnTo>
                    <a:pt x="678211" y="222442"/>
                  </a:lnTo>
                  <a:lnTo>
                    <a:pt x="686097" y="222442"/>
                  </a:lnTo>
                  <a:lnTo>
                    <a:pt x="693983" y="222442"/>
                  </a:lnTo>
                  <a:lnTo>
                    <a:pt x="701870" y="222442"/>
                  </a:lnTo>
                  <a:lnTo>
                    <a:pt x="709756" y="222442"/>
                  </a:lnTo>
                  <a:lnTo>
                    <a:pt x="717642" y="222442"/>
                  </a:lnTo>
                  <a:lnTo>
                    <a:pt x="725528" y="222442"/>
                  </a:lnTo>
                  <a:lnTo>
                    <a:pt x="733414" y="222442"/>
                  </a:lnTo>
                  <a:lnTo>
                    <a:pt x="741300" y="222442"/>
                  </a:lnTo>
                  <a:lnTo>
                    <a:pt x="749187" y="222442"/>
                  </a:lnTo>
                  <a:lnTo>
                    <a:pt x="757073" y="222442"/>
                  </a:lnTo>
                  <a:lnTo>
                    <a:pt x="764959" y="222442"/>
                  </a:lnTo>
                  <a:lnTo>
                    <a:pt x="772845" y="222442"/>
                  </a:lnTo>
                  <a:lnTo>
                    <a:pt x="780731" y="222442"/>
                  </a:lnTo>
                  <a:lnTo>
                    <a:pt x="788618" y="222442"/>
                  </a:lnTo>
                  <a:lnTo>
                    <a:pt x="796504" y="222442"/>
                  </a:lnTo>
                  <a:lnTo>
                    <a:pt x="804390" y="222442"/>
                  </a:lnTo>
                  <a:lnTo>
                    <a:pt x="812276" y="222442"/>
                  </a:lnTo>
                  <a:lnTo>
                    <a:pt x="820162" y="222442"/>
                  </a:lnTo>
                  <a:lnTo>
                    <a:pt x="828048" y="222442"/>
                  </a:lnTo>
                  <a:lnTo>
                    <a:pt x="835935" y="222442"/>
                  </a:lnTo>
                  <a:lnTo>
                    <a:pt x="843821" y="222442"/>
                  </a:lnTo>
                  <a:lnTo>
                    <a:pt x="851707" y="222442"/>
                  </a:lnTo>
                  <a:lnTo>
                    <a:pt x="859593" y="222442"/>
                  </a:lnTo>
                  <a:lnTo>
                    <a:pt x="867479" y="222442"/>
                  </a:lnTo>
                  <a:lnTo>
                    <a:pt x="875366" y="222442"/>
                  </a:lnTo>
                  <a:lnTo>
                    <a:pt x="883252" y="222442"/>
                  </a:lnTo>
                  <a:lnTo>
                    <a:pt x="891138" y="222442"/>
                  </a:lnTo>
                  <a:lnTo>
                    <a:pt x="899024" y="222442"/>
                  </a:lnTo>
                  <a:lnTo>
                    <a:pt x="906910" y="222442"/>
                  </a:lnTo>
                  <a:lnTo>
                    <a:pt x="914796" y="222442"/>
                  </a:lnTo>
                  <a:lnTo>
                    <a:pt x="922683" y="222442"/>
                  </a:lnTo>
                  <a:lnTo>
                    <a:pt x="930569" y="222442"/>
                  </a:lnTo>
                  <a:lnTo>
                    <a:pt x="938455" y="222442"/>
                  </a:lnTo>
                  <a:lnTo>
                    <a:pt x="946341" y="222442"/>
                  </a:lnTo>
                  <a:lnTo>
                    <a:pt x="954227" y="222442"/>
                  </a:lnTo>
                  <a:lnTo>
                    <a:pt x="962113" y="222442"/>
                  </a:lnTo>
                  <a:lnTo>
                    <a:pt x="970000" y="222442"/>
                  </a:lnTo>
                  <a:lnTo>
                    <a:pt x="977886" y="222442"/>
                  </a:lnTo>
                  <a:lnTo>
                    <a:pt x="985772" y="222442"/>
                  </a:lnTo>
                  <a:lnTo>
                    <a:pt x="993658" y="222442"/>
                  </a:lnTo>
                  <a:lnTo>
                    <a:pt x="1001544" y="222442"/>
                  </a:lnTo>
                  <a:lnTo>
                    <a:pt x="1009431" y="222442"/>
                  </a:lnTo>
                  <a:lnTo>
                    <a:pt x="1017317" y="222442"/>
                  </a:lnTo>
                  <a:lnTo>
                    <a:pt x="1025203" y="222442"/>
                  </a:lnTo>
                  <a:lnTo>
                    <a:pt x="1033089" y="222442"/>
                  </a:lnTo>
                  <a:lnTo>
                    <a:pt x="1040975" y="222442"/>
                  </a:lnTo>
                  <a:lnTo>
                    <a:pt x="1048861" y="222442"/>
                  </a:lnTo>
                  <a:lnTo>
                    <a:pt x="1056748" y="222442"/>
                  </a:lnTo>
                  <a:lnTo>
                    <a:pt x="1064634" y="222442"/>
                  </a:lnTo>
                  <a:lnTo>
                    <a:pt x="1072520" y="222442"/>
                  </a:lnTo>
                  <a:lnTo>
                    <a:pt x="1080406" y="222442"/>
                  </a:lnTo>
                  <a:lnTo>
                    <a:pt x="1088292" y="222442"/>
                  </a:lnTo>
                  <a:lnTo>
                    <a:pt x="1096179" y="222442"/>
                  </a:lnTo>
                  <a:lnTo>
                    <a:pt x="1104065" y="222442"/>
                  </a:lnTo>
                  <a:lnTo>
                    <a:pt x="1111951" y="222442"/>
                  </a:lnTo>
                  <a:lnTo>
                    <a:pt x="1119837" y="222442"/>
                  </a:lnTo>
                  <a:lnTo>
                    <a:pt x="1127723" y="222442"/>
                  </a:lnTo>
                  <a:lnTo>
                    <a:pt x="1135609" y="222442"/>
                  </a:lnTo>
                  <a:lnTo>
                    <a:pt x="1143496" y="222442"/>
                  </a:lnTo>
                  <a:lnTo>
                    <a:pt x="1151382" y="222442"/>
                  </a:lnTo>
                  <a:lnTo>
                    <a:pt x="1159268" y="222442"/>
                  </a:lnTo>
                  <a:lnTo>
                    <a:pt x="1167154" y="222442"/>
                  </a:lnTo>
                  <a:lnTo>
                    <a:pt x="1175040" y="222442"/>
                  </a:lnTo>
                  <a:lnTo>
                    <a:pt x="1182927" y="222442"/>
                  </a:lnTo>
                  <a:lnTo>
                    <a:pt x="1190813" y="222442"/>
                  </a:lnTo>
                  <a:lnTo>
                    <a:pt x="1198699" y="222442"/>
                  </a:lnTo>
                  <a:lnTo>
                    <a:pt x="1206585" y="222442"/>
                  </a:lnTo>
                  <a:lnTo>
                    <a:pt x="1214471" y="222442"/>
                  </a:lnTo>
                  <a:lnTo>
                    <a:pt x="1222357" y="222442"/>
                  </a:lnTo>
                  <a:lnTo>
                    <a:pt x="1230244" y="222442"/>
                  </a:lnTo>
                  <a:lnTo>
                    <a:pt x="1238130" y="222442"/>
                  </a:lnTo>
                  <a:lnTo>
                    <a:pt x="1246016" y="222442"/>
                  </a:lnTo>
                  <a:lnTo>
                    <a:pt x="1253902" y="222442"/>
                  </a:lnTo>
                  <a:lnTo>
                    <a:pt x="1261788" y="222442"/>
                  </a:lnTo>
                  <a:lnTo>
                    <a:pt x="1269675" y="222442"/>
                  </a:lnTo>
                  <a:lnTo>
                    <a:pt x="1277561" y="222442"/>
                  </a:lnTo>
                  <a:lnTo>
                    <a:pt x="1285447" y="222442"/>
                  </a:lnTo>
                  <a:lnTo>
                    <a:pt x="1293333" y="222442"/>
                  </a:lnTo>
                  <a:lnTo>
                    <a:pt x="1301219" y="222442"/>
                  </a:lnTo>
                  <a:lnTo>
                    <a:pt x="1309105" y="222442"/>
                  </a:lnTo>
                  <a:lnTo>
                    <a:pt x="1316992" y="222442"/>
                  </a:lnTo>
                  <a:lnTo>
                    <a:pt x="1324878" y="222442"/>
                  </a:lnTo>
                  <a:lnTo>
                    <a:pt x="1332764" y="222442"/>
                  </a:lnTo>
                  <a:lnTo>
                    <a:pt x="1340650" y="222442"/>
                  </a:lnTo>
                  <a:lnTo>
                    <a:pt x="1348536" y="222442"/>
                  </a:lnTo>
                  <a:lnTo>
                    <a:pt x="1356423" y="222442"/>
                  </a:lnTo>
                  <a:lnTo>
                    <a:pt x="1364309" y="222442"/>
                  </a:lnTo>
                  <a:lnTo>
                    <a:pt x="1372195" y="222442"/>
                  </a:lnTo>
                  <a:lnTo>
                    <a:pt x="1380081" y="222442"/>
                  </a:lnTo>
                  <a:lnTo>
                    <a:pt x="1387967" y="222442"/>
                  </a:lnTo>
                  <a:lnTo>
                    <a:pt x="1395853" y="222442"/>
                  </a:lnTo>
                  <a:lnTo>
                    <a:pt x="1403740" y="222442"/>
                  </a:lnTo>
                  <a:lnTo>
                    <a:pt x="1411626" y="222442"/>
                  </a:lnTo>
                  <a:lnTo>
                    <a:pt x="1419512" y="222442"/>
                  </a:lnTo>
                  <a:lnTo>
                    <a:pt x="1427398" y="222442"/>
                  </a:lnTo>
                  <a:lnTo>
                    <a:pt x="1435284" y="222442"/>
                  </a:lnTo>
                  <a:lnTo>
                    <a:pt x="1443170" y="222442"/>
                  </a:lnTo>
                  <a:lnTo>
                    <a:pt x="1451057" y="222442"/>
                  </a:lnTo>
                  <a:lnTo>
                    <a:pt x="1458943" y="222442"/>
                  </a:lnTo>
                  <a:lnTo>
                    <a:pt x="1466829" y="222442"/>
                  </a:lnTo>
                  <a:lnTo>
                    <a:pt x="1474715" y="222442"/>
                  </a:lnTo>
                  <a:lnTo>
                    <a:pt x="1482601" y="222442"/>
                  </a:lnTo>
                  <a:lnTo>
                    <a:pt x="1490488" y="222442"/>
                  </a:lnTo>
                  <a:lnTo>
                    <a:pt x="1498374" y="222441"/>
                  </a:lnTo>
                  <a:lnTo>
                    <a:pt x="1506260" y="222441"/>
                  </a:lnTo>
                  <a:lnTo>
                    <a:pt x="1514146" y="222441"/>
                  </a:lnTo>
                  <a:lnTo>
                    <a:pt x="1522032" y="222441"/>
                  </a:lnTo>
                  <a:lnTo>
                    <a:pt x="1529918" y="222441"/>
                  </a:lnTo>
                  <a:lnTo>
                    <a:pt x="1537805" y="222440"/>
                  </a:lnTo>
                  <a:lnTo>
                    <a:pt x="1545691" y="222440"/>
                  </a:lnTo>
                  <a:lnTo>
                    <a:pt x="1553577" y="222440"/>
                  </a:lnTo>
                  <a:lnTo>
                    <a:pt x="1561463" y="222439"/>
                  </a:lnTo>
                  <a:lnTo>
                    <a:pt x="1569349" y="222438"/>
                  </a:lnTo>
                  <a:lnTo>
                    <a:pt x="1577236" y="222438"/>
                  </a:lnTo>
                  <a:lnTo>
                    <a:pt x="1585122" y="222437"/>
                  </a:lnTo>
                  <a:lnTo>
                    <a:pt x="1593008" y="222436"/>
                  </a:lnTo>
                  <a:lnTo>
                    <a:pt x="1600894" y="222435"/>
                  </a:lnTo>
                  <a:lnTo>
                    <a:pt x="1608780" y="222434"/>
                  </a:lnTo>
                  <a:lnTo>
                    <a:pt x="1616666" y="222432"/>
                  </a:lnTo>
                  <a:lnTo>
                    <a:pt x="1624553" y="222431"/>
                  </a:lnTo>
                  <a:lnTo>
                    <a:pt x="1632439" y="222429"/>
                  </a:lnTo>
                  <a:lnTo>
                    <a:pt x="1640325" y="222427"/>
                  </a:lnTo>
                  <a:lnTo>
                    <a:pt x="1648211" y="222424"/>
                  </a:lnTo>
                  <a:lnTo>
                    <a:pt x="1656097" y="222421"/>
                  </a:lnTo>
                  <a:lnTo>
                    <a:pt x="1663984" y="222418"/>
                  </a:lnTo>
                  <a:lnTo>
                    <a:pt x="1671870" y="222414"/>
                  </a:lnTo>
                  <a:lnTo>
                    <a:pt x="1679756" y="222409"/>
                  </a:lnTo>
                  <a:lnTo>
                    <a:pt x="1687642" y="222404"/>
                  </a:lnTo>
                  <a:lnTo>
                    <a:pt x="1695528" y="222398"/>
                  </a:lnTo>
                  <a:lnTo>
                    <a:pt x="1703414" y="222392"/>
                  </a:lnTo>
                  <a:lnTo>
                    <a:pt x="1711301" y="222384"/>
                  </a:lnTo>
                  <a:lnTo>
                    <a:pt x="1719187" y="222375"/>
                  </a:lnTo>
                  <a:lnTo>
                    <a:pt x="1727073" y="222365"/>
                  </a:lnTo>
                  <a:lnTo>
                    <a:pt x="1734959" y="222354"/>
                  </a:lnTo>
                  <a:lnTo>
                    <a:pt x="1742845" y="222341"/>
                  </a:lnTo>
                  <a:lnTo>
                    <a:pt x="1750732" y="222326"/>
                  </a:lnTo>
                  <a:lnTo>
                    <a:pt x="1758618" y="222309"/>
                  </a:lnTo>
                  <a:lnTo>
                    <a:pt x="1766504" y="222290"/>
                  </a:lnTo>
                  <a:lnTo>
                    <a:pt x="1774390" y="222270"/>
                  </a:lnTo>
                  <a:lnTo>
                    <a:pt x="1782276" y="222245"/>
                  </a:lnTo>
                  <a:lnTo>
                    <a:pt x="1790162" y="222218"/>
                  </a:lnTo>
                  <a:lnTo>
                    <a:pt x="1798049" y="222188"/>
                  </a:lnTo>
                  <a:lnTo>
                    <a:pt x="1805935" y="222154"/>
                  </a:lnTo>
                  <a:lnTo>
                    <a:pt x="1813821" y="222116"/>
                  </a:lnTo>
                  <a:lnTo>
                    <a:pt x="1821707" y="222073"/>
                  </a:lnTo>
                  <a:lnTo>
                    <a:pt x="1829593" y="222026"/>
                  </a:lnTo>
                  <a:lnTo>
                    <a:pt x="1837479" y="221972"/>
                  </a:lnTo>
                  <a:lnTo>
                    <a:pt x="1845366" y="221912"/>
                  </a:lnTo>
                  <a:lnTo>
                    <a:pt x="1853252" y="221847"/>
                  </a:lnTo>
                  <a:lnTo>
                    <a:pt x="1861138" y="221773"/>
                  </a:lnTo>
                  <a:lnTo>
                    <a:pt x="1869024" y="221691"/>
                  </a:lnTo>
                  <a:lnTo>
                    <a:pt x="1876910" y="221601"/>
                  </a:lnTo>
                  <a:lnTo>
                    <a:pt x="1884797" y="221501"/>
                  </a:lnTo>
                  <a:lnTo>
                    <a:pt x="1892683" y="221389"/>
                  </a:lnTo>
                  <a:lnTo>
                    <a:pt x="1900569" y="221268"/>
                  </a:lnTo>
                  <a:lnTo>
                    <a:pt x="1908455" y="221136"/>
                  </a:lnTo>
                  <a:lnTo>
                    <a:pt x="1916341" y="220985"/>
                  </a:lnTo>
                  <a:lnTo>
                    <a:pt x="1924227" y="220822"/>
                  </a:lnTo>
                  <a:lnTo>
                    <a:pt x="1932114" y="220646"/>
                  </a:lnTo>
                  <a:lnTo>
                    <a:pt x="1940000" y="220450"/>
                  </a:lnTo>
                  <a:lnTo>
                    <a:pt x="1947886" y="220234"/>
                  </a:lnTo>
                  <a:lnTo>
                    <a:pt x="1955772" y="220002"/>
                  </a:lnTo>
                  <a:lnTo>
                    <a:pt x="1963658" y="219750"/>
                  </a:lnTo>
                  <a:lnTo>
                    <a:pt x="1971545" y="219469"/>
                  </a:lnTo>
                  <a:lnTo>
                    <a:pt x="1979431" y="219167"/>
                  </a:lnTo>
                  <a:lnTo>
                    <a:pt x="1987317" y="218844"/>
                  </a:lnTo>
                  <a:lnTo>
                    <a:pt x="1995203" y="218485"/>
                  </a:lnTo>
                  <a:lnTo>
                    <a:pt x="2003089" y="218098"/>
                  </a:lnTo>
                  <a:lnTo>
                    <a:pt x="2010975" y="217686"/>
                  </a:lnTo>
                  <a:lnTo>
                    <a:pt x="2018862" y="217237"/>
                  </a:lnTo>
                  <a:lnTo>
                    <a:pt x="2026748" y="216748"/>
                  </a:lnTo>
                  <a:lnTo>
                    <a:pt x="2034634" y="216228"/>
                  </a:lnTo>
                  <a:lnTo>
                    <a:pt x="2042520" y="215674"/>
                  </a:lnTo>
                  <a:lnTo>
                    <a:pt x="2050406" y="215064"/>
                  </a:lnTo>
                  <a:lnTo>
                    <a:pt x="2058293" y="214417"/>
                  </a:lnTo>
                  <a:lnTo>
                    <a:pt x="2066179" y="213733"/>
                  </a:lnTo>
                  <a:lnTo>
                    <a:pt x="2074065" y="212990"/>
                  </a:lnTo>
                  <a:lnTo>
                    <a:pt x="2081951" y="212197"/>
                  </a:lnTo>
                  <a:lnTo>
                    <a:pt x="2089837" y="211361"/>
                  </a:lnTo>
                  <a:lnTo>
                    <a:pt x="2097723" y="210470"/>
                  </a:lnTo>
                  <a:lnTo>
                    <a:pt x="2105610" y="209510"/>
                  </a:lnTo>
                  <a:lnTo>
                    <a:pt x="2113496" y="208501"/>
                  </a:lnTo>
                  <a:lnTo>
                    <a:pt x="2121382" y="207443"/>
                  </a:lnTo>
                  <a:lnTo>
                    <a:pt x="2129268" y="206298"/>
                  </a:lnTo>
                  <a:lnTo>
                    <a:pt x="2137154" y="205097"/>
                  </a:lnTo>
                  <a:lnTo>
                    <a:pt x="2145041" y="203842"/>
                  </a:lnTo>
                  <a:lnTo>
                    <a:pt x="2152927" y="202507"/>
                  </a:lnTo>
                  <a:lnTo>
                    <a:pt x="2160813" y="201097"/>
                  </a:lnTo>
                  <a:lnTo>
                    <a:pt x="2168699" y="199627"/>
                  </a:lnTo>
                  <a:lnTo>
                    <a:pt x="2176585" y="198089"/>
                  </a:lnTo>
                  <a:lnTo>
                    <a:pt x="2184471" y="196454"/>
                  </a:lnTo>
                  <a:lnTo>
                    <a:pt x="2192358" y="194756"/>
                  </a:lnTo>
                  <a:lnTo>
                    <a:pt x="2200244" y="192994"/>
                  </a:lnTo>
                  <a:lnTo>
                    <a:pt x="2208130" y="191131"/>
                  </a:lnTo>
                  <a:lnTo>
                    <a:pt x="2216016" y="189194"/>
                  </a:lnTo>
                  <a:lnTo>
                    <a:pt x="2223902" y="187191"/>
                  </a:lnTo>
                  <a:lnTo>
                    <a:pt x="2231789" y="185103"/>
                  </a:lnTo>
                  <a:lnTo>
                    <a:pt x="2239675" y="182922"/>
                  </a:lnTo>
                  <a:lnTo>
                    <a:pt x="2247561" y="180674"/>
                  </a:lnTo>
                  <a:lnTo>
                    <a:pt x="2255447" y="178359"/>
                  </a:lnTo>
                  <a:lnTo>
                    <a:pt x="2263333" y="175932"/>
                  </a:lnTo>
                  <a:lnTo>
                    <a:pt x="2271219" y="173441"/>
                  </a:lnTo>
                  <a:lnTo>
                    <a:pt x="2279106" y="170884"/>
                  </a:lnTo>
                  <a:lnTo>
                    <a:pt x="2286992" y="168235"/>
                  </a:lnTo>
                  <a:lnTo>
                    <a:pt x="2294878" y="165507"/>
                  </a:lnTo>
                  <a:lnTo>
                    <a:pt x="2302764" y="162718"/>
                  </a:lnTo>
                  <a:lnTo>
                    <a:pt x="2310650" y="159857"/>
                  </a:lnTo>
                  <a:lnTo>
                    <a:pt x="2318536" y="156906"/>
                  </a:lnTo>
                  <a:lnTo>
                    <a:pt x="2326423" y="153899"/>
                  </a:lnTo>
                  <a:lnTo>
                    <a:pt x="2334309" y="150837"/>
                  </a:lnTo>
                  <a:lnTo>
                    <a:pt x="2342195" y="147688"/>
                  </a:lnTo>
                  <a:lnTo>
                    <a:pt x="2350081" y="144485"/>
                  </a:lnTo>
                  <a:lnTo>
                    <a:pt x="2357967" y="141233"/>
                  </a:lnTo>
                  <a:lnTo>
                    <a:pt x="2365854" y="137919"/>
                  </a:lnTo>
                  <a:lnTo>
                    <a:pt x="2373740" y="134546"/>
                  </a:lnTo>
                  <a:lnTo>
                    <a:pt x="2381626" y="131134"/>
                  </a:lnTo>
                  <a:lnTo>
                    <a:pt x="2389512" y="127680"/>
                  </a:lnTo>
                  <a:lnTo>
                    <a:pt x="2397398" y="124170"/>
                  </a:lnTo>
                  <a:lnTo>
                    <a:pt x="2405284" y="120631"/>
                  </a:lnTo>
                  <a:lnTo>
                    <a:pt x="2413171" y="117063"/>
                  </a:lnTo>
                  <a:lnTo>
                    <a:pt x="2421057" y="113458"/>
                  </a:lnTo>
                  <a:lnTo>
                    <a:pt x="2428943" y="109829"/>
                  </a:lnTo>
                  <a:lnTo>
                    <a:pt x="2436829" y="106183"/>
                  </a:lnTo>
                  <a:lnTo>
                    <a:pt x="2444715" y="102519"/>
                  </a:lnTo>
                  <a:lnTo>
                    <a:pt x="2452602" y="98842"/>
                  </a:lnTo>
                  <a:lnTo>
                    <a:pt x="2460488" y="95160"/>
                  </a:lnTo>
                  <a:lnTo>
                    <a:pt x="2468374" y="91475"/>
                  </a:lnTo>
                  <a:lnTo>
                    <a:pt x="2476260" y="87794"/>
                  </a:lnTo>
                  <a:lnTo>
                    <a:pt x="2484146" y="84122"/>
                  </a:lnTo>
                  <a:lnTo>
                    <a:pt x="2492032" y="80459"/>
                  </a:lnTo>
                  <a:lnTo>
                    <a:pt x="2499919" y="76816"/>
                  </a:lnTo>
                  <a:lnTo>
                    <a:pt x="2507805" y="73199"/>
                  </a:lnTo>
                  <a:lnTo>
                    <a:pt x="2515691" y="69606"/>
                  </a:lnTo>
                  <a:lnTo>
                    <a:pt x="2523577" y="66042"/>
                  </a:lnTo>
                  <a:lnTo>
                    <a:pt x="2531463" y="62529"/>
                  </a:lnTo>
                  <a:lnTo>
                    <a:pt x="2539350" y="59054"/>
                  </a:lnTo>
                  <a:lnTo>
                    <a:pt x="2547236" y="55618"/>
                  </a:lnTo>
                  <a:lnTo>
                    <a:pt x="2555122" y="52252"/>
                  </a:lnTo>
                  <a:lnTo>
                    <a:pt x="2563008" y="48944"/>
                  </a:lnTo>
                  <a:lnTo>
                    <a:pt x="2570894" y="45690"/>
                  </a:lnTo>
                  <a:lnTo>
                    <a:pt x="2578780" y="42509"/>
                  </a:lnTo>
                  <a:lnTo>
                    <a:pt x="2586667" y="39418"/>
                  </a:lnTo>
                  <a:lnTo>
                    <a:pt x="2594553" y="36395"/>
                  </a:lnTo>
                  <a:lnTo>
                    <a:pt x="2602439" y="33442"/>
                  </a:lnTo>
                  <a:lnTo>
                    <a:pt x="2610325" y="30618"/>
                  </a:lnTo>
                  <a:lnTo>
                    <a:pt x="2618211" y="27875"/>
                  </a:lnTo>
                  <a:lnTo>
                    <a:pt x="2626098" y="25215"/>
                  </a:lnTo>
                  <a:lnTo>
                    <a:pt x="2633984" y="22682"/>
                  </a:lnTo>
                  <a:lnTo>
                    <a:pt x="2641870" y="20267"/>
                  </a:lnTo>
                  <a:lnTo>
                    <a:pt x="2649756" y="17948"/>
                  </a:lnTo>
                  <a:lnTo>
                    <a:pt x="2657642" y="15745"/>
                  </a:lnTo>
                  <a:lnTo>
                    <a:pt x="2665528" y="13702"/>
                  </a:lnTo>
                  <a:lnTo>
                    <a:pt x="2673415" y="11767"/>
                  </a:lnTo>
                  <a:lnTo>
                    <a:pt x="2681301" y="9942"/>
                  </a:lnTo>
                  <a:lnTo>
                    <a:pt x="2689187" y="8301"/>
                  </a:lnTo>
                  <a:lnTo>
                    <a:pt x="2697073" y="6790"/>
                  </a:lnTo>
                  <a:lnTo>
                    <a:pt x="2704959" y="5400"/>
                  </a:lnTo>
                  <a:lnTo>
                    <a:pt x="2712846" y="4173"/>
                  </a:lnTo>
                  <a:lnTo>
                    <a:pt x="2720732" y="3120"/>
                  </a:lnTo>
                  <a:lnTo>
                    <a:pt x="2728618" y="2194"/>
                  </a:lnTo>
                  <a:lnTo>
                    <a:pt x="2736504" y="1406"/>
                  </a:lnTo>
                  <a:lnTo>
                    <a:pt x="2744390" y="837"/>
                  </a:lnTo>
                  <a:lnTo>
                    <a:pt x="2752276" y="400"/>
                  </a:lnTo>
                  <a:lnTo>
                    <a:pt x="2760163" y="98"/>
                  </a:lnTo>
                  <a:lnTo>
                    <a:pt x="2768049" y="0"/>
                  </a:lnTo>
                  <a:lnTo>
                    <a:pt x="2775935" y="66"/>
                  </a:lnTo>
                  <a:lnTo>
                    <a:pt x="2783821" y="268"/>
                  </a:lnTo>
                  <a:lnTo>
                    <a:pt x="2791707" y="637"/>
                  </a:lnTo>
                  <a:lnTo>
                    <a:pt x="2799593" y="1208"/>
                  </a:lnTo>
                  <a:lnTo>
                    <a:pt x="2807480" y="1914"/>
                  </a:lnTo>
                  <a:lnTo>
                    <a:pt x="2815366" y="2753"/>
                  </a:lnTo>
                  <a:lnTo>
                    <a:pt x="2823252" y="3812"/>
                  </a:lnTo>
                  <a:lnTo>
                    <a:pt x="2831138" y="5008"/>
                  </a:lnTo>
                  <a:lnTo>
                    <a:pt x="2839024" y="6330"/>
                  </a:lnTo>
                  <a:lnTo>
                    <a:pt x="2846911" y="7828"/>
                  </a:lnTo>
                  <a:lnTo>
                    <a:pt x="2854797" y="9486"/>
                  </a:lnTo>
                  <a:lnTo>
                    <a:pt x="2862683" y="11263"/>
                  </a:lnTo>
                  <a:lnTo>
                    <a:pt x="2870569" y="13169"/>
                  </a:lnTo>
                  <a:lnTo>
                    <a:pt x="2878455" y="15252"/>
                  </a:lnTo>
                  <a:lnTo>
                    <a:pt x="2886341" y="17440"/>
                  </a:lnTo>
                  <a:lnTo>
                    <a:pt x="2894228" y="19731"/>
                  </a:lnTo>
                  <a:lnTo>
                    <a:pt x="2902114" y="22173"/>
                  </a:lnTo>
                  <a:lnTo>
                    <a:pt x="2910000" y="24719"/>
                  </a:lnTo>
                  <a:lnTo>
                    <a:pt x="2917886" y="27351"/>
                  </a:lnTo>
                  <a:lnTo>
                    <a:pt x="2925772" y="30088"/>
                  </a:lnTo>
                  <a:lnTo>
                    <a:pt x="2933659" y="32930"/>
                  </a:lnTo>
                  <a:lnTo>
                    <a:pt x="2941545" y="35840"/>
                  </a:lnTo>
                  <a:lnTo>
                    <a:pt x="2949431" y="38814"/>
                  </a:lnTo>
                  <a:lnTo>
                    <a:pt x="2957317" y="41885"/>
                  </a:lnTo>
                  <a:lnTo>
                    <a:pt x="2965203" y="45001"/>
                  </a:lnTo>
                  <a:lnTo>
                    <a:pt x="2973089" y="48163"/>
                  </a:lnTo>
                  <a:lnTo>
                    <a:pt x="2980976" y="51378"/>
                  </a:lnTo>
                  <a:lnTo>
                    <a:pt x="2988862" y="54630"/>
                  </a:lnTo>
                  <a:lnTo>
                    <a:pt x="2996748" y="57906"/>
                  </a:lnTo>
                  <a:lnTo>
                    <a:pt x="3004634" y="61204"/>
                  </a:lnTo>
                  <a:lnTo>
                    <a:pt x="3012520" y="64519"/>
                  </a:lnTo>
                  <a:lnTo>
                    <a:pt x="3020407" y="67838"/>
                  </a:lnTo>
                  <a:lnTo>
                    <a:pt x="3028293" y="71159"/>
                  </a:lnTo>
                  <a:lnTo>
                    <a:pt x="3036179" y="74470"/>
                  </a:lnTo>
                  <a:lnTo>
                    <a:pt x="3044065" y="77766"/>
                  </a:lnTo>
                  <a:lnTo>
                    <a:pt x="3051951" y="81047"/>
                  </a:lnTo>
                  <a:lnTo>
                    <a:pt x="3059837" y="84299"/>
                  </a:lnTo>
                  <a:lnTo>
                    <a:pt x="3067724" y="87515"/>
                  </a:lnTo>
                  <a:lnTo>
                    <a:pt x="3075610" y="90699"/>
                  </a:lnTo>
                  <a:lnTo>
                    <a:pt x="3083496" y="93848"/>
                  </a:lnTo>
                  <a:lnTo>
                    <a:pt x="3091382" y="96934"/>
                  </a:lnTo>
                  <a:lnTo>
                    <a:pt x="3099268" y="99977"/>
                  </a:lnTo>
                  <a:lnTo>
                    <a:pt x="3107155" y="102977"/>
                  </a:lnTo>
                  <a:lnTo>
                    <a:pt x="3115041" y="105906"/>
                  </a:lnTo>
                  <a:lnTo>
                    <a:pt x="3122927" y="108774"/>
                  </a:lnTo>
                  <a:lnTo>
                    <a:pt x="3130813" y="111592"/>
                  </a:lnTo>
                  <a:lnTo>
                    <a:pt x="3138699" y="114345"/>
                  </a:lnTo>
                  <a:lnTo>
                    <a:pt x="3146585" y="117018"/>
                  </a:lnTo>
                  <a:lnTo>
                    <a:pt x="3154472" y="119636"/>
                  </a:lnTo>
                  <a:lnTo>
                    <a:pt x="3162358" y="122199"/>
                  </a:lnTo>
                  <a:lnTo>
                    <a:pt x="3170244" y="124670"/>
                  </a:lnTo>
                  <a:lnTo>
                    <a:pt x="3178130" y="127083"/>
                  </a:lnTo>
                  <a:lnTo>
                    <a:pt x="3186016" y="129441"/>
                  </a:lnTo>
                  <a:lnTo>
                    <a:pt x="3193903" y="131725"/>
                  </a:lnTo>
                  <a:lnTo>
                    <a:pt x="3201789" y="133938"/>
                  </a:lnTo>
                  <a:lnTo>
                    <a:pt x="3209675" y="136099"/>
                  </a:lnTo>
                  <a:lnTo>
                    <a:pt x="3217561" y="138204"/>
                  </a:lnTo>
                  <a:lnTo>
                    <a:pt x="3225447" y="140231"/>
                  </a:lnTo>
                  <a:lnTo>
                    <a:pt x="3233333" y="142212"/>
                  </a:lnTo>
                  <a:lnTo>
                    <a:pt x="3241220" y="144147"/>
                  </a:lnTo>
                  <a:lnTo>
                    <a:pt x="3249106" y="146015"/>
                  </a:lnTo>
                  <a:lnTo>
                    <a:pt x="3256992" y="147836"/>
                  </a:lnTo>
                  <a:lnTo>
                    <a:pt x="3264878" y="149619"/>
                  </a:lnTo>
                  <a:lnTo>
                    <a:pt x="3272764" y="151355"/>
                  </a:lnTo>
                  <a:lnTo>
                    <a:pt x="3280650" y="153042"/>
                  </a:lnTo>
                  <a:lnTo>
                    <a:pt x="3288537" y="154697"/>
                  </a:lnTo>
                  <a:lnTo>
                    <a:pt x="3296423" y="156322"/>
                  </a:lnTo>
                  <a:lnTo>
                    <a:pt x="3304309" y="157901"/>
                  </a:lnTo>
                  <a:lnTo>
                    <a:pt x="3312195" y="159455"/>
                  </a:lnTo>
                  <a:lnTo>
                    <a:pt x="3320081" y="160985"/>
                  </a:lnTo>
                  <a:lnTo>
                    <a:pt x="3327968" y="162485"/>
                  </a:lnTo>
                  <a:lnTo>
                    <a:pt x="3335854" y="163960"/>
                  </a:lnTo>
                  <a:lnTo>
                    <a:pt x="3343740" y="165418"/>
                  </a:lnTo>
                  <a:lnTo>
                    <a:pt x="3351626" y="166857"/>
                  </a:lnTo>
                  <a:lnTo>
                    <a:pt x="3359512" y="168274"/>
                  </a:lnTo>
                  <a:lnTo>
                    <a:pt x="3367398" y="169678"/>
                  </a:lnTo>
                  <a:lnTo>
                    <a:pt x="3375285" y="171069"/>
                  </a:lnTo>
                  <a:lnTo>
                    <a:pt x="3383171" y="172443"/>
                  </a:lnTo>
                  <a:lnTo>
                    <a:pt x="3391057" y="173806"/>
                  </a:lnTo>
                  <a:lnTo>
                    <a:pt x="3398943" y="175159"/>
                  </a:lnTo>
                  <a:lnTo>
                    <a:pt x="3406829" y="176501"/>
                  </a:lnTo>
                  <a:lnTo>
                    <a:pt x="3414716" y="177830"/>
                  </a:lnTo>
                  <a:lnTo>
                    <a:pt x="3422602" y="179152"/>
                  </a:lnTo>
                  <a:lnTo>
                    <a:pt x="3430488" y="180464"/>
                  </a:lnTo>
                  <a:lnTo>
                    <a:pt x="3438374" y="181763"/>
                  </a:lnTo>
                  <a:lnTo>
                    <a:pt x="3446260" y="183054"/>
                  </a:lnTo>
                  <a:lnTo>
                    <a:pt x="3454146" y="184336"/>
                  </a:lnTo>
                  <a:lnTo>
                    <a:pt x="3462033" y="185604"/>
                  </a:lnTo>
                  <a:lnTo>
                    <a:pt x="3469919" y="186860"/>
                  </a:lnTo>
                  <a:lnTo>
                    <a:pt x="3477805" y="188106"/>
                  </a:lnTo>
                  <a:lnTo>
                    <a:pt x="3485691" y="189339"/>
                  </a:lnTo>
                  <a:lnTo>
                    <a:pt x="3493577" y="190554"/>
                  </a:lnTo>
                  <a:lnTo>
                    <a:pt x="3501464" y="191757"/>
                  </a:lnTo>
                  <a:lnTo>
                    <a:pt x="3509350" y="192947"/>
                  </a:lnTo>
                  <a:lnTo>
                    <a:pt x="3517236" y="194113"/>
                  </a:lnTo>
                  <a:lnTo>
                    <a:pt x="3525122" y="195263"/>
                  </a:lnTo>
                  <a:lnTo>
                    <a:pt x="3533008" y="196398"/>
                  </a:lnTo>
                  <a:lnTo>
                    <a:pt x="3540894" y="197510"/>
                  </a:lnTo>
                  <a:lnTo>
                    <a:pt x="3548781" y="198598"/>
                  </a:lnTo>
                  <a:lnTo>
                    <a:pt x="3556667" y="199667"/>
                  </a:lnTo>
                  <a:lnTo>
                    <a:pt x="3564553" y="200716"/>
                  </a:lnTo>
                  <a:lnTo>
                    <a:pt x="3572439" y="201732"/>
                  </a:lnTo>
                  <a:lnTo>
                    <a:pt x="3580325" y="202728"/>
                  </a:lnTo>
                  <a:lnTo>
                    <a:pt x="3588212" y="203702"/>
                  </a:lnTo>
                  <a:lnTo>
                    <a:pt x="3596098" y="204643"/>
                  </a:lnTo>
                  <a:lnTo>
                    <a:pt x="3603984" y="205557"/>
                  </a:lnTo>
                  <a:lnTo>
                    <a:pt x="3611870" y="206448"/>
                  </a:lnTo>
                  <a:lnTo>
                    <a:pt x="3619756" y="207310"/>
                  </a:lnTo>
                  <a:lnTo>
                    <a:pt x="3627642" y="208138"/>
                  </a:lnTo>
                  <a:lnTo>
                    <a:pt x="3635529" y="208942"/>
                  </a:lnTo>
                  <a:lnTo>
                    <a:pt x="3643415" y="209722"/>
                  </a:lnTo>
                  <a:lnTo>
                    <a:pt x="3651301" y="210460"/>
                  </a:lnTo>
                  <a:lnTo>
                    <a:pt x="3659187" y="211175"/>
                  </a:lnTo>
                  <a:lnTo>
                    <a:pt x="3667073" y="211865"/>
                  </a:lnTo>
                  <a:lnTo>
                    <a:pt x="3674959" y="212521"/>
                  </a:lnTo>
                  <a:lnTo>
                    <a:pt x="3682846" y="213146"/>
                  </a:lnTo>
                  <a:lnTo>
                    <a:pt x="3690732" y="213748"/>
                  </a:lnTo>
                  <a:lnTo>
                    <a:pt x="3698618" y="214324"/>
                  </a:lnTo>
                  <a:lnTo>
                    <a:pt x="3706504" y="214863"/>
                  </a:lnTo>
                  <a:lnTo>
                    <a:pt x="3714390" y="215380"/>
                  </a:lnTo>
                  <a:lnTo>
                    <a:pt x="3722277" y="215875"/>
                  </a:lnTo>
                  <a:lnTo>
                    <a:pt x="3730163" y="216336"/>
                  </a:lnTo>
                  <a:lnTo>
                    <a:pt x="3738049" y="216774"/>
                  </a:lnTo>
                  <a:lnTo>
                    <a:pt x="3745935" y="217191"/>
                  </a:lnTo>
                  <a:lnTo>
                    <a:pt x="3753821" y="217582"/>
                  </a:lnTo>
                  <a:lnTo>
                    <a:pt x="3761707" y="217947"/>
                  </a:lnTo>
                  <a:lnTo>
                    <a:pt x="3769594" y="218294"/>
                  </a:lnTo>
                  <a:lnTo>
                    <a:pt x="3777480" y="218622"/>
                  </a:lnTo>
                  <a:lnTo>
                    <a:pt x="3785366" y="218921"/>
                  </a:lnTo>
                  <a:lnTo>
                    <a:pt x="3793252" y="219204"/>
                  </a:lnTo>
                  <a:lnTo>
                    <a:pt x="3801138" y="219472"/>
                  </a:lnTo>
                  <a:lnTo>
                    <a:pt x="3809025" y="219718"/>
                  </a:lnTo>
                  <a:lnTo>
                    <a:pt x="3816911" y="219946"/>
                  </a:lnTo>
                  <a:lnTo>
                    <a:pt x="3824797" y="220161"/>
                  </a:lnTo>
                  <a:lnTo>
                    <a:pt x="3832683" y="220361"/>
                  </a:lnTo>
                  <a:lnTo>
                    <a:pt x="3840569" y="220542"/>
                  </a:lnTo>
                  <a:lnTo>
                    <a:pt x="3848455" y="220712"/>
                  </a:lnTo>
                  <a:lnTo>
                    <a:pt x="3856342" y="220871"/>
                  </a:lnTo>
                  <a:lnTo>
                    <a:pt x="3864228" y="221013"/>
                  </a:lnTo>
                  <a:lnTo>
                    <a:pt x="3872114" y="221146"/>
                  </a:lnTo>
                  <a:lnTo>
                    <a:pt x="3880000" y="221269"/>
                  </a:lnTo>
                  <a:lnTo>
                    <a:pt x="3887886" y="221381"/>
                  </a:lnTo>
                  <a:lnTo>
                    <a:pt x="3895773" y="221483"/>
                  </a:lnTo>
                  <a:lnTo>
                    <a:pt x="3903659" y="221578"/>
                  </a:lnTo>
                  <a:lnTo>
                    <a:pt x="3911545" y="221665"/>
                  </a:lnTo>
                  <a:lnTo>
                    <a:pt x="3919431" y="221741"/>
                  </a:lnTo>
                  <a:lnTo>
                    <a:pt x="3927317" y="221813"/>
                  </a:lnTo>
                  <a:lnTo>
                    <a:pt x="3935203" y="221879"/>
                  </a:lnTo>
                  <a:lnTo>
                    <a:pt x="3943090" y="221937"/>
                  </a:lnTo>
                  <a:lnTo>
                    <a:pt x="3950976" y="221990"/>
                  </a:lnTo>
                  <a:lnTo>
                    <a:pt x="3958862" y="222038"/>
                  </a:lnTo>
                  <a:lnTo>
                    <a:pt x="3966748" y="222082"/>
                  </a:lnTo>
                  <a:lnTo>
                    <a:pt x="3974634" y="222121"/>
                  </a:lnTo>
                  <a:lnTo>
                    <a:pt x="3982521" y="222157"/>
                  </a:lnTo>
                  <a:lnTo>
                    <a:pt x="3990407" y="222189"/>
                  </a:lnTo>
                  <a:lnTo>
                    <a:pt x="3998293" y="222217"/>
                  </a:lnTo>
                  <a:lnTo>
                    <a:pt x="4006179" y="222243"/>
                  </a:lnTo>
                  <a:lnTo>
                    <a:pt x="4014065" y="222266"/>
                  </a:lnTo>
                  <a:lnTo>
                    <a:pt x="4021951" y="222287"/>
                  </a:lnTo>
                  <a:lnTo>
                    <a:pt x="4029838" y="22230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tx531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3372163" y="8164569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3372163" y="726377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3372163" y="636298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3372163" y="546219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337765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410946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484128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557309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3372163" y="771417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3372163" y="681338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3372163" y="591258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374355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447537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520718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593900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750955" y="69281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686047" y="66461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56814" y="68356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881903" y="62537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737219" y="6835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94518" y="71281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991249" y="6723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711994" y="679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16857" y="6835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809961" y="65614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721402" y="6818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33396" y="67420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565699" y="67586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26596" y="63670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969755" y="62883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700086" y="6775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463576" y="7448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162057" y="6887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40867" y="7019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831963" y="67608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18329" y="67793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547130" y="68408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598782" y="6805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941483" y="66771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768120" y="67933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561595" y="6975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1417" y="64878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076132" y="7057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624126" y="6707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912177" y="674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94816" y="66071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976497" y="6874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737203" y="6697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590022" y="65711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1515" y="68769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746783" y="66433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942709" y="68640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57923" y="6851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963229" y="67043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78333" y="67605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944826" y="68634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960455" y="70355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972097" y="67556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464521" y="6797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719170" y="67620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730765" y="68761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814913" y="6840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758557" y="68561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781743" y="66350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790799" y="65212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556299" y="6756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81628" y="63538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97692" y="60608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81317" y="70948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348855" y="6670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838808" y="673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642929" y="65686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846425" y="65527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48912" y="6760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226399" y="69745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040328" y="6777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808201" y="8027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25938" y="68410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07234" y="6561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671784" y="78084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658842" y="6840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193027" y="79596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763376" y="6766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590667" y="6786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412096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5071093" y="7233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669541" y="6779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49798" y="6751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3872" y="66692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7458" y="63878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076845" y="68005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765401" y="6886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3372163" y="657760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9347" y="6568389"/>
              <a:ext cx="2343679" cy="1883943"/>
            </a:xfrm>
            <a:custGeom>
              <a:avLst/>
              <a:pathLst>
                <a:path w="2343679" h="1883943">
                  <a:moveTo>
                    <a:pt x="0" y="51368"/>
                  </a:moveTo>
                  <a:lnTo>
                    <a:pt x="29666" y="69527"/>
                  </a:lnTo>
                  <a:lnTo>
                    <a:pt x="59333" y="85569"/>
                  </a:lnTo>
                  <a:lnTo>
                    <a:pt x="89000" y="99203"/>
                  </a:lnTo>
                  <a:lnTo>
                    <a:pt x="118667" y="110529"/>
                  </a:lnTo>
                  <a:lnTo>
                    <a:pt x="148334" y="119604"/>
                  </a:lnTo>
                  <a:lnTo>
                    <a:pt x="178000" y="126229"/>
                  </a:lnTo>
                  <a:lnTo>
                    <a:pt x="207667" y="130467"/>
                  </a:lnTo>
                  <a:lnTo>
                    <a:pt x="237334" y="132769"/>
                  </a:lnTo>
                  <a:lnTo>
                    <a:pt x="267001" y="133380"/>
                  </a:lnTo>
                  <a:lnTo>
                    <a:pt x="296668" y="132417"/>
                  </a:lnTo>
                  <a:lnTo>
                    <a:pt x="326335" y="130236"/>
                  </a:lnTo>
                  <a:lnTo>
                    <a:pt x="356001" y="127042"/>
                  </a:lnTo>
                  <a:lnTo>
                    <a:pt x="385668" y="123365"/>
                  </a:lnTo>
                  <a:lnTo>
                    <a:pt x="415335" y="119107"/>
                  </a:lnTo>
                  <a:lnTo>
                    <a:pt x="445002" y="114135"/>
                  </a:lnTo>
                  <a:lnTo>
                    <a:pt x="474669" y="108671"/>
                  </a:lnTo>
                  <a:lnTo>
                    <a:pt x="504336" y="103026"/>
                  </a:lnTo>
                  <a:lnTo>
                    <a:pt x="534002" y="96945"/>
                  </a:lnTo>
                  <a:lnTo>
                    <a:pt x="563669" y="90101"/>
                  </a:lnTo>
                  <a:lnTo>
                    <a:pt x="593336" y="82570"/>
                  </a:lnTo>
                  <a:lnTo>
                    <a:pt x="623003" y="74813"/>
                  </a:lnTo>
                  <a:lnTo>
                    <a:pt x="652670" y="67184"/>
                  </a:lnTo>
                  <a:lnTo>
                    <a:pt x="682336" y="59756"/>
                  </a:lnTo>
                  <a:lnTo>
                    <a:pt x="712003" y="52476"/>
                  </a:lnTo>
                  <a:lnTo>
                    <a:pt x="741670" y="45252"/>
                  </a:lnTo>
                  <a:lnTo>
                    <a:pt x="771337" y="38019"/>
                  </a:lnTo>
                  <a:lnTo>
                    <a:pt x="801004" y="30788"/>
                  </a:lnTo>
                  <a:lnTo>
                    <a:pt x="830671" y="23668"/>
                  </a:lnTo>
                  <a:lnTo>
                    <a:pt x="860337" y="16873"/>
                  </a:lnTo>
                  <a:lnTo>
                    <a:pt x="890004" y="10717"/>
                  </a:lnTo>
                  <a:lnTo>
                    <a:pt x="919671" y="5580"/>
                  </a:lnTo>
                  <a:lnTo>
                    <a:pt x="949338" y="1882"/>
                  </a:lnTo>
                  <a:lnTo>
                    <a:pt x="979005" y="0"/>
                  </a:lnTo>
                  <a:lnTo>
                    <a:pt x="1008672" y="2"/>
                  </a:lnTo>
                  <a:lnTo>
                    <a:pt x="1038338" y="1790"/>
                  </a:lnTo>
                  <a:lnTo>
                    <a:pt x="1068005" y="5208"/>
                  </a:lnTo>
                  <a:lnTo>
                    <a:pt x="1097672" y="10066"/>
                  </a:lnTo>
                  <a:lnTo>
                    <a:pt x="1127339" y="16161"/>
                  </a:lnTo>
                  <a:lnTo>
                    <a:pt x="1157006" y="23297"/>
                  </a:lnTo>
                  <a:lnTo>
                    <a:pt x="1186673" y="31303"/>
                  </a:lnTo>
                  <a:lnTo>
                    <a:pt x="1216339" y="40052"/>
                  </a:lnTo>
                  <a:lnTo>
                    <a:pt x="1246006" y="49481"/>
                  </a:lnTo>
                  <a:lnTo>
                    <a:pt x="1275673" y="59599"/>
                  </a:lnTo>
                  <a:lnTo>
                    <a:pt x="1305340" y="70488"/>
                  </a:lnTo>
                  <a:lnTo>
                    <a:pt x="1335007" y="82295"/>
                  </a:lnTo>
                  <a:lnTo>
                    <a:pt x="1364673" y="95218"/>
                  </a:lnTo>
                  <a:lnTo>
                    <a:pt x="1394340" y="109481"/>
                  </a:lnTo>
                  <a:lnTo>
                    <a:pt x="1424007" y="125293"/>
                  </a:lnTo>
                  <a:lnTo>
                    <a:pt x="1453674" y="142705"/>
                  </a:lnTo>
                  <a:lnTo>
                    <a:pt x="1483341" y="161694"/>
                  </a:lnTo>
                  <a:lnTo>
                    <a:pt x="1513008" y="182193"/>
                  </a:lnTo>
                  <a:lnTo>
                    <a:pt x="1542674" y="204106"/>
                  </a:lnTo>
                  <a:lnTo>
                    <a:pt x="1572341" y="227312"/>
                  </a:lnTo>
                  <a:lnTo>
                    <a:pt x="1602008" y="251669"/>
                  </a:lnTo>
                  <a:lnTo>
                    <a:pt x="1631675" y="277024"/>
                  </a:lnTo>
                  <a:lnTo>
                    <a:pt x="1661342" y="303213"/>
                  </a:lnTo>
                  <a:lnTo>
                    <a:pt x="1691009" y="330073"/>
                  </a:lnTo>
                  <a:lnTo>
                    <a:pt x="1720675" y="357441"/>
                  </a:lnTo>
                  <a:lnTo>
                    <a:pt x="1750342" y="385165"/>
                  </a:lnTo>
                  <a:lnTo>
                    <a:pt x="1780009" y="413103"/>
                  </a:lnTo>
                  <a:lnTo>
                    <a:pt x="1809676" y="441133"/>
                  </a:lnTo>
                  <a:lnTo>
                    <a:pt x="1839343" y="469147"/>
                  </a:lnTo>
                  <a:lnTo>
                    <a:pt x="1869010" y="497062"/>
                  </a:lnTo>
                  <a:lnTo>
                    <a:pt x="1898676" y="524809"/>
                  </a:lnTo>
                  <a:lnTo>
                    <a:pt x="1928343" y="552339"/>
                  </a:lnTo>
                  <a:lnTo>
                    <a:pt x="1958010" y="579620"/>
                  </a:lnTo>
                  <a:lnTo>
                    <a:pt x="1987677" y="606628"/>
                  </a:lnTo>
                  <a:lnTo>
                    <a:pt x="2017344" y="633355"/>
                  </a:lnTo>
                  <a:lnTo>
                    <a:pt x="2047010" y="659797"/>
                  </a:lnTo>
                  <a:lnTo>
                    <a:pt x="2076677" y="685955"/>
                  </a:lnTo>
                  <a:lnTo>
                    <a:pt x="2106344" y="711836"/>
                  </a:lnTo>
                  <a:lnTo>
                    <a:pt x="2136011" y="737450"/>
                  </a:lnTo>
                  <a:lnTo>
                    <a:pt x="2165678" y="762804"/>
                  </a:lnTo>
                  <a:lnTo>
                    <a:pt x="2195345" y="787909"/>
                  </a:lnTo>
                  <a:lnTo>
                    <a:pt x="2225011" y="812775"/>
                  </a:lnTo>
                  <a:lnTo>
                    <a:pt x="2254678" y="837411"/>
                  </a:lnTo>
                  <a:lnTo>
                    <a:pt x="2284345" y="861825"/>
                  </a:lnTo>
                  <a:lnTo>
                    <a:pt x="2314012" y="886025"/>
                  </a:lnTo>
                  <a:lnTo>
                    <a:pt x="2343679" y="910015"/>
                  </a:lnTo>
                  <a:lnTo>
                    <a:pt x="2343679" y="1883943"/>
                  </a:lnTo>
                  <a:lnTo>
                    <a:pt x="2314012" y="1819747"/>
                  </a:lnTo>
                  <a:lnTo>
                    <a:pt x="2284345" y="1755861"/>
                  </a:lnTo>
                  <a:lnTo>
                    <a:pt x="2254678" y="1692391"/>
                  </a:lnTo>
                  <a:lnTo>
                    <a:pt x="2225011" y="1629445"/>
                  </a:lnTo>
                  <a:lnTo>
                    <a:pt x="2195345" y="1567132"/>
                  </a:lnTo>
                  <a:lnTo>
                    <a:pt x="2165678" y="1505561"/>
                  </a:lnTo>
                  <a:lnTo>
                    <a:pt x="2136011" y="1444844"/>
                  </a:lnTo>
                  <a:lnTo>
                    <a:pt x="2106344" y="1385090"/>
                  </a:lnTo>
                  <a:lnTo>
                    <a:pt x="2076677" y="1326410"/>
                  </a:lnTo>
                  <a:lnTo>
                    <a:pt x="2047010" y="1268912"/>
                  </a:lnTo>
                  <a:lnTo>
                    <a:pt x="2017344" y="1212705"/>
                  </a:lnTo>
                  <a:lnTo>
                    <a:pt x="1987677" y="1157890"/>
                  </a:lnTo>
                  <a:lnTo>
                    <a:pt x="1958010" y="1104566"/>
                  </a:lnTo>
                  <a:lnTo>
                    <a:pt x="1928343" y="1052822"/>
                  </a:lnTo>
                  <a:lnTo>
                    <a:pt x="1898676" y="1002737"/>
                  </a:lnTo>
                  <a:lnTo>
                    <a:pt x="1869010" y="954380"/>
                  </a:lnTo>
                  <a:lnTo>
                    <a:pt x="1839343" y="907800"/>
                  </a:lnTo>
                  <a:lnTo>
                    <a:pt x="1809676" y="863032"/>
                  </a:lnTo>
                  <a:lnTo>
                    <a:pt x="1780009" y="820091"/>
                  </a:lnTo>
                  <a:lnTo>
                    <a:pt x="1750342" y="778972"/>
                  </a:lnTo>
                  <a:lnTo>
                    <a:pt x="1720675" y="739651"/>
                  </a:lnTo>
                  <a:lnTo>
                    <a:pt x="1691009" y="702090"/>
                  </a:lnTo>
                  <a:lnTo>
                    <a:pt x="1661342" y="666235"/>
                  </a:lnTo>
                  <a:lnTo>
                    <a:pt x="1631675" y="632025"/>
                  </a:lnTo>
                  <a:lnTo>
                    <a:pt x="1602008" y="599397"/>
                  </a:lnTo>
                  <a:lnTo>
                    <a:pt x="1572341" y="568288"/>
                  </a:lnTo>
                  <a:lnTo>
                    <a:pt x="1542674" y="538645"/>
                  </a:lnTo>
                  <a:lnTo>
                    <a:pt x="1513008" y="510428"/>
                  </a:lnTo>
                  <a:lnTo>
                    <a:pt x="1483341" y="483616"/>
                  </a:lnTo>
                  <a:lnTo>
                    <a:pt x="1453674" y="458213"/>
                  </a:lnTo>
                  <a:lnTo>
                    <a:pt x="1424007" y="434254"/>
                  </a:lnTo>
                  <a:lnTo>
                    <a:pt x="1394340" y="411815"/>
                  </a:lnTo>
                  <a:lnTo>
                    <a:pt x="1364673" y="391017"/>
                  </a:lnTo>
                  <a:lnTo>
                    <a:pt x="1335007" y="372016"/>
                  </a:lnTo>
                  <a:lnTo>
                    <a:pt x="1305340" y="354958"/>
                  </a:lnTo>
                  <a:lnTo>
                    <a:pt x="1275673" y="339963"/>
                  </a:lnTo>
                  <a:lnTo>
                    <a:pt x="1246006" y="327097"/>
                  </a:lnTo>
                  <a:lnTo>
                    <a:pt x="1216339" y="316364"/>
                  </a:lnTo>
                  <a:lnTo>
                    <a:pt x="1186673" y="307695"/>
                  </a:lnTo>
                  <a:lnTo>
                    <a:pt x="1157006" y="300947"/>
                  </a:lnTo>
                  <a:lnTo>
                    <a:pt x="1127339" y="295915"/>
                  </a:lnTo>
                  <a:lnTo>
                    <a:pt x="1097672" y="292349"/>
                  </a:lnTo>
                  <a:lnTo>
                    <a:pt x="1068005" y="289973"/>
                  </a:lnTo>
                  <a:lnTo>
                    <a:pt x="1038338" y="288506"/>
                  </a:lnTo>
                  <a:lnTo>
                    <a:pt x="1008672" y="287679"/>
                  </a:lnTo>
                  <a:lnTo>
                    <a:pt x="979005" y="287259"/>
                  </a:lnTo>
                  <a:lnTo>
                    <a:pt x="949338" y="287066"/>
                  </a:lnTo>
                  <a:lnTo>
                    <a:pt x="919671" y="287047"/>
                  </a:lnTo>
                  <a:lnTo>
                    <a:pt x="890004" y="287339"/>
                  </a:lnTo>
                  <a:lnTo>
                    <a:pt x="860337" y="288101"/>
                  </a:lnTo>
                  <a:lnTo>
                    <a:pt x="830671" y="289456"/>
                  </a:lnTo>
                  <a:lnTo>
                    <a:pt x="801004" y="291456"/>
                  </a:lnTo>
                  <a:lnTo>
                    <a:pt x="771337" y="294057"/>
                  </a:lnTo>
                  <a:lnTo>
                    <a:pt x="741670" y="297109"/>
                  </a:lnTo>
                  <a:lnTo>
                    <a:pt x="712003" y="300360"/>
                  </a:lnTo>
                  <a:lnTo>
                    <a:pt x="682336" y="303488"/>
                  </a:lnTo>
                  <a:lnTo>
                    <a:pt x="652670" y="306142"/>
                  </a:lnTo>
                  <a:lnTo>
                    <a:pt x="623003" y="308007"/>
                  </a:lnTo>
                  <a:lnTo>
                    <a:pt x="593336" y="308899"/>
                  </a:lnTo>
                  <a:lnTo>
                    <a:pt x="563669" y="309018"/>
                  </a:lnTo>
                  <a:lnTo>
                    <a:pt x="534002" y="308902"/>
                  </a:lnTo>
                  <a:lnTo>
                    <a:pt x="504336" y="308731"/>
                  </a:lnTo>
                  <a:lnTo>
                    <a:pt x="474669" y="308284"/>
                  </a:lnTo>
                  <a:lnTo>
                    <a:pt x="445002" y="307414"/>
                  </a:lnTo>
                  <a:lnTo>
                    <a:pt x="415335" y="306544"/>
                  </a:lnTo>
                  <a:lnTo>
                    <a:pt x="385668" y="306011"/>
                  </a:lnTo>
                  <a:lnTo>
                    <a:pt x="356001" y="305796"/>
                  </a:lnTo>
                  <a:lnTo>
                    <a:pt x="326335" y="305908"/>
                  </a:lnTo>
                  <a:lnTo>
                    <a:pt x="296668" y="306906"/>
                  </a:lnTo>
                  <a:lnTo>
                    <a:pt x="267001" y="308991"/>
                  </a:lnTo>
                  <a:lnTo>
                    <a:pt x="237334" y="312542"/>
                  </a:lnTo>
                  <a:lnTo>
                    <a:pt x="207667" y="317713"/>
                  </a:lnTo>
                  <a:lnTo>
                    <a:pt x="178000" y="324762"/>
                  </a:lnTo>
                  <a:lnTo>
                    <a:pt x="148334" y="334141"/>
                  </a:lnTo>
                  <a:lnTo>
                    <a:pt x="118667" y="345913"/>
                  </a:lnTo>
                  <a:lnTo>
                    <a:pt x="89000" y="359881"/>
                  </a:lnTo>
                  <a:lnTo>
                    <a:pt x="59333" y="376114"/>
                  </a:lnTo>
                  <a:lnTo>
                    <a:pt x="29666" y="394723"/>
                  </a:lnTo>
                  <a:lnTo>
                    <a:pt x="0" y="41543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3489347" y="6568389"/>
              <a:ext cx="2343679" cy="910015"/>
            </a:xfrm>
            <a:custGeom>
              <a:avLst/>
              <a:pathLst>
                <a:path w="2343679" h="910015">
                  <a:moveTo>
                    <a:pt x="0" y="51368"/>
                  </a:moveTo>
                  <a:lnTo>
                    <a:pt x="29666" y="69527"/>
                  </a:lnTo>
                  <a:lnTo>
                    <a:pt x="59333" y="85569"/>
                  </a:lnTo>
                  <a:lnTo>
                    <a:pt x="89000" y="99203"/>
                  </a:lnTo>
                  <a:lnTo>
                    <a:pt x="118667" y="110529"/>
                  </a:lnTo>
                  <a:lnTo>
                    <a:pt x="148334" y="119604"/>
                  </a:lnTo>
                  <a:lnTo>
                    <a:pt x="178000" y="126229"/>
                  </a:lnTo>
                  <a:lnTo>
                    <a:pt x="207667" y="130467"/>
                  </a:lnTo>
                  <a:lnTo>
                    <a:pt x="237334" y="132769"/>
                  </a:lnTo>
                  <a:lnTo>
                    <a:pt x="267001" y="133380"/>
                  </a:lnTo>
                  <a:lnTo>
                    <a:pt x="296668" y="132417"/>
                  </a:lnTo>
                  <a:lnTo>
                    <a:pt x="326335" y="130236"/>
                  </a:lnTo>
                  <a:lnTo>
                    <a:pt x="356001" y="127042"/>
                  </a:lnTo>
                  <a:lnTo>
                    <a:pt x="385668" y="123365"/>
                  </a:lnTo>
                  <a:lnTo>
                    <a:pt x="415335" y="119107"/>
                  </a:lnTo>
                  <a:lnTo>
                    <a:pt x="445002" y="114135"/>
                  </a:lnTo>
                  <a:lnTo>
                    <a:pt x="474669" y="108671"/>
                  </a:lnTo>
                  <a:lnTo>
                    <a:pt x="504336" y="103026"/>
                  </a:lnTo>
                  <a:lnTo>
                    <a:pt x="534002" y="96945"/>
                  </a:lnTo>
                  <a:lnTo>
                    <a:pt x="563669" y="90101"/>
                  </a:lnTo>
                  <a:lnTo>
                    <a:pt x="593336" y="82570"/>
                  </a:lnTo>
                  <a:lnTo>
                    <a:pt x="623003" y="74813"/>
                  </a:lnTo>
                  <a:lnTo>
                    <a:pt x="652670" y="67184"/>
                  </a:lnTo>
                  <a:lnTo>
                    <a:pt x="682336" y="59756"/>
                  </a:lnTo>
                  <a:lnTo>
                    <a:pt x="712003" y="52476"/>
                  </a:lnTo>
                  <a:lnTo>
                    <a:pt x="741670" y="45252"/>
                  </a:lnTo>
                  <a:lnTo>
                    <a:pt x="771337" y="38019"/>
                  </a:lnTo>
                  <a:lnTo>
                    <a:pt x="801004" y="30788"/>
                  </a:lnTo>
                  <a:lnTo>
                    <a:pt x="830671" y="23668"/>
                  </a:lnTo>
                  <a:lnTo>
                    <a:pt x="860337" y="16873"/>
                  </a:lnTo>
                  <a:lnTo>
                    <a:pt x="890004" y="10717"/>
                  </a:lnTo>
                  <a:lnTo>
                    <a:pt x="919671" y="5580"/>
                  </a:lnTo>
                  <a:lnTo>
                    <a:pt x="949338" y="1882"/>
                  </a:lnTo>
                  <a:lnTo>
                    <a:pt x="979005" y="0"/>
                  </a:lnTo>
                  <a:lnTo>
                    <a:pt x="1008672" y="2"/>
                  </a:lnTo>
                  <a:lnTo>
                    <a:pt x="1038338" y="1790"/>
                  </a:lnTo>
                  <a:lnTo>
                    <a:pt x="1068005" y="5208"/>
                  </a:lnTo>
                  <a:lnTo>
                    <a:pt x="1097672" y="10066"/>
                  </a:lnTo>
                  <a:lnTo>
                    <a:pt x="1127339" y="16161"/>
                  </a:lnTo>
                  <a:lnTo>
                    <a:pt x="1157006" y="23297"/>
                  </a:lnTo>
                  <a:lnTo>
                    <a:pt x="1186673" y="31303"/>
                  </a:lnTo>
                  <a:lnTo>
                    <a:pt x="1216339" y="40052"/>
                  </a:lnTo>
                  <a:lnTo>
                    <a:pt x="1246006" y="49481"/>
                  </a:lnTo>
                  <a:lnTo>
                    <a:pt x="1275673" y="59599"/>
                  </a:lnTo>
                  <a:lnTo>
                    <a:pt x="1305340" y="70488"/>
                  </a:lnTo>
                  <a:lnTo>
                    <a:pt x="1335007" y="82295"/>
                  </a:lnTo>
                  <a:lnTo>
                    <a:pt x="1364673" y="95218"/>
                  </a:lnTo>
                  <a:lnTo>
                    <a:pt x="1394340" y="109481"/>
                  </a:lnTo>
                  <a:lnTo>
                    <a:pt x="1424007" y="125293"/>
                  </a:lnTo>
                  <a:lnTo>
                    <a:pt x="1453674" y="142705"/>
                  </a:lnTo>
                  <a:lnTo>
                    <a:pt x="1483341" y="161694"/>
                  </a:lnTo>
                  <a:lnTo>
                    <a:pt x="1513008" y="182193"/>
                  </a:lnTo>
                  <a:lnTo>
                    <a:pt x="1542674" y="204106"/>
                  </a:lnTo>
                  <a:lnTo>
                    <a:pt x="1572341" y="227312"/>
                  </a:lnTo>
                  <a:lnTo>
                    <a:pt x="1602008" y="251669"/>
                  </a:lnTo>
                  <a:lnTo>
                    <a:pt x="1631675" y="277024"/>
                  </a:lnTo>
                  <a:lnTo>
                    <a:pt x="1661342" y="303213"/>
                  </a:lnTo>
                  <a:lnTo>
                    <a:pt x="1691009" y="330073"/>
                  </a:lnTo>
                  <a:lnTo>
                    <a:pt x="1720675" y="357441"/>
                  </a:lnTo>
                  <a:lnTo>
                    <a:pt x="1750342" y="385165"/>
                  </a:lnTo>
                  <a:lnTo>
                    <a:pt x="1780009" y="413103"/>
                  </a:lnTo>
                  <a:lnTo>
                    <a:pt x="1809676" y="441133"/>
                  </a:lnTo>
                  <a:lnTo>
                    <a:pt x="1839343" y="469147"/>
                  </a:lnTo>
                  <a:lnTo>
                    <a:pt x="1869010" y="497062"/>
                  </a:lnTo>
                  <a:lnTo>
                    <a:pt x="1898676" y="524809"/>
                  </a:lnTo>
                  <a:lnTo>
                    <a:pt x="1928343" y="552339"/>
                  </a:lnTo>
                  <a:lnTo>
                    <a:pt x="1958010" y="579620"/>
                  </a:lnTo>
                  <a:lnTo>
                    <a:pt x="1987677" y="606628"/>
                  </a:lnTo>
                  <a:lnTo>
                    <a:pt x="2017344" y="633355"/>
                  </a:lnTo>
                  <a:lnTo>
                    <a:pt x="2047010" y="659797"/>
                  </a:lnTo>
                  <a:lnTo>
                    <a:pt x="2076677" y="685955"/>
                  </a:lnTo>
                  <a:lnTo>
                    <a:pt x="2106344" y="711836"/>
                  </a:lnTo>
                  <a:lnTo>
                    <a:pt x="2136011" y="737450"/>
                  </a:lnTo>
                  <a:lnTo>
                    <a:pt x="2165678" y="762804"/>
                  </a:lnTo>
                  <a:lnTo>
                    <a:pt x="2195345" y="787909"/>
                  </a:lnTo>
                  <a:lnTo>
                    <a:pt x="2225011" y="812775"/>
                  </a:lnTo>
                  <a:lnTo>
                    <a:pt x="2254678" y="837411"/>
                  </a:lnTo>
                  <a:lnTo>
                    <a:pt x="2284345" y="861825"/>
                  </a:lnTo>
                  <a:lnTo>
                    <a:pt x="2314012" y="886025"/>
                  </a:lnTo>
                  <a:lnTo>
                    <a:pt x="2343679" y="910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3489347" y="6855436"/>
              <a:ext cx="2343679" cy="1596895"/>
            </a:xfrm>
            <a:custGeom>
              <a:avLst/>
              <a:pathLst>
                <a:path w="2343679" h="1596895">
                  <a:moveTo>
                    <a:pt x="2343679" y="1596895"/>
                  </a:moveTo>
                  <a:lnTo>
                    <a:pt x="2314012" y="1532700"/>
                  </a:lnTo>
                  <a:lnTo>
                    <a:pt x="2284345" y="1468813"/>
                  </a:lnTo>
                  <a:lnTo>
                    <a:pt x="2254678" y="1405343"/>
                  </a:lnTo>
                  <a:lnTo>
                    <a:pt x="2225011" y="1342397"/>
                  </a:lnTo>
                  <a:lnTo>
                    <a:pt x="2195345" y="1280084"/>
                  </a:lnTo>
                  <a:lnTo>
                    <a:pt x="2165678" y="1218514"/>
                  </a:lnTo>
                  <a:lnTo>
                    <a:pt x="2136011" y="1157796"/>
                  </a:lnTo>
                  <a:lnTo>
                    <a:pt x="2106344" y="1098042"/>
                  </a:lnTo>
                  <a:lnTo>
                    <a:pt x="2076677" y="1039362"/>
                  </a:lnTo>
                  <a:lnTo>
                    <a:pt x="2047010" y="981865"/>
                  </a:lnTo>
                  <a:lnTo>
                    <a:pt x="2017344" y="925657"/>
                  </a:lnTo>
                  <a:lnTo>
                    <a:pt x="1987677" y="870843"/>
                  </a:lnTo>
                  <a:lnTo>
                    <a:pt x="1958010" y="817518"/>
                  </a:lnTo>
                  <a:lnTo>
                    <a:pt x="1928343" y="765774"/>
                  </a:lnTo>
                  <a:lnTo>
                    <a:pt x="1898676" y="715690"/>
                  </a:lnTo>
                  <a:lnTo>
                    <a:pt x="1869010" y="667332"/>
                  </a:lnTo>
                  <a:lnTo>
                    <a:pt x="1839343" y="620752"/>
                  </a:lnTo>
                  <a:lnTo>
                    <a:pt x="1809676" y="575984"/>
                  </a:lnTo>
                  <a:lnTo>
                    <a:pt x="1780009" y="533043"/>
                  </a:lnTo>
                  <a:lnTo>
                    <a:pt x="1750342" y="491924"/>
                  </a:lnTo>
                  <a:lnTo>
                    <a:pt x="1720675" y="452604"/>
                  </a:lnTo>
                  <a:lnTo>
                    <a:pt x="1691009" y="415042"/>
                  </a:lnTo>
                  <a:lnTo>
                    <a:pt x="1661342" y="379187"/>
                  </a:lnTo>
                  <a:lnTo>
                    <a:pt x="1631675" y="344978"/>
                  </a:lnTo>
                  <a:lnTo>
                    <a:pt x="1602008" y="312349"/>
                  </a:lnTo>
                  <a:lnTo>
                    <a:pt x="1572341" y="281241"/>
                  </a:lnTo>
                  <a:lnTo>
                    <a:pt x="1542674" y="251598"/>
                  </a:lnTo>
                  <a:lnTo>
                    <a:pt x="1513008" y="223381"/>
                  </a:lnTo>
                  <a:lnTo>
                    <a:pt x="1483341" y="196569"/>
                  </a:lnTo>
                  <a:lnTo>
                    <a:pt x="1453674" y="171165"/>
                  </a:lnTo>
                  <a:lnTo>
                    <a:pt x="1424007" y="147206"/>
                  </a:lnTo>
                  <a:lnTo>
                    <a:pt x="1394340" y="124767"/>
                  </a:lnTo>
                  <a:lnTo>
                    <a:pt x="1364673" y="103970"/>
                  </a:lnTo>
                  <a:lnTo>
                    <a:pt x="1335007" y="84968"/>
                  </a:lnTo>
                  <a:lnTo>
                    <a:pt x="1305340" y="67911"/>
                  </a:lnTo>
                  <a:lnTo>
                    <a:pt x="1275673" y="52915"/>
                  </a:lnTo>
                  <a:lnTo>
                    <a:pt x="1246006" y="40049"/>
                  </a:lnTo>
                  <a:lnTo>
                    <a:pt x="1216339" y="29317"/>
                  </a:lnTo>
                  <a:lnTo>
                    <a:pt x="1186673" y="20648"/>
                  </a:lnTo>
                  <a:lnTo>
                    <a:pt x="1157006" y="13899"/>
                  </a:lnTo>
                  <a:lnTo>
                    <a:pt x="1127339" y="8867"/>
                  </a:lnTo>
                  <a:lnTo>
                    <a:pt x="1097672" y="5301"/>
                  </a:lnTo>
                  <a:lnTo>
                    <a:pt x="1068005" y="2925"/>
                  </a:lnTo>
                  <a:lnTo>
                    <a:pt x="1038338" y="1458"/>
                  </a:lnTo>
                  <a:lnTo>
                    <a:pt x="1008672" y="632"/>
                  </a:lnTo>
                  <a:lnTo>
                    <a:pt x="979005" y="211"/>
                  </a:lnTo>
                  <a:lnTo>
                    <a:pt x="949338" y="18"/>
                  </a:lnTo>
                  <a:lnTo>
                    <a:pt x="919671" y="0"/>
                  </a:lnTo>
                  <a:lnTo>
                    <a:pt x="890004" y="291"/>
                  </a:lnTo>
                  <a:lnTo>
                    <a:pt x="860337" y="1053"/>
                  </a:lnTo>
                  <a:lnTo>
                    <a:pt x="830671" y="2409"/>
                  </a:lnTo>
                  <a:lnTo>
                    <a:pt x="801004" y="4409"/>
                  </a:lnTo>
                  <a:lnTo>
                    <a:pt x="771337" y="7010"/>
                  </a:lnTo>
                  <a:lnTo>
                    <a:pt x="741670" y="10061"/>
                  </a:lnTo>
                  <a:lnTo>
                    <a:pt x="712003" y="13313"/>
                  </a:lnTo>
                  <a:lnTo>
                    <a:pt x="682336" y="16441"/>
                  </a:lnTo>
                  <a:lnTo>
                    <a:pt x="652670" y="19094"/>
                  </a:lnTo>
                  <a:lnTo>
                    <a:pt x="623003" y="20959"/>
                  </a:lnTo>
                  <a:lnTo>
                    <a:pt x="593336" y="21851"/>
                  </a:lnTo>
                  <a:lnTo>
                    <a:pt x="563669" y="21971"/>
                  </a:lnTo>
                  <a:lnTo>
                    <a:pt x="534002" y="21854"/>
                  </a:lnTo>
                  <a:lnTo>
                    <a:pt x="504336" y="21684"/>
                  </a:lnTo>
                  <a:lnTo>
                    <a:pt x="474669" y="21237"/>
                  </a:lnTo>
                  <a:lnTo>
                    <a:pt x="445002" y="20366"/>
                  </a:lnTo>
                  <a:lnTo>
                    <a:pt x="415335" y="19497"/>
                  </a:lnTo>
                  <a:lnTo>
                    <a:pt x="385668" y="18963"/>
                  </a:lnTo>
                  <a:lnTo>
                    <a:pt x="356001" y="18749"/>
                  </a:lnTo>
                  <a:lnTo>
                    <a:pt x="326335" y="18861"/>
                  </a:lnTo>
                  <a:lnTo>
                    <a:pt x="296668" y="19858"/>
                  </a:lnTo>
                  <a:lnTo>
                    <a:pt x="267001" y="21944"/>
                  </a:lnTo>
                  <a:lnTo>
                    <a:pt x="237334" y="25494"/>
                  </a:lnTo>
                  <a:lnTo>
                    <a:pt x="207667" y="30666"/>
                  </a:lnTo>
                  <a:lnTo>
                    <a:pt x="178000" y="37715"/>
                  </a:lnTo>
                  <a:lnTo>
                    <a:pt x="148334" y="47093"/>
                  </a:lnTo>
                  <a:lnTo>
                    <a:pt x="118667" y="58866"/>
                  </a:lnTo>
                  <a:lnTo>
                    <a:pt x="89000" y="72834"/>
                  </a:lnTo>
                  <a:lnTo>
                    <a:pt x="59333" y="89066"/>
                  </a:lnTo>
                  <a:lnTo>
                    <a:pt x="29666" y="107676"/>
                  </a:lnTo>
                  <a:lnTo>
                    <a:pt x="0" y="128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3489347" y="6712019"/>
              <a:ext cx="2343679" cy="1253349"/>
            </a:xfrm>
            <a:custGeom>
              <a:avLst/>
              <a:pathLst>
                <a:path w="2343679" h="1253349">
                  <a:moveTo>
                    <a:pt x="0" y="89772"/>
                  </a:moveTo>
                  <a:lnTo>
                    <a:pt x="29666" y="88495"/>
                  </a:lnTo>
                  <a:lnTo>
                    <a:pt x="59333" y="87212"/>
                  </a:lnTo>
                  <a:lnTo>
                    <a:pt x="89000" y="85913"/>
                  </a:lnTo>
                  <a:lnTo>
                    <a:pt x="118667" y="84591"/>
                  </a:lnTo>
                  <a:lnTo>
                    <a:pt x="148334" y="83243"/>
                  </a:lnTo>
                  <a:lnTo>
                    <a:pt x="178000" y="81866"/>
                  </a:lnTo>
                  <a:lnTo>
                    <a:pt x="207667" y="80460"/>
                  </a:lnTo>
                  <a:lnTo>
                    <a:pt x="237334" y="79026"/>
                  </a:lnTo>
                  <a:lnTo>
                    <a:pt x="267001" y="77556"/>
                  </a:lnTo>
                  <a:lnTo>
                    <a:pt x="296668" y="76032"/>
                  </a:lnTo>
                  <a:lnTo>
                    <a:pt x="326335" y="74442"/>
                  </a:lnTo>
                  <a:lnTo>
                    <a:pt x="356001" y="72790"/>
                  </a:lnTo>
                  <a:lnTo>
                    <a:pt x="385668" y="71058"/>
                  </a:lnTo>
                  <a:lnTo>
                    <a:pt x="415335" y="69196"/>
                  </a:lnTo>
                  <a:lnTo>
                    <a:pt x="445002" y="67145"/>
                  </a:lnTo>
                  <a:lnTo>
                    <a:pt x="474669" y="64848"/>
                  </a:lnTo>
                  <a:lnTo>
                    <a:pt x="504336" y="62249"/>
                  </a:lnTo>
                  <a:lnTo>
                    <a:pt x="534002" y="59294"/>
                  </a:lnTo>
                  <a:lnTo>
                    <a:pt x="563669" y="55930"/>
                  </a:lnTo>
                  <a:lnTo>
                    <a:pt x="593336" y="52105"/>
                  </a:lnTo>
                  <a:lnTo>
                    <a:pt x="623003" y="47780"/>
                  </a:lnTo>
                  <a:lnTo>
                    <a:pt x="652670" y="43033"/>
                  </a:lnTo>
                  <a:lnTo>
                    <a:pt x="682336" y="37992"/>
                  </a:lnTo>
                  <a:lnTo>
                    <a:pt x="712003" y="32788"/>
                  </a:lnTo>
                  <a:lnTo>
                    <a:pt x="741670" y="27550"/>
                  </a:lnTo>
                  <a:lnTo>
                    <a:pt x="771337" y="22409"/>
                  </a:lnTo>
                  <a:lnTo>
                    <a:pt x="801004" y="17493"/>
                  </a:lnTo>
                  <a:lnTo>
                    <a:pt x="830671" y="12932"/>
                  </a:lnTo>
                  <a:lnTo>
                    <a:pt x="860337" y="8858"/>
                  </a:lnTo>
                  <a:lnTo>
                    <a:pt x="890004" y="5398"/>
                  </a:lnTo>
                  <a:lnTo>
                    <a:pt x="919671" y="2684"/>
                  </a:lnTo>
                  <a:lnTo>
                    <a:pt x="949338" y="844"/>
                  </a:lnTo>
                  <a:lnTo>
                    <a:pt x="979005" y="0"/>
                  </a:lnTo>
                  <a:lnTo>
                    <a:pt x="1008672" y="211"/>
                  </a:lnTo>
                  <a:lnTo>
                    <a:pt x="1038338" y="1518"/>
                  </a:lnTo>
                  <a:lnTo>
                    <a:pt x="1068005" y="3961"/>
                  </a:lnTo>
                  <a:lnTo>
                    <a:pt x="1097672" y="7577"/>
                  </a:lnTo>
                  <a:lnTo>
                    <a:pt x="1127339" y="12408"/>
                  </a:lnTo>
                  <a:lnTo>
                    <a:pt x="1157006" y="18492"/>
                  </a:lnTo>
                  <a:lnTo>
                    <a:pt x="1186673" y="25869"/>
                  </a:lnTo>
                  <a:lnTo>
                    <a:pt x="1216339" y="34578"/>
                  </a:lnTo>
                  <a:lnTo>
                    <a:pt x="1246006" y="44659"/>
                  </a:lnTo>
                  <a:lnTo>
                    <a:pt x="1275673" y="56151"/>
                  </a:lnTo>
                  <a:lnTo>
                    <a:pt x="1305340" y="69093"/>
                  </a:lnTo>
                  <a:lnTo>
                    <a:pt x="1335007" y="83526"/>
                  </a:lnTo>
                  <a:lnTo>
                    <a:pt x="1364673" y="99488"/>
                  </a:lnTo>
                  <a:lnTo>
                    <a:pt x="1394340" y="117018"/>
                  </a:lnTo>
                  <a:lnTo>
                    <a:pt x="1424007" y="136144"/>
                  </a:lnTo>
                  <a:lnTo>
                    <a:pt x="1453674" y="156829"/>
                  </a:lnTo>
                  <a:lnTo>
                    <a:pt x="1483341" y="179025"/>
                  </a:lnTo>
                  <a:lnTo>
                    <a:pt x="1513008" y="202681"/>
                  </a:lnTo>
                  <a:lnTo>
                    <a:pt x="1542674" y="227746"/>
                  </a:lnTo>
                  <a:lnTo>
                    <a:pt x="1572341" y="254170"/>
                  </a:lnTo>
                  <a:lnTo>
                    <a:pt x="1602008" y="281903"/>
                  </a:lnTo>
                  <a:lnTo>
                    <a:pt x="1631675" y="310895"/>
                  </a:lnTo>
                  <a:lnTo>
                    <a:pt x="1661342" y="341094"/>
                  </a:lnTo>
                  <a:lnTo>
                    <a:pt x="1691009" y="372452"/>
                  </a:lnTo>
                  <a:lnTo>
                    <a:pt x="1720675" y="404917"/>
                  </a:lnTo>
                  <a:lnTo>
                    <a:pt x="1750342" y="438439"/>
                  </a:lnTo>
                  <a:lnTo>
                    <a:pt x="1780009" y="472967"/>
                  </a:lnTo>
                  <a:lnTo>
                    <a:pt x="1809676" y="508453"/>
                  </a:lnTo>
                  <a:lnTo>
                    <a:pt x="1839343" y="544844"/>
                  </a:lnTo>
                  <a:lnTo>
                    <a:pt x="1869010" y="582091"/>
                  </a:lnTo>
                  <a:lnTo>
                    <a:pt x="1898676" y="620143"/>
                  </a:lnTo>
                  <a:lnTo>
                    <a:pt x="1928343" y="658951"/>
                  </a:lnTo>
                  <a:lnTo>
                    <a:pt x="1958010" y="698463"/>
                  </a:lnTo>
                  <a:lnTo>
                    <a:pt x="1987677" y="738630"/>
                  </a:lnTo>
                  <a:lnTo>
                    <a:pt x="2017344" y="779400"/>
                  </a:lnTo>
                  <a:lnTo>
                    <a:pt x="2047010" y="820725"/>
                  </a:lnTo>
                  <a:lnTo>
                    <a:pt x="2076677" y="862553"/>
                  </a:lnTo>
                  <a:lnTo>
                    <a:pt x="2106344" y="904833"/>
                  </a:lnTo>
                  <a:lnTo>
                    <a:pt x="2136011" y="947517"/>
                  </a:lnTo>
                  <a:lnTo>
                    <a:pt x="2165678" y="990553"/>
                  </a:lnTo>
                  <a:lnTo>
                    <a:pt x="2195345" y="1033891"/>
                  </a:lnTo>
                  <a:lnTo>
                    <a:pt x="2225011" y="1077480"/>
                  </a:lnTo>
                  <a:lnTo>
                    <a:pt x="2254678" y="1121271"/>
                  </a:lnTo>
                  <a:lnTo>
                    <a:pt x="2284345" y="1165213"/>
                  </a:lnTo>
                  <a:lnTo>
                    <a:pt x="2314012" y="1209256"/>
                  </a:lnTo>
                  <a:lnTo>
                    <a:pt x="2343679" y="1253349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tx637"/>
            <p:cNvSpPr/>
            <p:nvPr/>
          </p:nvSpPr>
          <p:spPr>
            <a:xfrm>
              <a:off x="3210161" y="767384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3247378" y="677168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3247378" y="587226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40" name="pl640"/>
            <p:cNvSpPr/>
            <p:nvPr/>
          </p:nvSpPr>
          <p:spPr>
            <a:xfrm>
              <a:off x="3337369" y="77141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3337369" y="68133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3337369" y="59125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374355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447537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20718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593900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tx647"/>
            <p:cNvSpPr/>
            <p:nvPr/>
          </p:nvSpPr>
          <p:spPr>
            <a:xfrm>
              <a:off x="3712480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4444295" y="865942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5176110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5876847" y="8659095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3535367" y="8777412"/>
              <a:ext cx="225163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Plasma pTau181 - Nico (Z)</a:t>
              </a:r>
            </a:p>
          </p:txBody>
        </p:sp>
        <p:sp>
          <p:nvSpPr>
            <p:cNvPr id="652" name="tx652"/>
            <p:cNvSpPr/>
            <p:nvPr/>
          </p:nvSpPr>
          <p:spPr>
            <a:xfrm rot="-5400000">
              <a:off x="1915194" y="6942179"/>
              <a:ext cx="23212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Plasma pTau181 - Nico (Z/year)</a:t>
              </a:r>
            </a:p>
          </p:txBody>
        </p:sp>
        <p:sp>
          <p:nvSpPr>
            <p:cNvPr id="653" name="rc653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30946" y="2104360"/>
                  </a:lnTo>
                  <a:lnTo>
                    <a:pt x="61892" y="2104360"/>
                  </a:lnTo>
                  <a:lnTo>
                    <a:pt x="92839" y="2104360"/>
                  </a:lnTo>
                  <a:lnTo>
                    <a:pt x="123785" y="2104360"/>
                  </a:lnTo>
                  <a:lnTo>
                    <a:pt x="154732" y="2104360"/>
                  </a:lnTo>
                  <a:lnTo>
                    <a:pt x="185678" y="2104360"/>
                  </a:lnTo>
                  <a:lnTo>
                    <a:pt x="185678" y="1870542"/>
                  </a:lnTo>
                  <a:lnTo>
                    <a:pt x="185678" y="1636724"/>
                  </a:lnTo>
                  <a:lnTo>
                    <a:pt x="185678" y="1402906"/>
                  </a:lnTo>
                  <a:lnTo>
                    <a:pt x="216625" y="1402906"/>
                  </a:lnTo>
                  <a:lnTo>
                    <a:pt x="247571" y="1402906"/>
                  </a:lnTo>
                  <a:lnTo>
                    <a:pt x="247571" y="1169089"/>
                  </a:lnTo>
                  <a:lnTo>
                    <a:pt x="278518" y="1169089"/>
                  </a:lnTo>
                  <a:lnTo>
                    <a:pt x="309464" y="1169089"/>
                  </a:lnTo>
                  <a:lnTo>
                    <a:pt x="340411" y="1169089"/>
                  </a:lnTo>
                  <a:lnTo>
                    <a:pt x="340411" y="935271"/>
                  </a:lnTo>
                  <a:lnTo>
                    <a:pt x="371357" y="935271"/>
                  </a:lnTo>
                  <a:lnTo>
                    <a:pt x="371357" y="701453"/>
                  </a:lnTo>
                  <a:lnTo>
                    <a:pt x="402304" y="701453"/>
                  </a:lnTo>
                  <a:lnTo>
                    <a:pt x="402304" y="467635"/>
                  </a:lnTo>
                  <a:lnTo>
                    <a:pt x="433250" y="467635"/>
                  </a:lnTo>
                  <a:lnTo>
                    <a:pt x="464197" y="467635"/>
                  </a:lnTo>
                  <a:lnTo>
                    <a:pt x="495143" y="467635"/>
                  </a:lnTo>
                  <a:lnTo>
                    <a:pt x="526090" y="467635"/>
                  </a:lnTo>
                  <a:lnTo>
                    <a:pt x="557036" y="467635"/>
                  </a:lnTo>
                  <a:lnTo>
                    <a:pt x="587983" y="467635"/>
                  </a:lnTo>
                  <a:lnTo>
                    <a:pt x="618929" y="467635"/>
                  </a:lnTo>
                  <a:lnTo>
                    <a:pt x="618929" y="233817"/>
                  </a:lnTo>
                  <a:lnTo>
                    <a:pt x="649875" y="233817"/>
                  </a:lnTo>
                  <a:lnTo>
                    <a:pt x="680822" y="233817"/>
                  </a:lnTo>
                  <a:lnTo>
                    <a:pt x="711768" y="233817"/>
                  </a:lnTo>
                  <a:lnTo>
                    <a:pt x="742715" y="233817"/>
                  </a:lnTo>
                  <a:lnTo>
                    <a:pt x="773661" y="233817"/>
                  </a:lnTo>
                  <a:lnTo>
                    <a:pt x="804608" y="233817"/>
                  </a:lnTo>
                  <a:lnTo>
                    <a:pt x="835554" y="233817"/>
                  </a:lnTo>
                  <a:lnTo>
                    <a:pt x="866501" y="233817"/>
                  </a:lnTo>
                  <a:lnTo>
                    <a:pt x="897447" y="233817"/>
                  </a:lnTo>
                  <a:lnTo>
                    <a:pt x="928394" y="233817"/>
                  </a:lnTo>
                  <a:lnTo>
                    <a:pt x="959340" y="233817"/>
                  </a:lnTo>
                  <a:lnTo>
                    <a:pt x="990287" y="233817"/>
                  </a:lnTo>
                  <a:lnTo>
                    <a:pt x="1021233" y="233817"/>
                  </a:lnTo>
                  <a:lnTo>
                    <a:pt x="1052180" y="233817"/>
                  </a:lnTo>
                  <a:lnTo>
                    <a:pt x="1083126" y="233817"/>
                  </a:lnTo>
                  <a:lnTo>
                    <a:pt x="1114073" y="233817"/>
                  </a:lnTo>
                  <a:lnTo>
                    <a:pt x="1114073" y="0"/>
                  </a:lnTo>
                  <a:lnTo>
                    <a:pt x="1145019" y="0"/>
                  </a:lnTo>
                  <a:lnTo>
                    <a:pt x="1175966" y="0"/>
                  </a:lnTo>
                  <a:lnTo>
                    <a:pt x="1206912" y="0"/>
                  </a:lnTo>
                  <a:lnTo>
                    <a:pt x="1237859" y="0"/>
                  </a:lnTo>
                  <a:lnTo>
                    <a:pt x="1268805" y="0"/>
                  </a:lnTo>
                  <a:lnTo>
                    <a:pt x="1299751" y="0"/>
                  </a:lnTo>
                  <a:lnTo>
                    <a:pt x="1330698" y="0"/>
                  </a:lnTo>
                  <a:lnTo>
                    <a:pt x="1361644" y="0"/>
                  </a:lnTo>
                  <a:lnTo>
                    <a:pt x="1392591" y="0"/>
                  </a:lnTo>
                  <a:lnTo>
                    <a:pt x="1423537" y="0"/>
                  </a:lnTo>
                  <a:lnTo>
                    <a:pt x="1454484" y="0"/>
                  </a:lnTo>
                  <a:lnTo>
                    <a:pt x="1485430" y="0"/>
                  </a:lnTo>
                  <a:lnTo>
                    <a:pt x="1516377" y="0"/>
                  </a:lnTo>
                  <a:lnTo>
                    <a:pt x="1547323" y="0"/>
                  </a:lnTo>
                  <a:lnTo>
                    <a:pt x="1578270" y="0"/>
                  </a:lnTo>
                  <a:lnTo>
                    <a:pt x="1609216" y="0"/>
                  </a:lnTo>
                  <a:lnTo>
                    <a:pt x="1640163" y="0"/>
                  </a:lnTo>
                  <a:lnTo>
                    <a:pt x="1671109" y="0"/>
                  </a:lnTo>
                  <a:lnTo>
                    <a:pt x="1702056" y="0"/>
                  </a:lnTo>
                  <a:lnTo>
                    <a:pt x="1733002" y="0"/>
                  </a:lnTo>
                  <a:lnTo>
                    <a:pt x="1763949" y="0"/>
                  </a:lnTo>
                  <a:lnTo>
                    <a:pt x="1794895" y="0"/>
                  </a:lnTo>
                  <a:lnTo>
                    <a:pt x="1825842" y="0"/>
                  </a:lnTo>
                  <a:lnTo>
                    <a:pt x="1856788" y="0"/>
                  </a:lnTo>
                  <a:lnTo>
                    <a:pt x="1887735" y="0"/>
                  </a:lnTo>
                  <a:lnTo>
                    <a:pt x="1918681" y="0"/>
                  </a:lnTo>
                  <a:lnTo>
                    <a:pt x="1949627" y="0"/>
                  </a:lnTo>
                  <a:lnTo>
                    <a:pt x="1980574" y="0"/>
                  </a:lnTo>
                  <a:lnTo>
                    <a:pt x="2011520" y="0"/>
                  </a:lnTo>
                  <a:lnTo>
                    <a:pt x="2042467" y="0"/>
                  </a:lnTo>
                  <a:lnTo>
                    <a:pt x="2073413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tx675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3.40 [0.394, 4.716]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0.807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0.286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0.889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90" name="tx690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91" name="rc691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9468163" y="816456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9468163" y="726377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9468163" y="636298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9468163" y="546219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947040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97696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1006881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1036802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9468163" y="771417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9468163" y="681338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9468163" y="591258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962001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991921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1021842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1051762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9608359" y="69281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9581821" y="66461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9651639" y="68356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10070752" y="62537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9602742" y="6835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0239452" y="71281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9706604" y="6723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9592429" y="679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9717074" y="6835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9632483" y="65614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9596276" y="6818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10010034" y="67420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9532616" y="67586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9721056" y="63670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10106671" y="62883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9587561" y="6775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9899717" y="7448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9776440" y="6887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9808661" y="7019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10050334" y="67608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9513248" y="67793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9525023" y="68408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9546142" y="6805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9686257" y="66771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9615376" y="67933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9530938" y="6975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9849772" y="64878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9741309" y="7057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9556504" y="6707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9674275" y="674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9503635" y="66071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10109427" y="6874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9602736" y="6697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9542560" y="65711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9665827" y="68769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9606652" y="66433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9686758" y="68640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9570322" y="6851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9695148" y="67043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9537781" y="67605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9687624" y="68634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9694013" y="70355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9698773" y="67556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9491249" y="6797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9595363" y="67620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9600103" y="68761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9634508" y="6840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9611467" y="68561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9620946" y="66350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9624649" y="65212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9528772" y="6756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9947983" y="63538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10077207" y="60608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10111398" y="70948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9852813" y="6670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9644277" y="673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9973046" y="65686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9647392" y="65527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9648409" y="6760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9802746" y="69745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9726670" y="6777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10449473" y="8027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9516359" y="68410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9590483" y="6561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9984844" y="78084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9570697" y="6840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10197956" y="79596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9613437" y="6766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9951679" y="6786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9878669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0148103" y="7233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9575072" y="6779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9526114" y="6751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9785359" y="66692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9987164" y="63878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9741600" y="68005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9614265" y="6886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9468163" y="657760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9516075" y="6568389"/>
              <a:ext cx="958224" cy="1883943"/>
            </a:xfrm>
            <a:custGeom>
              <a:avLst/>
              <a:pathLst>
                <a:path w="958224" h="1883943">
                  <a:moveTo>
                    <a:pt x="0" y="51368"/>
                  </a:moveTo>
                  <a:lnTo>
                    <a:pt x="12129" y="69527"/>
                  </a:lnTo>
                  <a:lnTo>
                    <a:pt x="24258" y="85569"/>
                  </a:lnTo>
                  <a:lnTo>
                    <a:pt x="36388" y="99203"/>
                  </a:lnTo>
                  <a:lnTo>
                    <a:pt x="48517" y="110529"/>
                  </a:lnTo>
                  <a:lnTo>
                    <a:pt x="60647" y="119604"/>
                  </a:lnTo>
                  <a:lnTo>
                    <a:pt x="72776" y="126229"/>
                  </a:lnTo>
                  <a:lnTo>
                    <a:pt x="84905" y="130467"/>
                  </a:lnTo>
                  <a:lnTo>
                    <a:pt x="97035" y="132769"/>
                  </a:lnTo>
                  <a:lnTo>
                    <a:pt x="109164" y="133380"/>
                  </a:lnTo>
                  <a:lnTo>
                    <a:pt x="121294" y="132417"/>
                  </a:lnTo>
                  <a:lnTo>
                    <a:pt x="133423" y="130236"/>
                  </a:lnTo>
                  <a:lnTo>
                    <a:pt x="145553" y="127042"/>
                  </a:lnTo>
                  <a:lnTo>
                    <a:pt x="157682" y="123365"/>
                  </a:lnTo>
                  <a:lnTo>
                    <a:pt x="169811" y="119107"/>
                  </a:lnTo>
                  <a:lnTo>
                    <a:pt x="181941" y="114135"/>
                  </a:lnTo>
                  <a:lnTo>
                    <a:pt x="194070" y="108671"/>
                  </a:lnTo>
                  <a:lnTo>
                    <a:pt x="206200" y="103026"/>
                  </a:lnTo>
                  <a:lnTo>
                    <a:pt x="218329" y="96945"/>
                  </a:lnTo>
                  <a:lnTo>
                    <a:pt x="230459" y="90101"/>
                  </a:lnTo>
                  <a:lnTo>
                    <a:pt x="242588" y="82570"/>
                  </a:lnTo>
                  <a:lnTo>
                    <a:pt x="254717" y="74813"/>
                  </a:lnTo>
                  <a:lnTo>
                    <a:pt x="266847" y="67184"/>
                  </a:lnTo>
                  <a:lnTo>
                    <a:pt x="278976" y="59756"/>
                  </a:lnTo>
                  <a:lnTo>
                    <a:pt x="291106" y="52476"/>
                  </a:lnTo>
                  <a:lnTo>
                    <a:pt x="303235" y="45252"/>
                  </a:lnTo>
                  <a:lnTo>
                    <a:pt x="315365" y="38019"/>
                  </a:lnTo>
                  <a:lnTo>
                    <a:pt x="327494" y="30788"/>
                  </a:lnTo>
                  <a:lnTo>
                    <a:pt x="339623" y="23668"/>
                  </a:lnTo>
                  <a:lnTo>
                    <a:pt x="351753" y="16873"/>
                  </a:lnTo>
                  <a:lnTo>
                    <a:pt x="363882" y="10717"/>
                  </a:lnTo>
                  <a:lnTo>
                    <a:pt x="376012" y="5580"/>
                  </a:lnTo>
                  <a:lnTo>
                    <a:pt x="388141" y="1882"/>
                  </a:lnTo>
                  <a:lnTo>
                    <a:pt x="400271" y="0"/>
                  </a:lnTo>
                  <a:lnTo>
                    <a:pt x="412400" y="2"/>
                  </a:lnTo>
                  <a:lnTo>
                    <a:pt x="424529" y="1790"/>
                  </a:lnTo>
                  <a:lnTo>
                    <a:pt x="436659" y="5208"/>
                  </a:lnTo>
                  <a:lnTo>
                    <a:pt x="448788" y="10066"/>
                  </a:lnTo>
                  <a:lnTo>
                    <a:pt x="460918" y="16161"/>
                  </a:lnTo>
                  <a:lnTo>
                    <a:pt x="473047" y="23297"/>
                  </a:lnTo>
                  <a:lnTo>
                    <a:pt x="485177" y="31303"/>
                  </a:lnTo>
                  <a:lnTo>
                    <a:pt x="497306" y="40052"/>
                  </a:lnTo>
                  <a:lnTo>
                    <a:pt x="509435" y="49481"/>
                  </a:lnTo>
                  <a:lnTo>
                    <a:pt x="521565" y="59599"/>
                  </a:lnTo>
                  <a:lnTo>
                    <a:pt x="533694" y="70488"/>
                  </a:lnTo>
                  <a:lnTo>
                    <a:pt x="545824" y="82295"/>
                  </a:lnTo>
                  <a:lnTo>
                    <a:pt x="557953" y="95218"/>
                  </a:lnTo>
                  <a:lnTo>
                    <a:pt x="570083" y="109481"/>
                  </a:lnTo>
                  <a:lnTo>
                    <a:pt x="582212" y="125293"/>
                  </a:lnTo>
                  <a:lnTo>
                    <a:pt x="594341" y="142705"/>
                  </a:lnTo>
                  <a:lnTo>
                    <a:pt x="606471" y="161694"/>
                  </a:lnTo>
                  <a:lnTo>
                    <a:pt x="618600" y="182193"/>
                  </a:lnTo>
                  <a:lnTo>
                    <a:pt x="630730" y="204106"/>
                  </a:lnTo>
                  <a:lnTo>
                    <a:pt x="642859" y="227312"/>
                  </a:lnTo>
                  <a:lnTo>
                    <a:pt x="654989" y="251669"/>
                  </a:lnTo>
                  <a:lnTo>
                    <a:pt x="667118" y="277024"/>
                  </a:lnTo>
                  <a:lnTo>
                    <a:pt x="679247" y="303213"/>
                  </a:lnTo>
                  <a:lnTo>
                    <a:pt x="691377" y="330073"/>
                  </a:lnTo>
                  <a:lnTo>
                    <a:pt x="703506" y="357441"/>
                  </a:lnTo>
                  <a:lnTo>
                    <a:pt x="715636" y="385165"/>
                  </a:lnTo>
                  <a:lnTo>
                    <a:pt x="727765" y="413103"/>
                  </a:lnTo>
                  <a:lnTo>
                    <a:pt x="739895" y="441133"/>
                  </a:lnTo>
                  <a:lnTo>
                    <a:pt x="752024" y="469147"/>
                  </a:lnTo>
                  <a:lnTo>
                    <a:pt x="764153" y="497062"/>
                  </a:lnTo>
                  <a:lnTo>
                    <a:pt x="776283" y="524809"/>
                  </a:lnTo>
                  <a:lnTo>
                    <a:pt x="788412" y="552339"/>
                  </a:lnTo>
                  <a:lnTo>
                    <a:pt x="800542" y="579620"/>
                  </a:lnTo>
                  <a:lnTo>
                    <a:pt x="812671" y="606628"/>
                  </a:lnTo>
                  <a:lnTo>
                    <a:pt x="824801" y="633355"/>
                  </a:lnTo>
                  <a:lnTo>
                    <a:pt x="836930" y="659797"/>
                  </a:lnTo>
                  <a:lnTo>
                    <a:pt x="849059" y="685955"/>
                  </a:lnTo>
                  <a:lnTo>
                    <a:pt x="861189" y="711836"/>
                  </a:lnTo>
                  <a:lnTo>
                    <a:pt x="873318" y="737450"/>
                  </a:lnTo>
                  <a:lnTo>
                    <a:pt x="885448" y="762804"/>
                  </a:lnTo>
                  <a:lnTo>
                    <a:pt x="897577" y="787909"/>
                  </a:lnTo>
                  <a:lnTo>
                    <a:pt x="909706" y="812775"/>
                  </a:lnTo>
                  <a:lnTo>
                    <a:pt x="921836" y="837411"/>
                  </a:lnTo>
                  <a:lnTo>
                    <a:pt x="933965" y="861825"/>
                  </a:lnTo>
                  <a:lnTo>
                    <a:pt x="946095" y="886025"/>
                  </a:lnTo>
                  <a:lnTo>
                    <a:pt x="958224" y="910015"/>
                  </a:lnTo>
                  <a:lnTo>
                    <a:pt x="958224" y="1883943"/>
                  </a:lnTo>
                  <a:lnTo>
                    <a:pt x="946095" y="1819747"/>
                  </a:lnTo>
                  <a:lnTo>
                    <a:pt x="933965" y="1755861"/>
                  </a:lnTo>
                  <a:lnTo>
                    <a:pt x="921836" y="1692391"/>
                  </a:lnTo>
                  <a:lnTo>
                    <a:pt x="909706" y="1629445"/>
                  </a:lnTo>
                  <a:lnTo>
                    <a:pt x="897577" y="1567132"/>
                  </a:lnTo>
                  <a:lnTo>
                    <a:pt x="885448" y="1505561"/>
                  </a:lnTo>
                  <a:lnTo>
                    <a:pt x="873318" y="1444844"/>
                  </a:lnTo>
                  <a:lnTo>
                    <a:pt x="861189" y="1385090"/>
                  </a:lnTo>
                  <a:lnTo>
                    <a:pt x="849059" y="1326410"/>
                  </a:lnTo>
                  <a:lnTo>
                    <a:pt x="836930" y="1268912"/>
                  </a:lnTo>
                  <a:lnTo>
                    <a:pt x="824801" y="1212705"/>
                  </a:lnTo>
                  <a:lnTo>
                    <a:pt x="812671" y="1157890"/>
                  </a:lnTo>
                  <a:lnTo>
                    <a:pt x="800542" y="1104566"/>
                  </a:lnTo>
                  <a:lnTo>
                    <a:pt x="788412" y="1052822"/>
                  </a:lnTo>
                  <a:lnTo>
                    <a:pt x="776283" y="1002737"/>
                  </a:lnTo>
                  <a:lnTo>
                    <a:pt x="764153" y="954380"/>
                  </a:lnTo>
                  <a:lnTo>
                    <a:pt x="752024" y="907800"/>
                  </a:lnTo>
                  <a:lnTo>
                    <a:pt x="739895" y="863032"/>
                  </a:lnTo>
                  <a:lnTo>
                    <a:pt x="727765" y="820091"/>
                  </a:lnTo>
                  <a:lnTo>
                    <a:pt x="715636" y="778972"/>
                  </a:lnTo>
                  <a:lnTo>
                    <a:pt x="703506" y="739651"/>
                  </a:lnTo>
                  <a:lnTo>
                    <a:pt x="691377" y="702090"/>
                  </a:lnTo>
                  <a:lnTo>
                    <a:pt x="679247" y="666235"/>
                  </a:lnTo>
                  <a:lnTo>
                    <a:pt x="667118" y="632025"/>
                  </a:lnTo>
                  <a:lnTo>
                    <a:pt x="654989" y="599397"/>
                  </a:lnTo>
                  <a:lnTo>
                    <a:pt x="642859" y="568288"/>
                  </a:lnTo>
                  <a:lnTo>
                    <a:pt x="630730" y="538645"/>
                  </a:lnTo>
                  <a:lnTo>
                    <a:pt x="618600" y="510428"/>
                  </a:lnTo>
                  <a:lnTo>
                    <a:pt x="606471" y="483616"/>
                  </a:lnTo>
                  <a:lnTo>
                    <a:pt x="594341" y="458213"/>
                  </a:lnTo>
                  <a:lnTo>
                    <a:pt x="582212" y="434254"/>
                  </a:lnTo>
                  <a:lnTo>
                    <a:pt x="570083" y="411815"/>
                  </a:lnTo>
                  <a:lnTo>
                    <a:pt x="557953" y="391017"/>
                  </a:lnTo>
                  <a:lnTo>
                    <a:pt x="545824" y="372016"/>
                  </a:lnTo>
                  <a:lnTo>
                    <a:pt x="533694" y="354958"/>
                  </a:lnTo>
                  <a:lnTo>
                    <a:pt x="521565" y="339963"/>
                  </a:lnTo>
                  <a:lnTo>
                    <a:pt x="509435" y="327097"/>
                  </a:lnTo>
                  <a:lnTo>
                    <a:pt x="497306" y="316364"/>
                  </a:lnTo>
                  <a:lnTo>
                    <a:pt x="485177" y="307695"/>
                  </a:lnTo>
                  <a:lnTo>
                    <a:pt x="473047" y="300947"/>
                  </a:lnTo>
                  <a:lnTo>
                    <a:pt x="460918" y="295915"/>
                  </a:lnTo>
                  <a:lnTo>
                    <a:pt x="448788" y="292349"/>
                  </a:lnTo>
                  <a:lnTo>
                    <a:pt x="436659" y="289973"/>
                  </a:lnTo>
                  <a:lnTo>
                    <a:pt x="424529" y="288506"/>
                  </a:lnTo>
                  <a:lnTo>
                    <a:pt x="412400" y="287679"/>
                  </a:lnTo>
                  <a:lnTo>
                    <a:pt x="400271" y="287259"/>
                  </a:lnTo>
                  <a:lnTo>
                    <a:pt x="388141" y="287066"/>
                  </a:lnTo>
                  <a:lnTo>
                    <a:pt x="376012" y="287047"/>
                  </a:lnTo>
                  <a:lnTo>
                    <a:pt x="363882" y="287339"/>
                  </a:lnTo>
                  <a:lnTo>
                    <a:pt x="351753" y="288101"/>
                  </a:lnTo>
                  <a:lnTo>
                    <a:pt x="339623" y="289456"/>
                  </a:lnTo>
                  <a:lnTo>
                    <a:pt x="327494" y="291456"/>
                  </a:lnTo>
                  <a:lnTo>
                    <a:pt x="315365" y="294057"/>
                  </a:lnTo>
                  <a:lnTo>
                    <a:pt x="303235" y="297109"/>
                  </a:lnTo>
                  <a:lnTo>
                    <a:pt x="291106" y="300360"/>
                  </a:lnTo>
                  <a:lnTo>
                    <a:pt x="278976" y="303488"/>
                  </a:lnTo>
                  <a:lnTo>
                    <a:pt x="266847" y="306142"/>
                  </a:lnTo>
                  <a:lnTo>
                    <a:pt x="254717" y="308007"/>
                  </a:lnTo>
                  <a:lnTo>
                    <a:pt x="242588" y="308899"/>
                  </a:lnTo>
                  <a:lnTo>
                    <a:pt x="230459" y="309018"/>
                  </a:lnTo>
                  <a:lnTo>
                    <a:pt x="218329" y="308902"/>
                  </a:lnTo>
                  <a:lnTo>
                    <a:pt x="206200" y="308731"/>
                  </a:lnTo>
                  <a:lnTo>
                    <a:pt x="194070" y="308284"/>
                  </a:lnTo>
                  <a:lnTo>
                    <a:pt x="181941" y="307414"/>
                  </a:lnTo>
                  <a:lnTo>
                    <a:pt x="169811" y="306544"/>
                  </a:lnTo>
                  <a:lnTo>
                    <a:pt x="157682" y="306011"/>
                  </a:lnTo>
                  <a:lnTo>
                    <a:pt x="145553" y="305796"/>
                  </a:lnTo>
                  <a:lnTo>
                    <a:pt x="133423" y="305908"/>
                  </a:lnTo>
                  <a:lnTo>
                    <a:pt x="121294" y="306906"/>
                  </a:lnTo>
                  <a:lnTo>
                    <a:pt x="109164" y="308991"/>
                  </a:lnTo>
                  <a:lnTo>
                    <a:pt x="97035" y="312542"/>
                  </a:lnTo>
                  <a:lnTo>
                    <a:pt x="84905" y="317713"/>
                  </a:lnTo>
                  <a:lnTo>
                    <a:pt x="72776" y="324762"/>
                  </a:lnTo>
                  <a:lnTo>
                    <a:pt x="60647" y="334141"/>
                  </a:lnTo>
                  <a:lnTo>
                    <a:pt x="48517" y="345913"/>
                  </a:lnTo>
                  <a:lnTo>
                    <a:pt x="36388" y="359881"/>
                  </a:lnTo>
                  <a:lnTo>
                    <a:pt x="24258" y="376114"/>
                  </a:lnTo>
                  <a:lnTo>
                    <a:pt x="12129" y="394723"/>
                  </a:lnTo>
                  <a:lnTo>
                    <a:pt x="0" y="41543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9516075" y="6568389"/>
              <a:ext cx="958224" cy="910015"/>
            </a:xfrm>
            <a:custGeom>
              <a:avLst/>
              <a:pathLst>
                <a:path w="958224" h="910015">
                  <a:moveTo>
                    <a:pt x="0" y="51368"/>
                  </a:moveTo>
                  <a:lnTo>
                    <a:pt x="12129" y="69527"/>
                  </a:lnTo>
                  <a:lnTo>
                    <a:pt x="24258" y="85569"/>
                  </a:lnTo>
                  <a:lnTo>
                    <a:pt x="36388" y="99203"/>
                  </a:lnTo>
                  <a:lnTo>
                    <a:pt x="48517" y="110529"/>
                  </a:lnTo>
                  <a:lnTo>
                    <a:pt x="60647" y="119604"/>
                  </a:lnTo>
                  <a:lnTo>
                    <a:pt x="72776" y="126229"/>
                  </a:lnTo>
                  <a:lnTo>
                    <a:pt x="84905" y="130467"/>
                  </a:lnTo>
                  <a:lnTo>
                    <a:pt x="97035" y="132769"/>
                  </a:lnTo>
                  <a:lnTo>
                    <a:pt x="109164" y="133380"/>
                  </a:lnTo>
                  <a:lnTo>
                    <a:pt x="121294" y="132417"/>
                  </a:lnTo>
                  <a:lnTo>
                    <a:pt x="133423" y="130236"/>
                  </a:lnTo>
                  <a:lnTo>
                    <a:pt x="145553" y="127042"/>
                  </a:lnTo>
                  <a:lnTo>
                    <a:pt x="157682" y="123365"/>
                  </a:lnTo>
                  <a:lnTo>
                    <a:pt x="169811" y="119107"/>
                  </a:lnTo>
                  <a:lnTo>
                    <a:pt x="181941" y="114135"/>
                  </a:lnTo>
                  <a:lnTo>
                    <a:pt x="194070" y="108671"/>
                  </a:lnTo>
                  <a:lnTo>
                    <a:pt x="206200" y="103026"/>
                  </a:lnTo>
                  <a:lnTo>
                    <a:pt x="218329" y="96945"/>
                  </a:lnTo>
                  <a:lnTo>
                    <a:pt x="230459" y="90101"/>
                  </a:lnTo>
                  <a:lnTo>
                    <a:pt x="242588" y="82570"/>
                  </a:lnTo>
                  <a:lnTo>
                    <a:pt x="254717" y="74813"/>
                  </a:lnTo>
                  <a:lnTo>
                    <a:pt x="266847" y="67184"/>
                  </a:lnTo>
                  <a:lnTo>
                    <a:pt x="278976" y="59756"/>
                  </a:lnTo>
                  <a:lnTo>
                    <a:pt x="291106" y="52476"/>
                  </a:lnTo>
                  <a:lnTo>
                    <a:pt x="303235" y="45252"/>
                  </a:lnTo>
                  <a:lnTo>
                    <a:pt x="315365" y="38019"/>
                  </a:lnTo>
                  <a:lnTo>
                    <a:pt x="327494" y="30788"/>
                  </a:lnTo>
                  <a:lnTo>
                    <a:pt x="339623" y="23668"/>
                  </a:lnTo>
                  <a:lnTo>
                    <a:pt x="351753" y="16873"/>
                  </a:lnTo>
                  <a:lnTo>
                    <a:pt x="363882" y="10717"/>
                  </a:lnTo>
                  <a:lnTo>
                    <a:pt x="376012" y="5580"/>
                  </a:lnTo>
                  <a:lnTo>
                    <a:pt x="388141" y="1882"/>
                  </a:lnTo>
                  <a:lnTo>
                    <a:pt x="400271" y="0"/>
                  </a:lnTo>
                  <a:lnTo>
                    <a:pt x="412400" y="2"/>
                  </a:lnTo>
                  <a:lnTo>
                    <a:pt x="424529" y="1790"/>
                  </a:lnTo>
                  <a:lnTo>
                    <a:pt x="436659" y="5208"/>
                  </a:lnTo>
                  <a:lnTo>
                    <a:pt x="448788" y="10066"/>
                  </a:lnTo>
                  <a:lnTo>
                    <a:pt x="460918" y="16161"/>
                  </a:lnTo>
                  <a:lnTo>
                    <a:pt x="473047" y="23297"/>
                  </a:lnTo>
                  <a:lnTo>
                    <a:pt x="485177" y="31303"/>
                  </a:lnTo>
                  <a:lnTo>
                    <a:pt x="497306" y="40052"/>
                  </a:lnTo>
                  <a:lnTo>
                    <a:pt x="509435" y="49481"/>
                  </a:lnTo>
                  <a:lnTo>
                    <a:pt x="521565" y="59599"/>
                  </a:lnTo>
                  <a:lnTo>
                    <a:pt x="533694" y="70488"/>
                  </a:lnTo>
                  <a:lnTo>
                    <a:pt x="545824" y="82295"/>
                  </a:lnTo>
                  <a:lnTo>
                    <a:pt x="557953" y="95218"/>
                  </a:lnTo>
                  <a:lnTo>
                    <a:pt x="570083" y="109481"/>
                  </a:lnTo>
                  <a:lnTo>
                    <a:pt x="582212" y="125293"/>
                  </a:lnTo>
                  <a:lnTo>
                    <a:pt x="594341" y="142705"/>
                  </a:lnTo>
                  <a:lnTo>
                    <a:pt x="606471" y="161694"/>
                  </a:lnTo>
                  <a:lnTo>
                    <a:pt x="618600" y="182193"/>
                  </a:lnTo>
                  <a:lnTo>
                    <a:pt x="630730" y="204106"/>
                  </a:lnTo>
                  <a:lnTo>
                    <a:pt x="642859" y="227312"/>
                  </a:lnTo>
                  <a:lnTo>
                    <a:pt x="654989" y="251669"/>
                  </a:lnTo>
                  <a:lnTo>
                    <a:pt x="667118" y="277024"/>
                  </a:lnTo>
                  <a:lnTo>
                    <a:pt x="679247" y="303213"/>
                  </a:lnTo>
                  <a:lnTo>
                    <a:pt x="691377" y="330073"/>
                  </a:lnTo>
                  <a:lnTo>
                    <a:pt x="703506" y="357441"/>
                  </a:lnTo>
                  <a:lnTo>
                    <a:pt x="715636" y="385165"/>
                  </a:lnTo>
                  <a:lnTo>
                    <a:pt x="727765" y="413103"/>
                  </a:lnTo>
                  <a:lnTo>
                    <a:pt x="739895" y="441133"/>
                  </a:lnTo>
                  <a:lnTo>
                    <a:pt x="752024" y="469147"/>
                  </a:lnTo>
                  <a:lnTo>
                    <a:pt x="764153" y="497062"/>
                  </a:lnTo>
                  <a:lnTo>
                    <a:pt x="776283" y="524809"/>
                  </a:lnTo>
                  <a:lnTo>
                    <a:pt x="788412" y="552339"/>
                  </a:lnTo>
                  <a:lnTo>
                    <a:pt x="800542" y="579620"/>
                  </a:lnTo>
                  <a:lnTo>
                    <a:pt x="812671" y="606628"/>
                  </a:lnTo>
                  <a:lnTo>
                    <a:pt x="824801" y="633355"/>
                  </a:lnTo>
                  <a:lnTo>
                    <a:pt x="836930" y="659797"/>
                  </a:lnTo>
                  <a:lnTo>
                    <a:pt x="849059" y="685955"/>
                  </a:lnTo>
                  <a:lnTo>
                    <a:pt x="861189" y="711836"/>
                  </a:lnTo>
                  <a:lnTo>
                    <a:pt x="873318" y="737450"/>
                  </a:lnTo>
                  <a:lnTo>
                    <a:pt x="885448" y="762804"/>
                  </a:lnTo>
                  <a:lnTo>
                    <a:pt x="897577" y="787909"/>
                  </a:lnTo>
                  <a:lnTo>
                    <a:pt x="909706" y="812775"/>
                  </a:lnTo>
                  <a:lnTo>
                    <a:pt x="921836" y="837411"/>
                  </a:lnTo>
                  <a:lnTo>
                    <a:pt x="933965" y="861825"/>
                  </a:lnTo>
                  <a:lnTo>
                    <a:pt x="946095" y="886025"/>
                  </a:lnTo>
                  <a:lnTo>
                    <a:pt x="958224" y="910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9516075" y="6855436"/>
              <a:ext cx="958224" cy="1596895"/>
            </a:xfrm>
            <a:custGeom>
              <a:avLst/>
              <a:pathLst>
                <a:path w="958224" h="1596895">
                  <a:moveTo>
                    <a:pt x="958224" y="1596895"/>
                  </a:moveTo>
                  <a:lnTo>
                    <a:pt x="946095" y="1532700"/>
                  </a:lnTo>
                  <a:lnTo>
                    <a:pt x="933965" y="1468813"/>
                  </a:lnTo>
                  <a:lnTo>
                    <a:pt x="921836" y="1405343"/>
                  </a:lnTo>
                  <a:lnTo>
                    <a:pt x="909706" y="1342397"/>
                  </a:lnTo>
                  <a:lnTo>
                    <a:pt x="897577" y="1280084"/>
                  </a:lnTo>
                  <a:lnTo>
                    <a:pt x="885448" y="1218514"/>
                  </a:lnTo>
                  <a:lnTo>
                    <a:pt x="873318" y="1157796"/>
                  </a:lnTo>
                  <a:lnTo>
                    <a:pt x="861189" y="1098042"/>
                  </a:lnTo>
                  <a:lnTo>
                    <a:pt x="849059" y="1039362"/>
                  </a:lnTo>
                  <a:lnTo>
                    <a:pt x="836930" y="981865"/>
                  </a:lnTo>
                  <a:lnTo>
                    <a:pt x="824801" y="925657"/>
                  </a:lnTo>
                  <a:lnTo>
                    <a:pt x="812671" y="870843"/>
                  </a:lnTo>
                  <a:lnTo>
                    <a:pt x="800542" y="817518"/>
                  </a:lnTo>
                  <a:lnTo>
                    <a:pt x="788412" y="765774"/>
                  </a:lnTo>
                  <a:lnTo>
                    <a:pt x="776283" y="715690"/>
                  </a:lnTo>
                  <a:lnTo>
                    <a:pt x="764153" y="667332"/>
                  </a:lnTo>
                  <a:lnTo>
                    <a:pt x="752024" y="620752"/>
                  </a:lnTo>
                  <a:lnTo>
                    <a:pt x="739895" y="575984"/>
                  </a:lnTo>
                  <a:lnTo>
                    <a:pt x="727765" y="533043"/>
                  </a:lnTo>
                  <a:lnTo>
                    <a:pt x="715636" y="491924"/>
                  </a:lnTo>
                  <a:lnTo>
                    <a:pt x="703506" y="452604"/>
                  </a:lnTo>
                  <a:lnTo>
                    <a:pt x="691377" y="415042"/>
                  </a:lnTo>
                  <a:lnTo>
                    <a:pt x="679247" y="379187"/>
                  </a:lnTo>
                  <a:lnTo>
                    <a:pt x="667118" y="344978"/>
                  </a:lnTo>
                  <a:lnTo>
                    <a:pt x="654989" y="312349"/>
                  </a:lnTo>
                  <a:lnTo>
                    <a:pt x="642859" y="281241"/>
                  </a:lnTo>
                  <a:lnTo>
                    <a:pt x="630730" y="251598"/>
                  </a:lnTo>
                  <a:lnTo>
                    <a:pt x="618600" y="223381"/>
                  </a:lnTo>
                  <a:lnTo>
                    <a:pt x="606471" y="196569"/>
                  </a:lnTo>
                  <a:lnTo>
                    <a:pt x="594341" y="171165"/>
                  </a:lnTo>
                  <a:lnTo>
                    <a:pt x="582212" y="147206"/>
                  </a:lnTo>
                  <a:lnTo>
                    <a:pt x="570083" y="124767"/>
                  </a:lnTo>
                  <a:lnTo>
                    <a:pt x="557953" y="103970"/>
                  </a:lnTo>
                  <a:lnTo>
                    <a:pt x="545824" y="84968"/>
                  </a:lnTo>
                  <a:lnTo>
                    <a:pt x="533694" y="67911"/>
                  </a:lnTo>
                  <a:lnTo>
                    <a:pt x="521565" y="52915"/>
                  </a:lnTo>
                  <a:lnTo>
                    <a:pt x="509435" y="40049"/>
                  </a:lnTo>
                  <a:lnTo>
                    <a:pt x="497306" y="29317"/>
                  </a:lnTo>
                  <a:lnTo>
                    <a:pt x="485177" y="20648"/>
                  </a:lnTo>
                  <a:lnTo>
                    <a:pt x="473047" y="13899"/>
                  </a:lnTo>
                  <a:lnTo>
                    <a:pt x="460918" y="8867"/>
                  </a:lnTo>
                  <a:lnTo>
                    <a:pt x="448788" y="5301"/>
                  </a:lnTo>
                  <a:lnTo>
                    <a:pt x="436659" y="2925"/>
                  </a:lnTo>
                  <a:lnTo>
                    <a:pt x="424529" y="1458"/>
                  </a:lnTo>
                  <a:lnTo>
                    <a:pt x="412400" y="632"/>
                  </a:lnTo>
                  <a:lnTo>
                    <a:pt x="400271" y="211"/>
                  </a:lnTo>
                  <a:lnTo>
                    <a:pt x="388141" y="18"/>
                  </a:lnTo>
                  <a:lnTo>
                    <a:pt x="376012" y="0"/>
                  </a:lnTo>
                  <a:lnTo>
                    <a:pt x="363882" y="291"/>
                  </a:lnTo>
                  <a:lnTo>
                    <a:pt x="351753" y="1053"/>
                  </a:lnTo>
                  <a:lnTo>
                    <a:pt x="339623" y="2409"/>
                  </a:lnTo>
                  <a:lnTo>
                    <a:pt x="327494" y="4409"/>
                  </a:lnTo>
                  <a:lnTo>
                    <a:pt x="315365" y="7010"/>
                  </a:lnTo>
                  <a:lnTo>
                    <a:pt x="303235" y="10061"/>
                  </a:lnTo>
                  <a:lnTo>
                    <a:pt x="291106" y="13313"/>
                  </a:lnTo>
                  <a:lnTo>
                    <a:pt x="278976" y="16441"/>
                  </a:lnTo>
                  <a:lnTo>
                    <a:pt x="266847" y="19094"/>
                  </a:lnTo>
                  <a:lnTo>
                    <a:pt x="254717" y="20959"/>
                  </a:lnTo>
                  <a:lnTo>
                    <a:pt x="242588" y="21851"/>
                  </a:lnTo>
                  <a:lnTo>
                    <a:pt x="230459" y="21971"/>
                  </a:lnTo>
                  <a:lnTo>
                    <a:pt x="218329" y="21854"/>
                  </a:lnTo>
                  <a:lnTo>
                    <a:pt x="206200" y="21684"/>
                  </a:lnTo>
                  <a:lnTo>
                    <a:pt x="194070" y="21237"/>
                  </a:lnTo>
                  <a:lnTo>
                    <a:pt x="181941" y="20366"/>
                  </a:lnTo>
                  <a:lnTo>
                    <a:pt x="169811" y="19497"/>
                  </a:lnTo>
                  <a:lnTo>
                    <a:pt x="157682" y="18963"/>
                  </a:lnTo>
                  <a:lnTo>
                    <a:pt x="145553" y="18749"/>
                  </a:lnTo>
                  <a:lnTo>
                    <a:pt x="133423" y="18861"/>
                  </a:lnTo>
                  <a:lnTo>
                    <a:pt x="121294" y="19858"/>
                  </a:lnTo>
                  <a:lnTo>
                    <a:pt x="109164" y="21944"/>
                  </a:lnTo>
                  <a:lnTo>
                    <a:pt x="97035" y="25494"/>
                  </a:lnTo>
                  <a:lnTo>
                    <a:pt x="84905" y="30666"/>
                  </a:lnTo>
                  <a:lnTo>
                    <a:pt x="72776" y="37715"/>
                  </a:lnTo>
                  <a:lnTo>
                    <a:pt x="60647" y="47093"/>
                  </a:lnTo>
                  <a:lnTo>
                    <a:pt x="48517" y="58866"/>
                  </a:lnTo>
                  <a:lnTo>
                    <a:pt x="36388" y="72834"/>
                  </a:lnTo>
                  <a:lnTo>
                    <a:pt x="24258" y="89066"/>
                  </a:lnTo>
                  <a:lnTo>
                    <a:pt x="12129" y="107676"/>
                  </a:lnTo>
                  <a:lnTo>
                    <a:pt x="0" y="128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9516075" y="6712019"/>
              <a:ext cx="958224" cy="1253349"/>
            </a:xfrm>
            <a:custGeom>
              <a:avLst/>
              <a:pathLst>
                <a:path w="958224" h="1253349">
                  <a:moveTo>
                    <a:pt x="0" y="89772"/>
                  </a:moveTo>
                  <a:lnTo>
                    <a:pt x="12129" y="88495"/>
                  </a:lnTo>
                  <a:lnTo>
                    <a:pt x="24258" y="87212"/>
                  </a:lnTo>
                  <a:lnTo>
                    <a:pt x="36388" y="85913"/>
                  </a:lnTo>
                  <a:lnTo>
                    <a:pt x="48517" y="84591"/>
                  </a:lnTo>
                  <a:lnTo>
                    <a:pt x="60647" y="83243"/>
                  </a:lnTo>
                  <a:lnTo>
                    <a:pt x="72776" y="81866"/>
                  </a:lnTo>
                  <a:lnTo>
                    <a:pt x="84905" y="80460"/>
                  </a:lnTo>
                  <a:lnTo>
                    <a:pt x="97035" y="79026"/>
                  </a:lnTo>
                  <a:lnTo>
                    <a:pt x="109164" y="77556"/>
                  </a:lnTo>
                  <a:lnTo>
                    <a:pt x="121294" y="76032"/>
                  </a:lnTo>
                  <a:lnTo>
                    <a:pt x="133423" y="74442"/>
                  </a:lnTo>
                  <a:lnTo>
                    <a:pt x="145553" y="72790"/>
                  </a:lnTo>
                  <a:lnTo>
                    <a:pt x="157682" y="71058"/>
                  </a:lnTo>
                  <a:lnTo>
                    <a:pt x="169811" y="69196"/>
                  </a:lnTo>
                  <a:lnTo>
                    <a:pt x="181941" y="67145"/>
                  </a:lnTo>
                  <a:lnTo>
                    <a:pt x="194070" y="64848"/>
                  </a:lnTo>
                  <a:lnTo>
                    <a:pt x="206200" y="62249"/>
                  </a:lnTo>
                  <a:lnTo>
                    <a:pt x="218329" y="59294"/>
                  </a:lnTo>
                  <a:lnTo>
                    <a:pt x="230459" y="55930"/>
                  </a:lnTo>
                  <a:lnTo>
                    <a:pt x="242588" y="52105"/>
                  </a:lnTo>
                  <a:lnTo>
                    <a:pt x="254717" y="47780"/>
                  </a:lnTo>
                  <a:lnTo>
                    <a:pt x="266847" y="43033"/>
                  </a:lnTo>
                  <a:lnTo>
                    <a:pt x="278976" y="37992"/>
                  </a:lnTo>
                  <a:lnTo>
                    <a:pt x="291106" y="32788"/>
                  </a:lnTo>
                  <a:lnTo>
                    <a:pt x="303235" y="27550"/>
                  </a:lnTo>
                  <a:lnTo>
                    <a:pt x="315365" y="22409"/>
                  </a:lnTo>
                  <a:lnTo>
                    <a:pt x="327494" y="17493"/>
                  </a:lnTo>
                  <a:lnTo>
                    <a:pt x="339623" y="12932"/>
                  </a:lnTo>
                  <a:lnTo>
                    <a:pt x="351753" y="8858"/>
                  </a:lnTo>
                  <a:lnTo>
                    <a:pt x="363882" y="5398"/>
                  </a:lnTo>
                  <a:lnTo>
                    <a:pt x="376012" y="2684"/>
                  </a:lnTo>
                  <a:lnTo>
                    <a:pt x="388141" y="844"/>
                  </a:lnTo>
                  <a:lnTo>
                    <a:pt x="400271" y="0"/>
                  </a:lnTo>
                  <a:lnTo>
                    <a:pt x="412400" y="211"/>
                  </a:lnTo>
                  <a:lnTo>
                    <a:pt x="424529" y="1518"/>
                  </a:lnTo>
                  <a:lnTo>
                    <a:pt x="436659" y="3961"/>
                  </a:lnTo>
                  <a:lnTo>
                    <a:pt x="448788" y="7577"/>
                  </a:lnTo>
                  <a:lnTo>
                    <a:pt x="460918" y="12408"/>
                  </a:lnTo>
                  <a:lnTo>
                    <a:pt x="473047" y="18492"/>
                  </a:lnTo>
                  <a:lnTo>
                    <a:pt x="485177" y="25869"/>
                  </a:lnTo>
                  <a:lnTo>
                    <a:pt x="497306" y="34578"/>
                  </a:lnTo>
                  <a:lnTo>
                    <a:pt x="509435" y="44659"/>
                  </a:lnTo>
                  <a:lnTo>
                    <a:pt x="521565" y="56151"/>
                  </a:lnTo>
                  <a:lnTo>
                    <a:pt x="533694" y="69093"/>
                  </a:lnTo>
                  <a:lnTo>
                    <a:pt x="545824" y="83526"/>
                  </a:lnTo>
                  <a:lnTo>
                    <a:pt x="557953" y="99488"/>
                  </a:lnTo>
                  <a:lnTo>
                    <a:pt x="570083" y="117018"/>
                  </a:lnTo>
                  <a:lnTo>
                    <a:pt x="582212" y="136144"/>
                  </a:lnTo>
                  <a:lnTo>
                    <a:pt x="594341" y="156829"/>
                  </a:lnTo>
                  <a:lnTo>
                    <a:pt x="606471" y="179025"/>
                  </a:lnTo>
                  <a:lnTo>
                    <a:pt x="618600" y="202681"/>
                  </a:lnTo>
                  <a:lnTo>
                    <a:pt x="630730" y="227746"/>
                  </a:lnTo>
                  <a:lnTo>
                    <a:pt x="642859" y="254170"/>
                  </a:lnTo>
                  <a:lnTo>
                    <a:pt x="654989" y="281903"/>
                  </a:lnTo>
                  <a:lnTo>
                    <a:pt x="667118" y="310895"/>
                  </a:lnTo>
                  <a:lnTo>
                    <a:pt x="679247" y="341094"/>
                  </a:lnTo>
                  <a:lnTo>
                    <a:pt x="691377" y="372452"/>
                  </a:lnTo>
                  <a:lnTo>
                    <a:pt x="703506" y="404917"/>
                  </a:lnTo>
                  <a:lnTo>
                    <a:pt x="715636" y="438439"/>
                  </a:lnTo>
                  <a:lnTo>
                    <a:pt x="727765" y="472967"/>
                  </a:lnTo>
                  <a:lnTo>
                    <a:pt x="739895" y="508453"/>
                  </a:lnTo>
                  <a:lnTo>
                    <a:pt x="752024" y="544844"/>
                  </a:lnTo>
                  <a:lnTo>
                    <a:pt x="764153" y="582091"/>
                  </a:lnTo>
                  <a:lnTo>
                    <a:pt x="776283" y="620143"/>
                  </a:lnTo>
                  <a:lnTo>
                    <a:pt x="788412" y="658951"/>
                  </a:lnTo>
                  <a:lnTo>
                    <a:pt x="800542" y="698463"/>
                  </a:lnTo>
                  <a:lnTo>
                    <a:pt x="812671" y="738630"/>
                  </a:lnTo>
                  <a:lnTo>
                    <a:pt x="824801" y="779400"/>
                  </a:lnTo>
                  <a:lnTo>
                    <a:pt x="836930" y="820725"/>
                  </a:lnTo>
                  <a:lnTo>
                    <a:pt x="849059" y="862553"/>
                  </a:lnTo>
                  <a:lnTo>
                    <a:pt x="861189" y="904833"/>
                  </a:lnTo>
                  <a:lnTo>
                    <a:pt x="873318" y="947517"/>
                  </a:lnTo>
                  <a:lnTo>
                    <a:pt x="885448" y="990553"/>
                  </a:lnTo>
                  <a:lnTo>
                    <a:pt x="897577" y="1033891"/>
                  </a:lnTo>
                  <a:lnTo>
                    <a:pt x="909706" y="1077480"/>
                  </a:lnTo>
                  <a:lnTo>
                    <a:pt x="921836" y="1121271"/>
                  </a:lnTo>
                  <a:lnTo>
                    <a:pt x="933965" y="1165213"/>
                  </a:lnTo>
                  <a:lnTo>
                    <a:pt x="946095" y="1209256"/>
                  </a:lnTo>
                  <a:lnTo>
                    <a:pt x="958224" y="1253349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973269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tx792"/>
            <p:cNvSpPr/>
            <p:nvPr/>
          </p:nvSpPr>
          <p:spPr>
            <a:xfrm>
              <a:off x="9306161" y="767384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9343378" y="677168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9343378" y="587226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95" name="pl795"/>
            <p:cNvSpPr/>
            <p:nvPr/>
          </p:nvSpPr>
          <p:spPr>
            <a:xfrm>
              <a:off x="9433369" y="77141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9433369" y="68133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433369" y="59125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62001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91921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1021842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1051762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tx802"/>
            <p:cNvSpPr/>
            <p:nvPr/>
          </p:nvSpPr>
          <p:spPr>
            <a:xfrm>
              <a:off x="9588932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9888138" y="865942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10187344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10455472" y="8659095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9234170" y="8780345"/>
              <a:ext cx="152203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plasmapTau181_Nico_Z</a:t>
              </a:r>
            </a:p>
          </p:txBody>
        </p:sp>
        <p:sp>
          <p:nvSpPr>
            <p:cNvPr id="807" name="tx807"/>
            <p:cNvSpPr/>
            <p:nvPr/>
          </p:nvSpPr>
          <p:spPr>
            <a:xfrm rot="-5400000">
              <a:off x="8291344" y="6942997"/>
              <a:ext cx="1762621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RofC_plasmapT181_Nico_Z</a:t>
              </a:r>
            </a:p>
          </p:txBody>
        </p:sp>
        <p:sp>
          <p:nvSpPr>
            <p:cNvPr id="808" name="rc808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11020738" y="673080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11020738" y="635800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11020738" y="598521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11020738" y="561241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11020738" y="654440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11020738" y="617160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11020738" y="579881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11020738" y="542601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11643612" y="637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11307199" y="653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11183286" y="6679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1042525" y="6503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1116442" y="655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11182022" y="656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11042525" y="6637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11042525" y="649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1042525" y="6650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1042525" y="6527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1446511" y="641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1042525" y="653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1112208" y="6540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1187027" y="647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1183467" y="64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1371070" y="6452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1505388" y="6499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1042525" y="6479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1184430" y="6510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1355444" y="653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1505025" y="6380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1714989" y="6338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1042525" y="649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1042525" y="6604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1254059" y="6433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1705908" y="6435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1310992" y="645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1042525" y="6443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1042525" y="6523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1177194" y="65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1514627" y="6437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1042525" y="641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1241438" y="6556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1241598" y="6367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1505185" y="640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1042525" y="6556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1152670" y="6508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1042525" y="6473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170592" y="6382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042525" y="6456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1042525" y="651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1299771" y="6542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1042525" y="659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241575" y="6569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1511140" y="6552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1042525" y="6394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1042525" y="640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1042525" y="6391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1042525" y="652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1185262" y="652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1042525" y="6465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1042525" y="6471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1042525" y="662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1322570" y="6566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1451402" y="6623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1314626" y="6606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1446370" y="6628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1042525" y="648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1042525" y="638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1042525" y="6393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1174228" y="6455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1042525" y="65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1186728" y="659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313902" y="6594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249047" y="640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1647417" y="6267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1042525" y="6456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1435641" y="6494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1570062" y="6541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1704301" y="649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1316438" y="6599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1456837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1042525" y="6423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1177670" y="648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119922" y="642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1709350" y="64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042525" y="6582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042525" y="65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1198411" y="6528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1171692" y="6405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1042525" y="642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1178676" y="6401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1042525" y="6517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1042525" y="6373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1042525" y="6633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1190725" y="654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1042525" y="6667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1042525" y="663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1109682" y="6532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1042525" y="6513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1337634" y="6510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1455569" y="6476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1042525" y="659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1042525" y="6544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042525" y="658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1190725" y="648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1176221" y="6431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1312090" y="6469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1170516" y="650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1330143" y="643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1185666" y="6427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1504200" y="640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1676120" y="6446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1042525" y="655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1345014" y="660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1175315" y="646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1042525" y="644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1042525" y="6442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1042525" y="643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1042525" y="639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1119872" y="637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1042525" y="6570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1042525" y="6591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1510165" y="6550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1042525" y="6472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1042525" y="6575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1503576" y="6503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1630100" y="653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1042525" y="661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1042525" y="640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1312453" y="6467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1381902" y="639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1516257" y="6500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1042525" y="6466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1101123" y="639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1190978" y="638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1042525" y="659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1042525" y="6649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1175762" y="666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308644" y="6656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1042525" y="661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1338674" y="664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1686384" y="647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1042525" y="6519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1307199" y="64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1307380" y="65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1440532" y="654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1042525" y="656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1042525" y="6631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1568431" y="639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1373557" y="6470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1506656" y="6508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1705207" y="6526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1184340" y="649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1439077" y="6553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1042525" y="6544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1184554" y="64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307380" y="6428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174409" y="6482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1253576" y="638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1317344" y="64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1506125" y="6194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1129984" y="6586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1297235" y="660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1440532" y="6587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1652707" y="6420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1400134" y="6479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1042525" y="64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1318793" y="6544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1042525" y="642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114807" y="645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188909" y="645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1247597" y="6477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1444911" y="6423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1622417" y="638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1042525" y="6441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1320424" y="6505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1042525" y="645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1117344" y="644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1239502" y="6315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1576583" y="6527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1042525" y="6453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1178757" y="6441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1042525" y="6600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1188177" y="6601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1314967" y="6633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1042525" y="6643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1180793" y="661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448899" y="6661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1277308" y="6408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1449409" y="6458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042525" y="6525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1188358" y="642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1388532" y="6387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1179316" y="6536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1221238" y="6550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1307380" y="6564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1042525" y="6406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1371992" y="639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1175629" y="6501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1124952" y="651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042525" y="6496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227605" y="647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1373322" y="6460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1529134" y="646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1042525" y="636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1308648" y="6468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1371873" y="642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1241124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1042525" y="6447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1042525" y="6544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177194" y="651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1299771" y="6537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1178975" y="651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1042525" y="6466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1042525" y="648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1187047" y="6475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1042525" y="6605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394447" y="6565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180692" y="6540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042525" y="6547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1042525" y="6635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1042525" y="6501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1320061" y="662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1309916" y="6495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442887" y="6536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042525" y="6481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11067351" y="6527987"/>
              <a:ext cx="139496" cy="60045"/>
            </a:xfrm>
            <a:custGeom>
              <a:avLst/>
              <a:pathLst>
                <a:path w="139496" h="60045">
                  <a:moveTo>
                    <a:pt x="0" y="0"/>
                  </a:moveTo>
                  <a:lnTo>
                    <a:pt x="73917" y="54227"/>
                  </a:lnTo>
                  <a:lnTo>
                    <a:pt x="139496" y="600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11067351" y="6497469"/>
              <a:ext cx="144502" cy="67390"/>
            </a:xfrm>
            <a:custGeom>
              <a:avLst/>
              <a:pathLst>
                <a:path w="144502" h="67390">
                  <a:moveTo>
                    <a:pt x="0" y="63582"/>
                  </a:moveTo>
                  <a:lnTo>
                    <a:pt x="69683" y="67390"/>
                  </a:lnTo>
                  <a:lnTo>
                    <a:pt x="144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11395896" y="6477628"/>
              <a:ext cx="134317" cy="46674"/>
            </a:xfrm>
            <a:custGeom>
              <a:avLst/>
              <a:pathLst>
                <a:path w="134317" h="46674">
                  <a:moveTo>
                    <a:pt x="0" y="0"/>
                  </a:moveTo>
                  <a:lnTo>
                    <a:pt x="134317" y="466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11209256" y="6534985"/>
              <a:ext cx="171014" cy="25307"/>
            </a:xfrm>
            <a:custGeom>
              <a:avLst/>
              <a:pathLst>
                <a:path w="171014" h="25307">
                  <a:moveTo>
                    <a:pt x="0" y="0"/>
                  </a:moveTo>
                  <a:lnTo>
                    <a:pt x="171014" y="253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11529851" y="6363000"/>
              <a:ext cx="209964" cy="42578"/>
            </a:xfrm>
            <a:custGeom>
              <a:avLst/>
              <a:pathLst>
                <a:path w="209964" h="42578">
                  <a:moveTo>
                    <a:pt x="0" y="42578"/>
                  </a:moveTo>
                  <a:lnTo>
                    <a:pt x="209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067351" y="6547835"/>
              <a:ext cx="134669" cy="2763"/>
            </a:xfrm>
            <a:custGeom>
              <a:avLst/>
              <a:pathLst>
                <a:path w="134669" h="2763">
                  <a:moveTo>
                    <a:pt x="0" y="0"/>
                  </a:moveTo>
                  <a:lnTo>
                    <a:pt x="134669" y="27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67351" y="6406916"/>
              <a:ext cx="128067" cy="91013"/>
            </a:xfrm>
            <a:custGeom>
              <a:avLst/>
              <a:pathLst>
                <a:path w="128067" h="91013">
                  <a:moveTo>
                    <a:pt x="0" y="91013"/>
                  </a:moveTo>
                  <a:lnTo>
                    <a:pt x="1280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11067351" y="6594802"/>
              <a:ext cx="199049" cy="27557"/>
            </a:xfrm>
            <a:custGeom>
              <a:avLst/>
              <a:pathLst>
                <a:path w="199049" h="27557">
                  <a:moveTo>
                    <a:pt x="0" y="27557"/>
                  </a:moveTo>
                  <a:lnTo>
                    <a:pt x="1990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11067351" y="6548058"/>
              <a:ext cx="142737" cy="5842"/>
            </a:xfrm>
            <a:custGeom>
              <a:avLst/>
              <a:pathLst>
                <a:path w="142737" h="5842">
                  <a:moveTo>
                    <a:pt x="0" y="5842"/>
                  </a:moveTo>
                  <a:lnTo>
                    <a:pt x="1427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11347396" y="6591535"/>
              <a:ext cx="128832" cy="56357"/>
            </a:xfrm>
            <a:custGeom>
              <a:avLst/>
              <a:pathLst>
                <a:path w="128832" h="56357">
                  <a:moveTo>
                    <a:pt x="0" y="0"/>
                  </a:moveTo>
                  <a:lnTo>
                    <a:pt x="128832" y="563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11339452" y="6631818"/>
              <a:ext cx="131743" cy="21570"/>
            </a:xfrm>
            <a:custGeom>
              <a:avLst/>
              <a:pathLst>
                <a:path w="131743" h="21570">
                  <a:moveTo>
                    <a:pt x="0" y="0"/>
                  </a:moveTo>
                  <a:lnTo>
                    <a:pt x="131743" y="215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11067351" y="6605506"/>
              <a:ext cx="271377" cy="17037"/>
            </a:xfrm>
            <a:custGeom>
              <a:avLst/>
              <a:pathLst>
                <a:path w="271377" h="17037">
                  <a:moveTo>
                    <a:pt x="0" y="0"/>
                  </a:moveTo>
                  <a:lnTo>
                    <a:pt x="144203" y="17037"/>
                  </a:lnTo>
                  <a:lnTo>
                    <a:pt x="271377" y="141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11273873" y="6291994"/>
              <a:ext cx="398370" cy="138936"/>
            </a:xfrm>
            <a:custGeom>
              <a:avLst/>
              <a:pathLst>
                <a:path w="398370" h="138936">
                  <a:moveTo>
                    <a:pt x="0" y="138936"/>
                  </a:moveTo>
                  <a:lnTo>
                    <a:pt x="3983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11460467" y="6519244"/>
              <a:ext cx="268659" cy="47306"/>
            </a:xfrm>
            <a:custGeom>
              <a:avLst/>
              <a:pathLst>
                <a:path w="268659" h="47306">
                  <a:moveTo>
                    <a:pt x="0" y="0"/>
                  </a:moveTo>
                  <a:lnTo>
                    <a:pt x="134420" y="47306"/>
                  </a:lnTo>
                  <a:lnTo>
                    <a:pt x="268659" y="39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11341264" y="6624449"/>
              <a:ext cx="140398" cy="82209"/>
            </a:xfrm>
            <a:custGeom>
              <a:avLst/>
              <a:pathLst>
                <a:path w="140398" h="82209">
                  <a:moveTo>
                    <a:pt x="0" y="0"/>
                  </a:moveTo>
                  <a:lnTo>
                    <a:pt x="140398" y="822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11067351" y="6553204"/>
              <a:ext cx="155886" cy="39391"/>
            </a:xfrm>
            <a:custGeom>
              <a:avLst/>
              <a:pathLst>
                <a:path w="155886" h="39391">
                  <a:moveTo>
                    <a:pt x="0" y="39391"/>
                  </a:moveTo>
                  <a:lnTo>
                    <a:pt x="1558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11067351" y="6425882"/>
              <a:ext cx="136151" cy="19977"/>
            </a:xfrm>
            <a:custGeom>
              <a:avLst/>
              <a:pathLst>
                <a:path w="136151" h="19977">
                  <a:moveTo>
                    <a:pt x="0" y="19977"/>
                  </a:moveTo>
                  <a:lnTo>
                    <a:pt x="1361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11067351" y="6574355"/>
              <a:ext cx="148200" cy="84112"/>
            </a:xfrm>
            <a:custGeom>
              <a:avLst/>
              <a:pathLst>
                <a:path w="148200" h="84112">
                  <a:moveTo>
                    <a:pt x="0" y="84112"/>
                  </a:moveTo>
                  <a:lnTo>
                    <a:pt x="148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11362460" y="6501233"/>
              <a:ext cx="117934" cy="33760"/>
            </a:xfrm>
            <a:custGeom>
              <a:avLst/>
              <a:pathLst>
                <a:path w="117934" h="33760">
                  <a:moveTo>
                    <a:pt x="0" y="33760"/>
                  </a:moveTo>
                  <a:lnTo>
                    <a:pt x="117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11067351" y="6509119"/>
              <a:ext cx="148200" cy="100849"/>
            </a:xfrm>
            <a:custGeom>
              <a:avLst/>
              <a:pathLst>
                <a:path w="148200" h="100849">
                  <a:moveTo>
                    <a:pt x="0" y="100849"/>
                  </a:moveTo>
                  <a:lnTo>
                    <a:pt x="148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11201046" y="6456385"/>
              <a:ext cx="135869" cy="37603"/>
            </a:xfrm>
            <a:custGeom>
              <a:avLst/>
              <a:pathLst>
                <a:path w="135869" h="37603">
                  <a:moveTo>
                    <a:pt x="0" y="0"/>
                  </a:moveTo>
                  <a:lnTo>
                    <a:pt x="135869" y="376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11195342" y="6457571"/>
              <a:ext cx="159626" cy="72541"/>
            </a:xfrm>
            <a:custGeom>
              <a:avLst/>
              <a:pathLst>
                <a:path w="159626" h="72541">
                  <a:moveTo>
                    <a:pt x="0" y="72541"/>
                  </a:moveTo>
                  <a:lnTo>
                    <a:pt x="1596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11529026" y="6430306"/>
              <a:ext cx="171920" cy="40596"/>
            </a:xfrm>
            <a:custGeom>
              <a:avLst/>
              <a:pathLst>
                <a:path w="171920" h="40596">
                  <a:moveTo>
                    <a:pt x="0" y="0"/>
                  </a:moveTo>
                  <a:lnTo>
                    <a:pt x="171920" y="405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11067351" y="6399463"/>
              <a:ext cx="77347" cy="20390"/>
            </a:xfrm>
            <a:custGeom>
              <a:avLst/>
              <a:pathLst>
                <a:path w="77347" h="20390">
                  <a:moveTo>
                    <a:pt x="0" y="20390"/>
                  </a:moveTo>
                  <a:lnTo>
                    <a:pt x="773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11406728" y="6421266"/>
              <a:ext cx="134355" cy="103851"/>
            </a:xfrm>
            <a:custGeom>
              <a:avLst/>
              <a:pathLst>
                <a:path w="134355" h="103851">
                  <a:moveTo>
                    <a:pt x="0" y="0"/>
                  </a:moveTo>
                  <a:lnTo>
                    <a:pt x="134355" y="1038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125949" y="6406077"/>
              <a:ext cx="89855" cy="9257"/>
            </a:xfrm>
            <a:custGeom>
              <a:avLst/>
              <a:pathLst>
                <a:path w="89855" h="9257">
                  <a:moveTo>
                    <a:pt x="0" y="9257"/>
                  </a:moveTo>
                  <a:lnTo>
                    <a:pt x="8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7351" y="6673900"/>
              <a:ext cx="266119" cy="16958"/>
            </a:xfrm>
            <a:custGeom>
              <a:avLst/>
              <a:pathLst>
                <a:path w="266119" h="16958">
                  <a:moveTo>
                    <a:pt x="0" y="0"/>
                  </a:moveTo>
                  <a:lnTo>
                    <a:pt x="133237" y="16958"/>
                  </a:lnTo>
                  <a:lnTo>
                    <a:pt x="266119" y="7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332206" y="6538273"/>
              <a:ext cx="133152" cy="36491"/>
            </a:xfrm>
            <a:custGeom>
              <a:avLst/>
              <a:pathLst>
                <a:path w="133152" h="36491">
                  <a:moveTo>
                    <a:pt x="0" y="0"/>
                  </a:moveTo>
                  <a:lnTo>
                    <a:pt x="133152" y="364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398383" y="6495406"/>
              <a:ext cx="331649" cy="55982"/>
            </a:xfrm>
            <a:custGeom>
              <a:avLst/>
              <a:pathLst>
                <a:path w="331649" h="55982">
                  <a:moveTo>
                    <a:pt x="0" y="0"/>
                  </a:moveTo>
                  <a:lnTo>
                    <a:pt x="133098" y="37786"/>
                  </a:lnTo>
                  <a:lnTo>
                    <a:pt x="331649" y="559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1209380" y="6453286"/>
              <a:ext cx="122826" cy="59017"/>
            </a:xfrm>
            <a:custGeom>
              <a:avLst/>
              <a:pathLst>
                <a:path w="122826" h="59017">
                  <a:moveTo>
                    <a:pt x="0" y="59017"/>
                  </a:moveTo>
                  <a:lnTo>
                    <a:pt x="1228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1199235" y="6219499"/>
              <a:ext cx="331715" cy="288191"/>
            </a:xfrm>
            <a:custGeom>
              <a:avLst/>
              <a:pathLst>
                <a:path w="331715" h="288191">
                  <a:moveTo>
                    <a:pt x="0" y="288191"/>
                  </a:moveTo>
                  <a:lnTo>
                    <a:pt x="79166" y="194483"/>
                  </a:lnTo>
                  <a:lnTo>
                    <a:pt x="142934" y="266909"/>
                  </a:lnTo>
                  <a:lnTo>
                    <a:pt x="3317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1322061" y="6612682"/>
              <a:ext cx="143297" cy="14465"/>
            </a:xfrm>
            <a:custGeom>
              <a:avLst/>
              <a:pathLst>
                <a:path w="143297" h="14465">
                  <a:moveTo>
                    <a:pt x="0" y="14465"/>
                  </a:moveTo>
                  <a:lnTo>
                    <a:pt x="1432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11139633" y="6479803"/>
              <a:ext cx="132790" cy="22898"/>
            </a:xfrm>
            <a:custGeom>
              <a:avLst/>
              <a:pathLst>
                <a:path w="132790" h="22898">
                  <a:moveTo>
                    <a:pt x="0" y="3430"/>
                  </a:moveTo>
                  <a:lnTo>
                    <a:pt x="74101" y="0"/>
                  </a:lnTo>
                  <a:lnTo>
                    <a:pt x="132790" y="228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11469737" y="6409731"/>
              <a:ext cx="177505" cy="38773"/>
            </a:xfrm>
            <a:custGeom>
              <a:avLst/>
              <a:pathLst>
                <a:path w="177505" h="38773">
                  <a:moveTo>
                    <a:pt x="0" y="38773"/>
                  </a:moveTo>
                  <a:lnTo>
                    <a:pt x="1775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11067351" y="6340680"/>
              <a:ext cx="196977" cy="138674"/>
            </a:xfrm>
            <a:custGeom>
              <a:avLst/>
              <a:pathLst>
                <a:path w="196977" h="138674">
                  <a:moveTo>
                    <a:pt x="0" y="138674"/>
                  </a:moveTo>
                  <a:lnTo>
                    <a:pt x="74818" y="128387"/>
                  </a:lnTo>
                  <a:lnTo>
                    <a:pt x="1969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11067351" y="6446618"/>
              <a:ext cx="145833" cy="103641"/>
            </a:xfrm>
            <a:custGeom>
              <a:avLst/>
              <a:pathLst>
                <a:path w="145833" h="103641">
                  <a:moveTo>
                    <a:pt x="0" y="103641"/>
                  </a:moveTo>
                  <a:lnTo>
                    <a:pt x="145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11246064" y="6574911"/>
              <a:ext cx="86142" cy="14054"/>
            </a:xfrm>
            <a:custGeom>
              <a:avLst/>
              <a:pathLst>
                <a:path w="86142" h="14054">
                  <a:moveTo>
                    <a:pt x="0" y="0"/>
                  </a:moveTo>
                  <a:lnTo>
                    <a:pt x="86142" y="14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11067351" y="6484887"/>
              <a:ext cx="486609" cy="36773"/>
            </a:xfrm>
            <a:custGeom>
              <a:avLst/>
              <a:pathLst>
                <a:path w="486609" h="36773">
                  <a:moveTo>
                    <a:pt x="0" y="36773"/>
                  </a:moveTo>
                  <a:lnTo>
                    <a:pt x="185080" y="10143"/>
                  </a:lnTo>
                  <a:lnTo>
                    <a:pt x="330797" y="0"/>
                  </a:lnTo>
                  <a:lnTo>
                    <a:pt x="486609" y="35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11067351" y="6541287"/>
              <a:ext cx="257246" cy="28174"/>
            </a:xfrm>
            <a:custGeom>
              <a:avLst/>
              <a:pathLst>
                <a:path w="257246" h="28174">
                  <a:moveTo>
                    <a:pt x="0" y="28174"/>
                  </a:moveTo>
                  <a:lnTo>
                    <a:pt x="134669" y="0"/>
                  </a:lnTo>
                  <a:lnTo>
                    <a:pt x="257246" y="214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11067351" y="6590066"/>
              <a:ext cx="351921" cy="40393"/>
            </a:xfrm>
            <a:custGeom>
              <a:avLst/>
              <a:pathLst>
                <a:path w="351921" h="40393">
                  <a:moveTo>
                    <a:pt x="0" y="40393"/>
                  </a:moveTo>
                  <a:lnTo>
                    <a:pt x="3519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1334742" y="6520628"/>
              <a:ext cx="132971" cy="40721"/>
            </a:xfrm>
            <a:custGeom>
              <a:avLst/>
              <a:pathLst>
                <a:path w="132971" h="40721">
                  <a:moveTo>
                    <a:pt x="0" y="0"/>
                  </a:moveTo>
                  <a:lnTo>
                    <a:pt x="132971" y="407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1067351" y="6464676"/>
              <a:ext cx="932247" cy="73434"/>
            </a:xfrm>
            <a:custGeom>
              <a:avLst/>
              <a:pathLst>
                <a:path w="932247" h="73434">
                  <a:moveTo>
                    <a:pt x="0" y="73434"/>
                  </a:moveTo>
                  <a:lnTo>
                    <a:pt x="9416" y="72692"/>
                  </a:lnTo>
                  <a:lnTo>
                    <a:pt x="18833" y="71950"/>
                  </a:lnTo>
                  <a:lnTo>
                    <a:pt x="28249" y="71209"/>
                  </a:lnTo>
                  <a:lnTo>
                    <a:pt x="37666" y="70467"/>
                  </a:lnTo>
                  <a:lnTo>
                    <a:pt x="47083" y="69725"/>
                  </a:lnTo>
                  <a:lnTo>
                    <a:pt x="56499" y="68983"/>
                  </a:lnTo>
                  <a:lnTo>
                    <a:pt x="65916" y="68242"/>
                  </a:lnTo>
                  <a:lnTo>
                    <a:pt x="75333" y="67500"/>
                  </a:lnTo>
                  <a:lnTo>
                    <a:pt x="84749" y="66758"/>
                  </a:lnTo>
                  <a:lnTo>
                    <a:pt x="94166" y="66016"/>
                  </a:lnTo>
                  <a:lnTo>
                    <a:pt x="103583" y="65274"/>
                  </a:lnTo>
                  <a:lnTo>
                    <a:pt x="112999" y="64533"/>
                  </a:lnTo>
                  <a:lnTo>
                    <a:pt x="122416" y="63791"/>
                  </a:lnTo>
                  <a:lnTo>
                    <a:pt x="131832" y="63049"/>
                  </a:lnTo>
                  <a:lnTo>
                    <a:pt x="141249" y="62307"/>
                  </a:lnTo>
                  <a:lnTo>
                    <a:pt x="150666" y="61566"/>
                  </a:lnTo>
                  <a:lnTo>
                    <a:pt x="160082" y="60824"/>
                  </a:lnTo>
                  <a:lnTo>
                    <a:pt x="169499" y="60082"/>
                  </a:lnTo>
                  <a:lnTo>
                    <a:pt x="178916" y="59340"/>
                  </a:lnTo>
                  <a:lnTo>
                    <a:pt x="188332" y="58599"/>
                  </a:lnTo>
                  <a:lnTo>
                    <a:pt x="197749" y="57857"/>
                  </a:lnTo>
                  <a:lnTo>
                    <a:pt x="207166" y="57115"/>
                  </a:lnTo>
                  <a:lnTo>
                    <a:pt x="216582" y="56373"/>
                  </a:lnTo>
                  <a:lnTo>
                    <a:pt x="225999" y="55632"/>
                  </a:lnTo>
                  <a:lnTo>
                    <a:pt x="235416" y="54890"/>
                  </a:lnTo>
                  <a:lnTo>
                    <a:pt x="244832" y="54148"/>
                  </a:lnTo>
                  <a:lnTo>
                    <a:pt x="254249" y="53406"/>
                  </a:lnTo>
                  <a:lnTo>
                    <a:pt x="263665" y="52665"/>
                  </a:lnTo>
                  <a:lnTo>
                    <a:pt x="273082" y="51923"/>
                  </a:lnTo>
                  <a:lnTo>
                    <a:pt x="282499" y="51181"/>
                  </a:lnTo>
                  <a:lnTo>
                    <a:pt x="291915" y="50439"/>
                  </a:lnTo>
                  <a:lnTo>
                    <a:pt x="301332" y="49697"/>
                  </a:lnTo>
                  <a:lnTo>
                    <a:pt x="310749" y="48956"/>
                  </a:lnTo>
                  <a:lnTo>
                    <a:pt x="320165" y="48214"/>
                  </a:lnTo>
                  <a:lnTo>
                    <a:pt x="329582" y="47472"/>
                  </a:lnTo>
                  <a:lnTo>
                    <a:pt x="338999" y="46730"/>
                  </a:lnTo>
                  <a:lnTo>
                    <a:pt x="348415" y="45989"/>
                  </a:lnTo>
                  <a:lnTo>
                    <a:pt x="357832" y="45247"/>
                  </a:lnTo>
                  <a:lnTo>
                    <a:pt x="367248" y="44505"/>
                  </a:lnTo>
                  <a:lnTo>
                    <a:pt x="376665" y="43763"/>
                  </a:lnTo>
                  <a:lnTo>
                    <a:pt x="386082" y="43022"/>
                  </a:lnTo>
                  <a:lnTo>
                    <a:pt x="395498" y="42280"/>
                  </a:lnTo>
                  <a:lnTo>
                    <a:pt x="404915" y="41538"/>
                  </a:lnTo>
                  <a:lnTo>
                    <a:pt x="414332" y="40796"/>
                  </a:lnTo>
                  <a:lnTo>
                    <a:pt x="423748" y="40055"/>
                  </a:lnTo>
                  <a:lnTo>
                    <a:pt x="433165" y="39313"/>
                  </a:lnTo>
                  <a:lnTo>
                    <a:pt x="442582" y="38571"/>
                  </a:lnTo>
                  <a:lnTo>
                    <a:pt x="451998" y="37829"/>
                  </a:lnTo>
                  <a:lnTo>
                    <a:pt x="461415" y="37088"/>
                  </a:lnTo>
                  <a:lnTo>
                    <a:pt x="470832" y="36346"/>
                  </a:lnTo>
                  <a:lnTo>
                    <a:pt x="480248" y="35604"/>
                  </a:lnTo>
                  <a:lnTo>
                    <a:pt x="489665" y="34862"/>
                  </a:lnTo>
                  <a:lnTo>
                    <a:pt x="499081" y="34121"/>
                  </a:lnTo>
                  <a:lnTo>
                    <a:pt x="508498" y="33379"/>
                  </a:lnTo>
                  <a:lnTo>
                    <a:pt x="517915" y="32637"/>
                  </a:lnTo>
                  <a:lnTo>
                    <a:pt x="527331" y="31895"/>
                  </a:lnTo>
                  <a:lnTo>
                    <a:pt x="536748" y="31153"/>
                  </a:lnTo>
                  <a:lnTo>
                    <a:pt x="546165" y="30412"/>
                  </a:lnTo>
                  <a:lnTo>
                    <a:pt x="555581" y="29670"/>
                  </a:lnTo>
                  <a:lnTo>
                    <a:pt x="564998" y="28928"/>
                  </a:lnTo>
                  <a:lnTo>
                    <a:pt x="574415" y="28186"/>
                  </a:lnTo>
                  <a:lnTo>
                    <a:pt x="583831" y="27445"/>
                  </a:lnTo>
                  <a:lnTo>
                    <a:pt x="593248" y="26703"/>
                  </a:lnTo>
                  <a:lnTo>
                    <a:pt x="602664" y="25961"/>
                  </a:lnTo>
                  <a:lnTo>
                    <a:pt x="612081" y="25219"/>
                  </a:lnTo>
                  <a:lnTo>
                    <a:pt x="621498" y="24478"/>
                  </a:lnTo>
                  <a:lnTo>
                    <a:pt x="630914" y="23736"/>
                  </a:lnTo>
                  <a:lnTo>
                    <a:pt x="640331" y="22994"/>
                  </a:lnTo>
                  <a:lnTo>
                    <a:pt x="649748" y="22252"/>
                  </a:lnTo>
                  <a:lnTo>
                    <a:pt x="659164" y="21511"/>
                  </a:lnTo>
                  <a:lnTo>
                    <a:pt x="668581" y="20769"/>
                  </a:lnTo>
                  <a:lnTo>
                    <a:pt x="677998" y="20027"/>
                  </a:lnTo>
                  <a:lnTo>
                    <a:pt x="687414" y="19285"/>
                  </a:lnTo>
                  <a:lnTo>
                    <a:pt x="696831" y="18544"/>
                  </a:lnTo>
                  <a:lnTo>
                    <a:pt x="706248" y="17802"/>
                  </a:lnTo>
                  <a:lnTo>
                    <a:pt x="715664" y="17060"/>
                  </a:lnTo>
                  <a:lnTo>
                    <a:pt x="725081" y="16318"/>
                  </a:lnTo>
                  <a:lnTo>
                    <a:pt x="734497" y="15576"/>
                  </a:lnTo>
                  <a:lnTo>
                    <a:pt x="743914" y="14835"/>
                  </a:lnTo>
                  <a:lnTo>
                    <a:pt x="753331" y="14093"/>
                  </a:lnTo>
                  <a:lnTo>
                    <a:pt x="762747" y="13351"/>
                  </a:lnTo>
                  <a:lnTo>
                    <a:pt x="772164" y="12609"/>
                  </a:lnTo>
                  <a:lnTo>
                    <a:pt x="781581" y="11868"/>
                  </a:lnTo>
                  <a:lnTo>
                    <a:pt x="790997" y="11126"/>
                  </a:lnTo>
                  <a:lnTo>
                    <a:pt x="800414" y="10384"/>
                  </a:lnTo>
                  <a:lnTo>
                    <a:pt x="809831" y="9642"/>
                  </a:lnTo>
                  <a:lnTo>
                    <a:pt x="819247" y="8901"/>
                  </a:lnTo>
                  <a:lnTo>
                    <a:pt x="828664" y="8159"/>
                  </a:lnTo>
                  <a:lnTo>
                    <a:pt x="838081" y="7417"/>
                  </a:lnTo>
                  <a:lnTo>
                    <a:pt x="847497" y="6675"/>
                  </a:lnTo>
                  <a:lnTo>
                    <a:pt x="856914" y="5934"/>
                  </a:lnTo>
                  <a:lnTo>
                    <a:pt x="866330" y="5192"/>
                  </a:lnTo>
                  <a:lnTo>
                    <a:pt x="875747" y="4450"/>
                  </a:lnTo>
                  <a:lnTo>
                    <a:pt x="885164" y="3708"/>
                  </a:lnTo>
                  <a:lnTo>
                    <a:pt x="894580" y="2967"/>
                  </a:lnTo>
                  <a:lnTo>
                    <a:pt x="903997" y="2225"/>
                  </a:lnTo>
                  <a:lnTo>
                    <a:pt x="913414" y="1483"/>
                  </a:lnTo>
                  <a:lnTo>
                    <a:pt x="922830" y="741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3" name="tx1083"/>
            <p:cNvSpPr/>
            <p:nvPr/>
          </p:nvSpPr>
          <p:spPr>
            <a:xfrm>
              <a:off x="10985242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0.056 Z/year</a:t>
              </a:r>
            </a:p>
          </p:txBody>
        </p:sp>
        <p:sp>
          <p:nvSpPr>
            <p:cNvPr id="1084" name="rc1084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5"/>
            <p:cNvSpPr/>
            <p:nvPr/>
          </p:nvSpPr>
          <p:spPr>
            <a:xfrm>
              <a:off x="10895953" y="6502710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10895953" y="6131607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10895953" y="575712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10833797" y="5385690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89" name="pl1089"/>
            <p:cNvSpPr/>
            <p:nvPr/>
          </p:nvSpPr>
          <p:spPr>
            <a:xfrm>
              <a:off x="10985944" y="6544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0985944" y="61716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0985944" y="579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0985944" y="54260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tx1096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100" name="tx1100"/>
            <p:cNvSpPr/>
            <p:nvPr/>
          </p:nvSpPr>
          <p:spPr>
            <a:xfrm rot="-5400000">
              <a:off x="9876770" y="60277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Nico (Z)</a:t>
              </a:r>
            </a:p>
          </p:txBody>
        </p:sp>
        <p:sp>
          <p:nvSpPr>
            <p:cNvPr id="1101" name="rc1101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10954063" y="7247470"/>
              <a:ext cx="10921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10954063" y="8415923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10954063" y="8081134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10954063" y="7746345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10954063" y="7411555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1117976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115318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11883988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10954063" y="8583318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10954063" y="8248528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10954063" y="7913739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10954063" y="7578950"/>
              <a:ext cx="1092147" cy="0"/>
            </a:xfrm>
            <a:custGeom>
              <a:avLst/>
              <a:pathLst>
                <a:path w="1092147" h="0">
                  <a:moveTo>
                    <a:pt x="0" y="0"/>
                  </a:moveTo>
                  <a:lnTo>
                    <a:pt x="1092147" y="0"/>
                  </a:lnTo>
                  <a:lnTo>
                    <a:pt x="1092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11003706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1135581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11707932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10978880" y="76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10978880" y="821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11059870" y="7813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11127570" y="8346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11471905" y="8309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10978880" y="784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11057121" y="7701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10978880" y="763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11127425" y="8357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11122170" y="759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11300702" y="781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10978880" y="8359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10978880" y="836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10978880" y="7988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11201531" y="8360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11115481" y="7939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11195743" y="7926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11132991" y="7294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10978880" y="837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11306783" y="7884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10978880" y="7795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11049976" y="7670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10978880" y="810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11054512" y="8279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11049347" y="8288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11332384" y="8205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11399872" y="8390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11541682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11611765" y="8406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10978880" y="8240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11051759" y="829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11113937" y="7879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11259606" y="7853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11401416" y="785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11636607" y="833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10978880" y="775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11209635" y="836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11120595" y="8250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10978880" y="834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11059792" y="817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11119147" y="791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11203075" y="8005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10978880" y="834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11120810" y="8474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11064352" y="805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10978880" y="7684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11338993" y="7791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11479452" y="783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11063447" y="8139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11130126" y="8193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11407562" y="8145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11059869" y="779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11128467" y="7353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11291055" y="8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10978880" y="82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11474153" y="7429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11054512" y="7683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11267709" y="823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11056025" y="801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11262114" y="825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11051566" y="772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10978880" y="8332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11142299" y="803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11198912" y="7983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11274462" y="7833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10978880" y="7839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11050654" y="7614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11131484" y="7447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10978880" y="7788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11123777" y="7944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10978880" y="8047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10978880" y="817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11130871" y="8110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11057213" y="8251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11145000" y="799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11273111" y="7951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11346042" y="789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11410870" y="777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10978880" y="8287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11263457" y="7827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11062608" y="811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11541296" y="824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11689280" y="8344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11829353" y="843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11197529" y="8362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11324290" y="8263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11468801" y="834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0978880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1049110" y="7590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0978880" y="7977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1050276" y="82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0978880" y="8298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1050020" y="7758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0978880" y="7659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1060063" y="799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1119181" y="8337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1192463" y="8261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11047759" y="802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11124652" y="793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11190534" y="803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11050342" y="8135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11120497" y="7826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10978880" y="7733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11062606" y="7966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11150210" y="8003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10978880" y="827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11126478" y="823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11274655" y="8150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10978880" y="8289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10978880" y="7973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11120665" y="751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11283891" y="753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11195357" y="8340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11343170" y="834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11464699" y="83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11648184" y="835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11126041" y="8155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11003706" y="7726585"/>
              <a:ext cx="78240" cy="147231"/>
            </a:xfrm>
            <a:custGeom>
              <a:avLst/>
              <a:pathLst>
                <a:path w="78240" h="147231">
                  <a:moveTo>
                    <a:pt x="0" y="147231"/>
                  </a:moveTo>
                  <a:lnTo>
                    <a:pt x="782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11140307" y="7951276"/>
              <a:ext cx="80262" cy="13126"/>
            </a:xfrm>
            <a:custGeom>
              <a:avLst/>
              <a:pathLst>
                <a:path w="80262" h="13126">
                  <a:moveTo>
                    <a:pt x="0" y="13126"/>
                  </a:moveTo>
                  <a:lnTo>
                    <a:pt x="802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11003706" y="7909245"/>
              <a:ext cx="327902" cy="486285"/>
            </a:xfrm>
            <a:custGeom>
              <a:avLst/>
              <a:pathLst>
                <a:path w="327902" h="486285">
                  <a:moveTo>
                    <a:pt x="0" y="486285"/>
                  </a:moveTo>
                  <a:lnTo>
                    <a:pt x="3279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11003706" y="7695118"/>
              <a:ext cx="71095" cy="125111"/>
            </a:xfrm>
            <a:custGeom>
              <a:avLst/>
              <a:pathLst>
                <a:path w="71095" h="125111">
                  <a:moveTo>
                    <a:pt x="0" y="125111"/>
                  </a:moveTo>
                  <a:lnTo>
                    <a:pt x="710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11003706" y="8128985"/>
              <a:ext cx="75631" cy="175563"/>
            </a:xfrm>
            <a:custGeom>
              <a:avLst/>
              <a:pathLst>
                <a:path w="75631" h="175563">
                  <a:moveTo>
                    <a:pt x="0" y="0"/>
                  </a:moveTo>
                  <a:lnTo>
                    <a:pt x="75631" y="175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11357210" y="8230492"/>
              <a:ext cx="67488" cy="184422"/>
            </a:xfrm>
            <a:custGeom>
              <a:avLst/>
              <a:pathLst>
                <a:path w="67488" h="184422">
                  <a:moveTo>
                    <a:pt x="0" y="0"/>
                  </a:moveTo>
                  <a:lnTo>
                    <a:pt x="67488" y="1844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11566508" y="8431448"/>
              <a:ext cx="70083" cy="104011"/>
            </a:xfrm>
            <a:custGeom>
              <a:avLst/>
              <a:pathLst>
                <a:path w="70083" h="104011">
                  <a:moveTo>
                    <a:pt x="0" y="104011"/>
                  </a:moveTo>
                  <a:lnTo>
                    <a:pt x="700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11003706" y="8264831"/>
              <a:ext cx="72878" cy="59195"/>
            </a:xfrm>
            <a:custGeom>
              <a:avLst/>
              <a:pathLst>
                <a:path w="72878" h="59195">
                  <a:moveTo>
                    <a:pt x="0" y="0"/>
                  </a:moveTo>
                  <a:lnTo>
                    <a:pt x="72878" y="591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11138763" y="7878264"/>
              <a:ext cx="145668" cy="26015"/>
            </a:xfrm>
            <a:custGeom>
              <a:avLst/>
              <a:pathLst>
                <a:path w="145668" h="26015">
                  <a:moveTo>
                    <a:pt x="0" y="26015"/>
                  </a:moveTo>
                  <a:lnTo>
                    <a:pt x="1456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11084618" y="7940319"/>
              <a:ext cx="143282" cy="263178"/>
            </a:xfrm>
            <a:custGeom>
              <a:avLst/>
              <a:pathLst>
                <a:path w="143282" h="263178">
                  <a:moveTo>
                    <a:pt x="0" y="263178"/>
                  </a:moveTo>
                  <a:lnTo>
                    <a:pt x="59354" y="0"/>
                  </a:lnTo>
                  <a:lnTo>
                    <a:pt x="143282" y="899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11003706" y="8365314"/>
              <a:ext cx="141929" cy="134088"/>
            </a:xfrm>
            <a:custGeom>
              <a:avLst/>
              <a:pathLst>
                <a:path w="141929" h="134088">
                  <a:moveTo>
                    <a:pt x="0" y="0"/>
                  </a:moveTo>
                  <a:lnTo>
                    <a:pt x="141929" y="1340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11363819" y="7816118"/>
              <a:ext cx="140459" cy="42465"/>
            </a:xfrm>
            <a:custGeom>
              <a:avLst/>
              <a:pathLst>
                <a:path w="140459" h="42465">
                  <a:moveTo>
                    <a:pt x="0" y="0"/>
                  </a:moveTo>
                  <a:lnTo>
                    <a:pt x="140459" y="424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1167125" y="7858264"/>
              <a:ext cx="132162" cy="198712"/>
            </a:xfrm>
            <a:custGeom>
              <a:avLst/>
              <a:pathLst>
                <a:path w="132162" h="198712">
                  <a:moveTo>
                    <a:pt x="0" y="198712"/>
                  </a:moveTo>
                  <a:lnTo>
                    <a:pt x="56612" y="149727"/>
                  </a:lnTo>
                  <a:lnTo>
                    <a:pt x="1321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1003706" y="7471895"/>
              <a:ext cx="152603" cy="392290"/>
            </a:xfrm>
            <a:custGeom>
              <a:avLst/>
              <a:pathLst>
                <a:path w="152603" h="392290">
                  <a:moveTo>
                    <a:pt x="0" y="392290"/>
                  </a:moveTo>
                  <a:lnTo>
                    <a:pt x="71773" y="167335"/>
                  </a:lnTo>
                  <a:lnTo>
                    <a:pt x="1526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1169826" y="7799592"/>
              <a:ext cx="265869" cy="219992"/>
            </a:xfrm>
            <a:custGeom>
              <a:avLst/>
              <a:pathLst>
                <a:path w="265869" h="219992">
                  <a:moveTo>
                    <a:pt x="0" y="219992"/>
                  </a:moveTo>
                  <a:lnTo>
                    <a:pt x="128111" y="176418"/>
                  </a:lnTo>
                  <a:lnTo>
                    <a:pt x="201041" y="118493"/>
                  </a:lnTo>
                  <a:lnTo>
                    <a:pt x="2658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1566122" y="8273656"/>
              <a:ext cx="288057" cy="188525"/>
            </a:xfrm>
            <a:custGeom>
              <a:avLst/>
              <a:pathLst>
                <a:path w="288057" h="188525">
                  <a:moveTo>
                    <a:pt x="0" y="0"/>
                  </a:moveTo>
                  <a:lnTo>
                    <a:pt x="147983" y="95424"/>
                  </a:lnTo>
                  <a:lnTo>
                    <a:pt x="288057" y="1885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1222355" y="8287875"/>
              <a:ext cx="271271" cy="99278"/>
            </a:xfrm>
            <a:custGeom>
              <a:avLst/>
              <a:pathLst>
                <a:path w="271271" h="99278">
                  <a:moveTo>
                    <a:pt x="0" y="99278"/>
                  </a:moveTo>
                  <a:lnTo>
                    <a:pt x="126760" y="0"/>
                  </a:lnTo>
                  <a:lnTo>
                    <a:pt x="271271" y="849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1003706" y="7308803"/>
              <a:ext cx="70229" cy="306102"/>
            </a:xfrm>
            <a:custGeom>
              <a:avLst/>
              <a:pathLst>
                <a:path w="70229" h="306102">
                  <a:moveTo>
                    <a:pt x="0" y="0"/>
                  </a:moveTo>
                  <a:lnTo>
                    <a:pt x="70229" y="3061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1003706" y="8001984"/>
              <a:ext cx="71395" cy="256203"/>
            </a:xfrm>
            <a:custGeom>
              <a:avLst/>
              <a:pathLst>
                <a:path w="71395" h="256203">
                  <a:moveTo>
                    <a:pt x="0" y="0"/>
                  </a:moveTo>
                  <a:lnTo>
                    <a:pt x="71395" y="2562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1003706" y="7684041"/>
              <a:ext cx="81182" cy="334515"/>
            </a:xfrm>
            <a:custGeom>
              <a:avLst/>
              <a:pathLst>
                <a:path w="81182" h="334515">
                  <a:moveTo>
                    <a:pt x="0" y="0"/>
                  </a:moveTo>
                  <a:lnTo>
                    <a:pt x="81182" y="3345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1072585" y="7957136"/>
              <a:ext cx="142774" cy="98041"/>
            </a:xfrm>
            <a:custGeom>
              <a:avLst/>
              <a:pathLst>
                <a:path w="142774" h="98041">
                  <a:moveTo>
                    <a:pt x="0" y="94326"/>
                  </a:moveTo>
                  <a:lnTo>
                    <a:pt x="76892" y="0"/>
                  </a:lnTo>
                  <a:lnTo>
                    <a:pt x="142774" y="980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1075168" y="7851782"/>
              <a:ext cx="70155" cy="308603"/>
            </a:xfrm>
            <a:custGeom>
              <a:avLst/>
              <a:pathLst>
                <a:path w="70155" h="308603">
                  <a:moveTo>
                    <a:pt x="0" y="308603"/>
                  </a:moveTo>
                  <a:lnTo>
                    <a:pt x="701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1003706" y="7758417"/>
              <a:ext cx="171329" cy="269827"/>
            </a:xfrm>
            <a:custGeom>
              <a:avLst/>
              <a:pathLst>
                <a:path w="171329" h="269827">
                  <a:moveTo>
                    <a:pt x="0" y="0"/>
                  </a:moveTo>
                  <a:lnTo>
                    <a:pt x="83725" y="232773"/>
                  </a:lnTo>
                  <a:lnTo>
                    <a:pt x="171329" y="2698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1003706" y="8175472"/>
              <a:ext cx="295774" cy="124123"/>
            </a:xfrm>
            <a:custGeom>
              <a:avLst/>
              <a:pathLst>
                <a:path w="295774" h="124123">
                  <a:moveTo>
                    <a:pt x="0" y="124123"/>
                  </a:moveTo>
                  <a:lnTo>
                    <a:pt x="147597" y="83881"/>
                  </a:lnTo>
                  <a:lnTo>
                    <a:pt x="2957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1003706" y="7541422"/>
              <a:ext cx="305010" cy="457100"/>
            </a:xfrm>
            <a:custGeom>
              <a:avLst/>
              <a:pathLst>
                <a:path w="305010" h="457100">
                  <a:moveTo>
                    <a:pt x="0" y="457100"/>
                  </a:moveTo>
                  <a:lnTo>
                    <a:pt x="141784" y="0"/>
                  </a:lnTo>
                  <a:lnTo>
                    <a:pt x="305010" y="153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1220183" y="8364879"/>
              <a:ext cx="452826" cy="27857"/>
            </a:xfrm>
            <a:custGeom>
              <a:avLst/>
              <a:pathLst>
                <a:path w="452826" h="27857">
                  <a:moveTo>
                    <a:pt x="0" y="0"/>
                  </a:moveTo>
                  <a:lnTo>
                    <a:pt x="147812" y="4262"/>
                  </a:lnTo>
                  <a:lnTo>
                    <a:pt x="269342" y="27857"/>
                  </a:lnTo>
                  <a:lnTo>
                    <a:pt x="452826" y="149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1003706" y="8053818"/>
              <a:ext cx="992861" cy="44635"/>
            </a:xfrm>
            <a:custGeom>
              <a:avLst/>
              <a:pathLst>
                <a:path w="992861" h="44635">
                  <a:moveTo>
                    <a:pt x="0" y="0"/>
                  </a:moveTo>
                  <a:lnTo>
                    <a:pt x="10028" y="450"/>
                  </a:lnTo>
                  <a:lnTo>
                    <a:pt x="20057" y="901"/>
                  </a:lnTo>
                  <a:lnTo>
                    <a:pt x="30086" y="1352"/>
                  </a:lnTo>
                  <a:lnTo>
                    <a:pt x="40115" y="1803"/>
                  </a:lnTo>
                  <a:lnTo>
                    <a:pt x="50144" y="2254"/>
                  </a:lnTo>
                  <a:lnTo>
                    <a:pt x="60173" y="2705"/>
                  </a:lnTo>
                  <a:lnTo>
                    <a:pt x="70202" y="3156"/>
                  </a:lnTo>
                  <a:lnTo>
                    <a:pt x="80231" y="3606"/>
                  </a:lnTo>
                  <a:lnTo>
                    <a:pt x="90260" y="4057"/>
                  </a:lnTo>
                  <a:lnTo>
                    <a:pt x="100288" y="4508"/>
                  </a:lnTo>
                  <a:lnTo>
                    <a:pt x="110317" y="4959"/>
                  </a:lnTo>
                  <a:lnTo>
                    <a:pt x="120346" y="5410"/>
                  </a:lnTo>
                  <a:lnTo>
                    <a:pt x="130375" y="5861"/>
                  </a:lnTo>
                  <a:lnTo>
                    <a:pt x="140404" y="6312"/>
                  </a:lnTo>
                  <a:lnTo>
                    <a:pt x="150433" y="6762"/>
                  </a:lnTo>
                  <a:lnTo>
                    <a:pt x="160462" y="7213"/>
                  </a:lnTo>
                  <a:lnTo>
                    <a:pt x="170491" y="7664"/>
                  </a:lnTo>
                  <a:lnTo>
                    <a:pt x="180520" y="8115"/>
                  </a:lnTo>
                  <a:lnTo>
                    <a:pt x="190549" y="8566"/>
                  </a:lnTo>
                  <a:lnTo>
                    <a:pt x="200577" y="9017"/>
                  </a:lnTo>
                  <a:lnTo>
                    <a:pt x="210606" y="9468"/>
                  </a:lnTo>
                  <a:lnTo>
                    <a:pt x="220635" y="9918"/>
                  </a:lnTo>
                  <a:lnTo>
                    <a:pt x="230664" y="10369"/>
                  </a:lnTo>
                  <a:lnTo>
                    <a:pt x="240693" y="10820"/>
                  </a:lnTo>
                  <a:lnTo>
                    <a:pt x="250722" y="11271"/>
                  </a:lnTo>
                  <a:lnTo>
                    <a:pt x="260751" y="11722"/>
                  </a:lnTo>
                  <a:lnTo>
                    <a:pt x="270780" y="12173"/>
                  </a:lnTo>
                  <a:lnTo>
                    <a:pt x="280809" y="12624"/>
                  </a:lnTo>
                  <a:lnTo>
                    <a:pt x="290838" y="13074"/>
                  </a:lnTo>
                  <a:lnTo>
                    <a:pt x="300866" y="13525"/>
                  </a:lnTo>
                  <a:lnTo>
                    <a:pt x="310895" y="13976"/>
                  </a:lnTo>
                  <a:lnTo>
                    <a:pt x="320924" y="14427"/>
                  </a:lnTo>
                  <a:lnTo>
                    <a:pt x="330953" y="14878"/>
                  </a:lnTo>
                  <a:lnTo>
                    <a:pt x="340982" y="15329"/>
                  </a:lnTo>
                  <a:lnTo>
                    <a:pt x="351011" y="15780"/>
                  </a:lnTo>
                  <a:lnTo>
                    <a:pt x="361040" y="16231"/>
                  </a:lnTo>
                  <a:lnTo>
                    <a:pt x="371069" y="16681"/>
                  </a:lnTo>
                  <a:lnTo>
                    <a:pt x="381098" y="17132"/>
                  </a:lnTo>
                  <a:lnTo>
                    <a:pt x="391127" y="17583"/>
                  </a:lnTo>
                  <a:lnTo>
                    <a:pt x="401155" y="18034"/>
                  </a:lnTo>
                  <a:lnTo>
                    <a:pt x="411184" y="18485"/>
                  </a:lnTo>
                  <a:lnTo>
                    <a:pt x="421213" y="18936"/>
                  </a:lnTo>
                  <a:lnTo>
                    <a:pt x="431242" y="19387"/>
                  </a:lnTo>
                  <a:lnTo>
                    <a:pt x="441271" y="19837"/>
                  </a:lnTo>
                  <a:lnTo>
                    <a:pt x="451300" y="20288"/>
                  </a:lnTo>
                  <a:lnTo>
                    <a:pt x="461329" y="20739"/>
                  </a:lnTo>
                  <a:lnTo>
                    <a:pt x="471358" y="21190"/>
                  </a:lnTo>
                  <a:lnTo>
                    <a:pt x="481387" y="21641"/>
                  </a:lnTo>
                  <a:lnTo>
                    <a:pt x="491416" y="22092"/>
                  </a:lnTo>
                  <a:lnTo>
                    <a:pt x="501444" y="22543"/>
                  </a:lnTo>
                  <a:lnTo>
                    <a:pt x="511473" y="22993"/>
                  </a:lnTo>
                  <a:lnTo>
                    <a:pt x="521502" y="23444"/>
                  </a:lnTo>
                  <a:lnTo>
                    <a:pt x="531531" y="23895"/>
                  </a:lnTo>
                  <a:lnTo>
                    <a:pt x="541560" y="24346"/>
                  </a:lnTo>
                  <a:lnTo>
                    <a:pt x="551589" y="24797"/>
                  </a:lnTo>
                  <a:lnTo>
                    <a:pt x="561618" y="25248"/>
                  </a:lnTo>
                  <a:lnTo>
                    <a:pt x="571647" y="25699"/>
                  </a:lnTo>
                  <a:lnTo>
                    <a:pt x="581676" y="26149"/>
                  </a:lnTo>
                  <a:lnTo>
                    <a:pt x="591705" y="26600"/>
                  </a:lnTo>
                  <a:lnTo>
                    <a:pt x="601733" y="27051"/>
                  </a:lnTo>
                  <a:lnTo>
                    <a:pt x="611762" y="27502"/>
                  </a:lnTo>
                  <a:lnTo>
                    <a:pt x="621791" y="27953"/>
                  </a:lnTo>
                  <a:lnTo>
                    <a:pt x="631820" y="28404"/>
                  </a:lnTo>
                  <a:lnTo>
                    <a:pt x="641849" y="28855"/>
                  </a:lnTo>
                  <a:lnTo>
                    <a:pt x="651878" y="29306"/>
                  </a:lnTo>
                  <a:lnTo>
                    <a:pt x="661907" y="29756"/>
                  </a:lnTo>
                  <a:lnTo>
                    <a:pt x="671936" y="30207"/>
                  </a:lnTo>
                  <a:lnTo>
                    <a:pt x="681965" y="30658"/>
                  </a:lnTo>
                  <a:lnTo>
                    <a:pt x="691994" y="31109"/>
                  </a:lnTo>
                  <a:lnTo>
                    <a:pt x="702022" y="31560"/>
                  </a:lnTo>
                  <a:lnTo>
                    <a:pt x="712051" y="32011"/>
                  </a:lnTo>
                  <a:lnTo>
                    <a:pt x="722080" y="32462"/>
                  </a:lnTo>
                  <a:lnTo>
                    <a:pt x="732109" y="32912"/>
                  </a:lnTo>
                  <a:lnTo>
                    <a:pt x="742138" y="33363"/>
                  </a:lnTo>
                  <a:lnTo>
                    <a:pt x="752167" y="33814"/>
                  </a:lnTo>
                  <a:lnTo>
                    <a:pt x="762196" y="34265"/>
                  </a:lnTo>
                  <a:lnTo>
                    <a:pt x="772225" y="34716"/>
                  </a:lnTo>
                  <a:lnTo>
                    <a:pt x="782254" y="35167"/>
                  </a:lnTo>
                  <a:lnTo>
                    <a:pt x="792283" y="35618"/>
                  </a:lnTo>
                  <a:lnTo>
                    <a:pt x="802311" y="36068"/>
                  </a:lnTo>
                  <a:lnTo>
                    <a:pt x="812340" y="36519"/>
                  </a:lnTo>
                  <a:lnTo>
                    <a:pt x="822369" y="36970"/>
                  </a:lnTo>
                  <a:lnTo>
                    <a:pt x="832398" y="37421"/>
                  </a:lnTo>
                  <a:lnTo>
                    <a:pt x="842427" y="37872"/>
                  </a:lnTo>
                  <a:lnTo>
                    <a:pt x="852456" y="38323"/>
                  </a:lnTo>
                  <a:lnTo>
                    <a:pt x="862485" y="38774"/>
                  </a:lnTo>
                  <a:lnTo>
                    <a:pt x="872514" y="39224"/>
                  </a:lnTo>
                  <a:lnTo>
                    <a:pt x="882543" y="39675"/>
                  </a:lnTo>
                  <a:lnTo>
                    <a:pt x="892572" y="40126"/>
                  </a:lnTo>
                  <a:lnTo>
                    <a:pt x="902600" y="40577"/>
                  </a:lnTo>
                  <a:lnTo>
                    <a:pt x="912629" y="41028"/>
                  </a:lnTo>
                  <a:lnTo>
                    <a:pt x="922658" y="41479"/>
                  </a:lnTo>
                  <a:lnTo>
                    <a:pt x="932687" y="41930"/>
                  </a:lnTo>
                  <a:lnTo>
                    <a:pt x="942716" y="42381"/>
                  </a:lnTo>
                  <a:lnTo>
                    <a:pt x="952745" y="42831"/>
                  </a:lnTo>
                  <a:lnTo>
                    <a:pt x="962774" y="43282"/>
                  </a:lnTo>
                  <a:lnTo>
                    <a:pt x="972803" y="43733"/>
                  </a:lnTo>
                  <a:lnTo>
                    <a:pt x="982832" y="44184"/>
                  </a:lnTo>
                  <a:lnTo>
                    <a:pt x="992861" y="44635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61" name="tx1261"/>
            <p:cNvSpPr/>
            <p:nvPr/>
          </p:nvSpPr>
          <p:spPr>
            <a:xfrm>
              <a:off x="10922045" y="7268574"/>
              <a:ext cx="1074522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-0.028 Z/year</a:t>
              </a:r>
            </a:p>
          </p:txBody>
        </p:sp>
        <p:sp>
          <p:nvSpPr>
            <p:cNvPr id="1262" name="rc1262"/>
            <p:cNvSpPr/>
            <p:nvPr/>
          </p:nvSpPr>
          <p:spPr>
            <a:xfrm>
              <a:off x="10954063" y="7247470"/>
              <a:ext cx="10921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tx1263"/>
            <p:cNvSpPr/>
            <p:nvPr/>
          </p:nvSpPr>
          <p:spPr>
            <a:xfrm>
              <a:off x="10829278" y="854162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64" name="tx1264"/>
            <p:cNvSpPr/>
            <p:nvPr/>
          </p:nvSpPr>
          <p:spPr>
            <a:xfrm>
              <a:off x="10829278" y="8206782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265" name="tx1265"/>
            <p:cNvSpPr/>
            <p:nvPr/>
          </p:nvSpPr>
          <p:spPr>
            <a:xfrm>
              <a:off x="10829278" y="787204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266" name="tx1266"/>
            <p:cNvSpPr/>
            <p:nvPr/>
          </p:nvSpPr>
          <p:spPr>
            <a:xfrm>
              <a:off x="10829278" y="753725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1267" name="pl1267"/>
            <p:cNvSpPr/>
            <p:nvPr/>
          </p:nvSpPr>
          <p:spPr>
            <a:xfrm>
              <a:off x="10919269" y="8583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0919269" y="82485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10919269" y="79137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0919269" y="75789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100370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135581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170793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tx1274"/>
            <p:cNvSpPr/>
            <p:nvPr/>
          </p:nvSpPr>
          <p:spPr>
            <a:xfrm>
              <a:off x="10972629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75" name="tx1275"/>
            <p:cNvSpPr/>
            <p:nvPr/>
          </p:nvSpPr>
          <p:spPr>
            <a:xfrm>
              <a:off x="11324741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76" name="tx1276"/>
            <p:cNvSpPr/>
            <p:nvPr/>
          </p:nvSpPr>
          <p:spPr>
            <a:xfrm>
              <a:off x="11645776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77" name="tx1277"/>
            <p:cNvSpPr/>
            <p:nvPr/>
          </p:nvSpPr>
          <p:spPr>
            <a:xfrm>
              <a:off x="10878956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278" name="tx1278"/>
            <p:cNvSpPr/>
            <p:nvPr/>
          </p:nvSpPr>
          <p:spPr>
            <a:xfrm rot="-5400000">
              <a:off x="9876770" y="78565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Nico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2026-04-29T09:07:41Z</dcterms:modified>
</cp:coreProperties>
</file>