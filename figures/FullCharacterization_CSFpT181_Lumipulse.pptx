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71800" y="1691481"/>
            <a:ext cx="9144000" cy="7315200"/>
            <a:chOff x="2971800" y="1691481"/>
            <a:chExt cx="9144000" cy="7315200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71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00738" y="1761070"/>
              <a:ext cx="4073472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400738" y="4331112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400738" y="3718616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400738" y="3106120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400738" y="2493623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400738" y="1881127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254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55852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86915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400738" y="4637360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400738" y="4024864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400738" y="3412368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400738" y="2799872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00738" y="2187375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8589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89920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21250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561070" y="4724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561070" y="4641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265577" y="4644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561070" y="4718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561070" y="3991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561070" y="4665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561070" y="4546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346174" y="4518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561070" y="4654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561070" y="4709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886607" y="4703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606226" y="4728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948764" y="4722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61070" y="4572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832478" y="4574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119494" y="4577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561070" y="4220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862927" y="4072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093588" y="3995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637619" y="3951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561070" y="4523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270250" y="4477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612433" y="4503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5146390" y="4466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6278959" y="4331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561070" y="4265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083883" y="3967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61070" y="4538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124221" y="4492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561070" y="3577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561070" y="4366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063857" y="4531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561070" y="4682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068118" y="4680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561070" y="4715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561070" y="4696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120214" y="4683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5742234" y="4686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561070" y="4717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854690" y="4708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115192" y="4726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561070" y="4591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561070" y="4582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561070" y="3456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873385" y="3611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498202" y="3634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561070" y="4734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561070" y="4398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561070" y="3855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083883" y="3582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353020" y="4724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5414428" y="47316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432298" y="4434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5152866" y="4232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744393" y="4156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561070" y="2595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561070" y="4004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561070" y="4484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561070" y="4674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561070" y="4545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173546" y="4628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908996" y="4627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561070" y="4509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513845" y="4485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211875" y="4477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561070" y="2780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863143" y="2344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561070" y="4729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449079" y="4725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561070" y="4406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115650" y="4339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4366797" y="4281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561070" y="4728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561070" y="4556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886132" y="4353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561070" y="4599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197213" y="4609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561070" y="4684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561070" y="4482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406622" y="4368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561070" y="4596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422453" y="4516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561070" y="4678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561070" y="4596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4352900" y="4532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881100" y="4571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5399945" y="4498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102943" y="4368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561070" y="3307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561070" y="4677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61070" y="4525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4135076" y="4595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561070" y="4661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837750" y="4677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120933" y="4657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866145" y="4675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5399695" y="4703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3561070" y="4639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169924" y="4606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478584" y="4597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4901000" y="4608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454386" y="4640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953082" y="4590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6480562" y="4616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561070" y="4438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561070" y="2951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812937" y="2831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863105" y="3747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146635" y="3752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561070" y="4385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852889" y="3831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561070" y="3853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903496" y="3615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442603" y="3505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5036669" y="3481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5344285" y="3837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61070" y="4714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099345" y="4718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633302" y="4697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561070" y="4661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4894325" y="4703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3561070" y="4702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124758" y="470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804077" y="4673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5705415" y="4667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561070" y="2869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561070" y="4568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341689" y="4598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561070" y="3051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561070" y="4626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115110" y="4555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5187341" y="4344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4367043" y="4732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561070" y="4521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093588" y="4494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561070" y="2696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561070" y="4657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561070" y="4692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375678" y="4697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561070" y="4358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4477144" y="4383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561070" y="3844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842722" y="3742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104663" y="3715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561070" y="4560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366323" y="4463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874946" y="4420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5398256" y="4441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6232294" y="4318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6690691" y="4258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982691" y="4348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3561070" y="3077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561070" y="4549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4135868" y="4517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561070" y="4551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402304" y="4556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561070" y="4524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3561070" y="4654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561070" y="4637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125186" y="4651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663526" y="4634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187312" y="4613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561070" y="4637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561070" y="4568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397058" y="4616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3561070" y="4626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984082" y="4653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561070" y="4632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3561070" y="4598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3561070" y="4595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351585" y="4584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561070" y="4637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4627501" y="4618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6241836" y="4574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61070" y="4697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561070" y="4600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561070" y="4626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561070" y="4733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561070" y="4722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368081" y="4709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886206" y="4719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5926775" y="4653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561070" y="4051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3797530" y="3999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561070" y="4445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561070" y="4600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843161" y="4556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561070" y="4551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109148" y="4596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196492" y="4553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561070" y="4547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852889" y="4529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561070" y="4515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3561070" y="4580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096016" y="4552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561070" y="4671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561070" y="3083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3823011" y="3485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4090678" y="3414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561070" y="4666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561070" y="2097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839340" y="1995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561070" y="2752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3752489" y="2592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561070" y="4642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561070" y="4663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4351211" y="4602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61070" y="4672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351846" y="4630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4875009" y="4667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5398891" y="4585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6450973" y="4636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561070" y="4512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561070" y="4625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561070" y="4515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3998598" y="4535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561070" y="4698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069791" y="4718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561070" y="4543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145058" y="4541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3561070" y="4464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561070" y="4617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561070" y="4644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561070" y="4672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826786" y="467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561070" y="4704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351754" y="4674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898664" y="4709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422546" y="4697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6076679" y="4697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6570186" y="4709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561070" y="4708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869230" y="4657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149718" y="4646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4416697" y="4685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561070" y="4300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4105405" y="4079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3561070" y="3813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874824" y="3907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3561070" y="4181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891112" y="4191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4133886" y="4236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561070" y="4501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3561070" y="4018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3561070" y="4590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111159" y="4602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561070" y="4441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4624666" y="4417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561070" y="3388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805563" y="3335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4135868" y="3937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377660" y="3933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3561070" y="3887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3827469" y="3835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561070" y="3188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561070" y="4164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863310" y="4164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561070" y="4752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3561070" y="4707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3561070" y="4742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642657" y="47316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3561070" y="4535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3561070" y="4571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103798" y="4493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4642572" y="4522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3561070" y="4484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3822514" y="4548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4094307" y="4492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347613" y="4194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900428" y="4339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423443" y="4430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3561070" y="4463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4130288" y="4449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561070" y="4381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4784075" y="4113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561070" y="4694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146840" y="4676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561070" y="3496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4093938" y="3128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3561070" y="4605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882865" y="4630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154755" y="4616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4427491" y="4607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890449" y="4597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561070" y="4511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3918001" y="4424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561070" y="3853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833086" y="4119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3561070" y="4643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4648414" y="4624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3561070" y="4671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3561070" y="3972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828049" y="4279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4128065" y="4758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561070" y="4654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4094213" y="4601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5140550" y="4575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3561070" y="2863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561070" y="4168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3843161" y="4317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561070" y="4657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4178503" y="4637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561070" y="4196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823894" y="4282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4094307" y="4214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4879561" y="4171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131278" y="4150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5378107" y="4182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5660197" y="4122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5921592" y="3954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6208546" y="4031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6460413" y="3853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3561070" y="4282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561070" y="3276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064803" y="4584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608115" y="3155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4875093" y="3347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5137035" y="3276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3561070" y="4230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888048" y="4200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561070" y="4742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4673490" y="4748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5185249" y="4757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3561070" y="4216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3561070" y="3144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3823731" y="35619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3561070" y="3462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3561070" y="4453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3561070" y="4525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3878379" y="4574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561070" y="4663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4356249" y="4603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5232325" y="4599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3561070" y="4079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3888497" y="4046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4351211" y="3870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3561070" y="4350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4133993" y="4626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641937" y="4645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5165259" y="4638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665235" y="4646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3561070" y="470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3883192" y="4703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3561070" y="4644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4134606" y="4682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4356249" y="4667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4664965" y="4675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3561070" y="4526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3561070" y="4545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3561070" y="4142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056168" y="4061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4653451" y="3931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3561070" y="4441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3856114" y="4086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3561070" y="3224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3835245" y="3388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4091830" y="3683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3561070" y="4454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561070" y="4576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4886607" y="4583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424882" y="4632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6014249" y="4577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6717317" y="4616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61070" y="4616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3561070" y="4640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4364884" y="4521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3561070" y="3744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3561070" y="4413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4421734" y="4363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561070" y="4665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3829488" y="4623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561070" y="3509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3561070" y="4590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4713899" y="4597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3561070" y="4647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084233" y="4656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4608115" y="4640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5272323" y="4599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5685384" y="4602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3561070" y="4632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4089634" y="4574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3561070" y="4553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3561070" y="4608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3561070" y="4724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4446201" y="4736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561070" y="4536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4133886" y="4569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639059" y="4566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5185969" y="4567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5702655" y="4554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561070" y="4155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3561070" y="4691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113149" y="4681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636900" y="4653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3561070" y="4095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847478" y="3830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118566" y="4079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4385753" y="4118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4652012" y="4072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4723974" y="4393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561070" y="3826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3561070" y="3132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561070" y="4165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3561070" y="4616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3561070" y="4557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4637619" y="4616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561070" y="4451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4120214" y="4439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4641937" y="4399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175894" y="4397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561070" y="4569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3561070" y="4710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3843035" y="4698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4840426" y="4730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3561070" y="4338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4064306" y="4283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351211" y="4068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561070" y="4489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3561070" y="4387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3852679" y="4389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561070" y="4712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61070" y="4689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4351931" y="4677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561070" y="4698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3561070" y="4599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561070" y="4121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3825742" y="4704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3812937" y="3601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073439" y="3867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3561070" y="4626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4381435" y="4637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893084" y="4626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561070" y="470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4196493" y="4704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4649133" y="4689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5206838" y="4667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61070" y="4577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561070" y="4511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3561070" y="4417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3561070" y="4619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4200091" y="4606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3561070" y="4689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4097906" y="4667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3561070" y="4045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3868514" y="3937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3561070" y="467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331062" y="467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899981" y="4669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5685384" y="4683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3561070" y="4441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862854" y="4474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3561070" y="4589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3561070" y="4646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4090438" y="4643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3561070" y="3693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3879861" y="3566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561070" y="3394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561070" y="4557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4094345" y="4529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4643290" y="4426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5185286" y="4244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5703980" y="4236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561070" y="4636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114457" y="4662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3561070" y="4682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4141083" y="4736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4639778" y="4697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5157184" y="4692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561070" y="3855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3833086" y="3647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101057" y="3752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4362725" y="3859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705264" y="3496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3561070" y="4623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4349772" y="4626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4877732" y="4634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561070" y="3391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4483621" y="3346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3561070" y="4710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4180296" y="4720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5069744" y="4703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3561070" y="4505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3846165" y="4538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074158" y="4593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3561070" y="4701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3561070" y="2733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3827803" y="2558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561070" y="4628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4101903" y="4590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561070" y="4201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3959735" y="4062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4135560" y="3891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561070" y="4596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4449079" y="4609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3561070" y="4725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922232" y="4718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4445935" y="4754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3561070" y="4654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3561070" y="4606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705041" y="4596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3561070" y="3964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4411659" y="3886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693750" y="3843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874781" y="3894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3561070" y="4687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3561070" y="4576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129840" y="4626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4629704" y="4594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3561070" y="4666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561070" y="4691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149765" y="4724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4613148" y="4716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5182418" y="4709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5695368" y="4718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561070" y="4724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561070" y="4291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3561070" y="4667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869067" y="4698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4141370" y="4687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4493696" y="4687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3561070" y="3714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3561070" y="4092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4452292" y="3845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4904212" y="3927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5428095" y="3552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3561070" y="467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561070" y="4646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3561070" y="3463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3876485" y="3602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4088551" y="3620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561070" y="2504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561070" y="4667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3561070" y="4165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3884179" y="3970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3561070" y="4664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673431" y="4693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3561070" y="4756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5425204" y="4752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3561070" y="4491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3561070" y="3376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3833806" y="3394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155475" y="2745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3871226" y="4573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4384314" y="4440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4962887" y="4411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733329" y="4662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3561070" y="4612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3561070" y="4569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868347" y="4541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230315" y="4532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3561070" y="2144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561070" y="4638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3561070" y="4613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4641937" y="4571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3561070" y="4329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3878318" y="4381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3561070" y="4631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3867860" y="4613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114457" y="4636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561070" y="4335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826609" y="4226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4098320" y="4317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4324585" y="4264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618190" y="4308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561070" y="4557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3561070" y="4486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561070" y="4280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3843880" y="4337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4105253" y="4260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3561070" y="4663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4092149" y="4659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3561070" y="4576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3561070" y="4659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4362006" y="4646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3561070" y="4558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3561070" y="4632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4069488" y="4623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4703573" y="4573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561070" y="4668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561070" y="4464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4352969" y="4555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4951692" y="4583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5394976" y="4579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6077894" y="4505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561070" y="4639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4129569" y="4659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388631" y="4635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910355" y="4665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104708" y="3262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4406948" y="3577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3561070" y="4146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3838056" y="4273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125184" y="4247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4407182" y="4189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3561070" y="3134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3561070" y="4668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4069654" y="4671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4762646" y="4650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5402387" y="4672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3561070" y="4673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4088551" y="4671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647694" y="4663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3561070" y="4753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4134999" y="4760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4768983" y="4748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5207231" y="4736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3561070" y="3944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4104345" y="4706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5176576" y="4703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3561070" y="4685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3561070" y="4647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561070" y="4568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3561070" y="4331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561070" y="4701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3561070" y="4633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4113122" y="4586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611713" y="4586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3561070" y="3972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3958412" y="3877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4136765" y="3899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4427491" y="3418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3561070" y="4603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401585" y="4629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5569525" y="4631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3561070" y="3640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4114528" y="3845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4376398" y="3845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5022358" y="4083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561070" y="4628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561070" y="4577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3561070" y="3936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3868318" y="4032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561070" y="4637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353020" y="4666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5414428" y="4682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3561070" y="4546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3561070" y="4675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3561070" y="3612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3561070" y="4537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561070" y="4632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4371628" y="4636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561070" y="4525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4366642" y="4420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4909954" y="4569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398575" y="4545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3561070" y="4469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3561070" y="4510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561070" y="4715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3561070" y="4711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4111578" y="4734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561070" y="4667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3561070" y="2454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3862111" y="2468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3561070" y="4474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3561070" y="3492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3561070" y="3693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561070" y="4618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4089569" y="4621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888345" y="4601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5159958" y="4422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3561070" y="4673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5432798" y="4728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3561070" y="4667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4331357" y="467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5383439" y="4651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5895088" y="4631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6560015" y="4660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3561070" y="3142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3828613" y="2902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092149" y="2880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5030680" y="3111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561070" y="3336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3561070" y="4750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3561070" y="4460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3561070" y="4648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3561070" y="4685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561070" y="4620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561070" y="3602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561070" y="3592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310913" y="3622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4633302" y="3742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4875093" y="3661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3561070" y="4254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390790" y="4119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5242818" y="3470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3561070" y="4571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3561070" y="4675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3561070" y="4435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561070" y="2656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561070" y="4649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4355529" y="4646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4909175" y="4642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5442872" y="4667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170587" y="4579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4628264" y="4593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5257866" y="4596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670272" y="4560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6189117" y="4606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3561070" y="4651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3561070" y="4667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356646" y="4702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3561070" y="3450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3863139" y="3526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125080" y="3738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3561070" y="4722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4456995" y="4723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4929065" y="4744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5437835" y="4723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561070" y="4695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3561070" y="4647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351469" y="4641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561070" y="1928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3847478" y="2088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4118995" y="2081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3561070" y="4192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3793839" y="4161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4150770" y="4099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936593" y="3920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5449681" y="3592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3561070" y="4690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3561070" y="4740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878422" y="4739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402721" y="4690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4924747" y="4721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3561070" y="4473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561070" y="4491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3561070" y="4693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4616750" y="47316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3561070" y="4096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090709" y="3596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3561070" y="4617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3561070" y="4323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3561070" y="4665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4456995" y="4706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5465900" y="4741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3561070" y="4734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3844600" y="4596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3561070" y="4302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396673" y="4460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3561070" y="4740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4090328" y="4746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4618172" y="4748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3561070" y="4604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4104915" y="4646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4737460" y="4598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5412462" y="4649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3561070" y="4605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3874104" y="4589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4498202" y="4593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3561070" y="4622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863294" y="4616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4205848" y="4594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4658488" y="4638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5182371" y="4638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5899830" y="4647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6234453" y="4643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3561070" y="4524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4725413" y="4399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3561070" y="4709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4526798" y="4705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561070" y="4143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3561070" y="4688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561070" y="4616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4417487" y="4652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4897472" y="4641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5438625" y="4685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6118665" y="4649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6471278" y="4657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3561070" y="4586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4129569" y="4573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3561070" y="4343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4155475" y="4110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4670580" y="4258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3561070" y="4520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4092868" y="4514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4448360" y="4659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561070" y="4516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367043" y="4489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3561070" y="4080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3561070" y="4282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4612433" y="4752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561070" y="4284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561070" y="4295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3561070" y="2984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3844600" y="2887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4095747" y="2793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3561070" y="4355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4160396" y="4396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4613152" y="4454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5142072" y="4403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3561070" y="3654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3891375" y="3678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3561070" y="4657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3888215" y="4686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561070" y="4642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486500" y="4617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3561070" y="4638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561070" y="4505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270970" y="4434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4623227" y="4454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5147109" y="4362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5650123" y="4241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3561070" y="4674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3851670" y="4717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561070" y="4488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3561070" y="4675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4420800" y="4697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561070" y="4697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3561070" y="4758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3561070" y="4557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561070" y="4595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3561070" y="3946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378221" y="3853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3561070" y="4700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561070" y="4699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888215" y="4706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185699" y="2910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4613152" y="2811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3561070" y="4639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4094534" y="4652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633243" y="4647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5146616" y="4622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5700392" y="4641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561070" y="4718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4352650" y="4719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4876027" y="4717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5404733" y="4743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6193434" y="4724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6712279" y="4728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3561070" y="4678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4401585" y="4692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3561070" y="4719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3888215" y="4751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3561070" y="4555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4124402" y="4640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4632582" y="4640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5136291" y="4647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561070" y="3912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110178" y="3883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4356249" y="3983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4673600" y="4056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561070" y="4404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638339" y="4324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5197483" y="4350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5774617" y="4056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3561070" y="4526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4446920" y="4337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3561070" y="4687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118774" y="467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3561070" y="4411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4155475" y="4374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3561070" y="4728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3561070" y="3599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3848804" y="3695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4120214" y="3745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4125251" y="3087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3561070" y="4603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4351211" y="4484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3561070" y="3851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3561070" y="4231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3561070" y="2943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3823011" y="2543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094653" y="2406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4367043" y="2576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668563" y="2608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561070" y="4494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851076" y="4464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084952" y="4486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399426" y="4436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4652731" y="4375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402623" y="4139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5907026" y="4105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6229358" y="3798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3561070" y="2303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3833086" y="2260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4175058" y="1880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4437565" y="2339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4708862" y="3507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3561070" y="4588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4374959" y="4627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3561070" y="4757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3908483" y="4741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3561070" y="4600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3836448" y="4609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4118774" y="4515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4391510" y="4464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561070" y="3607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830927" y="3886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366323" y="3805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4617470" y="3843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561070" y="4604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3845652" y="4633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561070" y="4578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4160396" y="4584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4572854" y="4617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5142072" y="4540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5665235" y="4468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3561070" y="3853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561070" y="4638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356394" y="3133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4843576" y="4589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5422869" y="4576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5984891" y="4489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6464876" y="4314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3561070" y="4702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3561070" y="3156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832864" y="3084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561070" y="4295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3561070" y="4596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3873385" y="4623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3561070" y="4659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4749854" y="4663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5161502" y="4673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3561070" y="3037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3832172" y="3501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3561070" y="2890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3561070" y="4163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4068035" y="3942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3561070" y="4589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3561070" y="470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3561070" y="4694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4084541" y="4677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561070" y="4494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4210166" y="4505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3561070" y="4602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4899560" y="4633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5931493" y="4575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3561070" y="4568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396547" y="4519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5914911" y="4432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3561070" y="4687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981597" y="4685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3561070" y="4434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4351211" y="4363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561070" y="4624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3561070" y="4676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4068118" y="4650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3561070" y="4276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3561070" y="4622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3561070" y="4662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4210166" y="4710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216989" y="4699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561070" y="4505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3561070" y="3555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3833611" y="3503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3946786" y="4508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4613152" y="4520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3561070" y="4014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3828768" y="39606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4130249" y="3971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3561070" y="3756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3561070" y="4113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3561070" y="4642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4129331" y="4656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3561070" y="4655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4407341" y="4642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4899971" y="4638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5414088" y="4657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5947744" y="4600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3561070" y="473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4060485" y="4717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4624666" y="4738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5147109" y="4710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5670991" y="4678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6194154" y="4670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3561070" y="3338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3876892" y="3508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3561070" y="4639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3561070" y="3303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3834525" y="2832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4101504" y="2775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3561070" y="4524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4356897" y="4379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3561070" y="4517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3561070" y="4332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3561070" y="4178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3799816" y="4116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4127962" y="4236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3561070" y="4674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3561070" y="4591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4360566" y="4584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5493965" y="4407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4180662" y="3631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4658488" y="3762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4930504" y="3949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3561070" y="4417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3561070" y="4726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4118381" y="470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3561070" y="4670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4094307" y="4657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4618909" y="4689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3561070" y="4607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4190219" y="4494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3561070" y="4641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3561070" y="4612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3561070" y="4572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5159343" y="4595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3561070" y="4574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4149995" y="4727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4366323" y="4729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4664965" y="4734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5121696" y="4734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3561070" y="4495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4351931" y="4507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6700046" y="4449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3561070" y="4593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3561070" y="4294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3561070" y="4661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3561070" y="3928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3858273" y="3703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4343522" y="3536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3561070" y="4211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3561070" y="4060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4124187" y="3848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4622478" y="3536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4920085" y="3936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3561070" y="3942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3561070" y="4672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3561070" y="4206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3561070" y="467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3561070" y="3572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3837626" y="3110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3561070" y="4671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3561070" y="4606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3824051" y="4609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4102223" y="4586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3561070" y="4648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3561070" y="4335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3873355" y="4246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3561070" y="4436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4174975" y="4292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3561070" y="4702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3561070" y="4661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3561070" y="4690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6210705" y="4679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6733148" y="4655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7242638" y="4566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3561070" y="4497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3561070" y="4046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3856947" y="3614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3561070" y="4657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4139643" y="4642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3561070" y="34263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4124551" y="4629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4643290" y="4631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5342865" y="4630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3561070" y="4627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4376583" y="4554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5388366" y="4579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3561070" y="4593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3561070" y="3644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3857877" y="3808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3561070" y="4204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3561070" y="4681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3561070" y="3459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3561070" y="3740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3872443" y="3523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4170587" y="3497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4679357" y="3654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3561070" y="4627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4156574" y="4588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4609554" y="4637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3561070" y="4597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4788651" y="4654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3561070" y="4586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4044654" y="4409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3561070" y="4523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3561070" y="4602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3561070" y="4490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4141083" y="4577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4905667" y="4596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3561070" y="4277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3561070" y="4137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4110310" y="4670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4647694" y="4639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5175306" y="4632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5719926" y="4583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3561070" y="4616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4493696" y="4643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5394658" y="4571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3561070" y="4637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3561070" y="4139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4220665" y="4621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4613152" y="4610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5182319" y="4600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5942288" y="4555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3561070" y="4666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3561070" y="4568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3561070" y="4454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4224558" y="4425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4658488" y="4352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5177333" y="4369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5688982" y="4141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6192715" y="3909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4140363" y="4757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4752758" y="4742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3561070" y="4713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4935512" y="4682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3561070" y="4757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3561070" y="3290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3561070" y="3745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4091555" y="3869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3561070" y="4536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3561070" y="4252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3561070" y="4629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4348231" y="4644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3561070" y="4625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4104443" y="4663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4788973" y="4670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5196824" y="4667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5745604" y="4685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3561070" y="4626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4582928" y="4608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3561070" y="4685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3561070" y="4531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3827909" y="4528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3561070" y="4185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3827359" y="4125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4089300" y="4054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3561070" y="4343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4195054" y="4335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3561070" y="4694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4270970" y="4653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4613152" y="4693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5197459" y="4607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5715608" y="4645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6179042" y="4665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3561070" y="3250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3826405" y="3317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3561070" y="4704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4089180" y="470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3561070" y="2359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4345549" y="2055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3561070" y="4094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4059439" y="4039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3561070" y="4563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3561070" y="4513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3855125" y="4606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4129569" y="4486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3561070" y="4517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4467070" y="4166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3561070" y="4597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3561070" y="4650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3561070" y="4687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4084363" y="4602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4739086" y="4602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4325779" y="4554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4869810" y="4610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5383618" y="4553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5910379" y="4564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6439298" y="4575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3561070" y="4509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5429919" y="4550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3844600" y="4491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3561070" y="4398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4411659" y="4311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3561070" y="4637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3561070" y="4692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4354090" y="4642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5932933" y="4685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3561070" y="3256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4091213" y="2962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4357688" y="2855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4638339" y="2805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4876533" y="2732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3561070" y="4687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3561070" y="4572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4089799" y="4561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4638266" y="4491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5177142" y="4441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3561070" y="4590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3561070" y="2912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3843161" y="2998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3561070" y="4695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3888497" y="4684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5087381" y="4717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6325125" y="4665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3561070" y="4302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3561070" y="4642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4296263" y="4625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4875093" y="4614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5494024" y="4512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5971072" y="4338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6424102" y="4308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3561070" y="4696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4351931" y="4715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3561070" y="4596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4405902" y="4616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5091579" y="4606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3561070" y="4688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3561070" y="4669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4130210" y="4687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4653451" y="4656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3561070" y="4605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3817974" y="3422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4104766" y="3460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4350492" y="3551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4657769" y="3906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3561070" y="4569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4456995" y="4478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4923151" y="4482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5439274" y="4527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3561070" y="4369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3827606" y="4346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4089270" y="4247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4356249" y="4234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3561070" y="4621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4104382" y="4592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4618190" y="4604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5160062" y="4596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5653721" y="4464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4869337" y="4671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3561070" y="47316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3561070" y="4716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6"/>
            <p:cNvSpPr/>
            <p:nvPr/>
          </p:nvSpPr>
          <p:spPr>
            <a:xfrm>
              <a:off x="3561070" y="3852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7"/>
            <p:cNvSpPr/>
            <p:nvPr/>
          </p:nvSpPr>
          <p:spPr>
            <a:xfrm>
              <a:off x="3834474" y="3655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8"/>
            <p:cNvSpPr/>
            <p:nvPr/>
          </p:nvSpPr>
          <p:spPr>
            <a:xfrm>
              <a:off x="3561070" y="4103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9"/>
            <p:cNvSpPr/>
            <p:nvPr/>
          </p:nvSpPr>
          <p:spPr>
            <a:xfrm>
              <a:off x="3862590" y="4260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40"/>
            <p:cNvSpPr/>
            <p:nvPr/>
          </p:nvSpPr>
          <p:spPr>
            <a:xfrm>
              <a:off x="3561070" y="4515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1"/>
            <p:cNvSpPr/>
            <p:nvPr/>
          </p:nvSpPr>
          <p:spPr>
            <a:xfrm>
              <a:off x="4349963" y="4486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2"/>
            <p:cNvSpPr/>
            <p:nvPr/>
          </p:nvSpPr>
          <p:spPr>
            <a:xfrm>
              <a:off x="5158094" y="4295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3"/>
            <p:cNvSpPr/>
            <p:nvPr/>
          </p:nvSpPr>
          <p:spPr>
            <a:xfrm>
              <a:off x="3561070" y="4633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4"/>
            <p:cNvSpPr/>
            <p:nvPr/>
          </p:nvSpPr>
          <p:spPr>
            <a:xfrm>
              <a:off x="4341689" y="4681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5"/>
            <p:cNvSpPr/>
            <p:nvPr/>
          </p:nvSpPr>
          <p:spPr>
            <a:xfrm>
              <a:off x="3561070" y="2948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6"/>
            <p:cNvSpPr/>
            <p:nvPr/>
          </p:nvSpPr>
          <p:spPr>
            <a:xfrm>
              <a:off x="3873347" y="2805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7"/>
            <p:cNvSpPr/>
            <p:nvPr/>
          </p:nvSpPr>
          <p:spPr>
            <a:xfrm>
              <a:off x="4200091" y="3069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8"/>
            <p:cNvSpPr/>
            <p:nvPr/>
          </p:nvSpPr>
          <p:spPr>
            <a:xfrm>
              <a:off x="3561070" y="4595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t1249"/>
            <p:cNvSpPr/>
            <p:nvPr/>
          </p:nvSpPr>
          <p:spPr>
            <a:xfrm>
              <a:off x="3561070" y="4629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t1250"/>
            <p:cNvSpPr/>
            <p:nvPr/>
          </p:nvSpPr>
          <p:spPr>
            <a:xfrm>
              <a:off x="4133167" y="4610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1"/>
            <p:cNvSpPr/>
            <p:nvPr/>
          </p:nvSpPr>
          <p:spPr>
            <a:xfrm>
              <a:off x="4675759" y="4638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2"/>
            <p:cNvSpPr/>
            <p:nvPr/>
          </p:nvSpPr>
          <p:spPr>
            <a:xfrm>
              <a:off x="3561070" y="4606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3"/>
            <p:cNvSpPr/>
            <p:nvPr/>
          </p:nvSpPr>
          <p:spPr>
            <a:xfrm>
              <a:off x="4096016" y="4619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4582928" y="4675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3561070" y="4566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4361866" y="4599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3561070" y="4647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4652012" y="4611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4103088" y="4587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3561070" y="4304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4414538" y="4535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5226267" y="4613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3561070" y="4707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3561070" y="4675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3561070" y="4619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4135153" y="4586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3561070" y="4667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8"/>
            <p:cNvSpPr/>
            <p:nvPr/>
          </p:nvSpPr>
          <p:spPr>
            <a:xfrm>
              <a:off x="4959006" y="4644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9"/>
            <p:cNvSpPr/>
            <p:nvPr/>
          </p:nvSpPr>
          <p:spPr>
            <a:xfrm>
              <a:off x="3561070" y="4713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70"/>
            <p:cNvSpPr/>
            <p:nvPr/>
          </p:nvSpPr>
          <p:spPr>
            <a:xfrm>
              <a:off x="4118774" y="4697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1"/>
            <p:cNvSpPr/>
            <p:nvPr/>
          </p:nvSpPr>
          <p:spPr>
            <a:xfrm>
              <a:off x="3561070" y="4045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2"/>
            <p:cNvSpPr/>
            <p:nvPr/>
          </p:nvSpPr>
          <p:spPr>
            <a:xfrm>
              <a:off x="3561070" y="4671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3"/>
            <p:cNvSpPr/>
            <p:nvPr/>
          </p:nvSpPr>
          <p:spPr>
            <a:xfrm>
              <a:off x="3561070" y="4653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4"/>
            <p:cNvSpPr/>
            <p:nvPr/>
          </p:nvSpPr>
          <p:spPr>
            <a:xfrm>
              <a:off x="4111578" y="4550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5"/>
            <p:cNvSpPr/>
            <p:nvPr/>
          </p:nvSpPr>
          <p:spPr>
            <a:xfrm>
              <a:off x="4664245" y="4524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6"/>
            <p:cNvSpPr/>
            <p:nvPr/>
          </p:nvSpPr>
          <p:spPr>
            <a:xfrm>
              <a:off x="5218308" y="4563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7"/>
            <p:cNvSpPr/>
            <p:nvPr/>
          </p:nvSpPr>
          <p:spPr>
            <a:xfrm>
              <a:off x="3561070" y="4405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8"/>
            <p:cNvSpPr/>
            <p:nvPr/>
          </p:nvSpPr>
          <p:spPr>
            <a:xfrm>
              <a:off x="3561070" y="4626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9"/>
            <p:cNvSpPr/>
            <p:nvPr/>
          </p:nvSpPr>
          <p:spPr>
            <a:xfrm>
              <a:off x="4109911" y="4638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80"/>
            <p:cNvSpPr/>
            <p:nvPr/>
          </p:nvSpPr>
          <p:spPr>
            <a:xfrm>
              <a:off x="5377159" y="4626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1"/>
            <p:cNvSpPr/>
            <p:nvPr/>
          </p:nvSpPr>
          <p:spPr>
            <a:xfrm>
              <a:off x="3561070" y="4683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2"/>
            <p:cNvSpPr/>
            <p:nvPr/>
          </p:nvSpPr>
          <p:spPr>
            <a:xfrm>
              <a:off x="3561070" y="4219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3"/>
            <p:cNvSpPr/>
            <p:nvPr/>
          </p:nvSpPr>
          <p:spPr>
            <a:xfrm>
              <a:off x="3561070" y="4660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4"/>
            <p:cNvSpPr/>
            <p:nvPr/>
          </p:nvSpPr>
          <p:spPr>
            <a:xfrm>
              <a:off x="3561070" y="3734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5"/>
            <p:cNvSpPr/>
            <p:nvPr/>
          </p:nvSpPr>
          <p:spPr>
            <a:xfrm>
              <a:off x="3561070" y="4524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6"/>
            <p:cNvSpPr/>
            <p:nvPr/>
          </p:nvSpPr>
          <p:spPr>
            <a:xfrm>
              <a:off x="4088822" y="4581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7"/>
            <p:cNvSpPr/>
            <p:nvPr/>
          </p:nvSpPr>
          <p:spPr>
            <a:xfrm>
              <a:off x="4636900" y="4622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8"/>
            <p:cNvSpPr/>
            <p:nvPr/>
          </p:nvSpPr>
          <p:spPr>
            <a:xfrm>
              <a:off x="5724243" y="4602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9"/>
            <p:cNvSpPr/>
            <p:nvPr/>
          </p:nvSpPr>
          <p:spPr>
            <a:xfrm>
              <a:off x="3561070" y="3296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90"/>
            <p:cNvSpPr/>
            <p:nvPr/>
          </p:nvSpPr>
          <p:spPr>
            <a:xfrm>
              <a:off x="3561070" y="4623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1"/>
            <p:cNvSpPr/>
            <p:nvPr/>
          </p:nvSpPr>
          <p:spPr>
            <a:xfrm>
              <a:off x="4089567" y="4634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2"/>
            <p:cNvSpPr/>
            <p:nvPr/>
          </p:nvSpPr>
          <p:spPr>
            <a:xfrm>
              <a:off x="3561070" y="4594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3"/>
            <p:cNvSpPr/>
            <p:nvPr/>
          </p:nvSpPr>
          <p:spPr>
            <a:xfrm>
              <a:off x="5937083" y="4769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4"/>
            <p:cNvSpPr/>
            <p:nvPr/>
          </p:nvSpPr>
          <p:spPr>
            <a:xfrm>
              <a:off x="3561070" y="4662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5"/>
            <p:cNvSpPr/>
            <p:nvPr/>
          </p:nvSpPr>
          <p:spPr>
            <a:xfrm>
              <a:off x="3561070" y="4718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6"/>
            <p:cNvSpPr/>
            <p:nvPr/>
          </p:nvSpPr>
          <p:spPr>
            <a:xfrm>
              <a:off x="4129569" y="4736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7"/>
            <p:cNvSpPr/>
            <p:nvPr/>
          </p:nvSpPr>
          <p:spPr>
            <a:xfrm>
              <a:off x="4934822" y="4701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8"/>
            <p:cNvSpPr/>
            <p:nvPr/>
          </p:nvSpPr>
          <p:spPr>
            <a:xfrm>
              <a:off x="3561070" y="3939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9"/>
            <p:cNvSpPr/>
            <p:nvPr/>
          </p:nvSpPr>
          <p:spPr>
            <a:xfrm>
              <a:off x="4089897" y="3947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300"/>
            <p:cNvSpPr/>
            <p:nvPr/>
          </p:nvSpPr>
          <p:spPr>
            <a:xfrm>
              <a:off x="4698695" y="3574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1"/>
            <p:cNvSpPr/>
            <p:nvPr/>
          </p:nvSpPr>
          <p:spPr>
            <a:xfrm>
              <a:off x="5193072" y="2799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2"/>
            <p:cNvSpPr/>
            <p:nvPr/>
          </p:nvSpPr>
          <p:spPr>
            <a:xfrm>
              <a:off x="3561070" y="3666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3"/>
            <p:cNvSpPr/>
            <p:nvPr/>
          </p:nvSpPr>
          <p:spPr>
            <a:xfrm>
              <a:off x="3883192" y="4010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3561070" y="4552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4141083" y="4577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4663526" y="4562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5267286" y="4515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3561070" y="4591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4368482" y="4488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4919790" y="4454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5373069" y="4502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6057427" y="4457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3561070" y="4366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3561070" y="4305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3561070" y="4531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3764535" y="4517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4397267" y="4523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4910626" y="4554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3561070" y="4521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4391510" y="4244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3561070" y="3876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3817783" y="3973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4109948" y="3912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4433735" y="3731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4789988" y="3886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5172825" y="4079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5429729" y="4125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4623227" y="4637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5151427" y="4687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4395108" y="4584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3561070" y="3318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3561070" y="4673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3561070" y="4703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3561070" y="470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3561070" y="4674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3561070" y="4600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l1337"/>
            <p:cNvSpPr/>
            <p:nvPr/>
          </p:nvSpPr>
          <p:spPr>
            <a:xfrm>
              <a:off x="3585896" y="4666384"/>
              <a:ext cx="704506" cy="2730"/>
            </a:xfrm>
            <a:custGeom>
              <a:avLst/>
              <a:pathLst>
                <a:path w="704506" h="2730">
                  <a:moveTo>
                    <a:pt x="0" y="0"/>
                  </a:moveTo>
                  <a:lnTo>
                    <a:pt x="704506" y="27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l1338"/>
            <p:cNvSpPr/>
            <p:nvPr/>
          </p:nvSpPr>
          <p:spPr>
            <a:xfrm>
              <a:off x="3585896" y="4543497"/>
              <a:ext cx="785103" cy="28218"/>
            </a:xfrm>
            <a:custGeom>
              <a:avLst/>
              <a:pathLst>
                <a:path w="785103" h="28218">
                  <a:moveTo>
                    <a:pt x="0" y="28218"/>
                  </a:moveTo>
                  <a:lnTo>
                    <a:pt x="7851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l1339"/>
            <p:cNvSpPr/>
            <p:nvPr/>
          </p:nvSpPr>
          <p:spPr>
            <a:xfrm>
              <a:off x="3585896" y="4728282"/>
              <a:ext cx="2387693" cy="24577"/>
            </a:xfrm>
            <a:custGeom>
              <a:avLst/>
              <a:pathLst>
                <a:path w="2387693" h="24577">
                  <a:moveTo>
                    <a:pt x="0" y="6371"/>
                  </a:moveTo>
                  <a:lnTo>
                    <a:pt x="1325537" y="0"/>
                  </a:lnTo>
                  <a:lnTo>
                    <a:pt x="2045155" y="24577"/>
                  </a:lnTo>
                  <a:lnTo>
                    <a:pt x="2387693" y="191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l1340"/>
            <p:cNvSpPr/>
            <p:nvPr/>
          </p:nvSpPr>
          <p:spPr>
            <a:xfrm>
              <a:off x="3585896" y="4597203"/>
              <a:ext cx="558423" cy="5461"/>
            </a:xfrm>
            <a:custGeom>
              <a:avLst/>
              <a:pathLst>
                <a:path w="558423" h="5461">
                  <a:moveTo>
                    <a:pt x="0" y="0"/>
                  </a:moveTo>
                  <a:lnTo>
                    <a:pt x="271408" y="1820"/>
                  </a:lnTo>
                  <a:lnTo>
                    <a:pt x="558423" y="54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l1341"/>
            <p:cNvSpPr/>
            <p:nvPr/>
          </p:nvSpPr>
          <p:spPr>
            <a:xfrm>
              <a:off x="3585896" y="4020091"/>
              <a:ext cx="532517" cy="224837"/>
            </a:xfrm>
            <a:custGeom>
              <a:avLst/>
              <a:pathLst>
                <a:path w="532517" h="224837">
                  <a:moveTo>
                    <a:pt x="0" y="224837"/>
                  </a:moveTo>
                  <a:lnTo>
                    <a:pt x="301856" y="77373"/>
                  </a:lnTo>
                  <a:lnTo>
                    <a:pt x="5325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l1342"/>
            <p:cNvSpPr/>
            <p:nvPr/>
          </p:nvSpPr>
          <p:spPr>
            <a:xfrm>
              <a:off x="3585896" y="4491612"/>
              <a:ext cx="1585319" cy="56436"/>
            </a:xfrm>
            <a:custGeom>
              <a:avLst/>
              <a:pathLst>
                <a:path w="1585319" h="56436">
                  <a:moveTo>
                    <a:pt x="0" y="56436"/>
                  </a:moveTo>
                  <a:lnTo>
                    <a:pt x="709180" y="10923"/>
                  </a:lnTo>
                  <a:lnTo>
                    <a:pt x="1051362" y="36410"/>
                  </a:lnTo>
                  <a:lnTo>
                    <a:pt x="15853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l1343"/>
            <p:cNvSpPr/>
            <p:nvPr/>
          </p:nvSpPr>
          <p:spPr>
            <a:xfrm>
              <a:off x="3585896" y="3991873"/>
              <a:ext cx="522812" cy="298569"/>
            </a:xfrm>
            <a:custGeom>
              <a:avLst/>
              <a:pathLst>
                <a:path w="522812" h="298569">
                  <a:moveTo>
                    <a:pt x="0" y="298569"/>
                  </a:moveTo>
                  <a:lnTo>
                    <a:pt x="5228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l1344"/>
            <p:cNvSpPr/>
            <p:nvPr/>
          </p:nvSpPr>
          <p:spPr>
            <a:xfrm>
              <a:off x="3585896" y="4517099"/>
              <a:ext cx="563150" cy="46423"/>
            </a:xfrm>
            <a:custGeom>
              <a:avLst/>
              <a:pathLst>
                <a:path w="563150" h="46423">
                  <a:moveTo>
                    <a:pt x="0" y="46423"/>
                  </a:moveTo>
                  <a:lnTo>
                    <a:pt x="5631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l1345"/>
            <p:cNvSpPr/>
            <p:nvPr/>
          </p:nvSpPr>
          <p:spPr>
            <a:xfrm>
              <a:off x="3585896" y="4391482"/>
              <a:ext cx="502787" cy="164759"/>
            </a:xfrm>
            <a:custGeom>
              <a:avLst/>
              <a:pathLst>
                <a:path w="502787" h="164759">
                  <a:moveTo>
                    <a:pt x="0" y="0"/>
                  </a:moveTo>
                  <a:lnTo>
                    <a:pt x="502787" y="1647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l1346"/>
            <p:cNvSpPr/>
            <p:nvPr/>
          </p:nvSpPr>
          <p:spPr>
            <a:xfrm>
              <a:off x="3585896" y="4705525"/>
              <a:ext cx="507047" cy="1820"/>
            </a:xfrm>
            <a:custGeom>
              <a:avLst/>
              <a:pathLst>
                <a:path w="507047" h="1820">
                  <a:moveTo>
                    <a:pt x="0" y="1820"/>
                  </a:moveTo>
                  <a:lnTo>
                    <a:pt x="5070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l1347"/>
            <p:cNvSpPr/>
            <p:nvPr/>
          </p:nvSpPr>
          <p:spPr>
            <a:xfrm>
              <a:off x="3585896" y="4708256"/>
              <a:ext cx="2181163" cy="12743"/>
            </a:xfrm>
            <a:custGeom>
              <a:avLst/>
              <a:pathLst>
                <a:path w="2181163" h="12743">
                  <a:moveTo>
                    <a:pt x="0" y="12743"/>
                  </a:moveTo>
                  <a:lnTo>
                    <a:pt x="559143" y="0"/>
                  </a:lnTo>
                  <a:lnTo>
                    <a:pt x="2181163" y="27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l1348"/>
            <p:cNvSpPr/>
            <p:nvPr/>
          </p:nvSpPr>
          <p:spPr>
            <a:xfrm>
              <a:off x="3585896" y="4732834"/>
              <a:ext cx="554121" cy="18205"/>
            </a:xfrm>
            <a:custGeom>
              <a:avLst/>
              <a:pathLst>
                <a:path w="554121" h="18205">
                  <a:moveTo>
                    <a:pt x="0" y="9102"/>
                  </a:moveTo>
                  <a:lnTo>
                    <a:pt x="293620" y="0"/>
                  </a:lnTo>
                  <a:lnTo>
                    <a:pt x="554121" y="182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l1349"/>
            <p:cNvSpPr/>
            <p:nvPr/>
          </p:nvSpPr>
          <p:spPr>
            <a:xfrm>
              <a:off x="3585896" y="3481210"/>
              <a:ext cx="937131" cy="178413"/>
            </a:xfrm>
            <a:custGeom>
              <a:avLst/>
              <a:pathLst>
                <a:path w="937131" h="178413">
                  <a:moveTo>
                    <a:pt x="0" y="0"/>
                  </a:moveTo>
                  <a:lnTo>
                    <a:pt x="312314" y="154746"/>
                  </a:lnTo>
                  <a:lnTo>
                    <a:pt x="937131" y="1784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l1350"/>
            <p:cNvSpPr/>
            <p:nvPr/>
          </p:nvSpPr>
          <p:spPr>
            <a:xfrm>
              <a:off x="3585896" y="3607738"/>
              <a:ext cx="522812" cy="272171"/>
            </a:xfrm>
            <a:custGeom>
              <a:avLst/>
              <a:pathLst>
                <a:path w="522812" h="272171">
                  <a:moveTo>
                    <a:pt x="0" y="272171"/>
                  </a:moveTo>
                  <a:lnTo>
                    <a:pt x="5228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l1351"/>
            <p:cNvSpPr/>
            <p:nvPr/>
          </p:nvSpPr>
          <p:spPr>
            <a:xfrm>
              <a:off x="4377846" y="4749219"/>
              <a:ext cx="1061407" cy="7282"/>
            </a:xfrm>
            <a:custGeom>
              <a:avLst/>
              <a:pathLst>
                <a:path w="1061407" h="7282">
                  <a:moveTo>
                    <a:pt x="0" y="0"/>
                  </a:moveTo>
                  <a:lnTo>
                    <a:pt x="1061407" y="72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l1352"/>
            <p:cNvSpPr/>
            <p:nvPr/>
          </p:nvSpPr>
          <p:spPr>
            <a:xfrm>
              <a:off x="4457124" y="4181209"/>
              <a:ext cx="1312094" cy="277632"/>
            </a:xfrm>
            <a:custGeom>
              <a:avLst/>
              <a:pathLst>
                <a:path w="1312094" h="277632">
                  <a:moveTo>
                    <a:pt x="0" y="277632"/>
                  </a:moveTo>
                  <a:lnTo>
                    <a:pt x="720568" y="76462"/>
                  </a:lnTo>
                  <a:lnTo>
                    <a:pt x="13120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l1353"/>
            <p:cNvSpPr/>
            <p:nvPr/>
          </p:nvSpPr>
          <p:spPr>
            <a:xfrm>
              <a:off x="3585896" y="4570805"/>
              <a:ext cx="1347925" cy="82834"/>
            </a:xfrm>
            <a:custGeom>
              <a:avLst/>
              <a:pathLst>
                <a:path w="1347925" h="82834">
                  <a:moveTo>
                    <a:pt x="0" y="0"/>
                  </a:moveTo>
                  <a:lnTo>
                    <a:pt x="612475" y="82834"/>
                  </a:lnTo>
                  <a:lnTo>
                    <a:pt x="1347925" y="819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l1354"/>
            <p:cNvSpPr/>
            <p:nvPr/>
          </p:nvSpPr>
          <p:spPr>
            <a:xfrm>
              <a:off x="3585896" y="4502535"/>
              <a:ext cx="1650804" cy="31859"/>
            </a:xfrm>
            <a:custGeom>
              <a:avLst/>
              <a:pathLst>
                <a:path w="1650804" h="31859">
                  <a:moveTo>
                    <a:pt x="0" y="31859"/>
                  </a:moveTo>
                  <a:lnTo>
                    <a:pt x="952774" y="8192"/>
                  </a:lnTo>
                  <a:lnTo>
                    <a:pt x="16508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l1355"/>
            <p:cNvSpPr/>
            <p:nvPr/>
          </p:nvSpPr>
          <p:spPr>
            <a:xfrm>
              <a:off x="3585896" y="2369769"/>
              <a:ext cx="302072" cy="435109"/>
            </a:xfrm>
            <a:custGeom>
              <a:avLst/>
              <a:pathLst>
                <a:path w="302072" h="435109">
                  <a:moveTo>
                    <a:pt x="0" y="435109"/>
                  </a:moveTo>
                  <a:lnTo>
                    <a:pt x="3020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l1356"/>
            <p:cNvSpPr/>
            <p:nvPr/>
          </p:nvSpPr>
          <p:spPr>
            <a:xfrm>
              <a:off x="3585896" y="4750129"/>
              <a:ext cx="888009" cy="4551"/>
            </a:xfrm>
            <a:custGeom>
              <a:avLst/>
              <a:pathLst>
                <a:path w="888009" h="4551">
                  <a:moveTo>
                    <a:pt x="0" y="4551"/>
                  </a:moveTo>
                  <a:lnTo>
                    <a:pt x="8880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l1357"/>
            <p:cNvSpPr/>
            <p:nvPr/>
          </p:nvSpPr>
          <p:spPr>
            <a:xfrm>
              <a:off x="3585896" y="4305916"/>
              <a:ext cx="805726" cy="125617"/>
            </a:xfrm>
            <a:custGeom>
              <a:avLst/>
              <a:pathLst>
                <a:path w="805726" h="125617">
                  <a:moveTo>
                    <a:pt x="0" y="125617"/>
                  </a:moveTo>
                  <a:lnTo>
                    <a:pt x="554580" y="58257"/>
                  </a:lnTo>
                  <a:lnTo>
                    <a:pt x="8057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l1358"/>
            <p:cNvSpPr/>
            <p:nvPr/>
          </p:nvSpPr>
          <p:spPr>
            <a:xfrm>
              <a:off x="3585896" y="4624511"/>
              <a:ext cx="636142" cy="10012"/>
            </a:xfrm>
            <a:custGeom>
              <a:avLst/>
              <a:pathLst>
                <a:path w="636142" h="10012">
                  <a:moveTo>
                    <a:pt x="0" y="0"/>
                  </a:moveTo>
                  <a:lnTo>
                    <a:pt x="636142" y="100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l1359"/>
            <p:cNvSpPr/>
            <p:nvPr/>
          </p:nvSpPr>
          <p:spPr>
            <a:xfrm>
              <a:off x="3585896" y="4393302"/>
              <a:ext cx="845551" cy="113783"/>
            </a:xfrm>
            <a:custGeom>
              <a:avLst/>
              <a:pathLst>
                <a:path w="845551" h="113783">
                  <a:moveTo>
                    <a:pt x="0" y="113783"/>
                  </a:moveTo>
                  <a:lnTo>
                    <a:pt x="8455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l1360"/>
            <p:cNvSpPr/>
            <p:nvPr/>
          </p:nvSpPr>
          <p:spPr>
            <a:xfrm>
              <a:off x="3585896" y="4541677"/>
              <a:ext cx="861383" cy="79193"/>
            </a:xfrm>
            <a:custGeom>
              <a:avLst/>
              <a:pathLst>
                <a:path w="861383" h="79193">
                  <a:moveTo>
                    <a:pt x="0" y="79193"/>
                  </a:moveTo>
                  <a:lnTo>
                    <a:pt x="8613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l1361"/>
            <p:cNvSpPr/>
            <p:nvPr/>
          </p:nvSpPr>
          <p:spPr>
            <a:xfrm>
              <a:off x="3585896" y="4523471"/>
              <a:ext cx="1838874" cy="98309"/>
            </a:xfrm>
            <a:custGeom>
              <a:avLst/>
              <a:pathLst>
                <a:path w="1838874" h="98309">
                  <a:moveTo>
                    <a:pt x="0" y="98309"/>
                  </a:moveTo>
                  <a:lnTo>
                    <a:pt x="791829" y="33680"/>
                  </a:lnTo>
                  <a:lnTo>
                    <a:pt x="1320029" y="72821"/>
                  </a:lnTo>
                  <a:lnTo>
                    <a:pt x="18388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l1362"/>
            <p:cNvSpPr/>
            <p:nvPr/>
          </p:nvSpPr>
          <p:spPr>
            <a:xfrm>
              <a:off x="3585896" y="4681858"/>
              <a:ext cx="559863" cy="20936"/>
            </a:xfrm>
            <a:custGeom>
              <a:avLst/>
              <a:pathLst>
                <a:path w="559863" h="20936">
                  <a:moveTo>
                    <a:pt x="0" y="4551"/>
                  </a:moveTo>
                  <a:lnTo>
                    <a:pt x="276679" y="20936"/>
                  </a:lnTo>
                  <a:lnTo>
                    <a:pt x="5598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l1363"/>
            <p:cNvSpPr/>
            <p:nvPr/>
          </p:nvSpPr>
          <p:spPr>
            <a:xfrm>
              <a:off x="4890971" y="4700064"/>
              <a:ext cx="533549" cy="28218"/>
            </a:xfrm>
            <a:custGeom>
              <a:avLst/>
              <a:pathLst>
                <a:path w="533549" h="28218">
                  <a:moveTo>
                    <a:pt x="0" y="0"/>
                  </a:moveTo>
                  <a:lnTo>
                    <a:pt x="533549" y="282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l1364"/>
            <p:cNvSpPr/>
            <p:nvPr/>
          </p:nvSpPr>
          <p:spPr>
            <a:xfrm>
              <a:off x="3585896" y="4615409"/>
              <a:ext cx="2919492" cy="50064"/>
            </a:xfrm>
            <a:custGeom>
              <a:avLst/>
              <a:pathLst>
                <a:path w="2919492" h="50064">
                  <a:moveTo>
                    <a:pt x="0" y="49154"/>
                  </a:moveTo>
                  <a:lnTo>
                    <a:pt x="608854" y="16384"/>
                  </a:lnTo>
                  <a:lnTo>
                    <a:pt x="917513" y="7282"/>
                  </a:lnTo>
                  <a:lnTo>
                    <a:pt x="1339929" y="18205"/>
                  </a:lnTo>
                  <a:lnTo>
                    <a:pt x="1893316" y="50064"/>
                  </a:lnTo>
                  <a:lnTo>
                    <a:pt x="2392011" y="0"/>
                  </a:lnTo>
                  <a:lnTo>
                    <a:pt x="2919492" y="2548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l1365"/>
            <p:cNvSpPr/>
            <p:nvPr/>
          </p:nvSpPr>
          <p:spPr>
            <a:xfrm>
              <a:off x="3585896" y="2855854"/>
              <a:ext cx="251866" cy="120155"/>
            </a:xfrm>
            <a:custGeom>
              <a:avLst/>
              <a:pathLst>
                <a:path w="251866" h="120155">
                  <a:moveTo>
                    <a:pt x="0" y="120155"/>
                  </a:moveTo>
                  <a:lnTo>
                    <a:pt x="2518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l1366"/>
            <p:cNvSpPr/>
            <p:nvPr/>
          </p:nvSpPr>
          <p:spPr>
            <a:xfrm>
              <a:off x="3887931" y="3772497"/>
              <a:ext cx="283529" cy="4551"/>
            </a:xfrm>
            <a:custGeom>
              <a:avLst/>
              <a:pathLst>
                <a:path w="283529" h="4551">
                  <a:moveTo>
                    <a:pt x="0" y="0"/>
                  </a:moveTo>
                  <a:lnTo>
                    <a:pt x="283529" y="45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l1367"/>
            <p:cNvSpPr/>
            <p:nvPr/>
          </p:nvSpPr>
          <p:spPr>
            <a:xfrm>
              <a:off x="3585896" y="3506698"/>
              <a:ext cx="1783214" cy="371390"/>
            </a:xfrm>
            <a:custGeom>
              <a:avLst/>
              <a:pathLst>
                <a:path w="1783214" h="371390">
                  <a:moveTo>
                    <a:pt x="0" y="371390"/>
                  </a:moveTo>
                  <a:lnTo>
                    <a:pt x="342426" y="133809"/>
                  </a:lnTo>
                  <a:lnTo>
                    <a:pt x="881532" y="23667"/>
                  </a:lnTo>
                  <a:lnTo>
                    <a:pt x="1475599" y="0"/>
                  </a:lnTo>
                  <a:lnTo>
                    <a:pt x="1783214" y="3559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l1368"/>
            <p:cNvSpPr/>
            <p:nvPr/>
          </p:nvSpPr>
          <p:spPr>
            <a:xfrm>
              <a:off x="3585896" y="4721910"/>
              <a:ext cx="1072231" cy="20936"/>
            </a:xfrm>
            <a:custGeom>
              <a:avLst/>
              <a:pathLst>
                <a:path w="1072231" h="20936">
                  <a:moveTo>
                    <a:pt x="0" y="17295"/>
                  </a:moveTo>
                  <a:lnTo>
                    <a:pt x="538274" y="20936"/>
                  </a:lnTo>
                  <a:lnTo>
                    <a:pt x="10722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l1369"/>
            <p:cNvSpPr/>
            <p:nvPr/>
          </p:nvSpPr>
          <p:spPr>
            <a:xfrm>
              <a:off x="3585896" y="4698243"/>
              <a:ext cx="1243007" cy="35500"/>
            </a:xfrm>
            <a:custGeom>
              <a:avLst/>
              <a:pathLst>
                <a:path w="1243007" h="35500">
                  <a:moveTo>
                    <a:pt x="0" y="29128"/>
                  </a:moveTo>
                  <a:lnTo>
                    <a:pt x="563687" y="35500"/>
                  </a:lnTo>
                  <a:lnTo>
                    <a:pt x="1243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l1370"/>
            <p:cNvSpPr/>
            <p:nvPr/>
          </p:nvSpPr>
          <p:spPr>
            <a:xfrm>
              <a:off x="3585896" y="4593562"/>
              <a:ext cx="780618" cy="30038"/>
            </a:xfrm>
            <a:custGeom>
              <a:avLst/>
              <a:pathLst>
                <a:path w="780618" h="30038">
                  <a:moveTo>
                    <a:pt x="0" y="0"/>
                  </a:moveTo>
                  <a:lnTo>
                    <a:pt x="780618" y="300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l1371"/>
            <p:cNvSpPr/>
            <p:nvPr/>
          </p:nvSpPr>
          <p:spPr>
            <a:xfrm>
              <a:off x="3585896" y="4580818"/>
              <a:ext cx="554039" cy="70090"/>
            </a:xfrm>
            <a:custGeom>
              <a:avLst/>
              <a:pathLst>
                <a:path w="554039" h="70090">
                  <a:moveTo>
                    <a:pt x="0" y="70090"/>
                  </a:moveTo>
                  <a:lnTo>
                    <a:pt x="5540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l1372"/>
            <p:cNvSpPr/>
            <p:nvPr/>
          </p:nvSpPr>
          <p:spPr>
            <a:xfrm>
              <a:off x="3585896" y="4518920"/>
              <a:ext cx="532517" cy="27308"/>
            </a:xfrm>
            <a:custGeom>
              <a:avLst/>
              <a:pathLst>
                <a:path w="532517" h="27308">
                  <a:moveTo>
                    <a:pt x="0" y="27308"/>
                  </a:moveTo>
                  <a:lnTo>
                    <a:pt x="5325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l1373"/>
            <p:cNvSpPr/>
            <p:nvPr/>
          </p:nvSpPr>
          <p:spPr>
            <a:xfrm>
              <a:off x="3585896" y="4717359"/>
              <a:ext cx="814608" cy="5461"/>
            </a:xfrm>
            <a:custGeom>
              <a:avLst/>
              <a:pathLst>
                <a:path w="814608" h="5461">
                  <a:moveTo>
                    <a:pt x="0" y="0"/>
                  </a:moveTo>
                  <a:lnTo>
                    <a:pt x="814608" y="54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3585896" y="4383289"/>
              <a:ext cx="916074" cy="24577"/>
            </a:xfrm>
            <a:custGeom>
              <a:avLst/>
              <a:pathLst>
                <a:path w="916074" h="24577">
                  <a:moveTo>
                    <a:pt x="0" y="0"/>
                  </a:moveTo>
                  <a:lnTo>
                    <a:pt x="916074" y="245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l1375"/>
            <p:cNvSpPr/>
            <p:nvPr/>
          </p:nvSpPr>
          <p:spPr>
            <a:xfrm>
              <a:off x="3585896" y="3740638"/>
              <a:ext cx="543593" cy="128348"/>
            </a:xfrm>
            <a:custGeom>
              <a:avLst/>
              <a:pathLst>
                <a:path w="543593" h="128348">
                  <a:moveTo>
                    <a:pt x="0" y="128348"/>
                  </a:moveTo>
                  <a:lnTo>
                    <a:pt x="281651" y="26397"/>
                  </a:lnTo>
                  <a:lnTo>
                    <a:pt x="5435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l1376"/>
            <p:cNvSpPr/>
            <p:nvPr/>
          </p:nvSpPr>
          <p:spPr>
            <a:xfrm>
              <a:off x="3585896" y="4283159"/>
              <a:ext cx="3421620" cy="302210"/>
            </a:xfrm>
            <a:custGeom>
              <a:avLst/>
              <a:pathLst>
                <a:path w="3421620" h="302210">
                  <a:moveTo>
                    <a:pt x="0" y="302210"/>
                  </a:moveTo>
                  <a:lnTo>
                    <a:pt x="805253" y="204811"/>
                  </a:lnTo>
                  <a:lnTo>
                    <a:pt x="1313875" y="162028"/>
                  </a:lnTo>
                  <a:lnTo>
                    <a:pt x="1837185" y="182964"/>
                  </a:lnTo>
                  <a:lnTo>
                    <a:pt x="2671223" y="60077"/>
                  </a:lnTo>
                  <a:lnTo>
                    <a:pt x="3129620" y="0"/>
                  </a:lnTo>
                  <a:lnTo>
                    <a:pt x="3421620" y="901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l1377"/>
            <p:cNvSpPr/>
            <p:nvPr/>
          </p:nvSpPr>
          <p:spPr>
            <a:xfrm>
              <a:off x="3585896" y="4542587"/>
              <a:ext cx="574798" cy="31859"/>
            </a:xfrm>
            <a:custGeom>
              <a:avLst/>
              <a:pathLst>
                <a:path w="574798" h="31859">
                  <a:moveTo>
                    <a:pt x="0" y="31859"/>
                  </a:moveTo>
                  <a:lnTo>
                    <a:pt x="5747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l1378"/>
            <p:cNvSpPr/>
            <p:nvPr/>
          </p:nvSpPr>
          <p:spPr>
            <a:xfrm>
              <a:off x="3585896" y="4576267"/>
              <a:ext cx="841233" cy="5461"/>
            </a:xfrm>
            <a:custGeom>
              <a:avLst/>
              <a:pathLst>
                <a:path w="841233" h="5461">
                  <a:moveTo>
                    <a:pt x="0" y="0"/>
                  </a:moveTo>
                  <a:lnTo>
                    <a:pt x="841233" y="54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l1379"/>
            <p:cNvSpPr/>
            <p:nvPr/>
          </p:nvSpPr>
          <p:spPr>
            <a:xfrm>
              <a:off x="3585896" y="4638165"/>
              <a:ext cx="1626241" cy="38231"/>
            </a:xfrm>
            <a:custGeom>
              <a:avLst/>
              <a:pathLst>
                <a:path w="1626241" h="38231">
                  <a:moveTo>
                    <a:pt x="0" y="24577"/>
                  </a:moveTo>
                  <a:lnTo>
                    <a:pt x="564115" y="38231"/>
                  </a:lnTo>
                  <a:lnTo>
                    <a:pt x="1102455" y="20936"/>
                  </a:lnTo>
                  <a:lnTo>
                    <a:pt x="16262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l1380"/>
            <p:cNvSpPr/>
            <p:nvPr/>
          </p:nvSpPr>
          <p:spPr>
            <a:xfrm>
              <a:off x="3585896" y="4593562"/>
              <a:ext cx="835988" cy="47334"/>
            </a:xfrm>
            <a:custGeom>
              <a:avLst/>
              <a:pathLst>
                <a:path w="835988" h="47334">
                  <a:moveTo>
                    <a:pt x="0" y="0"/>
                  </a:moveTo>
                  <a:lnTo>
                    <a:pt x="835988" y="473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l1381"/>
            <p:cNvSpPr/>
            <p:nvPr/>
          </p:nvSpPr>
          <p:spPr>
            <a:xfrm>
              <a:off x="3585896" y="4650909"/>
              <a:ext cx="1423012" cy="27308"/>
            </a:xfrm>
            <a:custGeom>
              <a:avLst/>
              <a:pathLst>
                <a:path w="1423012" h="27308">
                  <a:moveTo>
                    <a:pt x="0" y="0"/>
                  </a:moveTo>
                  <a:lnTo>
                    <a:pt x="1423012" y="273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l1382"/>
            <p:cNvSpPr/>
            <p:nvPr/>
          </p:nvSpPr>
          <p:spPr>
            <a:xfrm>
              <a:off x="3585896" y="4609037"/>
              <a:ext cx="790514" cy="10923"/>
            </a:xfrm>
            <a:custGeom>
              <a:avLst/>
              <a:pathLst>
                <a:path w="790514" h="10923">
                  <a:moveTo>
                    <a:pt x="0" y="10923"/>
                  </a:moveTo>
                  <a:lnTo>
                    <a:pt x="7905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l1383"/>
            <p:cNvSpPr/>
            <p:nvPr/>
          </p:nvSpPr>
          <p:spPr>
            <a:xfrm>
              <a:off x="3585896" y="4643627"/>
              <a:ext cx="1066431" cy="18205"/>
            </a:xfrm>
            <a:custGeom>
              <a:avLst/>
              <a:pathLst>
                <a:path w="1066431" h="18205">
                  <a:moveTo>
                    <a:pt x="0" y="18205"/>
                  </a:moveTo>
                  <a:lnTo>
                    <a:pt x="10664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l1384"/>
            <p:cNvSpPr/>
            <p:nvPr/>
          </p:nvSpPr>
          <p:spPr>
            <a:xfrm>
              <a:off x="3585896" y="4734654"/>
              <a:ext cx="1325136" cy="12743"/>
            </a:xfrm>
            <a:custGeom>
              <a:avLst/>
              <a:pathLst>
                <a:path w="1325136" h="12743">
                  <a:moveTo>
                    <a:pt x="0" y="12743"/>
                  </a:moveTo>
                  <a:lnTo>
                    <a:pt x="807010" y="0"/>
                  </a:lnTo>
                  <a:lnTo>
                    <a:pt x="1325136" y="100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l1385"/>
            <p:cNvSpPr/>
            <p:nvPr/>
          </p:nvSpPr>
          <p:spPr>
            <a:xfrm>
              <a:off x="3585896" y="4024642"/>
              <a:ext cx="236459" cy="51885"/>
            </a:xfrm>
            <a:custGeom>
              <a:avLst/>
              <a:pathLst>
                <a:path w="236459" h="51885">
                  <a:moveTo>
                    <a:pt x="0" y="51885"/>
                  </a:moveTo>
                  <a:lnTo>
                    <a:pt x="2364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l1386"/>
            <p:cNvSpPr/>
            <p:nvPr/>
          </p:nvSpPr>
          <p:spPr>
            <a:xfrm>
              <a:off x="3585896" y="4581729"/>
              <a:ext cx="282090" cy="43693"/>
            </a:xfrm>
            <a:custGeom>
              <a:avLst/>
              <a:pathLst>
                <a:path w="282090" h="43693">
                  <a:moveTo>
                    <a:pt x="0" y="43693"/>
                  </a:moveTo>
                  <a:lnTo>
                    <a:pt x="2820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l1387"/>
            <p:cNvSpPr/>
            <p:nvPr/>
          </p:nvSpPr>
          <p:spPr>
            <a:xfrm>
              <a:off x="3585896" y="4576267"/>
              <a:ext cx="1635421" cy="44603"/>
            </a:xfrm>
            <a:custGeom>
              <a:avLst/>
              <a:pathLst>
                <a:path w="1635421" h="44603">
                  <a:moveTo>
                    <a:pt x="0" y="0"/>
                  </a:moveTo>
                  <a:lnTo>
                    <a:pt x="548077" y="44603"/>
                  </a:lnTo>
                  <a:lnTo>
                    <a:pt x="1635421" y="18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l1388"/>
            <p:cNvSpPr/>
            <p:nvPr/>
          </p:nvSpPr>
          <p:spPr>
            <a:xfrm>
              <a:off x="3585896" y="4554420"/>
              <a:ext cx="291819" cy="18205"/>
            </a:xfrm>
            <a:custGeom>
              <a:avLst/>
              <a:pathLst>
                <a:path w="291819" h="18205">
                  <a:moveTo>
                    <a:pt x="0" y="18205"/>
                  </a:moveTo>
                  <a:lnTo>
                    <a:pt x="2918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l1389"/>
            <p:cNvSpPr/>
            <p:nvPr/>
          </p:nvSpPr>
          <p:spPr>
            <a:xfrm>
              <a:off x="3585896" y="4577177"/>
              <a:ext cx="534945" cy="28218"/>
            </a:xfrm>
            <a:custGeom>
              <a:avLst/>
              <a:pathLst>
                <a:path w="534945" h="28218">
                  <a:moveTo>
                    <a:pt x="0" y="28218"/>
                  </a:moveTo>
                  <a:lnTo>
                    <a:pt x="5349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l1390"/>
            <p:cNvSpPr/>
            <p:nvPr/>
          </p:nvSpPr>
          <p:spPr>
            <a:xfrm>
              <a:off x="3585896" y="3107999"/>
              <a:ext cx="529607" cy="402340"/>
            </a:xfrm>
            <a:custGeom>
              <a:avLst/>
              <a:pathLst>
                <a:path w="529607" h="402340">
                  <a:moveTo>
                    <a:pt x="0" y="0"/>
                  </a:moveTo>
                  <a:lnTo>
                    <a:pt x="261941" y="402340"/>
                  </a:lnTo>
                  <a:lnTo>
                    <a:pt x="529607" y="3313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l1391"/>
            <p:cNvSpPr/>
            <p:nvPr/>
          </p:nvSpPr>
          <p:spPr>
            <a:xfrm>
              <a:off x="3585896" y="2020224"/>
              <a:ext cx="278270" cy="101950"/>
            </a:xfrm>
            <a:custGeom>
              <a:avLst/>
              <a:pathLst>
                <a:path w="278270" h="101950">
                  <a:moveTo>
                    <a:pt x="0" y="101950"/>
                  </a:moveTo>
                  <a:lnTo>
                    <a:pt x="2782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l1392"/>
            <p:cNvSpPr/>
            <p:nvPr/>
          </p:nvSpPr>
          <p:spPr>
            <a:xfrm>
              <a:off x="3585896" y="2617363"/>
              <a:ext cx="191418" cy="160207"/>
            </a:xfrm>
            <a:custGeom>
              <a:avLst/>
              <a:pathLst>
                <a:path w="191418" h="160207">
                  <a:moveTo>
                    <a:pt x="0" y="160207"/>
                  </a:moveTo>
                  <a:lnTo>
                    <a:pt x="1914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l1393"/>
            <p:cNvSpPr/>
            <p:nvPr/>
          </p:nvSpPr>
          <p:spPr>
            <a:xfrm>
              <a:off x="3585896" y="4627242"/>
              <a:ext cx="790141" cy="60988"/>
            </a:xfrm>
            <a:custGeom>
              <a:avLst/>
              <a:pathLst>
                <a:path w="790141" h="60988">
                  <a:moveTo>
                    <a:pt x="0" y="60988"/>
                  </a:moveTo>
                  <a:lnTo>
                    <a:pt x="7901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l1394"/>
            <p:cNvSpPr/>
            <p:nvPr/>
          </p:nvSpPr>
          <p:spPr>
            <a:xfrm>
              <a:off x="3585896" y="4609947"/>
              <a:ext cx="2889903" cy="87386"/>
            </a:xfrm>
            <a:custGeom>
              <a:avLst/>
              <a:pathLst>
                <a:path w="2889903" h="87386">
                  <a:moveTo>
                    <a:pt x="0" y="87386"/>
                  </a:moveTo>
                  <a:lnTo>
                    <a:pt x="790776" y="45513"/>
                  </a:lnTo>
                  <a:lnTo>
                    <a:pt x="1313938" y="81924"/>
                  </a:lnTo>
                  <a:lnTo>
                    <a:pt x="1837820" y="0"/>
                  </a:lnTo>
                  <a:lnTo>
                    <a:pt x="2889903" y="5097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l1395"/>
            <p:cNvSpPr/>
            <p:nvPr/>
          </p:nvSpPr>
          <p:spPr>
            <a:xfrm>
              <a:off x="3585896" y="4540766"/>
              <a:ext cx="437528" cy="19115"/>
            </a:xfrm>
            <a:custGeom>
              <a:avLst/>
              <a:pathLst>
                <a:path w="437528" h="19115">
                  <a:moveTo>
                    <a:pt x="0" y="0"/>
                  </a:moveTo>
                  <a:lnTo>
                    <a:pt x="437528" y="191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l1396"/>
            <p:cNvSpPr/>
            <p:nvPr/>
          </p:nvSpPr>
          <p:spPr>
            <a:xfrm>
              <a:off x="3585896" y="4723731"/>
              <a:ext cx="508721" cy="20025"/>
            </a:xfrm>
            <a:custGeom>
              <a:avLst/>
              <a:pathLst>
                <a:path w="508721" h="20025">
                  <a:moveTo>
                    <a:pt x="0" y="0"/>
                  </a:moveTo>
                  <a:lnTo>
                    <a:pt x="508721" y="200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l1397"/>
            <p:cNvSpPr/>
            <p:nvPr/>
          </p:nvSpPr>
          <p:spPr>
            <a:xfrm>
              <a:off x="3585896" y="4566254"/>
              <a:ext cx="583988" cy="1820"/>
            </a:xfrm>
            <a:custGeom>
              <a:avLst/>
              <a:pathLst>
                <a:path w="583988" h="1820">
                  <a:moveTo>
                    <a:pt x="0" y="1820"/>
                  </a:moveTo>
                  <a:lnTo>
                    <a:pt x="5839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l1398"/>
            <p:cNvSpPr/>
            <p:nvPr/>
          </p:nvSpPr>
          <p:spPr>
            <a:xfrm>
              <a:off x="3585896" y="4697333"/>
              <a:ext cx="265716" cy="4551"/>
            </a:xfrm>
            <a:custGeom>
              <a:avLst/>
              <a:pathLst>
                <a:path w="265716" h="4551">
                  <a:moveTo>
                    <a:pt x="0" y="0"/>
                  </a:moveTo>
                  <a:lnTo>
                    <a:pt x="265716" y="45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l1399"/>
            <p:cNvSpPr/>
            <p:nvPr/>
          </p:nvSpPr>
          <p:spPr>
            <a:xfrm>
              <a:off x="3585896" y="4699154"/>
              <a:ext cx="3009115" cy="35500"/>
            </a:xfrm>
            <a:custGeom>
              <a:avLst/>
              <a:pathLst>
                <a:path w="3009115" h="35500">
                  <a:moveTo>
                    <a:pt x="0" y="30038"/>
                  </a:moveTo>
                  <a:lnTo>
                    <a:pt x="790683" y="0"/>
                  </a:lnTo>
                  <a:lnTo>
                    <a:pt x="1337593" y="35500"/>
                  </a:lnTo>
                  <a:lnTo>
                    <a:pt x="1861475" y="23667"/>
                  </a:lnTo>
                  <a:lnTo>
                    <a:pt x="2515609" y="22756"/>
                  </a:lnTo>
                  <a:lnTo>
                    <a:pt x="3009115" y="355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l1400"/>
            <p:cNvSpPr/>
            <p:nvPr/>
          </p:nvSpPr>
          <p:spPr>
            <a:xfrm>
              <a:off x="3585896" y="4670935"/>
              <a:ext cx="855626" cy="61898"/>
            </a:xfrm>
            <a:custGeom>
              <a:avLst/>
              <a:pathLst>
                <a:path w="855626" h="61898">
                  <a:moveTo>
                    <a:pt x="0" y="61898"/>
                  </a:moveTo>
                  <a:lnTo>
                    <a:pt x="308159" y="11833"/>
                  </a:lnTo>
                  <a:lnTo>
                    <a:pt x="588647" y="0"/>
                  </a:lnTo>
                  <a:lnTo>
                    <a:pt x="855626" y="391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l1401"/>
            <p:cNvSpPr/>
            <p:nvPr/>
          </p:nvSpPr>
          <p:spPr>
            <a:xfrm>
              <a:off x="3585896" y="4104746"/>
              <a:ext cx="544334" cy="220285"/>
            </a:xfrm>
            <a:custGeom>
              <a:avLst/>
              <a:pathLst>
                <a:path w="544334" h="220285">
                  <a:moveTo>
                    <a:pt x="0" y="220285"/>
                  </a:moveTo>
                  <a:lnTo>
                    <a:pt x="5443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l1402"/>
            <p:cNvSpPr/>
            <p:nvPr/>
          </p:nvSpPr>
          <p:spPr>
            <a:xfrm>
              <a:off x="3585896" y="3838037"/>
              <a:ext cx="313753" cy="94668"/>
            </a:xfrm>
            <a:custGeom>
              <a:avLst/>
              <a:pathLst>
                <a:path w="313753" h="94668">
                  <a:moveTo>
                    <a:pt x="0" y="0"/>
                  </a:moveTo>
                  <a:lnTo>
                    <a:pt x="313753" y="946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3585896" y="4206697"/>
              <a:ext cx="572816" cy="54616"/>
            </a:xfrm>
            <a:custGeom>
              <a:avLst/>
              <a:pathLst>
                <a:path w="572816" h="54616">
                  <a:moveTo>
                    <a:pt x="0" y="0"/>
                  </a:moveTo>
                  <a:lnTo>
                    <a:pt x="330041" y="10012"/>
                  </a:lnTo>
                  <a:lnTo>
                    <a:pt x="572816" y="546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l1404"/>
            <p:cNvSpPr/>
            <p:nvPr/>
          </p:nvSpPr>
          <p:spPr>
            <a:xfrm>
              <a:off x="3585896" y="4615409"/>
              <a:ext cx="550089" cy="11833"/>
            </a:xfrm>
            <a:custGeom>
              <a:avLst/>
              <a:pathLst>
                <a:path w="550089" h="11833">
                  <a:moveTo>
                    <a:pt x="0" y="0"/>
                  </a:moveTo>
                  <a:lnTo>
                    <a:pt x="550089" y="118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l1405"/>
            <p:cNvSpPr/>
            <p:nvPr/>
          </p:nvSpPr>
          <p:spPr>
            <a:xfrm>
              <a:off x="3585896" y="4442457"/>
              <a:ext cx="1063596" cy="23667"/>
            </a:xfrm>
            <a:custGeom>
              <a:avLst/>
              <a:pathLst>
                <a:path w="1063596" h="23667">
                  <a:moveTo>
                    <a:pt x="0" y="23667"/>
                  </a:moveTo>
                  <a:lnTo>
                    <a:pt x="10635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l1406"/>
            <p:cNvSpPr/>
            <p:nvPr/>
          </p:nvSpPr>
          <p:spPr>
            <a:xfrm>
              <a:off x="3585896" y="3360144"/>
              <a:ext cx="816589" cy="601689"/>
            </a:xfrm>
            <a:custGeom>
              <a:avLst/>
              <a:pathLst>
                <a:path w="816589" h="601689">
                  <a:moveTo>
                    <a:pt x="0" y="52795"/>
                  </a:moveTo>
                  <a:lnTo>
                    <a:pt x="244493" y="0"/>
                  </a:lnTo>
                  <a:lnTo>
                    <a:pt x="574798" y="601689"/>
                  </a:lnTo>
                  <a:lnTo>
                    <a:pt x="816589" y="5980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l1407"/>
            <p:cNvSpPr/>
            <p:nvPr/>
          </p:nvSpPr>
          <p:spPr>
            <a:xfrm>
              <a:off x="3585896" y="3859883"/>
              <a:ext cx="266398" cy="52795"/>
            </a:xfrm>
            <a:custGeom>
              <a:avLst/>
              <a:pathLst>
                <a:path w="266398" h="52795">
                  <a:moveTo>
                    <a:pt x="0" y="52795"/>
                  </a:moveTo>
                  <a:lnTo>
                    <a:pt x="2663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l1408"/>
            <p:cNvSpPr/>
            <p:nvPr/>
          </p:nvSpPr>
          <p:spPr>
            <a:xfrm>
              <a:off x="3585896" y="4189402"/>
              <a:ext cx="302239" cy="0"/>
            </a:xfrm>
            <a:custGeom>
              <a:avLst/>
              <a:pathLst>
                <a:path w="302239" h="0">
                  <a:moveTo>
                    <a:pt x="0" y="0"/>
                  </a:moveTo>
                  <a:lnTo>
                    <a:pt x="3022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l1409"/>
            <p:cNvSpPr/>
            <p:nvPr/>
          </p:nvSpPr>
          <p:spPr>
            <a:xfrm>
              <a:off x="3585896" y="4756501"/>
              <a:ext cx="1081586" cy="10923"/>
            </a:xfrm>
            <a:custGeom>
              <a:avLst/>
              <a:pathLst>
                <a:path w="1081586" h="10923">
                  <a:moveTo>
                    <a:pt x="0" y="10923"/>
                  </a:moveTo>
                  <a:lnTo>
                    <a:pt x="10815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l1410"/>
            <p:cNvSpPr/>
            <p:nvPr/>
          </p:nvSpPr>
          <p:spPr>
            <a:xfrm>
              <a:off x="3585896" y="4518010"/>
              <a:ext cx="1081501" cy="78283"/>
            </a:xfrm>
            <a:custGeom>
              <a:avLst/>
              <a:pathLst>
                <a:path w="1081501" h="78283">
                  <a:moveTo>
                    <a:pt x="0" y="78283"/>
                  </a:moveTo>
                  <a:lnTo>
                    <a:pt x="542727" y="0"/>
                  </a:lnTo>
                  <a:lnTo>
                    <a:pt x="1081501" y="291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l1411"/>
            <p:cNvSpPr/>
            <p:nvPr/>
          </p:nvSpPr>
          <p:spPr>
            <a:xfrm>
              <a:off x="3585896" y="4219440"/>
              <a:ext cx="1862372" cy="354095"/>
            </a:xfrm>
            <a:custGeom>
              <a:avLst/>
              <a:pathLst>
                <a:path w="1862372" h="354095">
                  <a:moveTo>
                    <a:pt x="0" y="290376"/>
                  </a:moveTo>
                  <a:lnTo>
                    <a:pt x="261443" y="354095"/>
                  </a:lnTo>
                  <a:lnTo>
                    <a:pt x="533237" y="297658"/>
                  </a:lnTo>
                  <a:lnTo>
                    <a:pt x="786542" y="0"/>
                  </a:lnTo>
                  <a:lnTo>
                    <a:pt x="1339357" y="144733"/>
                  </a:lnTo>
                  <a:lnTo>
                    <a:pt x="1862372" y="2357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l1412"/>
            <p:cNvSpPr/>
            <p:nvPr/>
          </p:nvSpPr>
          <p:spPr>
            <a:xfrm>
              <a:off x="3585896" y="4474317"/>
              <a:ext cx="569218" cy="13654"/>
            </a:xfrm>
            <a:custGeom>
              <a:avLst/>
              <a:pathLst>
                <a:path w="569218" h="13654">
                  <a:moveTo>
                    <a:pt x="0" y="13654"/>
                  </a:moveTo>
                  <a:lnTo>
                    <a:pt x="5692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l1413"/>
            <p:cNvSpPr/>
            <p:nvPr/>
          </p:nvSpPr>
          <p:spPr>
            <a:xfrm>
              <a:off x="3585896" y="4138426"/>
              <a:ext cx="1223005" cy="267619"/>
            </a:xfrm>
            <a:custGeom>
              <a:avLst/>
              <a:pathLst>
                <a:path w="1223005" h="267619">
                  <a:moveTo>
                    <a:pt x="0" y="267619"/>
                  </a:moveTo>
                  <a:lnTo>
                    <a:pt x="12230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l1414"/>
            <p:cNvSpPr/>
            <p:nvPr/>
          </p:nvSpPr>
          <p:spPr>
            <a:xfrm>
              <a:off x="3585896" y="4700974"/>
              <a:ext cx="585769" cy="18205"/>
            </a:xfrm>
            <a:custGeom>
              <a:avLst/>
              <a:pathLst>
                <a:path w="585769" h="18205">
                  <a:moveTo>
                    <a:pt x="0" y="18205"/>
                  </a:moveTo>
                  <a:lnTo>
                    <a:pt x="5857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l1415"/>
            <p:cNvSpPr/>
            <p:nvPr/>
          </p:nvSpPr>
          <p:spPr>
            <a:xfrm>
              <a:off x="3585896" y="4622691"/>
              <a:ext cx="1329379" cy="32769"/>
            </a:xfrm>
            <a:custGeom>
              <a:avLst/>
              <a:pathLst>
                <a:path w="1329379" h="32769">
                  <a:moveTo>
                    <a:pt x="0" y="7282"/>
                  </a:moveTo>
                  <a:lnTo>
                    <a:pt x="321795" y="32769"/>
                  </a:lnTo>
                  <a:lnTo>
                    <a:pt x="593685" y="19115"/>
                  </a:lnTo>
                  <a:lnTo>
                    <a:pt x="866420" y="10012"/>
                  </a:lnTo>
                  <a:lnTo>
                    <a:pt x="13293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l1416"/>
            <p:cNvSpPr/>
            <p:nvPr/>
          </p:nvSpPr>
          <p:spPr>
            <a:xfrm>
              <a:off x="3585896" y="4449739"/>
              <a:ext cx="356930" cy="86475"/>
            </a:xfrm>
            <a:custGeom>
              <a:avLst/>
              <a:pathLst>
                <a:path w="356930" h="86475">
                  <a:moveTo>
                    <a:pt x="0" y="86475"/>
                  </a:moveTo>
                  <a:lnTo>
                    <a:pt x="3569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l1417"/>
            <p:cNvSpPr/>
            <p:nvPr/>
          </p:nvSpPr>
          <p:spPr>
            <a:xfrm>
              <a:off x="3585896" y="3878089"/>
              <a:ext cx="272015" cy="266709"/>
            </a:xfrm>
            <a:custGeom>
              <a:avLst/>
              <a:pathLst>
                <a:path w="272015" h="266709">
                  <a:moveTo>
                    <a:pt x="0" y="0"/>
                  </a:moveTo>
                  <a:lnTo>
                    <a:pt x="272015" y="2667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l1418"/>
            <p:cNvSpPr/>
            <p:nvPr/>
          </p:nvSpPr>
          <p:spPr>
            <a:xfrm>
              <a:off x="3585896" y="3997334"/>
              <a:ext cx="266978" cy="306761"/>
            </a:xfrm>
            <a:custGeom>
              <a:avLst/>
              <a:pathLst>
                <a:path w="266978" h="306761">
                  <a:moveTo>
                    <a:pt x="0" y="0"/>
                  </a:moveTo>
                  <a:lnTo>
                    <a:pt x="266978" y="3067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l1419"/>
            <p:cNvSpPr/>
            <p:nvPr/>
          </p:nvSpPr>
          <p:spPr>
            <a:xfrm>
              <a:off x="3585896" y="4599934"/>
              <a:ext cx="1579479" cy="79193"/>
            </a:xfrm>
            <a:custGeom>
              <a:avLst/>
              <a:pathLst>
                <a:path w="1579479" h="79193">
                  <a:moveTo>
                    <a:pt x="0" y="79193"/>
                  </a:moveTo>
                  <a:lnTo>
                    <a:pt x="533142" y="26397"/>
                  </a:lnTo>
                  <a:lnTo>
                    <a:pt x="15794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l1420"/>
            <p:cNvSpPr/>
            <p:nvPr/>
          </p:nvSpPr>
          <p:spPr>
            <a:xfrm>
              <a:off x="3585896" y="4193043"/>
              <a:ext cx="282090" cy="149284"/>
            </a:xfrm>
            <a:custGeom>
              <a:avLst/>
              <a:pathLst>
                <a:path w="282090" h="149284">
                  <a:moveTo>
                    <a:pt x="0" y="0"/>
                  </a:moveTo>
                  <a:lnTo>
                    <a:pt x="282090" y="14928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l1421"/>
            <p:cNvSpPr/>
            <p:nvPr/>
          </p:nvSpPr>
          <p:spPr>
            <a:xfrm>
              <a:off x="3585896" y="4662743"/>
              <a:ext cx="617432" cy="20025"/>
            </a:xfrm>
            <a:custGeom>
              <a:avLst/>
              <a:pathLst>
                <a:path w="617432" h="20025">
                  <a:moveTo>
                    <a:pt x="0" y="20025"/>
                  </a:moveTo>
                  <a:lnTo>
                    <a:pt x="6174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l1422"/>
            <p:cNvSpPr/>
            <p:nvPr/>
          </p:nvSpPr>
          <p:spPr>
            <a:xfrm>
              <a:off x="3585896" y="3878089"/>
              <a:ext cx="2899342" cy="429648"/>
            </a:xfrm>
            <a:custGeom>
              <a:avLst/>
              <a:pathLst>
                <a:path w="2899342" h="429648">
                  <a:moveTo>
                    <a:pt x="0" y="343172"/>
                  </a:moveTo>
                  <a:lnTo>
                    <a:pt x="262823" y="429648"/>
                  </a:lnTo>
                  <a:lnTo>
                    <a:pt x="533237" y="361377"/>
                  </a:lnTo>
                  <a:lnTo>
                    <a:pt x="1318490" y="318595"/>
                  </a:lnTo>
                  <a:lnTo>
                    <a:pt x="1570207" y="296748"/>
                  </a:lnTo>
                  <a:lnTo>
                    <a:pt x="1817036" y="329518"/>
                  </a:lnTo>
                  <a:lnTo>
                    <a:pt x="2099127" y="269440"/>
                  </a:lnTo>
                  <a:lnTo>
                    <a:pt x="2360521" y="101040"/>
                  </a:lnTo>
                  <a:lnTo>
                    <a:pt x="2647476" y="178413"/>
                  </a:lnTo>
                  <a:lnTo>
                    <a:pt x="28993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l1423"/>
            <p:cNvSpPr/>
            <p:nvPr/>
          </p:nvSpPr>
          <p:spPr>
            <a:xfrm>
              <a:off x="3585896" y="3180821"/>
              <a:ext cx="1575964" cy="1428216"/>
            </a:xfrm>
            <a:custGeom>
              <a:avLst/>
              <a:pathLst>
                <a:path w="1575964" h="1428216">
                  <a:moveTo>
                    <a:pt x="0" y="120155"/>
                  </a:moveTo>
                  <a:lnTo>
                    <a:pt x="503732" y="1428216"/>
                  </a:lnTo>
                  <a:lnTo>
                    <a:pt x="1047044" y="0"/>
                  </a:lnTo>
                  <a:lnTo>
                    <a:pt x="1314023" y="191157"/>
                  </a:lnTo>
                  <a:lnTo>
                    <a:pt x="1575964" y="1201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l1424"/>
            <p:cNvSpPr/>
            <p:nvPr/>
          </p:nvSpPr>
          <p:spPr>
            <a:xfrm>
              <a:off x="4698316" y="4773796"/>
              <a:ext cx="511758" cy="8192"/>
            </a:xfrm>
            <a:custGeom>
              <a:avLst/>
              <a:pathLst>
                <a:path w="511758" h="8192">
                  <a:moveTo>
                    <a:pt x="0" y="0"/>
                  </a:moveTo>
                  <a:lnTo>
                    <a:pt x="511758" y="81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l1425"/>
            <p:cNvSpPr/>
            <p:nvPr/>
          </p:nvSpPr>
          <p:spPr>
            <a:xfrm>
              <a:off x="3585896" y="3168987"/>
              <a:ext cx="262660" cy="417814"/>
            </a:xfrm>
            <a:custGeom>
              <a:avLst/>
              <a:pathLst>
                <a:path w="262660" h="417814">
                  <a:moveTo>
                    <a:pt x="0" y="0"/>
                  </a:moveTo>
                  <a:lnTo>
                    <a:pt x="262660" y="4178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l1426"/>
            <p:cNvSpPr/>
            <p:nvPr/>
          </p:nvSpPr>
          <p:spPr>
            <a:xfrm>
              <a:off x="3585896" y="4550779"/>
              <a:ext cx="317308" cy="48244"/>
            </a:xfrm>
            <a:custGeom>
              <a:avLst/>
              <a:pathLst>
                <a:path w="317308" h="48244">
                  <a:moveTo>
                    <a:pt x="0" y="0"/>
                  </a:moveTo>
                  <a:lnTo>
                    <a:pt x="317308" y="482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l1427"/>
            <p:cNvSpPr/>
            <p:nvPr/>
          </p:nvSpPr>
          <p:spPr>
            <a:xfrm>
              <a:off x="3585896" y="4624511"/>
              <a:ext cx="1671254" cy="63719"/>
            </a:xfrm>
            <a:custGeom>
              <a:avLst/>
              <a:pathLst>
                <a:path w="1671254" h="63719">
                  <a:moveTo>
                    <a:pt x="0" y="63719"/>
                  </a:moveTo>
                  <a:lnTo>
                    <a:pt x="795178" y="3641"/>
                  </a:lnTo>
                  <a:lnTo>
                    <a:pt x="167125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l1428"/>
            <p:cNvSpPr/>
            <p:nvPr/>
          </p:nvSpPr>
          <p:spPr>
            <a:xfrm>
              <a:off x="3585896" y="4071066"/>
              <a:ext cx="327426" cy="32769"/>
            </a:xfrm>
            <a:custGeom>
              <a:avLst/>
              <a:pathLst>
                <a:path w="327426" h="32769">
                  <a:moveTo>
                    <a:pt x="0" y="32769"/>
                  </a:moveTo>
                  <a:lnTo>
                    <a:pt x="3274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l1429"/>
            <p:cNvSpPr/>
            <p:nvPr/>
          </p:nvSpPr>
          <p:spPr>
            <a:xfrm>
              <a:off x="4158819" y="4651819"/>
              <a:ext cx="1531241" cy="19115"/>
            </a:xfrm>
            <a:custGeom>
              <a:avLst/>
              <a:pathLst>
                <a:path w="1531241" h="19115">
                  <a:moveTo>
                    <a:pt x="0" y="0"/>
                  </a:moveTo>
                  <a:lnTo>
                    <a:pt x="507944" y="18205"/>
                  </a:lnTo>
                  <a:lnTo>
                    <a:pt x="1031266" y="11833"/>
                  </a:lnTo>
                  <a:lnTo>
                    <a:pt x="1531241" y="191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l1430"/>
            <p:cNvSpPr/>
            <p:nvPr/>
          </p:nvSpPr>
          <p:spPr>
            <a:xfrm>
              <a:off x="3585896" y="4728282"/>
              <a:ext cx="322121" cy="5461"/>
            </a:xfrm>
            <a:custGeom>
              <a:avLst/>
              <a:pathLst>
                <a:path w="322121" h="5461">
                  <a:moveTo>
                    <a:pt x="0" y="5461"/>
                  </a:moveTo>
                  <a:lnTo>
                    <a:pt x="3221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l1431"/>
            <p:cNvSpPr/>
            <p:nvPr/>
          </p:nvSpPr>
          <p:spPr>
            <a:xfrm>
              <a:off x="3585896" y="4669115"/>
              <a:ext cx="1103894" cy="38231"/>
            </a:xfrm>
            <a:custGeom>
              <a:avLst/>
              <a:pathLst>
                <a:path w="1103894" h="38231">
                  <a:moveTo>
                    <a:pt x="0" y="0"/>
                  </a:moveTo>
                  <a:lnTo>
                    <a:pt x="573535" y="38231"/>
                  </a:lnTo>
                  <a:lnTo>
                    <a:pt x="795178" y="23667"/>
                  </a:lnTo>
                  <a:lnTo>
                    <a:pt x="1103894" y="309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l1432"/>
            <p:cNvSpPr/>
            <p:nvPr/>
          </p:nvSpPr>
          <p:spPr>
            <a:xfrm>
              <a:off x="3585896" y="3956372"/>
              <a:ext cx="1092380" cy="211183"/>
            </a:xfrm>
            <a:custGeom>
              <a:avLst/>
              <a:pathLst>
                <a:path w="1092380" h="211183">
                  <a:moveTo>
                    <a:pt x="0" y="211183"/>
                  </a:moveTo>
                  <a:lnTo>
                    <a:pt x="495097" y="130168"/>
                  </a:lnTo>
                  <a:lnTo>
                    <a:pt x="10923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l1433"/>
            <p:cNvSpPr/>
            <p:nvPr/>
          </p:nvSpPr>
          <p:spPr>
            <a:xfrm>
              <a:off x="3585896" y="3249091"/>
              <a:ext cx="530759" cy="458776"/>
            </a:xfrm>
            <a:custGeom>
              <a:avLst/>
              <a:pathLst>
                <a:path w="530759" h="458776">
                  <a:moveTo>
                    <a:pt x="0" y="0"/>
                  </a:moveTo>
                  <a:lnTo>
                    <a:pt x="274174" y="163848"/>
                  </a:lnTo>
                  <a:lnTo>
                    <a:pt x="530759" y="45877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l1434"/>
            <p:cNvSpPr/>
            <p:nvPr/>
          </p:nvSpPr>
          <p:spPr>
            <a:xfrm>
              <a:off x="3585896" y="4600844"/>
              <a:ext cx="3156246" cy="56436"/>
            </a:xfrm>
            <a:custGeom>
              <a:avLst/>
              <a:pathLst>
                <a:path w="3156246" h="56436">
                  <a:moveTo>
                    <a:pt x="0" y="0"/>
                  </a:moveTo>
                  <a:lnTo>
                    <a:pt x="1325537" y="7282"/>
                  </a:lnTo>
                  <a:lnTo>
                    <a:pt x="1863811" y="56436"/>
                  </a:lnTo>
                  <a:lnTo>
                    <a:pt x="2453179" y="1820"/>
                  </a:lnTo>
                  <a:lnTo>
                    <a:pt x="3156246" y="400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l1435"/>
            <p:cNvSpPr/>
            <p:nvPr/>
          </p:nvSpPr>
          <p:spPr>
            <a:xfrm>
              <a:off x="3585896" y="4546228"/>
              <a:ext cx="803813" cy="119245"/>
            </a:xfrm>
            <a:custGeom>
              <a:avLst/>
              <a:pathLst>
                <a:path w="803813" h="119245">
                  <a:moveTo>
                    <a:pt x="0" y="119245"/>
                  </a:moveTo>
                  <a:lnTo>
                    <a:pt x="8038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l1436"/>
            <p:cNvSpPr/>
            <p:nvPr/>
          </p:nvSpPr>
          <p:spPr>
            <a:xfrm>
              <a:off x="3585896" y="4387841"/>
              <a:ext cx="860663" cy="50975"/>
            </a:xfrm>
            <a:custGeom>
              <a:avLst/>
              <a:pathLst>
                <a:path w="860663" h="50975">
                  <a:moveTo>
                    <a:pt x="0" y="50975"/>
                  </a:moveTo>
                  <a:lnTo>
                    <a:pt x="8606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l1437"/>
            <p:cNvSpPr/>
            <p:nvPr/>
          </p:nvSpPr>
          <p:spPr>
            <a:xfrm>
              <a:off x="3585896" y="4648178"/>
              <a:ext cx="268417" cy="41872"/>
            </a:xfrm>
            <a:custGeom>
              <a:avLst/>
              <a:pathLst>
                <a:path w="268417" h="41872">
                  <a:moveTo>
                    <a:pt x="0" y="41872"/>
                  </a:moveTo>
                  <a:lnTo>
                    <a:pt x="2684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l1438"/>
            <p:cNvSpPr/>
            <p:nvPr/>
          </p:nvSpPr>
          <p:spPr>
            <a:xfrm>
              <a:off x="3585896" y="4615409"/>
              <a:ext cx="1152828" cy="7282"/>
            </a:xfrm>
            <a:custGeom>
              <a:avLst/>
              <a:pathLst>
                <a:path w="1152828" h="7282">
                  <a:moveTo>
                    <a:pt x="0" y="0"/>
                  </a:moveTo>
                  <a:lnTo>
                    <a:pt x="1152828" y="72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l1439"/>
            <p:cNvSpPr/>
            <p:nvPr/>
          </p:nvSpPr>
          <p:spPr>
            <a:xfrm>
              <a:off x="3585896" y="4624511"/>
              <a:ext cx="2124313" cy="56436"/>
            </a:xfrm>
            <a:custGeom>
              <a:avLst/>
              <a:pathLst>
                <a:path w="2124313" h="56436">
                  <a:moveTo>
                    <a:pt x="0" y="47334"/>
                  </a:moveTo>
                  <a:lnTo>
                    <a:pt x="523162" y="56436"/>
                  </a:lnTo>
                  <a:lnTo>
                    <a:pt x="1047044" y="40962"/>
                  </a:lnTo>
                  <a:lnTo>
                    <a:pt x="1711252" y="0"/>
                  </a:lnTo>
                  <a:lnTo>
                    <a:pt x="2124313" y="27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l1440"/>
            <p:cNvSpPr/>
            <p:nvPr/>
          </p:nvSpPr>
          <p:spPr>
            <a:xfrm>
              <a:off x="3585896" y="4599024"/>
              <a:ext cx="528563" cy="58257"/>
            </a:xfrm>
            <a:custGeom>
              <a:avLst/>
              <a:pathLst>
                <a:path w="528563" h="58257">
                  <a:moveTo>
                    <a:pt x="0" y="58257"/>
                  </a:moveTo>
                  <a:lnTo>
                    <a:pt x="5285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l1441"/>
            <p:cNvSpPr/>
            <p:nvPr/>
          </p:nvSpPr>
          <p:spPr>
            <a:xfrm>
              <a:off x="3585896" y="4749219"/>
              <a:ext cx="885130" cy="11833"/>
            </a:xfrm>
            <a:custGeom>
              <a:avLst/>
              <a:pathLst>
                <a:path w="885130" h="11833">
                  <a:moveTo>
                    <a:pt x="0" y="0"/>
                  </a:moveTo>
                  <a:lnTo>
                    <a:pt x="885130" y="118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l1442"/>
            <p:cNvSpPr/>
            <p:nvPr/>
          </p:nvSpPr>
          <p:spPr>
            <a:xfrm>
              <a:off x="3585896" y="4561703"/>
              <a:ext cx="2141584" cy="32769"/>
            </a:xfrm>
            <a:custGeom>
              <a:avLst/>
              <a:pathLst>
                <a:path w="2141584" h="32769">
                  <a:moveTo>
                    <a:pt x="0" y="0"/>
                  </a:moveTo>
                  <a:lnTo>
                    <a:pt x="572816" y="32769"/>
                  </a:lnTo>
                  <a:lnTo>
                    <a:pt x="1077988" y="30038"/>
                  </a:lnTo>
                  <a:lnTo>
                    <a:pt x="1624898" y="30949"/>
                  </a:lnTo>
                  <a:lnTo>
                    <a:pt x="2141584" y="172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l1443"/>
            <p:cNvSpPr/>
            <p:nvPr/>
          </p:nvSpPr>
          <p:spPr>
            <a:xfrm>
              <a:off x="3585896" y="4678217"/>
              <a:ext cx="1075829" cy="38231"/>
            </a:xfrm>
            <a:custGeom>
              <a:avLst/>
              <a:pathLst>
                <a:path w="1075829" h="38231">
                  <a:moveTo>
                    <a:pt x="0" y="38231"/>
                  </a:moveTo>
                  <a:lnTo>
                    <a:pt x="552079" y="28218"/>
                  </a:lnTo>
                  <a:lnTo>
                    <a:pt x="10758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l1444"/>
            <p:cNvSpPr/>
            <p:nvPr/>
          </p:nvSpPr>
          <p:spPr>
            <a:xfrm>
              <a:off x="3585896" y="3855332"/>
              <a:ext cx="1090941" cy="287645"/>
            </a:xfrm>
            <a:custGeom>
              <a:avLst/>
              <a:pathLst>
                <a:path w="1090941" h="287645">
                  <a:moveTo>
                    <a:pt x="0" y="264889"/>
                  </a:moveTo>
                  <a:lnTo>
                    <a:pt x="286408" y="0"/>
                  </a:lnTo>
                  <a:lnTo>
                    <a:pt x="557495" y="249414"/>
                  </a:lnTo>
                  <a:lnTo>
                    <a:pt x="824682" y="287645"/>
                  </a:lnTo>
                  <a:lnTo>
                    <a:pt x="1090941" y="2421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l1445"/>
            <p:cNvSpPr/>
            <p:nvPr/>
          </p:nvSpPr>
          <p:spPr>
            <a:xfrm>
              <a:off x="3585896" y="4582639"/>
              <a:ext cx="1076549" cy="58257"/>
            </a:xfrm>
            <a:custGeom>
              <a:avLst/>
              <a:pathLst>
                <a:path w="1076549" h="58257">
                  <a:moveTo>
                    <a:pt x="0" y="0"/>
                  </a:moveTo>
                  <a:lnTo>
                    <a:pt x="1076549" y="582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l1446"/>
            <p:cNvSpPr/>
            <p:nvPr/>
          </p:nvSpPr>
          <p:spPr>
            <a:xfrm>
              <a:off x="3585896" y="4422431"/>
              <a:ext cx="1614823" cy="53706"/>
            </a:xfrm>
            <a:custGeom>
              <a:avLst/>
              <a:pathLst>
                <a:path w="1614823" h="53706">
                  <a:moveTo>
                    <a:pt x="0" y="53706"/>
                  </a:moveTo>
                  <a:lnTo>
                    <a:pt x="559143" y="41872"/>
                  </a:lnTo>
                  <a:lnTo>
                    <a:pt x="1080866" y="1820"/>
                  </a:lnTo>
                  <a:lnTo>
                    <a:pt x="161482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l1447"/>
            <p:cNvSpPr/>
            <p:nvPr/>
          </p:nvSpPr>
          <p:spPr>
            <a:xfrm>
              <a:off x="3585896" y="4723731"/>
              <a:ext cx="281964" cy="11833"/>
            </a:xfrm>
            <a:custGeom>
              <a:avLst/>
              <a:pathLst>
                <a:path w="281964" h="11833">
                  <a:moveTo>
                    <a:pt x="0" y="11833"/>
                  </a:moveTo>
                  <a:lnTo>
                    <a:pt x="2819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l1448"/>
            <p:cNvSpPr/>
            <p:nvPr/>
          </p:nvSpPr>
          <p:spPr>
            <a:xfrm>
              <a:off x="3585896" y="4093823"/>
              <a:ext cx="790141" cy="269440"/>
            </a:xfrm>
            <a:custGeom>
              <a:avLst/>
              <a:pathLst>
                <a:path w="790141" h="269440">
                  <a:moveTo>
                    <a:pt x="0" y="269440"/>
                  </a:moveTo>
                  <a:lnTo>
                    <a:pt x="503235" y="214824"/>
                  </a:lnTo>
                  <a:lnTo>
                    <a:pt x="7901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l1449"/>
            <p:cNvSpPr/>
            <p:nvPr/>
          </p:nvSpPr>
          <p:spPr>
            <a:xfrm>
              <a:off x="3585896" y="4412418"/>
              <a:ext cx="291608" cy="1820"/>
            </a:xfrm>
            <a:custGeom>
              <a:avLst/>
              <a:pathLst>
                <a:path w="291608" h="1820">
                  <a:moveTo>
                    <a:pt x="0" y="0"/>
                  </a:moveTo>
                  <a:lnTo>
                    <a:pt x="291608" y="18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l1450"/>
            <p:cNvSpPr/>
            <p:nvPr/>
          </p:nvSpPr>
          <p:spPr>
            <a:xfrm>
              <a:off x="3585896" y="4702795"/>
              <a:ext cx="790860" cy="11833"/>
            </a:xfrm>
            <a:custGeom>
              <a:avLst/>
              <a:pathLst>
                <a:path w="790860" h="11833">
                  <a:moveTo>
                    <a:pt x="0" y="11833"/>
                  </a:moveTo>
                  <a:lnTo>
                    <a:pt x="7908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l1451"/>
            <p:cNvSpPr/>
            <p:nvPr/>
          </p:nvSpPr>
          <p:spPr>
            <a:xfrm>
              <a:off x="3837763" y="3625943"/>
              <a:ext cx="260501" cy="266709"/>
            </a:xfrm>
            <a:custGeom>
              <a:avLst/>
              <a:pathLst>
                <a:path w="260501" h="266709">
                  <a:moveTo>
                    <a:pt x="0" y="0"/>
                  </a:moveTo>
                  <a:lnTo>
                    <a:pt x="260501" y="2667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l1452"/>
            <p:cNvSpPr/>
            <p:nvPr/>
          </p:nvSpPr>
          <p:spPr>
            <a:xfrm>
              <a:off x="3585896" y="4650909"/>
              <a:ext cx="1332013" cy="10923"/>
            </a:xfrm>
            <a:custGeom>
              <a:avLst/>
              <a:pathLst>
                <a:path w="1332013" h="10923">
                  <a:moveTo>
                    <a:pt x="0" y="0"/>
                  </a:moveTo>
                  <a:lnTo>
                    <a:pt x="820365" y="10923"/>
                  </a:lnTo>
                  <a:lnTo>
                    <a:pt x="13320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l1453"/>
            <p:cNvSpPr/>
            <p:nvPr/>
          </p:nvSpPr>
          <p:spPr>
            <a:xfrm>
              <a:off x="3585896" y="4692782"/>
              <a:ext cx="1645767" cy="40962"/>
            </a:xfrm>
            <a:custGeom>
              <a:avLst/>
              <a:pathLst>
                <a:path w="1645767" h="40962">
                  <a:moveTo>
                    <a:pt x="0" y="40962"/>
                  </a:moveTo>
                  <a:lnTo>
                    <a:pt x="635423" y="36410"/>
                  </a:lnTo>
                  <a:lnTo>
                    <a:pt x="1088063" y="21846"/>
                  </a:lnTo>
                  <a:lnTo>
                    <a:pt x="16457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l1454"/>
            <p:cNvSpPr/>
            <p:nvPr/>
          </p:nvSpPr>
          <p:spPr>
            <a:xfrm>
              <a:off x="3585896" y="4630883"/>
              <a:ext cx="639021" cy="13654"/>
            </a:xfrm>
            <a:custGeom>
              <a:avLst/>
              <a:pathLst>
                <a:path w="639021" h="13654">
                  <a:moveTo>
                    <a:pt x="0" y="13654"/>
                  </a:moveTo>
                  <a:lnTo>
                    <a:pt x="6390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l1455"/>
            <p:cNvSpPr/>
            <p:nvPr/>
          </p:nvSpPr>
          <p:spPr>
            <a:xfrm>
              <a:off x="3585896" y="4692782"/>
              <a:ext cx="536835" cy="21846"/>
            </a:xfrm>
            <a:custGeom>
              <a:avLst/>
              <a:pathLst>
                <a:path w="536835" h="21846">
                  <a:moveTo>
                    <a:pt x="0" y="21846"/>
                  </a:moveTo>
                  <a:lnTo>
                    <a:pt x="5368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l1456"/>
            <p:cNvSpPr/>
            <p:nvPr/>
          </p:nvSpPr>
          <p:spPr>
            <a:xfrm>
              <a:off x="3585896" y="3962744"/>
              <a:ext cx="307444" cy="107412"/>
            </a:xfrm>
            <a:custGeom>
              <a:avLst/>
              <a:pathLst>
                <a:path w="307444" h="107412">
                  <a:moveTo>
                    <a:pt x="0" y="107412"/>
                  </a:moveTo>
                  <a:lnTo>
                    <a:pt x="3074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l1457"/>
            <p:cNvSpPr/>
            <p:nvPr/>
          </p:nvSpPr>
          <p:spPr>
            <a:xfrm>
              <a:off x="3585896" y="4694602"/>
              <a:ext cx="2124313" cy="13654"/>
            </a:xfrm>
            <a:custGeom>
              <a:avLst/>
              <a:pathLst>
                <a:path w="2124313" h="13654">
                  <a:moveTo>
                    <a:pt x="0" y="7282"/>
                  </a:moveTo>
                  <a:lnTo>
                    <a:pt x="769991" y="7282"/>
                  </a:lnTo>
                  <a:lnTo>
                    <a:pt x="1338911" y="0"/>
                  </a:lnTo>
                  <a:lnTo>
                    <a:pt x="2124313" y="136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l1458"/>
            <p:cNvSpPr/>
            <p:nvPr/>
          </p:nvSpPr>
          <p:spPr>
            <a:xfrm>
              <a:off x="3585896" y="4466124"/>
              <a:ext cx="301783" cy="33680"/>
            </a:xfrm>
            <a:custGeom>
              <a:avLst/>
              <a:pathLst>
                <a:path w="301783" h="33680">
                  <a:moveTo>
                    <a:pt x="0" y="0"/>
                  </a:moveTo>
                  <a:lnTo>
                    <a:pt x="301783" y="336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l1459"/>
            <p:cNvSpPr/>
            <p:nvPr/>
          </p:nvSpPr>
          <p:spPr>
            <a:xfrm>
              <a:off x="3585896" y="4668204"/>
              <a:ext cx="529367" cy="2730"/>
            </a:xfrm>
            <a:custGeom>
              <a:avLst/>
              <a:pathLst>
                <a:path w="529367" h="2730">
                  <a:moveTo>
                    <a:pt x="0" y="2730"/>
                  </a:moveTo>
                  <a:lnTo>
                    <a:pt x="5293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l1460"/>
            <p:cNvSpPr/>
            <p:nvPr/>
          </p:nvSpPr>
          <p:spPr>
            <a:xfrm>
              <a:off x="3585896" y="3591353"/>
              <a:ext cx="318790" cy="127438"/>
            </a:xfrm>
            <a:custGeom>
              <a:avLst/>
              <a:pathLst>
                <a:path w="318790" h="127438">
                  <a:moveTo>
                    <a:pt x="0" y="127438"/>
                  </a:moveTo>
                  <a:lnTo>
                    <a:pt x="3187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l1461"/>
            <p:cNvSpPr/>
            <p:nvPr/>
          </p:nvSpPr>
          <p:spPr>
            <a:xfrm>
              <a:off x="3585896" y="4261313"/>
              <a:ext cx="2142909" cy="321325"/>
            </a:xfrm>
            <a:custGeom>
              <a:avLst/>
              <a:pathLst>
                <a:path w="2142909" h="321325">
                  <a:moveTo>
                    <a:pt x="0" y="321325"/>
                  </a:moveTo>
                  <a:lnTo>
                    <a:pt x="533274" y="293107"/>
                  </a:lnTo>
                  <a:lnTo>
                    <a:pt x="1082219" y="190246"/>
                  </a:lnTo>
                  <a:lnTo>
                    <a:pt x="1624216" y="8192"/>
                  </a:lnTo>
                  <a:lnTo>
                    <a:pt x="21429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l1462"/>
            <p:cNvSpPr/>
            <p:nvPr/>
          </p:nvSpPr>
          <p:spPr>
            <a:xfrm>
              <a:off x="3585896" y="4707346"/>
              <a:ext cx="1596113" cy="53706"/>
            </a:xfrm>
            <a:custGeom>
              <a:avLst/>
              <a:pathLst>
                <a:path w="1596113" h="53706">
                  <a:moveTo>
                    <a:pt x="0" y="0"/>
                  </a:moveTo>
                  <a:lnTo>
                    <a:pt x="580012" y="53706"/>
                  </a:lnTo>
                  <a:lnTo>
                    <a:pt x="1078708" y="15474"/>
                  </a:lnTo>
                  <a:lnTo>
                    <a:pt x="1596113" y="100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l1463"/>
            <p:cNvSpPr/>
            <p:nvPr/>
          </p:nvSpPr>
          <p:spPr>
            <a:xfrm>
              <a:off x="3585896" y="3521262"/>
              <a:ext cx="1144193" cy="363198"/>
            </a:xfrm>
            <a:custGeom>
              <a:avLst/>
              <a:pathLst>
                <a:path w="1144193" h="363198">
                  <a:moveTo>
                    <a:pt x="0" y="358646"/>
                  </a:moveTo>
                  <a:lnTo>
                    <a:pt x="272015" y="151105"/>
                  </a:lnTo>
                  <a:lnTo>
                    <a:pt x="539987" y="255786"/>
                  </a:lnTo>
                  <a:lnTo>
                    <a:pt x="801654" y="363198"/>
                  </a:lnTo>
                  <a:lnTo>
                    <a:pt x="11441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l1464"/>
            <p:cNvSpPr/>
            <p:nvPr/>
          </p:nvSpPr>
          <p:spPr>
            <a:xfrm>
              <a:off x="3585896" y="4648178"/>
              <a:ext cx="1316661" cy="10923"/>
            </a:xfrm>
            <a:custGeom>
              <a:avLst/>
              <a:pathLst>
                <a:path w="1316661" h="10923">
                  <a:moveTo>
                    <a:pt x="0" y="0"/>
                  </a:moveTo>
                  <a:lnTo>
                    <a:pt x="788701" y="3641"/>
                  </a:lnTo>
                  <a:lnTo>
                    <a:pt x="1316661" y="109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l1465"/>
            <p:cNvSpPr/>
            <p:nvPr/>
          </p:nvSpPr>
          <p:spPr>
            <a:xfrm>
              <a:off x="3585896" y="3371067"/>
              <a:ext cx="922550" cy="45513"/>
            </a:xfrm>
            <a:custGeom>
              <a:avLst/>
              <a:pathLst>
                <a:path w="922550" h="45513">
                  <a:moveTo>
                    <a:pt x="0" y="45513"/>
                  </a:moveTo>
                  <a:lnTo>
                    <a:pt x="9225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l1466"/>
            <p:cNvSpPr/>
            <p:nvPr/>
          </p:nvSpPr>
          <p:spPr>
            <a:xfrm>
              <a:off x="3585896" y="4728282"/>
              <a:ext cx="1508674" cy="17295"/>
            </a:xfrm>
            <a:custGeom>
              <a:avLst/>
              <a:pathLst>
                <a:path w="1508674" h="17295">
                  <a:moveTo>
                    <a:pt x="0" y="7282"/>
                  </a:moveTo>
                  <a:lnTo>
                    <a:pt x="619225" y="17295"/>
                  </a:lnTo>
                  <a:lnTo>
                    <a:pt x="15086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l1467"/>
            <p:cNvSpPr/>
            <p:nvPr/>
          </p:nvSpPr>
          <p:spPr>
            <a:xfrm>
              <a:off x="3585896" y="4530753"/>
              <a:ext cx="513087" cy="87386"/>
            </a:xfrm>
            <a:custGeom>
              <a:avLst/>
              <a:pathLst>
                <a:path w="513087" h="87386">
                  <a:moveTo>
                    <a:pt x="0" y="0"/>
                  </a:moveTo>
                  <a:lnTo>
                    <a:pt x="285094" y="32769"/>
                  </a:lnTo>
                  <a:lnTo>
                    <a:pt x="513087" y="873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l1468"/>
            <p:cNvSpPr/>
            <p:nvPr/>
          </p:nvSpPr>
          <p:spPr>
            <a:xfrm>
              <a:off x="3585896" y="2583682"/>
              <a:ext cx="266732" cy="174772"/>
            </a:xfrm>
            <a:custGeom>
              <a:avLst/>
              <a:pathLst>
                <a:path w="266732" h="174772">
                  <a:moveTo>
                    <a:pt x="0" y="174772"/>
                  </a:moveTo>
                  <a:lnTo>
                    <a:pt x="2667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l1469"/>
            <p:cNvSpPr/>
            <p:nvPr/>
          </p:nvSpPr>
          <p:spPr>
            <a:xfrm>
              <a:off x="3585896" y="4615409"/>
              <a:ext cx="540832" cy="38231"/>
            </a:xfrm>
            <a:custGeom>
              <a:avLst/>
              <a:pathLst>
                <a:path w="540832" h="38231">
                  <a:moveTo>
                    <a:pt x="0" y="38231"/>
                  </a:moveTo>
                  <a:lnTo>
                    <a:pt x="5408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l1470"/>
            <p:cNvSpPr/>
            <p:nvPr/>
          </p:nvSpPr>
          <p:spPr>
            <a:xfrm>
              <a:off x="3585896" y="3916320"/>
              <a:ext cx="574489" cy="310402"/>
            </a:xfrm>
            <a:custGeom>
              <a:avLst/>
              <a:pathLst>
                <a:path w="574489" h="310402">
                  <a:moveTo>
                    <a:pt x="0" y="310402"/>
                  </a:moveTo>
                  <a:lnTo>
                    <a:pt x="398664" y="171131"/>
                  </a:lnTo>
                  <a:lnTo>
                    <a:pt x="5744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l1471"/>
            <p:cNvSpPr/>
            <p:nvPr/>
          </p:nvSpPr>
          <p:spPr>
            <a:xfrm>
              <a:off x="3585896" y="4621781"/>
              <a:ext cx="888009" cy="12743"/>
            </a:xfrm>
            <a:custGeom>
              <a:avLst/>
              <a:pathLst>
                <a:path w="888009" h="12743">
                  <a:moveTo>
                    <a:pt x="0" y="0"/>
                  </a:moveTo>
                  <a:lnTo>
                    <a:pt x="888009" y="127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l1472"/>
            <p:cNvSpPr/>
            <p:nvPr/>
          </p:nvSpPr>
          <p:spPr>
            <a:xfrm>
              <a:off x="3585896" y="4742847"/>
              <a:ext cx="884865" cy="36410"/>
            </a:xfrm>
            <a:custGeom>
              <a:avLst/>
              <a:pathLst>
                <a:path w="884865" h="36410">
                  <a:moveTo>
                    <a:pt x="0" y="7282"/>
                  </a:moveTo>
                  <a:lnTo>
                    <a:pt x="361161" y="0"/>
                  </a:lnTo>
                  <a:lnTo>
                    <a:pt x="884865" y="364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l1473"/>
            <p:cNvSpPr/>
            <p:nvPr/>
          </p:nvSpPr>
          <p:spPr>
            <a:xfrm>
              <a:off x="3585896" y="4621781"/>
              <a:ext cx="1143971" cy="9102"/>
            </a:xfrm>
            <a:custGeom>
              <a:avLst/>
              <a:pathLst>
                <a:path w="1143971" h="9102">
                  <a:moveTo>
                    <a:pt x="0" y="9102"/>
                  </a:moveTo>
                  <a:lnTo>
                    <a:pt x="11439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l1474"/>
            <p:cNvSpPr/>
            <p:nvPr/>
          </p:nvSpPr>
          <p:spPr>
            <a:xfrm>
              <a:off x="3585896" y="3868076"/>
              <a:ext cx="1313710" cy="121066"/>
            </a:xfrm>
            <a:custGeom>
              <a:avLst/>
              <a:pathLst>
                <a:path w="1313710" h="121066">
                  <a:moveTo>
                    <a:pt x="0" y="121066"/>
                  </a:moveTo>
                  <a:lnTo>
                    <a:pt x="850589" y="42782"/>
                  </a:lnTo>
                  <a:lnTo>
                    <a:pt x="1132679" y="0"/>
                  </a:lnTo>
                  <a:lnTo>
                    <a:pt x="1313710" y="5097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l1475"/>
            <p:cNvSpPr/>
            <p:nvPr/>
          </p:nvSpPr>
          <p:spPr>
            <a:xfrm>
              <a:off x="3585896" y="4601755"/>
              <a:ext cx="1068633" cy="49154"/>
            </a:xfrm>
            <a:custGeom>
              <a:avLst/>
              <a:pathLst>
                <a:path w="1068633" h="49154">
                  <a:moveTo>
                    <a:pt x="0" y="0"/>
                  </a:moveTo>
                  <a:lnTo>
                    <a:pt x="568769" y="49154"/>
                  </a:lnTo>
                  <a:lnTo>
                    <a:pt x="1068633" y="172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l1476"/>
            <p:cNvSpPr/>
            <p:nvPr/>
          </p:nvSpPr>
          <p:spPr>
            <a:xfrm>
              <a:off x="3585896" y="4716449"/>
              <a:ext cx="2134297" cy="32769"/>
            </a:xfrm>
            <a:custGeom>
              <a:avLst/>
              <a:pathLst>
                <a:path w="2134297" h="32769">
                  <a:moveTo>
                    <a:pt x="0" y="0"/>
                  </a:moveTo>
                  <a:lnTo>
                    <a:pt x="588695" y="32769"/>
                  </a:lnTo>
                  <a:lnTo>
                    <a:pt x="1052078" y="24577"/>
                  </a:lnTo>
                  <a:lnTo>
                    <a:pt x="1621347" y="18205"/>
                  </a:lnTo>
                  <a:lnTo>
                    <a:pt x="2134297" y="273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l1477"/>
            <p:cNvSpPr/>
            <p:nvPr/>
          </p:nvSpPr>
          <p:spPr>
            <a:xfrm>
              <a:off x="3585896" y="4691871"/>
              <a:ext cx="932625" cy="31859"/>
            </a:xfrm>
            <a:custGeom>
              <a:avLst/>
              <a:pathLst>
                <a:path w="932625" h="31859">
                  <a:moveTo>
                    <a:pt x="0" y="0"/>
                  </a:moveTo>
                  <a:lnTo>
                    <a:pt x="307996" y="31859"/>
                  </a:lnTo>
                  <a:lnTo>
                    <a:pt x="580299" y="20936"/>
                  </a:lnTo>
                  <a:lnTo>
                    <a:pt x="932625" y="200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l1478"/>
            <p:cNvSpPr/>
            <p:nvPr/>
          </p:nvSpPr>
          <p:spPr>
            <a:xfrm>
              <a:off x="3585896" y="3577699"/>
              <a:ext cx="1867024" cy="539791"/>
            </a:xfrm>
            <a:custGeom>
              <a:avLst/>
              <a:pathLst>
                <a:path w="1867024" h="539791">
                  <a:moveTo>
                    <a:pt x="0" y="539791"/>
                  </a:moveTo>
                  <a:lnTo>
                    <a:pt x="891221" y="292197"/>
                  </a:lnTo>
                  <a:lnTo>
                    <a:pt x="1343142" y="375031"/>
                  </a:lnTo>
                  <a:lnTo>
                    <a:pt x="18670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l1479"/>
            <p:cNvSpPr/>
            <p:nvPr/>
          </p:nvSpPr>
          <p:spPr>
            <a:xfrm>
              <a:off x="3585896" y="3488492"/>
              <a:ext cx="527480" cy="156566"/>
            </a:xfrm>
            <a:custGeom>
              <a:avLst/>
              <a:pathLst>
                <a:path w="527480" h="156566">
                  <a:moveTo>
                    <a:pt x="0" y="0"/>
                  </a:moveTo>
                  <a:lnTo>
                    <a:pt x="315415" y="139271"/>
                  </a:lnTo>
                  <a:lnTo>
                    <a:pt x="527480" y="1565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l1480"/>
            <p:cNvSpPr/>
            <p:nvPr/>
          </p:nvSpPr>
          <p:spPr>
            <a:xfrm>
              <a:off x="3585896" y="3995514"/>
              <a:ext cx="323108" cy="194798"/>
            </a:xfrm>
            <a:custGeom>
              <a:avLst/>
              <a:pathLst>
                <a:path w="323108" h="194798">
                  <a:moveTo>
                    <a:pt x="0" y="194798"/>
                  </a:moveTo>
                  <a:lnTo>
                    <a:pt x="3231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l1481"/>
            <p:cNvSpPr/>
            <p:nvPr/>
          </p:nvSpPr>
          <p:spPr>
            <a:xfrm>
              <a:off x="3585896" y="4689141"/>
              <a:ext cx="1112361" cy="29128"/>
            </a:xfrm>
            <a:custGeom>
              <a:avLst/>
              <a:pathLst>
                <a:path w="1112361" h="29128">
                  <a:moveTo>
                    <a:pt x="0" y="0"/>
                  </a:moveTo>
                  <a:lnTo>
                    <a:pt x="1112361" y="291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l1482"/>
            <p:cNvSpPr/>
            <p:nvPr/>
          </p:nvSpPr>
          <p:spPr>
            <a:xfrm>
              <a:off x="3585896" y="4777437"/>
              <a:ext cx="1864134" cy="3641"/>
            </a:xfrm>
            <a:custGeom>
              <a:avLst/>
              <a:pathLst>
                <a:path w="1864134" h="3641">
                  <a:moveTo>
                    <a:pt x="0" y="3641"/>
                  </a:moveTo>
                  <a:lnTo>
                    <a:pt x="18641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l1483"/>
            <p:cNvSpPr/>
            <p:nvPr/>
          </p:nvSpPr>
          <p:spPr>
            <a:xfrm>
              <a:off x="3585896" y="2770288"/>
              <a:ext cx="594404" cy="649023"/>
            </a:xfrm>
            <a:custGeom>
              <a:avLst/>
              <a:pathLst>
                <a:path w="594404" h="649023">
                  <a:moveTo>
                    <a:pt x="0" y="630818"/>
                  </a:moveTo>
                  <a:lnTo>
                    <a:pt x="272735" y="649023"/>
                  </a:lnTo>
                  <a:lnTo>
                    <a:pt x="5944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l1484"/>
            <p:cNvSpPr/>
            <p:nvPr/>
          </p:nvSpPr>
          <p:spPr>
            <a:xfrm>
              <a:off x="4409140" y="4436085"/>
              <a:ext cx="578573" cy="29128"/>
            </a:xfrm>
            <a:custGeom>
              <a:avLst/>
              <a:pathLst>
                <a:path w="578573" h="29128">
                  <a:moveTo>
                    <a:pt x="0" y="29128"/>
                  </a:moveTo>
                  <a:lnTo>
                    <a:pt x="57857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l1485"/>
            <p:cNvSpPr/>
            <p:nvPr/>
          </p:nvSpPr>
          <p:spPr>
            <a:xfrm>
              <a:off x="3585896" y="4557151"/>
              <a:ext cx="669245" cy="37321"/>
            </a:xfrm>
            <a:custGeom>
              <a:avLst/>
              <a:pathLst>
                <a:path w="669245" h="37321">
                  <a:moveTo>
                    <a:pt x="0" y="37321"/>
                  </a:moveTo>
                  <a:lnTo>
                    <a:pt x="307277" y="9102"/>
                  </a:lnTo>
                  <a:lnTo>
                    <a:pt x="6692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l1486"/>
            <p:cNvSpPr/>
            <p:nvPr/>
          </p:nvSpPr>
          <p:spPr>
            <a:xfrm>
              <a:off x="3585896" y="4354161"/>
              <a:ext cx="317247" cy="51885"/>
            </a:xfrm>
            <a:custGeom>
              <a:avLst/>
              <a:pathLst>
                <a:path w="317247" h="51885">
                  <a:moveTo>
                    <a:pt x="0" y="0"/>
                  </a:moveTo>
                  <a:lnTo>
                    <a:pt x="317247" y="518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l1487"/>
            <p:cNvSpPr/>
            <p:nvPr/>
          </p:nvSpPr>
          <p:spPr>
            <a:xfrm>
              <a:off x="3585896" y="4638165"/>
              <a:ext cx="553386" cy="22756"/>
            </a:xfrm>
            <a:custGeom>
              <a:avLst/>
              <a:pathLst>
                <a:path w="553386" h="22756">
                  <a:moveTo>
                    <a:pt x="0" y="18205"/>
                  </a:moveTo>
                  <a:lnTo>
                    <a:pt x="306789" y="0"/>
                  </a:lnTo>
                  <a:lnTo>
                    <a:pt x="553386" y="227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l1488"/>
            <p:cNvSpPr/>
            <p:nvPr/>
          </p:nvSpPr>
          <p:spPr>
            <a:xfrm>
              <a:off x="3585896" y="4251300"/>
              <a:ext cx="1057119" cy="109232"/>
            </a:xfrm>
            <a:custGeom>
              <a:avLst/>
              <a:pathLst>
                <a:path w="1057119" h="109232">
                  <a:moveTo>
                    <a:pt x="0" y="109232"/>
                  </a:moveTo>
                  <a:lnTo>
                    <a:pt x="265539" y="0"/>
                  </a:lnTo>
                  <a:lnTo>
                    <a:pt x="537250" y="91027"/>
                  </a:lnTo>
                  <a:lnTo>
                    <a:pt x="763515" y="38231"/>
                  </a:lnTo>
                  <a:lnTo>
                    <a:pt x="1057119" y="819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l1489"/>
            <p:cNvSpPr/>
            <p:nvPr/>
          </p:nvSpPr>
          <p:spPr>
            <a:xfrm>
              <a:off x="3585896" y="4284980"/>
              <a:ext cx="544182" cy="77373"/>
            </a:xfrm>
            <a:custGeom>
              <a:avLst/>
              <a:pathLst>
                <a:path w="544182" h="77373">
                  <a:moveTo>
                    <a:pt x="0" y="20025"/>
                  </a:moveTo>
                  <a:lnTo>
                    <a:pt x="282810" y="77373"/>
                  </a:lnTo>
                  <a:lnTo>
                    <a:pt x="5441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l1490"/>
            <p:cNvSpPr/>
            <p:nvPr/>
          </p:nvSpPr>
          <p:spPr>
            <a:xfrm>
              <a:off x="3585896" y="4684589"/>
              <a:ext cx="531078" cy="3641"/>
            </a:xfrm>
            <a:custGeom>
              <a:avLst/>
              <a:pathLst>
                <a:path w="531078" h="3641">
                  <a:moveTo>
                    <a:pt x="0" y="3641"/>
                  </a:moveTo>
                  <a:lnTo>
                    <a:pt x="5310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l1491"/>
            <p:cNvSpPr/>
            <p:nvPr/>
          </p:nvSpPr>
          <p:spPr>
            <a:xfrm>
              <a:off x="3585896" y="4670935"/>
              <a:ext cx="800935" cy="13654"/>
            </a:xfrm>
            <a:custGeom>
              <a:avLst/>
              <a:pathLst>
                <a:path w="800935" h="13654">
                  <a:moveTo>
                    <a:pt x="0" y="13654"/>
                  </a:moveTo>
                  <a:lnTo>
                    <a:pt x="8009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l1492"/>
            <p:cNvSpPr/>
            <p:nvPr/>
          </p:nvSpPr>
          <p:spPr>
            <a:xfrm>
              <a:off x="3585896" y="4598113"/>
              <a:ext cx="1142502" cy="59167"/>
            </a:xfrm>
            <a:custGeom>
              <a:avLst/>
              <a:pathLst>
                <a:path w="1142502" h="59167">
                  <a:moveTo>
                    <a:pt x="0" y="59167"/>
                  </a:moveTo>
                  <a:lnTo>
                    <a:pt x="508418" y="50064"/>
                  </a:lnTo>
                  <a:lnTo>
                    <a:pt x="11425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l1493"/>
            <p:cNvSpPr/>
            <p:nvPr/>
          </p:nvSpPr>
          <p:spPr>
            <a:xfrm>
              <a:off x="3585896" y="4488881"/>
              <a:ext cx="2516824" cy="119245"/>
            </a:xfrm>
            <a:custGeom>
              <a:avLst/>
              <a:pathLst>
                <a:path w="2516824" h="119245">
                  <a:moveTo>
                    <a:pt x="0" y="0"/>
                  </a:moveTo>
                  <a:lnTo>
                    <a:pt x="791898" y="91027"/>
                  </a:lnTo>
                  <a:lnTo>
                    <a:pt x="1390621" y="119245"/>
                  </a:lnTo>
                  <a:lnTo>
                    <a:pt x="1833906" y="115604"/>
                  </a:lnTo>
                  <a:lnTo>
                    <a:pt x="2516824" y="418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l1494"/>
            <p:cNvSpPr/>
            <p:nvPr/>
          </p:nvSpPr>
          <p:spPr>
            <a:xfrm>
              <a:off x="3585896" y="4660012"/>
              <a:ext cx="1349284" cy="30038"/>
            </a:xfrm>
            <a:custGeom>
              <a:avLst/>
              <a:pathLst>
                <a:path w="1349284" h="30038">
                  <a:moveTo>
                    <a:pt x="0" y="4551"/>
                  </a:moveTo>
                  <a:lnTo>
                    <a:pt x="568498" y="24577"/>
                  </a:lnTo>
                  <a:lnTo>
                    <a:pt x="827561" y="0"/>
                  </a:lnTo>
                  <a:lnTo>
                    <a:pt x="1349284" y="300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l1495"/>
            <p:cNvSpPr/>
            <p:nvPr/>
          </p:nvSpPr>
          <p:spPr>
            <a:xfrm>
              <a:off x="4129534" y="3287322"/>
              <a:ext cx="302239" cy="314953"/>
            </a:xfrm>
            <a:custGeom>
              <a:avLst/>
              <a:pathLst>
                <a:path w="302239" h="314953">
                  <a:moveTo>
                    <a:pt x="0" y="0"/>
                  </a:moveTo>
                  <a:lnTo>
                    <a:pt x="302239" y="3149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l1496"/>
            <p:cNvSpPr/>
            <p:nvPr/>
          </p:nvSpPr>
          <p:spPr>
            <a:xfrm>
              <a:off x="3585896" y="4171196"/>
              <a:ext cx="846112" cy="127438"/>
            </a:xfrm>
            <a:custGeom>
              <a:avLst/>
              <a:pathLst>
                <a:path w="846112" h="127438">
                  <a:moveTo>
                    <a:pt x="0" y="0"/>
                  </a:moveTo>
                  <a:lnTo>
                    <a:pt x="276986" y="127438"/>
                  </a:lnTo>
                  <a:lnTo>
                    <a:pt x="564114" y="101040"/>
                  </a:lnTo>
                  <a:lnTo>
                    <a:pt x="846112" y="427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l1497"/>
            <p:cNvSpPr/>
            <p:nvPr/>
          </p:nvSpPr>
          <p:spPr>
            <a:xfrm>
              <a:off x="3585896" y="4675487"/>
              <a:ext cx="1841316" cy="21846"/>
            </a:xfrm>
            <a:custGeom>
              <a:avLst/>
              <a:pathLst>
                <a:path w="1841316" h="21846">
                  <a:moveTo>
                    <a:pt x="0" y="18205"/>
                  </a:moveTo>
                  <a:lnTo>
                    <a:pt x="508583" y="20936"/>
                  </a:lnTo>
                  <a:lnTo>
                    <a:pt x="1201576" y="0"/>
                  </a:lnTo>
                  <a:lnTo>
                    <a:pt x="1841316" y="218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l1498"/>
            <p:cNvSpPr/>
            <p:nvPr/>
          </p:nvSpPr>
          <p:spPr>
            <a:xfrm>
              <a:off x="3585896" y="4688230"/>
              <a:ext cx="1086623" cy="10012"/>
            </a:xfrm>
            <a:custGeom>
              <a:avLst/>
              <a:pathLst>
                <a:path w="1086623" h="10012">
                  <a:moveTo>
                    <a:pt x="0" y="10012"/>
                  </a:moveTo>
                  <a:lnTo>
                    <a:pt x="527480" y="8192"/>
                  </a:lnTo>
                  <a:lnTo>
                    <a:pt x="108662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l1499"/>
            <p:cNvSpPr/>
            <p:nvPr/>
          </p:nvSpPr>
          <p:spPr>
            <a:xfrm>
              <a:off x="3585896" y="4761052"/>
              <a:ext cx="1646160" cy="24577"/>
            </a:xfrm>
            <a:custGeom>
              <a:avLst/>
              <a:pathLst>
                <a:path w="1646160" h="24577">
                  <a:moveTo>
                    <a:pt x="0" y="17295"/>
                  </a:moveTo>
                  <a:lnTo>
                    <a:pt x="573929" y="24577"/>
                  </a:lnTo>
                  <a:lnTo>
                    <a:pt x="1207912" y="11833"/>
                  </a:lnTo>
                  <a:lnTo>
                    <a:pt x="16461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l1500"/>
            <p:cNvSpPr/>
            <p:nvPr/>
          </p:nvSpPr>
          <p:spPr>
            <a:xfrm>
              <a:off x="3585896" y="3969116"/>
              <a:ext cx="1615506" cy="761897"/>
            </a:xfrm>
            <a:custGeom>
              <a:avLst/>
              <a:pathLst>
                <a:path w="1615506" h="761897">
                  <a:moveTo>
                    <a:pt x="0" y="0"/>
                  </a:moveTo>
                  <a:lnTo>
                    <a:pt x="543274" y="761897"/>
                  </a:lnTo>
                  <a:lnTo>
                    <a:pt x="1615506" y="7591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l1501"/>
            <p:cNvSpPr/>
            <p:nvPr/>
          </p:nvSpPr>
          <p:spPr>
            <a:xfrm>
              <a:off x="3585896" y="4611768"/>
              <a:ext cx="1050642" cy="46423"/>
            </a:xfrm>
            <a:custGeom>
              <a:avLst/>
              <a:pathLst>
                <a:path w="1050642" h="46423">
                  <a:moveTo>
                    <a:pt x="0" y="46423"/>
                  </a:moveTo>
                  <a:lnTo>
                    <a:pt x="552051" y="0"/>
                  </a:lnTo>
                  <a:lnTo>
                    <a:pt x="10506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l1502"/>
            <p:cNvSpPr/>
            <p:nvPr/>
          </p:nvSpPr>
          <p:spPr>
            <a:xfrm>
              <a:off x="3585896" y="3442979"/>
              <a:ext cx="866420" cy="554355"/>
            </a:xfrm>
            <a:custGeom>
              <a:avLst/>
              <a:pathLst>
                <a:path w="866420" h="554355">
                  <a:moveTo>
                    <a:pt x="0" y="554355"/>
                  </a:moveTo>
                  <a:lnTo>
                    <a:pt x="397341" y="459687"/>
                  </a:lnTo>
                  <a:lnTo>
                    <a:pt x="575694" y="481533"/>
                  </a:lnTo>
                  <a:lnTo>
                    <a:pt x="86642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l1503"/>
            <p:cNvSpPr/>
            <p:nvPr/>
          </p:nvSpPr>
          <p:spPr>
            <a:xfrm>
              <a:off x="3585896" y="4628152"/>
              <a:ext cx="2008455" cy="28218"/>
            </a:xfrm>
            <a:custGeom>
              <a:avLst/>
              <a:pathLst>
                <a:path w="2008455" h="28218">
                  <a:moveTo>
                    <a:pt x="0" y="0"/>
                  </a:moveTo>
                  <a:lnTo>
                    <a:pt x="840514" y="26397"/>
                  </a:lnTo>
                  <a:lnTo>
                    <a:pt x="2008455" y="282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l1504"/>
            <p:cNvSpPr/>
            <p:nvPr/>
          </p:nvSpPr>
          <p:spPr>
            <a:xfrm>
              <a:off x="3585896" y="3665085"/>
              <a:ext cx="1461287" cy="443302"/>
            </a:xfrm>
            <a:custGeom>
              <a:avLst/>
              <a:pathLst>
                <a:path w="1461287" h="443302">
                  <a:moveTo>
                    <a:pt x="0" y="0"/>
                  </a:moveTo>
                  <a:lnTo>
                    <a:pt x="553457" y="204811"/>
                  </a:lnTo>
                  <a:lnTo>
                    <a:pt x="815327" y="205721"/>
                  </a:lnTo>
                  <a:lnTo>
                    <a:pt x="1461287" y="4433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l1505"/>
            <p:cNvSpPr/>
            <p:nvPr/>
          </p:nvSpPr>
          <p:spPr>
            <a:xfrm>
              <a:off x="3585896" y="3960923"/>
              <a:ext cx="307247" cy="96488"/>
            </a:xfrm>
            <a:custGeom>
              <a:avLst/>
              <a:pathLst>
                <a:path w="307247" h="96488">
                  <a:moveTo>
                    <a:pt x="0" y="0"/>
                  </a:moveTo>
                  <a:lnTo>
                    <a:pt x="307247" y="964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l1506"/>
            <p:cNvSpPr/>
            <p:nvPr/>
          </p:nvSpPr>
          <p:spPr>
            <a:xfrm>
              <a:off x="3585896" y="4661832"/>
              <a:ext cx="1853357" cy="45513"/>
            </a:xfrm>
            <a:custGeom>
              <a:avLst/>
              <a:pathLst>
                <a:path w="1853357" h="45513">
                  <a:moveTo>
                    <a:pt x="0" y="0"/>
                  </a:moveTo>
                  <a:lnTo>
                    <a:pt x="791949" y="29128"/>
                  </a:lnTo>
                  <a:lnTo>
                    <a:pt x="1853357" y="455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l1507"/>
            <p:cNvSpPr/>
            <p:nvPr/>
          </p:nvSpPr>
          <p:spPr>
            <a:xfrm>
              <a:off x="3585896" y="4657281"/>
              <a:ext cx="810557" cy="3641"/>
            </a:xfrm>
            <a:custGeom>
              <a:avLst/>
              <a:pathLst>
                <a:path w="810557" h="3641">
                  <a:moveTo>
                    <a:pt x="0" y="0"/>
                  </a:moveTo>
                  <a:lnTo>
                    <a:pt x="810557" y="36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l1508"/>
            <p:cNvSpPr/>
            <p:nvPr/>
          </p:nvSpPr>
          <p:spPr>
            <a:xfrm>
              <a:off x="3585896" y="4445188"/>
              <a:ext cx="1837504" cy="149284"/>
            </a:xfrm>
            <a:custGeom>
              <a:avLst/>
              <a:pathLst>
                <a:path w="1837504" h="149284">
                  <a:moveTo>
                    <a:pt x="0" y="105591"/>
                  </a:moveTo>
                  <a:lnTo>
                    <a:pt x="805571" y="0"/>
                  </a:lnTo>
                  <a:lnTo>
                    <a:pt x="1348883" y="149284"/>
                  </a:lnTo>
                  <a:lnTo>
                    <a:pt x="1837504" y="1247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l1509"/>
            <p:cNvSpPr/>
            <p:nvPr/>
          </p:nvSpPr>
          <p:spPr>
            <a:xfrm>
              <a:off x="3585896" y="4736475"/>
              <a:ext cx="550508" cy="22756"/>
            </a:xfrm>
            <a:custGeom>
              <a:avLst/>
              <a:pathLst>
                <a:path w="550508" h="22756">
                  <a:moveTo>
                    <a:pt x="0" y="0"/>
                  </a:moveTo>
                  <a:lnTo>
                    <a:pt x="550508" y="227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l1510"/>
            <p:cNvSpPr/>
            <p:nvPr/>
          </p:nvSpPr>
          <p:spPr>
            <a:xfrm>
              <a:off x="3585896" y="2479001"/>
              <a:ext cx="301040" cy="14564"/>
            </a:xfrm>
            <a:custGeom>
              <a:avLst/>
              <a:pathLst>
                <a:path w="301040" h="14564">
                  <a:moveTo>
                    <a:pt x="0" y="0"/>
                  </a:moveTo>
                  <a:lnTo>
                    <a:pt x="301040" y="145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l1511"/>
            <p:cNvSpPr/>
            <p:nvPr/>
          </p:nvSpPr>
          <p:spPr>
            <a:xfrm>
              <a:off x="3585896" y="4626332"/>
              <a:ext cx="1327275" cy="20025"/>
            </a:xfrm>
            <a:custGeom>
              <a:avLst/>
              <a:pathLst>
                <a:path w="1327275" h="20025">
                  <a:moveTo>
                    <a:pt x="0" y="17295"/>
                  </a:moveTo>
                  <a:lnTo>
                    <a:pt x="528498" y="20025"/>
                  </a:lnTo>
                  <a:lnTo>
                    <a:pt x="13272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l1512"/>
            <p:cNvSpPr/>
            <p:nvPr/>
          </p:nvSpPr>
          <p:spPr>
            <a:xfrm>
              <a:off x="3585896" y="4691871"/>
              <a:ext cx="770286" cy="10012"/>
            </a:xfrm>
            <a:custGeom>
              <a:avLst/>
              <a:pathLst>
                <a:path w="770286" h="10012">
                  <a:moveTo>
                    <a:pt x="0" y="0"/>
                  </a:moveTo>
                  <a:lnTo>
                    <a:pt x="770286" y="100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l1513"/>
            <p:cNvSpPr/>
            <p:nvPr/>
          </p:nvSpPr>
          <p:spPr>
            <a:xfrm>
              <a:off x="5408265" y="4656371"/>
              <a:ext cx="1176576" cy="29128"/>
            </a:xfrm>
            <a:custGeom>
              <a:avLst/>
              <a:pathLst>
                <a:path w="1176576" h="29128">
                  <a:moveTo>
                    <a:pt x="0" y="20025"/>
                  </a:moveTo>
                  <a:lnTo>
                    <a:pt x="511648" y="0"/>
                  </a:lnTo>
                  <a:lnTo>
                    <a:pt x="1176576" y="291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l1514"/>
            <p:cNvSpPr/>
            <p:nvPr/>
          </p:nvSpPr>
          <p:spPr>
            <a:xfrm>
              <a:off x="3585896" y="2905008"/>
              <a:ext cx="1469610" cy="262158"/>
            </a:xfrm>
            <a:custGeom>
              <a:avLst/>
              <a:pathLst>
                <a:path w="1469610" h="262158">
                  <a:moveTo>
                    <a:pt x="0" y="262158"/>
                  </a:moveTo>
                  <a:lnTo>
                    <a:pt x="267542" y="22756"/>
                  </a:lnTo>
                  <a:lnTo>
                    <a:pt x="531078" y="0"/>
                  </a:lnTo>
                  <a:lnTo>
                    <a:pt x="1469610" y="2312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l1515"/>
            <p:cNvSpPr/>
            <p:nvPr/>
          </p:nvSpPr>
          <p:spPr>
            <a:xfrm>
              <a:off x="4335739" y="3646880"/>
              <a:ext cx="564180" cy="120155"/>
            </a:xfrm>
            <a:custGeom>
              <a:avLst/>
              <a:pathLst>
                <a:path w="564180" h="120155">
                  <a:moveTo>
                    <a:pt x="0" y="0"/>
                  </a:moveTo>
                  <a:lnTo>
                    <a:pt x="322389" y="120155"/>
                  </a:lnTo>
                  <a:lnTo>
                    <a:pt x="564180" y="391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l1516"/>
            <p:cNvSpPr/>
            <p:nvPr/>
          </p:nvSpPr>
          <p:spPr>
            <a:xfrm>
              <a:off x="3585896" y="3494864"/>
              <a:ext cx="1681748" cy="784654"/>
            </a:xfrm>
            <a:custGeom>
              <a:avLst/>
              <a:pathLst>
                <a:path w="1681748" h="784654">
                  <a:moveTo>
                    <a:pt x="0" y="784654"/>
                  </a:moveTo>
                  <a:lnTo>
                    <a:pt x="829720" y="649023"/>
                  </a:lnTo>
                  <a:lnTo>
                    <a:pt x="16817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l1517"/>
            <p:cNvSpPr/>
            <p:nvPr/>
          </p:nvSpPr>
          <p:spPr>
            <a:xfrm>
              <a:off x="3585896" y="4667294"/>
              <a:ext cx="1881802" cy="25487"/>
            </a:xfrm>
            <a:custGeom>
              <a:avLst/>
              <a:pathLst>
                <a:path w="1881802" h="25487">
                  <a:moveTo>
                    <a:pt x="0" y="7282"/>
                  </a:moveTo>
                  <a:lnTo>
                    <a:pt x="794458" y="3641"/>
                  </a:lnTo>
                  <a:lnTo>
                    <a:pt x="1348104" y="0"/>
                  </a:lnTo>
                  <a:lnTo>
                    <a:pt x="1881802" y="2548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l1518"/>
            <p:cNvSpPr/>
            <p:nvPr/>
          </p:nvSpPr>
          <p:spPr>
            <a:xfrm>
              <a:off x="4195413" y="4585370"/>
              <a:ext cx="2018529" cy="45513"/>
            </a:xfrm>
            <a:custGeom>
              <a:avLst/>
              <a:pathLst>
                <a:path w="2018529" h="45513">
                  <a:moveTo>
                    <a:pt x="0" y="19115"/>
                  </a:moveTo>
                  <a:lnTo>
                    <a:pt x="457677" y="32769"/>
                  </a:lnTo>
                  <a:lnTo>
                    <a:pt x="1087278" y="35500"/>
                  </a:lnTo>
                  <a:lnTo>
                    <a:pt x="1499684" y="0"/>
                  </a:lnTo>
                  <a:lnTo>
                    <a:pt x="2018529" y="455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l1519"/>
            <p:cNvSpPr/>
            <p:nvPr/>
          </p:nvSpPr>
          <p:spPr>
            <a:xfrm>
              <a:off x="3585896" y="4692782"/>
              <a:ext cx="795575" cy="34590"/>
            </a:xfrm>
            <a:custGeom>
              <a:avLst/>
              <a:pathLst>
                <a:path w="795575" h="34590">
                  <a:moveTo>
                    <a:pt x="0" y="0"/>
                  </a:moveTo>
                  <a:lnTo>
                    <a:pt x="795575" y="345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l1520"/>
            <p:cNvSpPr/>
            <p:nvPr/>
          </p:nvSpPr>
          <p:spPr>
            <a:xfrm>
              <a:off x="3585896" y="3475749"/>
              <a:ext cx="564009" cy="287645"/>
            </a:xfrm>
            <a:custGeom>
              <a:avLst/>
              <a:pathLst>
                <a:path w="564009" h="287645">
                  <a:moveTo>
                    <a:pt x="0" y="0"/>
                  </a:moveTo>
                  <a:lnTo>
                    <a:pt x="302068" y="75552"/>
                  </a:lnTo>
                  <a:lnTo>
                    <a:pt x="564009" y="2876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l1521"/>
            <p:cNvSpPr/>
            <p:nvPr/>
          </p:nvSpPr>
          <p:spPr>
            <a:xfrm>
              <a:off x="3585896" y="4747398"/>
              <a:ext cx="1876764" cy="21846"/>
            </a:xfrm>
            <a:custGeom>
              <a:avLst/>
              <a:pathLst>
                <a:path w="1876764" h="21846">
                  <a:moveTo>
                    <a:pt x="0" y="0"/>
                  </a:moveTo>
                  <a:lnTo>
                    <a:pt x="895924" y="910"/>
                  </a:lnTo>
                  <a:lnTo>
                    <a:pt x="1367994" y="21846"/>
                  </a:lnTo>
                  <a:lnTo>
                    <a:pt x="1876764" y="9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l1522"/>
            <p:cNvSpPr/>
            <p:nvPr/>
          </p:nvSpPr>
          <p:spPr>
            <a:xfrm>
              <a:off x="3585896" y="4666384"/>
              <a:ext cx="790398" cy="6371"/>
            </a:xfrm>
            <a:custGeom>
              <a:avLst/>
              <a:pathLst>
                <a:path w="790398" h="6371">
                  <a:moveTo>
                    <a:pt x="0" y="6371"/>
                  </a:moveTo>
                  <a:lnTo>
                    <a:pt x="7903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l1523"/>
            <p:cNvSpPr/>
            <p:nvPr/>
          </p:nvSpPr>
          <p:spPr>
            <a:xfrm>
              <a:off x="3585896" y="1953775"/>
              <a:ext cx="557924" cy="159297"/>
            </a:xfrm>
            <a:custGeom>
              <a:avLst/>
              <a:pathLst>
                <a:path w="557924" h="159297">
                  <a:moveTo>
                    <a:pt x="0" y="0"/>
                  </a:moveTo>
                  <a:lnTo>
                    <a:pt x="286408" y="159297"/>
                  </a:lnTo>
                  <a:lnTo>
                    <a:pt x="557924" y="1529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l1524"/>
            <p:cNvSpPr/>
            <p:nvPr/>
          </p:nvSpPr>
          <p:spPr>
            <a:xfrm>
              <a:off x="3585896" y="3616841"/>
              <a:ext cx="1888611" cy="600779"/>
            </a:xfrm>
            <a:custGeom>
              <a:avLst/>
              <a:pathLst>
                <a:path w="1888611" h="600779">
                  <a:moveTo>
                    <a:pt x="0" y="600779"/>
                  </a:moveTo>
                  <a:lnTo>
                    <a:pt x="232769" y="569830"/>
                  </a:lnTo>
                  <a:lnTo>
                    <a:pt x="589699" y="507021"/>
                  </a:lnTo>
                  <a:lnTo>
                    <a:pt x="1375523" y="328608"/>
                  </a:lnTo>
                  <a:lnTo>
                    <a:pt x="18886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l1525"/>
            <p:cNvSpPr/>
            <p:nvPr/>
          </p:nvSpPr>
          <p:spPr>
            <a:xfrm>
              <a:off x="3585896" y="4715538"/>
              <a:ext cx="1363676" cy="50064"/>
            </a:xfrm>
            <a:custGeom>
              <a:avLst/>
              <a:pathLst>
                <a:path w="1363676" h="50064">
                  <a:moveTo>
                    <a:pt x="0" y="50064"/>
                  </a:moveTo>
                  <a:lnTo>
                    <a:pt x="317351" y="49154"/>
                  </a:lnTo>
                  <a:lnTo>
                    <a:pt x="841650" y="0"/>
                  </a:lnTo>
                  <a:lnTo>
                    <a:pt x="1363676" y="309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l1526"/>
            <p:cNvSpPr/>
            <p:nvPr/>
          </p:nvSpPr>
          <p:spPr>
            <a:xfrm>
              <a:off x="3585896" y="4718269"/>
              <a:ext cx="1055680" cy="38231"/>
            </a:xfrm>
            <a:custGeom>
              <a:avLst/>
              <a:pathLst>
                <a:path w="1055680" h="38231">
                  <a:moveTo>
                    <a:pt x="0" y="0"/>
                  </a:moveTo>
                  <a:lnTo>
                    <a:pt x="1055680" y="382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l1527"/>
            <p:cNvSpPr/>
            <p:nvPr/>
          </p:nvSpPr>
          <p:spPr>
            <a:xfrm>
              <a:off x="3585896" y="3621392"/>
              <a:ext cx="529639" cy="499739"/>
            </a:xfrm>
            <a:custGeom>
              <a:avLst/>
              <a:pathLst>
                <a:path w="529639" h="499739">
                  <a:moveTo>
                    <a:pt x="0" y="499739"/>
                  </a:moveTo>
                  <a:lnTo>
                    <a:pt x="5296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l1528"/>
            <p:cNvSpPr/>
            <p:nvPr/>
          </p:nvSpPr>
          <p:spPr>
            <a:xfrm>
              <a:off x="3585896" y="4690051"/>
              <a:ext cx="1904830" cy="76462"/>
            </a:xfrm>
            <a:custGeom>
              <a:avLst/>
              <a:pathLst>
                <a:path w="1904830" h="76462">
                  <a:moveTo>
                    <a:pt x="0" y="0"/>
                  </a:moveTo>
                  <a:lnTo>
                    <a:pt x="895924" y="40962"/>
                  </a:lnTo>
                  <a:lnTo>
                    <a:pt x="1904830" y="764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l1529"/>
            <p:cNvSpPr/>
            <p:nvPr/>
          </p:nvSpPr>
          <p:spPr>
            <a:xfrm>
              <a:off x="3585896" y="4621781"/>
              <a:ext cx="283529" cy="137451"/>
            </a:xfrm>
            <a:custGeom>
              <a:avLst/>
              <a:pathLst>
                <a:path w="283529" h="137451">
                  <a:moveTo>
                    <a:pt x="0" y="137451"/>
                  </a:moveTo>
                  <a:lnTo>
                    <a:pt x="2835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l1530"/>
            <p:cNvSpPr/>
            <p:nvPr/>
          </p:nvSpPr>
          <p:spPr>
            <a:xfrm>
              <a:off x="3585896" y="4327763"/>
              <a:ext cx="835602" cy="157476"/>
            </a:xfrm>
            <a:custGeom>
              <a:avLst/>
              <a:pathLst>
                <a:path w="835602" h="157476">
                  <a:moveTo>
                    <a:pt x="0" y="0"/>
                  </a:moveTo>
                  <a:lnTo>
                    <a:pt x="835602" y="15747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l1531"/>
            <p:cNvSpPr/>
            <p:nvPr/>
          </p:nvSpPr>
          <p:spPr>
            <a:xfrm>
              <a:off x="3585896" y="4765603"/>
              <a:ext cx="1057101" cy="8192"/>
            </a:xfrm>
            <a:custGeom>
              <a:avLst/>
              <a:pathLst>
                <a:path w="1057101" h="8192">
                  <a:moveTo>
                    <a:pt x="0" y="0"/>
                  </a:moveTo>
                  <a:lnTo>
                    <a:pt x="529257" y="5461"/>
                  </a:lnTo>
                  <a:lnTo>
                    <a:pt x="1057101" y="81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l1532"/>
            <p:cNvSpPr/>
            <p:nvPr/>
          </p:nvSpPr>
          <p:spPr>
            <a:xfrm>
              <a:off x="3585896" y="4623601"/>
              <a:ext cx="1851391" cy="50975"/>
            </a:xfrm>
            <a:custGeom>
              <a:avLst/>
              <a:pathLst>
                <a:path w="1851391" h="50975">
                  <a:moveTo>
                    <a:pt x="0" y="5461"/>
                  </a:moveTo>
                  <a:lnTo>
                    <a:pt x="543844" y="47334"/>
                  </a:lnTo>
                  <a:lnTo>
                    <a:pt x="1176389" y="0"/>
                  </a:lnTo>
                  <a:lnTo>
                    <a:pt x="1851391" y="5097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l1533"/>
            <p:cNvSpPr/>
            <p:nvPr/>
          </p:nvSpPr>
          <p:spPr>
            <a:xfrm>
              <a:off x="3585896" y="4614498"/>
              <a:ext cx="937131" cy="15474"/>
            </a:xfrm>
            <a:custGeom>
              <a:avLst/>
              <a:pathLst>
                <a:path w="937131" h="15474">
                  <a:moveTo>
                    <a:pt x="0" y="15474"/>
                  </a:moveTo>
                  <a:lnTo>
                    <a:pt x="313034" y="0"/>
                  </a:lnTo>
                  <a:lnTo>
                    <a:pt x="937131" y="36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l1534"/>
            <p:cNvSpPr/>
            <p:nvPr/>
          </p:nvSpPr>
          <p:spPr>
            <a:xfrm>
              <a:off x="3585896" y="4619050"/>
              <a:ext cx="2673382" cy="52795"/>
            </a:xfrm>
            <a:custGeom>
              <a:avLst/>
              <a:pathLst>
                <a:path w="2673382" h="52795">
                  <a:moveTo>
                    <a:pt x="0" y="28218"/>
                  </a:moveTo>
                  <a:lnTo>
                    <a:pt x="302224" y="21846"/>
                  </a:lnTo>
                  <a:lnTo>
                    <a:pt x="644778" y="0"/>
                  </a:lnTo>
                  <a:lnTo>
                    <a:pt x="1097418" y="44603"/>
                  </a:lnTo>
                  <a:lnTo>
                    <a:pt x="1621300" y="44603"/>
                  </a:lnTo>
                  <a:lnTo>
                    <a:pt x="2338759" y="52795"/>
                  </a:lnTo>
                  <a:lnTo>
                    <a:pt x="2673382" y="491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l1535"/>
            <p:cNvSpPr/>
            <p:nvPr/>
          </p:nvSpPr>
          <p:spPr>
            <a:xfrm>
              <a:off x="3585896" y="4424252"/>
              <a:ext cx="1164342" cy="124707"/>
            </a:xfrm>
            <a:custGeom>
              <a:avLst/>
              <a:pathLst>
                <a:path w="1164342" h="124707">
                  <a:moveTo>
                    <a:pt x="0" y="124707"/>
                  </a:moveTo>
                  <a:lnTo>
                    <a:pt x="11643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l1536"/>
            <p:cNvSpPr/>
            <p:nvPr/>
          </p:nvSpPr>
          <p:spPr>
            <a:xfrm>
              <a:off x="3585896" y="4730103"/>
              <a:ext cx="965727" cy="4551"/>
            </a:xfrm>
            <a:custGeom>
              <a:avLst/>
              <a:pathLst>
                <a:path w="965727" h="4551">
                  <a:moveTo>
                    <a:pt x="0" y="4551"/>
                  </a:moveTo>
                  <a:lnTo>
                    <a:pt x="9657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l1537"/>
            <p:cNvSpPr/>
            <p:nvPr/>
          </p:nvSpPr>
          <p:spPr>
            <a:xfrm>
              <a:off x="3585896" y="4640896"/>
              <a:ext cx="2910207" cy="69180"/>
            </a:xfrm>
            <a:custGeom>
              <a:avLst/>
              <a:pathLst>
                <a:path w="2910207" h="69180">
                  <a:moveTo>
                    <a:pt x="0" y="0"/>
                  </a:moveTo>
                  <a:lnTo>
                    <a:pt x="856416" y="36410"/>
                  </a:lnTo>
                  <a:lnTo>
                    <a:pt x="1336402" y="25487"/>
                  </a:lnTo>
                  <a:lnTo>
                    <a:pt x="1877555" y="69180"/>
                  </a:lnTo>
                  <a:lnTo>
                    <a:pt x="2557594" y="33680"/>
                  </a:lnTo>
                  <a:lnTo>
                    <a:pt x="2910207" y="409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l1538"/>
            <p:cNvSpPr/>
            <p:nvPr/>
          </p:nvSpPr>
          <p:spPr>
            <a:xfrm>
              <a:off x="3585896" y="4598113"/>
              <a:ext cx="568498" cy="12743"/>
            </a:xfrm>
            <a:custGeom>
              <a:avLst/>
              <a:pathLst>
                <a:path w="568498" h="12743">
                  <a:moveTo>
                    <a:pt x="0" y="12743"/>
                  </a:moveTo>
                  <a:lnTo>
                    <a:pt x="5684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l1539"/>
            <p:cNvSpPr/>
            <p:nvPr/>
          </p:nvSpPr>
          <p:spPr>
            <a:xfrm>
              <a:off x="3585896" y="4135695"/>
              <a:ext cx="1109510" cy="233029"/>
            </a:xfrm>
            <a:custGeom>
              <a:avLst/>
              <a:pathLst>
                <a:path w="1109510" h="233029">
                  <a:moveTo>
                    <a:pt x="0" y="233029"/>
                  </a:moveTo>
                  <a:lnTo>
                    <a:pt x="594404" y="0"/>
                  </a:lnTo>
                  <a:lnTo>
                    <a:pt x="1109510" y="1474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l1540"/>
            <p:cNvSpPr/>
            <p:nvPr/>
          </p:nvSpPr>
          <p:spPr>
            <a:xfrm>
              <a:off x="3585896" y="4538946"/>
              <a:ext cx="531798" cy="6371"/>
            </a:xfrm>
            <a:custGeom>
              <a:avLst/>
              <a:pathLst>
                <a:path w="531798" h="6371">
                  <a:moveTo>
                    <a:pt x="0" y="6371"/>
                  </a:moveTo>
                  <a:lnTo>
                    <a:pt x="5317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l1541"/>
            <p:cNvSpPr/>
            <p:nvPr/>
          </p:nvSpPr>
          <p:spPr>
            <a:xfrm>
              <a:off x="3585896" y="4514368"/>
              <a:ext cx="805972" cy="27308"/>
            </a:xfrm>
            <a:custGeom>
              <a:avLst/>
              <a:pathLst>
                <a:path w="805972" h="27308">
                  <a:moveTo>
                    <a:pt x="0" y="27308"/>
                  </a:moveTo>
                  <a:lnTo>
                    <a:pt x="8059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l1542"/>
            <p:cNvSpPr/>
            <p:nvPr/>
          </p:nvSpPr>
          <p:spPr>
            <a:xfrm>
              <a:off x="3585896" y="2818533"/>
              <a:ext cx="534676" cy="191157"/>
            </a:xfrm>
            <a:custGeom>
              <a:avLst/>
              <a:pathLst>
                <a:path w="534676" h="191157">
                  <a:moveTo>
                    <a:pt x="0" y="191157"/>
                  </a:moveTo>
                  <a:lnTo>
                    <a:pt x="283529" y="93757"/>
                  </a:lnTo>
                  <a:lnTo>
                    <a:pt x="5346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l1543"/>
            <p:cNvSpPr/>
            <p:nvPr/>
          </p:nvSpPr>
          <p:spPr>
            <a:xfrm>
              <a:off x="3585896" y="4380559"/>
              <a:ext cx="1581001" cy="99219"/>
            </a:xfrm>
            <a:custGeom>
              <a:avLst/>
              <a:pathLst>
                <a:path w="1581001" h="99219">
                  <a:moveTo>
                    <a:pt x="0" y="0"/>
                  </a:moveTo>
                  <a:lnTo>
                    <a:pt x="599326" y="40962"/>
                  </a:lnTo>
                  <a:lnTo>
                    <a:pt x="1052082" y="99219"/>
                  </a:lnTo>
                  <a:lnTo>
                    <a:pt x="1581001" y="482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l1544"/>
            <p:cNvSpPr/>
            <p:nvPr/>
          </p:nvSpPr>
          <p:spPr>
            <a:xfrm>
              <a:off x="3585896" y="3679649"/>
              <a:ext cx="330304" cy="23667"/>
            </a:xfrm>
            <a:custGeom>
              <a:avLst/>
              <a:pathLst>
                <a:path w="330304" h="23667">
                  <a:moveTo>
                    <a:pt x="0" y="0"/>
                  </a:moveTo>
                  <a:lnTo>
                    <a:pt x="330304" y="236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l1545"/>
            <p:cNvSpPr/>
            <p:nvPr/>
          </p:nvSpPr>
          <p:spPr>
            <a:xfrm>
              <a:off x="3585896" y="4681858"/>
              <a:ext cx="327145" cy="29128"/>
            </a:xfrm>
            <a:custGeom>
              <a:avLst/>
              <a:pathLst>
                <a:path w="327145" h="29128">
                  <a:moveTo>
                    <a:pt x="0" y="0"/>
                  </a:moveTo>
                  <a:lnTo>
                    <a:pt x="327145" y="291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l1546"/>
            <p:cNvSpPr/>
            <p:nvPr/>
          </p:nvSpPr>
          <p:spPr>
            <a:xfrm>
              <a:off x="3585896" y="4642717"/>
              <a:ext cx="925429" cy="24577"/>
            </a:xfrm>
            <a:custGeom>
              <a:avLst/>
              <a:pathLst>
                <a:path w="925429" h="24577">
                  <a:moveTo>
                    <a:pt x="0" y="24577"/>
                  </a:moveTo>
                  <a:lnTo>
                    <a:pt x="9254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l1547"/>
            <p:cNvSpPr/>
            <p:nvPr/>
          </p:nvSpPr>
          <p:spPr>
            <a:xfrm>
              <a:off x="3585896" y="4265864"/>
              <a:ext cx="2089052" cy="263978"/>
            </a:xfrm>
            <a:custGeom>
              <a:avLst/>
              <a:pathLst>
                <a:path w="2089052" h="263978">
                  <a:moveTo>
                    <a:pt x="0" y="263978"/>
                  </a:moveTo>
                  <a:lnTo>
                    <a:pt x="709899" y="192977"/>
                  </a:lnTo>
                  <a:lnTo>
                    <a:pt x="1062156" y="213003"/>
                  </a:lnTo>
                  <a:lnTo>
                    <a:pt x="1586039" y="121066"/>
                  </a:lnTo>
                  <a:lnTo>
                    <a:pt x="20890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l1548"/>
            <p:cNvSpPr/>
            <p:nvPr/>
          </p:nvSpPr>
          <p:spPr>
            <a:xfrm>
              <a:off x="3585896" y="4699154"/>
              <a:ext cx="290600" cy="42782"/>
            </a:xfrm>
            <a:custGeom>
              <a:avLst/>
              <a:pathLst>
                <a:path w="290600" h="42782">
                  <a:moveTo>
                    <a:pt x="0" y="0"/>
                  </a:moveTo>
                  <a:lnTo>
                    <a:pt x="290600" y="427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l1549"/>
            <p:cNvSpPr/>
            <p:nvPr/>
          </p:nvSpPr>
          <p:spPr>
            <a:xfrm>
              <a:off x="3585896" y="4700064"/>
              <a:ext cx="859729" cy="22756"/>
            </a:xfrm>
            <a:custGeom>
              <a:avLst/>
              <a:pathLst>
                <a:path w="859729" h="22756">
                  <a:moveTo>
                    <a:pt x="0" y="0"/>
                  </a:moveTo>
                  <a:lnTo>
                    <a:pt x="859729" y="227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l1550"/>
            <p:cNvSpPr/>
            <p:nvPr/>
          </p:nvSpPr>
          <p:spPr>
            <a:xfrm>
              <a:off x="3585896" y="3878089"/>
              <a:ext cx="817150" cy="92847"/>
            </a:xfrm>
            <a:custGeom>
              <a:avLst/>
              <a:pathLst>
                <a:path w="817150" h="92847">
                  <a:moveTo>
                    <a:pt x="0" y="92847"/>
                  </a:moveTo>
                  <a:lnTo>
                    <a:pt x="8171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l1551"/>
            <p:cNvSpPr/>
            <p:nvPr/>
          </p:nvSpPr>
          <p:spPr>
            <a:xfrm>
              <a:off x="3585896" y="4724641"/>
              <a:ext cx="327145" cy="6371"/>
            </a:xfrm>
            <a:custGeom>
              <a:avLst/>
              <a:pathLst>
                <a:path w="327145" h="6371">
                  <a:moveTo>
                    <a:pt x="0" y="0"/>
                  </a:moveTo>
                  <a:lnTo>
                    <a:pt x="327145" y="63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l1552"/>
            <p:cNvSpPr/>
            <p:nvPr/>
          </p:nvSpPr>
          <p:spPr>
            <a:xfrm>
              <a:off x="4210525" y="2835828"/>
              <a:ext cx="427453" cy="99219"/>
            </a:xfrm>
            <a:custGeom>
              <a:avLst/>
              <a:pathLst>
                <a:path w="427453" h="99219">
                  <a:moveTo>
                    <a:pt x="0" y="99219"/>
                  </a:moveTo>
                  <a:lnTo>
                    <a:pt x="4274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l1553"/>
            <p:cNvSpPr/>
            <p:nvPr/>
          </p:nvSpPr>
          <p:spPr>
            <a:xfrm>
              <a:off x="3585896" y="4647268"/>
              <a:ext cx="2139321" cy="30038"/>
            </a:xfrm>
            <a:custGeom>
              <a:avLst/>
              <a:pathLst>
                <a:path w="2139321" h="30038">
                  <a:moveTo>
                    <a:pt x="0" y="17295"/>
                  </a:moveTo>
                  <a:lnTo>
                    <a:pt x="533463" y="30038"/>
                  </a:lnTo>
                  <a:lnTo>
                    <a:pt x="1072172" y="25487"/>
                  </a:lnTo>
                  <a:lnTo>
                    <a:pt x="1585545" y="0"/>
                  </a:lnTo>
                  <a:lnTo>
                    <a:pt x="2139321" y="191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l1554"/>
            <p:cNvSpPr/>
            <p:nvPr/>
          </p:nvSpPr>
          <p:spPr>
            <a:xfrm>
              <a:off x="3585896" y="4741936"/>
              <a:ext cx="3151209" cy="26397"/>
            </a:xfrm>
            <a:custGeom>
              <a:avLst/>
              <a:pathLst>
                <a:path w="3151209" h="26397">
                  <a:moveTo>
                    <a:pt x="0" y="1820"/>
                  </a:moveTo>
                  <a:lnTo>
                    <a:pt x="791580" y="2730"/>
                  </a:lnTo>
                  <a:lnTo>
                    <a:pt x="1314957" y="0"/>
                  </a:lnTo>
                  <a:lnTo>
                    <a:pt x="1843662" y="26397"/>
                  </a:lnTo>
                  <a:lnTo>
                    <a:pt x="2632364" y="7282"/>
                  </a:lnTo>
                  <a:lnTo>
                    <a:pt x="3151209" y="109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l1555"/>
            <p:cNvSpPr/>
            <p:nvPr/>
          </p:nvSpPr>
          <p:spPr>
            <a:xfrm>
              <a:off x="3585896" y="4703705"/>
              <a:ext cx="840514" cy="13654"/>
            </a:xfrm>
            <a:custGeom>
              <a:avLst/>
              <a:pathLst>
                <a:path w="840514" h="13654">
                  <a:moveTo>
                    <a:pt x="0" y="0"/>
                  </a:moveTo>
                  <a:lnTo>
                    <a:pt x="840514" y="136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l1556"/>
            <p:cNvSpPr/>
            <p:nvPr/>
          </p:nvSpPr>
          <p:spPr>
            <a:xfrm>
              <a:off x="3585896" y="4744667"/>
              <a:ext cx="327145" cy="31859"/>
            </a:xfrm>
            <a:custGeom>
              <a:avLst/>
              <a:pathLst>
                <a:path w="327145" h="31859">
                  <a:moveTo>
                    <a:pt x="0" y="0"/>
                  </a:moveTo>
                  <a:lnTo>
                    <a:pt x="327145" y="318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l1557"/>
            <p:cNvSpPr/>
            <p:nvPr/>
          </p:nvSpPr>
          <p:spPr>
            <a:xfrm>
              <a:off x="3585896" y="4579908"/>
              <a:ext cx="1575221" cy="92847"/>
            </a:xfrm>
            <a:custGeom>
              <a:avLst/>
              <a:pathLst>
                <a:path w="1575221" h="92847">
                  <a:moveTo>
                    <a:pt x="0" y="0"/>
                  </a:moveTo>
                  <a:lnTo>
                    <a:pt x="563331" y="85565"/>
                  </a:lnTo>
                  <a:lnTo>
                    <a:pt x="1071511" y="85565"/>
                  </a:lnTo>
                  <a:lnTo>
                    <a:pt x="1575221" y="928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l1558"/>
            <p:cNvSpPr/>
            <p:nvPr/>
          </p:nvSpPr>
          <p:spPr>
            <a:xfrm>
              <a:off x="4135004" y="3908128"/>
              <a:ext cx="563421" cy="172951"/>
            </a:xfrm>
            <a:custGeom>
              <a:avLst/>
              <a:pathLst>
                <a:path w="563421" h="172951">
                  <a:moveTo>
                    <a:pt x="0" y="0"/>
                  </a:moveTo>
                  <a:lnTo>
                    <a:pt x="246070" y="100129"/>
                  </a:lnTo>
                  <a:lnTo>
                    <a:pt x="563421" y="1729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l1559"/>
            <p:cNvSpPr/>
            <p:nvPr/>
          </p:nvSpPr>
          <p:spPr>
            <a:xfrm>
              <a:off x="3585896" y="4081079"/>
              <a:ext cx="2213546" cy="348634"/>
            </a:xfrm>
            <a:custGeom>
              <a:avLst/>
              <a:pathLst>
                <a:path w="2213546" h="348634">
                  <a:moveTo>
                    <a:pt x="0" y="348634"/>
                  </a:moveTo>
                  <a:lnTo>
                    <a:pt x="1077268" y="268530"/>
                  </a:lnTo>
                  <a:lnTo>
                    <a:pt x="1636412" y="294017"/>
                  </a:lnTo>
                  <a:lnTo>
                    <a:pt x="22135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l1560"/>
            <p:cNvSpPr/>
            <p:nvPr/>
          </p:nvSpPr>
          <p:spPr>
            <a:xfrm>
              <a:off x="3585896" y="4362353"/>
              <a:ext cx="885850" cy="189336"/>
            </a:xfrm>
            <a:custGeom>
              <a:avLst/>
              <a:pathLst>
                <a:path w="885850" h="189336">
                  <a:moveTo>
                    <a:pt x="0" y="189336"/>
                  </a:moveTo>
                  <a:lnTo>
                    <a:pt x="8858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l1561"/>
            <p:cNvSpPr/>
            <p:nvPr/>
          </p:nvSpPr>
          <p:spPr>
            <a:xfrm>
              <a:off x="3585896" y="4701884"/>
              <a:ext cx="557704" cy="10923"/>
            </a:xfrm>
            <a:custGeom>
              <a:avLst/>
              <a:pathLst>
                <a:path w="557704" h="10923">
                  <a:moveTo>
                    <a:pt x="0" y="10923"/>
                  </a:moveTo>
                  <a:lnTo>
                    <a:pt x="5577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l1562"/>
            <p:cNvSpPr/>
            <p:nvPr/>
          </p:nvSpPr>
          <p:spPr>
            <a:xfrm>
              <a:off x="3585896" y="4399674"/>
              <a:ext cx="594404" cy="36410"/>
            </a:xfrm>
            <a:custGeom>
              <a:avLst/>
              <a:pathLst>
                <a:path w="594404" h="36410">
                  <a:moveTo>
                    <a:pt x="0" y="36410"/>
                  </a:moveTo>
                  <a:lnTo>
                    <a:pt x="5944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l1563"/>
            <p:cNvSpPr/>
            <p:nvPr/>
          </p:nvSpPr>
          <p:spPr>
            <a:xfrm>
              <a:off x="3585896" y="3624123"/>
              <a:ext cx="559143" cy="146553"/>
            </a:xfrm>
            <a:custGeom>
              <a:avLst/>
              <a:pathLst>
                <a:path w="559143" h="146553">
                  <a:moveTo>
                    <a:pt x="0" y="0"/>
                  </a:moveTo>
                  <a:lnTo>
                    <a:pt x="287733" y="96488"/>
                  </a:lnTo>
                  <a:lnTo>
                    <a:pt x="559143" y="1465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l1564"/>
            <p:cNvSpPr/>
            <p:nvPr/>
          </p:nvSpPr>
          <p:spPr>
            <a:xfrm>
              <a:off x="3585896" y="4508907"/>
              <a:ext cx="790141" cy="119245"/>
            </a:xfrm>
            <a:custGeom>
              <a:avLst/>
              <a:pathLst>
                <a:path w="790141" h="119245">
                  <a:moveTo>
                    <a:pt x="0" y="119245"/>
                  </a:moveTo>
                  <a:lnTo>
                    <a:pt x="7901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l1565"/>
            <p:cNvSpPr/>
            <p:nvPr/>
          </p:nvSpPr>
          <p:spPr>
            <a:xfrm>
              <a:off x="3585896" y="2431667"/>
              <a:ext cx="1107492" cy="537060"/>
            </a:xfrm>
            <a:custGeom>
              <a:avLst/>
              <a:pathLst>
                <a:path w="1107492" h="537060">
                  <a:moveTo>
                    <a:pt x="0" y="537060"/>
                  </a:moveTo>
                  <a:lnTo>
                    <a:pt x="261941" y="136540"/>
                  </a:lnTo>
                  <a:lnTo>
                    <a:pt x="533583" y="0"/>
                  </a:lnTo>
                  <a:lnTo>
                    <a:pt x="805972" y="169310"/>
                  </a:lnTo>
                  <a:lnTo>
                    <a:pt x="1107492" y="2020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l1566"/>
            <p:cNvSpPr/>
            <p:nvPr/>
          </p:nvSpPr>
          <p:spPr>
            <a:xfrm>
              <a:off x="3585896" y="3823472"/>
              <a:ext cx="2668288" cy="695447"/>
            </a:xfrm>
            <a:custGeom>
              <a:avLst/>
              <a:pathLst>
                <a:path w="2668288" h="695447">
                  <a:moveTo>
                    <a:pt x="0" y="695447"/>
                  </a:moveTo>
                  <a:lnTo>
                    <a:pt x="290006" y="666318"/>
                  </a:lnTo>
                  <a:lnTo>
                    <a:pt x="523882" y="688165"/>
                  </a:lnTo>
                  <a:lnTo>
                    <a:pt x="838355" y="638100"/>
                  </a:lnTo>
                  <a:lnTo>
                    <a:pt x="1091661" y="577112"/>
                  </a:lnTo>
                  <a:lnTo>
                    <a:pt x="1841552" y="340441"/>
                  </a:lnTo>
                  <a:lnTo>
                    <a:pt x="2345956" y="306761"/>
                  </a:lnTo>
                  <a:lnTo>
                    <a:pt x="26682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l1567"/>
            <p:cNvSpPr/>
            <p:nvPr/>
          </p:nvSpPr>
          <p:spPr>
            <a:xfrm>
              <a:off x="3585896" y="1905530"/>
              <a:ext cx="1147791" cy="1626655"/>
            </a:xfrm>
            <a:custGeom>
              <a:avLst/>
              <a:pathLst>
                <a:path w="1147791" h="1626655">
                  <a:moveTo>
                    <a:pt x="0" y="422366"/>
                  </a:moveTo>
                  <a:lnTo>
                    <a:pt x="272015" y="379583"/>
                  </a:lnTo>
                  <a:lnTo>
                    <a:pt x="613987" y="0"/>
                  </a:lnTo>
                  <a:lnTo>
                    <a:pt x="876495" y="458776"/>
                  </a:lnTo>
                  <a:lnTo>
                    <a:pt x="1147791" y="16266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l1568"/>
            <p:cNvSpPr/>
            <p:nvPr/>
          </p:nvSpPr>
          <p:spPr>
            <a:xfrm>
              <a:off x="3585896" y="4613588"/>
              <a:ext cx="813888" cy="39141"/>
            </a:xfrm>
            <a:custGeom>
              <a:avLst/>
              <a:pathLst>
                <a:path w="813888" h="39141">
                  <a:moveTo>
                    <a:pt x="0" y="0"/>
                  </a:moveTo>
                  <a:lnTo>
                    <a:pt x="813888" y="391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l1569"/>
            <p:cNvSpPr/>
            <p:nvPr/>
          </p:nvSpPr>
          <p:spPr>
            <a:xfrm>
              <a:off x="3585896" y="4766514"/>
              <a:ext cx="347412" cy="15474"/>
            </a:xfrm>
            <a:custGeom>
              <a:avLst/>
              <a:pathLst>
                <a:path w="347412" h="15474">
                  <a:moveTo>
                    <a:pt x="0" y="15474"/>
                  </a:moveTo>
                  <a:lnTo>
                    <a:pt x="3474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l1570"/>
            <p:cNvSpPr/>
            <p:nvPr/>
          </p:nvSpPr>
          <p:spPr>
            <a:xfrm>
              <a:off x="3585896" y="4488881"/>
              <a:ext cx="830439" cy="145643"/>
            </a:xfrm>
            <a:custGeom>
              <a:avLst/>
              <a:pathLst>
                <a:path w="830439" h="145643">
                  <a:moveTo>
                    <a:pt x="0" y="136540"/>
                  </a:moveTo>
                  <a:lnTo>
                    <a:pt x="275377" y="145643"/>
                  </a:lnTo>
                  <a:lnTo>
                    <a:pt x="557704" y="51885"/>
                  </a:lnTo>
                  <a:lnTo>
                    <a:pt x="8304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l1571"/>
            <p:cNvSpPr/>
            <p:nvPr/>
          </p:nvSpPr>
          <p:spPr>
            <a:xfrm>
              <a:off x="3585896" y="3632315"/>
              <a:ext cx="269856" cy="278543"/>
            </a:xfrm>
            <a:custGeom>
              <a:avLst/>
              <a:pathLst>
                <a:path w="269856" h="278543">
                  <a:moveTo>
                    <a:pt x="0" y="0"/>
                  </a:moveTo>
                  <a:lnTo>
                    <a:pt x="269856" y="2785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l1572"/>
            <p:cNvSpPr/>
            <p:nvPr/>
          </p:nvSpPr>
          <p:spPr>
            <a:xfrm>
              <a:off x="4391149" y="3830755"/>
              <a:ext cx="251146" cy="37321"/>
            </a:xfrm>
            <a:custGeom>
              <a:avLst/>
              <a:pathLst>
                <a:path w="251146" h="37321">
                  <a:moveTo>
                    <a:pt x="0" y="0"/>
                  </a:moveTo>
                  <a:lnTo>
                    <a:pt x="251146" y="373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l1573"/>
            <p:cNvSpPr/>
            <p:nvPr/>
          </p:nvSpPr>
          <p:spPr>
            <a:xfrm>
              <a:off x="3585896" y="4629063"/>
              <a:ext cx="284581" cy="29128"/>
            </a:xfrm>
            <a:custGeom>
              <a:avLst/>
              <a:pathLst>
                <a:path w="284581" h="29128">
                  <a:moveTo>
                    <a:pt x="0" y="0"/>
                  </a:moveTo>
                  <a:lnTo>
                    <a:pt x="284581" y="291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l1574"/>
            <p:cNvSpPr/>
            <p:nvPr/>
          </p:nvSpPr>
          <p:spPr>
            <a:xfrm>
              <a:off x="3585896" y="4493432"/>
              <a:ext cx="2104164" cy="149284"/>
            </a:xfrm>
            <a:custGeom>
              <a:avLst/>
              <a:pathLst>
                <a:path w="2104164" h="149284">
                  <a:moveTo>
                    <a:pt x="0" y="110142"/>
                  </a:moveTo>
                  <a:lnTo>
                    <a:pt x="599326" y="115604"/>
                  </a:lnTo>
                  <a:lnTo>
                    <a:pt x="1011783" y="149284"/>
                  </a:lnTo>
                  <a:lnTo>
                    <a:pt x="1581001" y="71911"/>
                  </a:lnTo>
                  <a:lnTo>
                    <a:pt x="21041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l1575"/>
            <p:cNvSpPr/>
            <p:nvPr/>
          </p:nvSpPr>
          <p:spPr>
            <a:xfrm>
              <a:off x="3585896" y="3158064"/>
              <a:ext cx="2903805" cy="1505589"/>
            </a:xfrm>
            <a:custGeom>
              <a:avLst/>
              <a:pathLst>
                <a:path w="2903805" h="1505589">
                  <a:moveTo>
                    <a:pt x="0" y="1505589"/>
                  </a:moveTo>
                  <a:lnTo>
                    <a:pt x="795323" y="0"/>
                  </a:lnTo>
                  <a:lnTo>
                    <a:pt x="1282505" y="1456434"/>
                  </a:lnTo>
                  <a:lnTo>
                    <a:pt x="1861798" y="1443690"/>
                  </a:lnTo>
                  <a:lnTo>
                    <a:pt x="2423820" y="1356304"/>
                  </a:lnTo>
                  <a:lnTo>
                    <a:pt x="2903805" y="11815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l1576"/>
            <p:cNvSpPr/>
            <p:nvPr/>
          </p:nvSpPr>
          <p:spPr>
            <a:xfrm>
              <a:off x="3585896" y="3108909"/>
              <a:ext cx="271793" cy="72821"/>
            </a:xfrm>
            <a:custGeom>
              <a:avLst/>
              <a:pathLst>
                <a:path w="271793" h="72821">
                  <a:moveTo>
                    <a:pt x="0" y="72821"/>
                  </a:moveTo>
                  <a:lnTo>
                    <a:pt x="2717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l1577"/>
            <p:cNvSpPr/>
            <p:nvPr/>
          </p:nvSpPr>
          <p:spPr>
            <a:xfrm>
              <a:off x="3585896" y="4621781"/>
              <a:ext cx="312314" cy="26397"/>
            </a:xfrm>
            <a:custGeom>
              <a:avLst/>
              <a:pathLst>
                <a:path w="312314" h="26397">
                  <a:moveTo>
                    <a:pt x="0" y="0"/>
                  </a:moveTo>
                  <a:lnTo>
                    <a:pt x="312314" y="263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l1578"/>
            <p:cNvSpPr/>
            <p:nvPr/>
          </p:nvSpPr>
          <p:spPr>
            <a:xfrm>
              <a:off x="3585896" y="4684589"/>
              <a:ext cx="1600431" cy="13654"/>
            </a:xfrm>
            <a:custGeom>
              <a:avLst/>
              <a:pathLst>
                <a:path w="1600431" h="13654">
                  <a:moveTo>
                    <a:pt x="0" y="0"/>
                  </a:moveTo>
                  <a:lnTo>
                    <a:pt x="1188784" y="3641"/>
                  </a:lnTo>
                  <a:lnTo>
                    <a:pt x="1600431" y="136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l1579"/>
            <p:cNvSpPr/>
            <p:nvPr/>
          </p:nvSpPr>
          <p:spPr>
            <a:xfrm>
              <a:off x="3585896" y="3062485"/>
              <a:ext cx="271101" cy="464238"/>
            </a:xfrm>
            <a:custGeom>
              <a:avLst/>
              <a:pathLst>
                <a:path w="271101" h="464238">
                  <a:moveTo>
                    <a:pt x="0" y="0"/>
                  </a:moveTo>
                  <a:lnTo>
                    <a:pt x="271101" y="4642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l1580"/>
            <p:cNvSpPr/>
            <p:nvPr/>
          </p:nvSpPr>
          <p:spPr>
            <a:xfrm>
              <a:off x="3585896" y="3967295"/>
              <a:ext cx="506965" cy="221195"/>
            </a:xfrm>
            <a:custGeom>
              <a:avLst/>
              <a:pathLst>
                <a:path w="506965" h="221195">
                  <a:moveTo>
                    <a:pt x="0" y="221195"/>
                  </a:moveTo>
                  <a:lnTo>
                    <a:pt x="5069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l1581"/>
            <p:cNvSpPr/>
            <p:nvPr/>
          </p:nvSpPr>
          <p:spPr>
            <a:xfrm>
              <a:off x="3585896" y="4702795"/>
              <a:ext cx="523471" cy="16384"/>
            </a:xfrm>
            <a:custGeom>
              <a:avLst/>
              <a:pathLst>
                <a:path w="523471" h="16384">
                  <a:moveTo>
                    <a:pt x="0" y="16384"/>
                  </a:moveTo>
                  <a:lnTo>
                    <a:pt x="5234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l1582"/>
            <p:cNvSpPr/>
            <p:nvPr/>
          </p:nvSpPr>
          <p:spPr>
            <a:xfrm>
              <a:off x="3585896" y="4518920"/>
              <a:ext cx="649095" cy="10923"/>
            </a:xfrm>
            <a:custGeom>
              <a:avLst/>
              <a:pathLst>
                <a:path w="649095" h="10923">
                  <a:moveTo>
                    <a:pt x="0" y="0"/>
                  </a:moveTo>
                  <a:lnTo>
                    <a:pt x="649095" y="109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l1583"/>
            <p:cNvSpPr/>
            <p:nvPr/>
          </p:nvSpPr>
          <p:spPr>
            <a:xfrm>
              <a:off x="3585896" y="4457021"/>
              <a:ext cx="2353840" cy="136540"/>
            </a:xfrm>
            <a:custGeom>
              <a:avLst/>
              <a:pathLst>
                <a:path w="2353840" h="136540">
                  <a:moveTo>
                    <a:pt x="0" y="136540"/>
                  </a:moveTo>
                  <a:lnTo>
                    <a:pt x="835477" y="87386"/>
                  </a:lnTo>
                  <a:lnTo>
                    <a:pt x="23538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l1584"/>
            <p:cNvSpPr/>
            <p:nvPr/>
          </p:nvSpPr>
          <p:spPr>
            <a:xfrm>
              <a:off x="3585896" y="4710077"/>
              <a:ext cx="1420526" cy="2730"/>
            </a:xfrm>
            <a:custGeom>
              <a:avLst/>
              <a:pathLst>
                <a:path w="1420526" h="2730">
                  <a:moveTo>
                    <a:pt x="0" y="2730"/>
                  </a:moveTo>
                  <a:lnTo>
                    <a:pt x="14205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l1585"/>
            <p:cNvSpPr/>
            <p:nvPr/>
          </p:nvSpPr>
          <p:spPr>
            <a:xfrm>
              <a:off x="3585896" y="4388751"/>
              <a:ext cx="790141" cy="70090"/>
            </a:xfrm>
            <a:custGeom>
              <a:avLst/>
              <a:pathLst>
                <a:path w="790141" h="70090">
                  <a:moveTo>
                    <a:pt x="0" y="70090"/>
                  </a:moveTo>
                  <a:lnTo>
                    <a:pt x="7901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l1586"/>
            <p:cNvSpPr/>
            <p:nvPr/>
          </p:nvSpPr>
          <p:spPr>
            <a:xfrm>
              <a:off x="3585896" y="4675487"/>
              <a:ext cx="507047" cy="25487"/>
            </a:xfrm>
            <a:custGeom>
              <a:avLst/>
              <a:pathLst>
                <a:path w="507047" h="25487">
                  <a:moveTo>
                    <a:pt x="0" y="25487"/>
                  </a:moveTo>
                  <a:lnTo>
                    <a:pt x="5070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l1587"/>
            <p:cNvSpPr/>
            <p:nvPr/>
          </p:nvSpPr>
          <p:spPr>
            <a:xfrm>
              <a:off x="3585896" y="4687320"/>
              <a:ext cx="649095" cy="48244"/>
            </a:xfrm>
            <a:custGeom>
              <a:avLst/>
              <a:pathLst>
                <a:path w="649095" h="48244">
                  <a:moveTo>
                    <a:pt x="0" y="0"/>
                  </a:moveTo>
                  <a:lnTo>
                    <a:pt x="649095" y="482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l1588"/>
            <p:cNvSpPr/>
            <p:nvPr/>
          </p:nvSpPr>
          <p:spPr>
            <a:xfrm>
              <a:off x="3585896" y="3528544"/>
              <a:ext cx="272540" cy="51885"/>
            </a:xfrm>
            <a:custGeom>
              <a:avLst/>
              <a:pathLst>
                <a:path w="272540" h="51885">
                  <a:moveTo>
                    <a:pt x="0" y="51885"/>
                  </a:moveTo>
                  <a:lnTo>
                    <a:pt x="2725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l1589"/>
            <p:cNvSpPr/>
            <p:nvPr/>
          </p:nvSpPr>
          <p:spPr>
            <a:xfrm>
              <a:off x="3585896" y="3985501"/>
              <a:ext cx="569178" cy="53706"/>
            </a:xfrm>
            <a:custGeom>
              <a:avLst/>
              <a:pathLst>
                <a:path w="569178" h="53706">
                  <a:moveTo>
                    <a:pt x="0" y="53706"/>
                  </a:moveTo>
                  <a:lnTo>
                    <a:pt x="267698" y="0"/>
                  </a:lnTo>
                  <a:lnTo>
                    <a:pt x="569178" y="109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l1590"/>
            <p:cNvSpPr/>
            <p:nvPr/>
          </p:nvSpPr>
          <p:spPr>
            <a:xfrm>
              <a:off x="3585896" y="4667294"/>
              <a:ext cx="568260" cy="13654"/>
            </a:xfrm>
            <a:custGeom>
              <a:avLst/>
              <a:pathLst>
                <a:path w="568260" h="13654">
                  <a:moveTo>
                    <a:pt x="0" y="0"/>
                  </a:moveTo>
                  <a:lnTo>
                    <a:pt x="568260" y="136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l1591"/>
            <p:cNvSpPr/>
            <p:nvPr/>
          </p:nvSpPr>
          <p:spPr>
            <a:xfrm>
              <a:off x="3585896" y="4625422"/>
              <a:ext cx="2386673" cy="56436"/>
            </a:xfrm>
            <a:custGeom>
              <a:avLst/>
              <a:pathLst>
                <a:path w="2386673" h="56436">
                  <a:moveTo>
                    <a:pt x="0" y="54616"/>
                  </a:moveTo>
                  <a:lnTo>
                    <a:pt x="846271" y="41872"/>
                  </a:lnTo>
                  <a:lnTo>
                    <a:pt x="1338901" y="38231"/>
                  </a:lnTo>
                  <a:lnTo>
                    <a:pt x="1853017" y="56436"/>
                  </a:lnTo>
                  <a:lnTo>
                    <a:pt x="238667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l1592"/>
            <p:cNvSpPr/>
            <p:nvPr/>
          </p:nvSpPr>
          <p:spPr>
            <a:xfrm>
              <a:off x="3585896" y="4695513"/>
              <a:ext cx="2633083" cy="68270"/>
            </a:xfrm>
            <a:custGeom>
              <a:avLst/>
              <a:pathLst>
                <a:path w="2633083" h="68270">
                  <a:moveTo>
                    <a:pt x="0" y="64629"/>
                  </a:moveTo>
                  <a:lnTo>
                    <a:pt x="499415" y="46423"/>
                  </a:lnTo>
                  <a:lnTo>
                    <a:pt x="1063596" y="68270"/>
                  </a:lnTo>
                  <a:lnTo>
                    <a:pt x="1586039" y="40051"/>
                  </a:lnTo>
                  <a:lnTo>
                    <a:pt x="2109921" y="8192"/>
                  </a:lnTo>
                  <a:lnTo>
                    <a:pt x="26330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l1593"/>
            <p:cNvSpPr/>
            <p:nvPr/>
          </p:nvSpPr>
          <p:spPr>
            <a:xfrm>
              <a:off x="3585896" y="3363785"/>
              <a:ext cx="315822" cy="169310"/>
            </a:xfrm>
            <a:custGeom>
              <a:avLst/>
              <a:pathLst>
                <a:path w="315822" h="169310">
                  <a:moveTo>
                    <a:pt x="0" y="0"/>
                  </a:moveTo>
                  <a:lnTo>
                    <a:pt x="315822" y="1693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l1594"/>
            <p:cNvSpPr/>
            <p:nvPr/>
          </p:nvSpPr>
          <p:spPr>
            <a:xfrm>
              <a:off x="3585896" y="2800327"/>
              <a:ext cx="540433" cy="527957"/>
            </a:xfrm>
            <a:custGeom>
              <a:avLst/>
              <a:pathLst>
                <a:path w="540433" h="527957">
                  <a:moveTo>
                    <a:pt x="0" y="527957"/>
                  </a:moveTo>
                  <a:lnTo>
                    <a:pt x="273455" y="57347"/>
                  </a:lnTo>
                  <a:lnTo>
                    <a:pt x="5404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l1595"/>
            <p:cNvSpPr/>
            <p:nvPr/>
          </p:nvSpPr>
          <p:spPr>
            <a:xfrm>
              <a:off x="3585896" y="4404226"/>
              <a:ext cx="795827" cy="144733"/>
            </a:xfrm>
            <a:custGeom>
              <a:avLst/>
              <a:pathLst>
                <a:path w="795827" h="144733">
                  <a:moveTo>
                    <a:pt x="0" y="144733"/>
                  </a:moveTo>
                  <a:lnTo>
                    <a:pt x="7958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l1596"/>
            <p:cNvSpPr/>
            <p:nvPr/>
          </p:nvSpPr>
          <p:spPr>
            <a:xfrm>
              <a:off x="3585896" y="4141157"/>
              <a:ext cx="566892" cy="120155"/>
            </a:xfrm>
            <a:custGeom>
              <a:avLst/>
              <a:pathLst>
                <a:path w="566892" h="120155">
                  <a:moveTo>
                    <a:pt x="0" y="61898"/>
                  </a:moveTo>
                  <a:lnTo>
                    <a:pt x="238746" y="0"/>
                  </a:lnTo>
                  <a:lnTo>
                    <a:pt x="566892" y="1201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l1597"/>
            <p:cNvSpPr/>
            <p:nvPr/>
          </p:nvSpPr>
          <p:spPr>
            <a:xfrm>
              <a:off x="3585896" y="4609037"/>
              <a:ext cx="799496" cy="7282"/>
            </a:xfrm>
            <a:custGeom>
              <a:avLst/>
              <a:pathLst>
                <a:path w="799496" h="7282">
                  <a:moveTo>
                    <a:pt x="0" y="7282"/>
                  </a:moveTo>
                  <a:lnTo>
                    <a:pt x="7994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l1598"/>
            <p:cNvSpPr/>
            <p:nvPr/>
          </p:nvSpPr>
          <p:spPr>
            <a:xfrm>
              <a:off x="4205488" y="3655982"/>
              <a:ext cx="749842" cy="318595"/>
            </a:xfrm>
            <a:custGeom>
              <a:avLst/>
              <a:pathLst>
                <a:path w="749842" h="318595">
                  <a:moveTo>
                    <a:pt x="0" y="0"/>
                  </a:moveTo>
                  <a:lnTo>
                    <a:pt x="477826" y="131079"/>
                  </a:lnTo>
                  <a:lnTo>
                    <a:pt x="749842" y="3185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l1599"/>
            <p:cNvSpPr/>
            <p:nvPr/>
          </p:nvSpPr>
          <p:spPr>
            <a:xfrm>
              <a:off x="3585896" y="4733744"/>
              <a:ext cx="557311" cy="17295"/>
            </a:xfrm>
            <a:custGeom>
              <a:avLst/>
              <a:pathLst>
                <a:path w="557311" h="17295">
                  <a:moveTo>
                    <a:pt x="0" y="17295"/>
                  </a:moveTo>
                  <a:lnTo>
                    <a:pt x="5573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l1600"/>
            <p:cNvSpPr/>
            <p:nvPr/>
          </p:nvSpPr>
          <p:spPr>
            <a:xfrm>
              <a:off x="3585896" y="4682769"/>
              <a:ext cx="1057839" cy="31859"/>
            </a:xfrm>
            <a:custGeom>
              <a:avLst/>
              <a:pathLst>
                <a:path w="1057839" h="31859">
                  <a:moveTo>
                    <a:pt x="0" y="12743"/>
                  </a:moveTo>
                  <a:lnTo>
                    <a:pt x="533237" y="0"/>
                  </a:lnTo>
                  <a:lnTo>
                    <a:pt x="1057839" y="318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l1601"/>
            <p:cNvSpPr/>
            <p:nvPr/>
          </p:nvSpPr>
          <p:spPr>
            <a:xfrm>
              <a:off x="3585896" y="4518920"/>
              <a:ext cx="629149" cy="113783"/>
            </a:xfrm>
            <a:custGeom>
              <a:avLst/>
              <a:pathLst>
                <a:path w="629149" h="113783">
                  <a:moveTo>
                    <a:pt x="0" y="113783"/>
                  </a:moveTo>
                  <a:lnTo>
                    <a:pt x="6291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l1602"/>
            <p:cNvSpPr/>
            <p:nvPr/>
          </p:nvSpPr>
          <p:spPr>
            <a:xfrm>
              <a:off x="3585896" y="4599024"/>
              <a:ext cx="1560626" cy="160207"/>
            </a:xfrm>
            <a:custGeom>
              <a:avLst/>
              <a:pathLst>
                <a:path w="1560626" h="160207">
                  <a:moveTo>
                    <a:pt x="0" y="0"/>
                  </a:moveTo>
                  <a:lnTo>
                    <a:pt x="588925" y="152925"/>
                  </a:lnTo>
                  <a:lnTo>
                    <a:pt x="805253" y="155656"/>
                  </a:lnTo>
                  <a:lnTo>
                    <a:pt x="1103894" y="160207"/>
                  </a:lnTo>
                  <a:lnTo>
                    <a:pt x="1560626" y="1602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l1603"/>
            <p:cNvSpPr/>
            <p:nvPr/>
          </p:nvSpPr>
          <p:spPr>
            <a:xfrm>
              <a:off x="3585896" y="4474317"/>
              <a:ext cx="3138975" cy="58257"/>
            </a:xfrm>
            <a:custGeom>
              <a:avLst/>
              <a:pathLst>
                <a:path w="3138975" h="58257">
                  <a:moveTo>
                    <a:pt x="0" y="46423"/>
                  </a:moveTo>
                  <a:lnTo>
                    <a:pt x="790860" y="58257"/>
                  </a:lnTo>
                  <a:lnTo>
                    <a:pt x="31389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l1604"/>
            <p:cNvSpPr/>
            <p:nvPr/>
          </p:nvSpPr>
          <p:spPr>
            <a:xfrm>
              <a:off x="3585896" y="3561314"/>
              <a:ext cx="782451" cy="392327"/>
            </a:xfrm>
            <a:custGeom>
              <a:avLst/>
              <a:pathLst>
                <a:path w="782451" h="392327">
                  <a:moveTo>
                    <a:pt x="0" y="392327"/>
                  </a:moveTo>
                  <a:lnTo>
                    <a:pt x="297202" y="167489"/>
                  </a:lnTo>
                  <a:lnTo>
                    <a:pt x="7824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l1605"/>
            <p:cNvSpPr/>
            <p:nvPr/>
          </p:nvSpPr>
          <p:spPr>
            <a:xfrm>
              <a:off x="4149013" y="3561314"/>
              <a:ext cx="795897" cy="399609"/>
            </a:xfrm>
            <a:custGeom>
              <a:avLst/>
              <a:pathLst>
                <a:path w="795897" h="399609">
                  <a:moveTo>
                    <a:pt x="0" y="312223"/>
                  </a:moveTo>
                  <a:lnTo>
                    <a:pt x="498290" y="0"/>
                  </a:lnTo>
                  <a:lnTo>
                    <a:pt x="795897" y="3996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l1606"/>
            <p:cNvSpPr/>
            <p:nvPr/>
          </p:nvSpPr>
          <p:spPr>
            <a:xfrm>
              <a:off x="3585896" y="3135307"/>
              <a:ext cx="276555" cy="462417"/>
            </a:xfrm>
            <a:custGeom>
              <a:avLst/>
              <a:pathLst>
                <a:path w="276555" h="462417">
                  <a:moveTo>
                    <a:pt x="0" y="462417"/>
                  </a:moveTo>
                  <a:lnTo>
                    <a:pt x="2765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l1607"/>
            <p:cNvSpPr/>
            <p:nvPr/>
          </p:nvSpPr>
          <p:spPr>
            <a:xfrm>
              <a:off x="3585896" y="4610857"/>
              <a:ext cx="541153" cy="23667"/>
            </a:xfrm>
            <a:custGeom>
              <a:avLst/>
              <a:pathLst>
                <a:path w="541153" h="23667">
                  <a:moveTo>
                    <a:pt x="0" y="20025"/>
                  </a:moveTo>
                  <a:lnTo>
                    <a:pt x="262981" y="23667"/>
                  </a:lnTo>
                  <a:lnTo>
                    <a:pt x="5411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l1608"/>
            <p:cNvSpPr/>
            <p:nvPr/>
          </p:nvSpPr>
          <p:spPr>
            <a:xfrm>
              <a:off x="3585896" y="4271326"/>
              <a:ext cx="312284" cy="89206"/>
            </a:xfrm>
            <a:custGeom>
              <a:avLst/>
              <a:pathLst>
                <a:path w="312284" h="89206">
                  <a:moveTo>
                    <a:pt x="0" y="89206"/>
                  </a:moveTo>
                  <a:lnTo>
                    <a:pt x="3122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l1609"/>
            <p:cNvSpPr/>
            <p:nvPr/>
          </p:nvSpPr>
          <p:spPr>
            <a:xfrm>
              <a:off x="3585896" y="4316840"/>
              <a:ext cx="613905" cy="144733"/>
            </a:xfrm>
            <a:custGeom>
              <a:avLst/>
              <a:pathLst>
                <a:path w="613905" h="144733">
                  <a:moveTo>
                    <a:pt x="0" y="144733"/>
                  </a:moveTo>
                  <a:lnTo>
                    <a:pt x="6139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l1610"/>
            <p:cNvSpPr/>
            <p:nvPr/>
          </p:nvSpPr>
          <p:spPr>
            <a:xfrm>
              <a:off x="6235531" y="4590831"/>
              <a:ext cx="1031932" cy="113783"/>
            </a:xfrm>
            <a:custGeom>
              <a:avLst/>
              <a:pathLst>
                <a:path w="1031932" h="113783">
                  <a:moveTo>
                    <a:pt x="0" y="113783"/>
                  </a:moveTo>
                  <a:lnTo>
                    <a:pt x="522442" y="89206"/>
                  </a:lnTo>
                  <a:lnTo>
                    <a:pt x="10319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l1611"/>
            <p:cNvSpPr/>
            <p:nvPr/>
          </p:nvSpPr>
          <p:spPr>
            <a:xfrm>
              <a:off x="3585896" y="3639597"/>
              <a:ext cx="295877" cy="431468"/>
            </a:xfrm>
            <a:custGeom>
              <a:avLst/>
              <a:pathLst>
                <a:path w="295877" h="431468">
                  <a:moveTo>
                    <a:pt x="0" y="431468"/>
                  </a:moveTo>
                  <a:lnTo>
                    <a:pt x="2958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l1612"/>
            <p:cNvSpPr/>
            <p:nvPr/>
          </p:nvSpPr>
          <p:spPr>
            <a:xfrm>
              <a:off x="3585896" y="4667294"/>
              <a:ext cx="578573" cy="15474"/>
            </a:xfrm>
            <a:custGeom>
              <a:avLst/>
              <a:pathLst>
                <a:path w="578573" h="15474">
                  <a:moveTo>
                    <a:pt x="0" y="15474"/>
                  </a:moveTo>
                  <a:lnTo>
                    <a:pt x="57857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l1613"/>
            <p:cNvSpPr/>
            <p:nvPr/>
          </p:nvSpPr>
          <p:spPr>
            <a:xfrm>
              <a:off x="4149377" y="4654550"/>
              <a:ext cx="1218314" cy="1820"/>
            </a:xfrm>
            <a:custGeom>
              <a:avLst/>
              <a:pathLst>
                <a:path w="1218314" h="1820">
                  <a:moveTo>
                    <a:pt x="0" y="0"/>
                  </a:moveTo>
                  <a:lnTo>
                    <a:pt x="518738" y="1820"/>
                  </a:lnTo>
                  <a:lnTo>
                    <a:pt x="1218314" y="9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l1614"/>
            <p:cNvSpPr/>
            <p:nvPr/>
          </p:nvSpPr>
          <p:spPr>
            <a:xfrm>
              <a:off x="3585896" y="4578998"/>
              <a:ext cx="815512" cy="73731"/>
            </a:xfrm>
            <a:custGeom>
              <a:avLst/>
              <a:pathLst>
                <a:path w="815512" h="73731">
                  <a:moveTo>
                    <a:pt x="0" y="73731"/>
                  </a:moveTo>
                  <a:lnTo>
                    <a:pt x="8155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l1615"/>
            <p:cNvSpPr/>
            <p:nvPr/>
          </p:nvSpPr>
          <p:spPr>
            <a:xfrm>
              <a:off x="3585896" y="3669636"/>
              <a:ext cx="296807" cy="163848"/>
            </a:xfrm>
            <a:custGeom>
              <a:avLst/>
              <a:pathLst>
                <a:path w="296807" h="163848">
                  <a:moveTo>
                    <a:pt x="0" y="0"/>
                  </a:moveTo>
                  <a:lnTo>
                    <a:pt x="296807" y="1638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l1616"/>
            <p:cNvSpPr/>
            <p:nvPr/>
          </p:nvSpPr>
          <p:spPr>
            <a:xfrm>
              <a:off x="3585896" y="3522172"/>
              <a:ext cx="1118287" cy="243042"/>
            </a:xfrm>
            <a:custGeom>
              <a:avLst/>
              <a:pathLst>
                <a:path w="1118287" h="243042">
                  <a:moveTo>
                    <a:pt x="0" y="243042"/>
                  </a:moveTo>
                  <a:lnTo>
                    <a:pt x="311372" y="26397"/>
                  </a:lnTo>
                  <a:lnTo>
                    <a:pt x="609516" y="0"/>
                  </a:lnTo>
                  <a:lnTo>
                    <a:pt x="1118287" y="15747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l1617"/>
            <p:cNvSpPr/>
            <p:nvPr/>
          </p:nvSpPr>
          <p:spPr>
            <a:xfrm>
              <a:off x="3585896" y="4613588"/>
              <a:ext cx="1048484" cy="48244"/>
            </a:xfrm>
            <a:custGeom>
              <a:avLst/>
              <a:pathLst>
                <a:path w="1048484" h="48244">
                  <a:moveTo>
                    <a:pt x="0" y="39141"/>
                  </a:moveTo>
                  <a:lnTo>
                    <a:pt x="595503" y="0"/>
                  </a:lnTo>
                  <a:lnTo>
                    <a:pt x="1048484" y="482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l1618"/>
            <p:cNvSpPr/>
            <p:nvPr/>
          </p:nvSpPr>
          <p:spPr>
            <a:xfrm>
              <a:off x="3585896" y="4622691"/>
              <a:ext cx="1227580" cy="56436"/>
            </a:xfrm>
            <a:custGeom>
              <a:avLst/>
              <a:pathLst>
                <a:path w="1227580" h="56436">
                  <a:moveTo>
                    <a:pt x="0" y="0"/>
                  </a:moveTo>
                  <a:lnTo>
                    <a:pt x="1227580" y="564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l1619"/>
            <p:cNvSpPr/>
            <p:nvPr/>
          </p:nvSpPr>
          <p:spPr>
            <a:xfrm>
              <a:off x="3585896" y="4434265"/>
              <a:ext cx="483583" cy="177502"/>
            </a:xfrm>
            <a:custGeom>
              <a:avLst/>
              <a:pathLst>
                <a:path w="483583" h="177502">
                  <a:moveTo>
                    <a:pt x="0" y="177502"/>
                  </a:moveTo>
                  <a:lnTo>
                    <a:pt x="4835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l1620"/>
            <p:cNvSpPr/>
            <p:nvPr/>
          </p:nvSpPr>
          <p:spPr>
            <a:xfrm>
              <a:off x="3585896" y="4515279"/>
              <a:ext cx="1344597" cy="106501"/>
            </a:xfrm>
            <a:custGeom>
              <a:avLst/>
              <a:pathLst>
                <a:path w="1344597" h="106501">
                  <a:moveTo>
                    <a:pt x="0" y="0"/>
                  </a:moveTo>
                  <a:lnTo>
                    <a:pt x="580012" y="87386"/>
                  </a:lnTo>
                  <a:lnTo>
                    <a:pt x="1344597" y="1065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l1621"/>
            <p:cNvSpPr/>
            <p:nvPr/>
          </p:nvSpPr>
          <p:spPr>
            <a:xfrm>
              <a:off x="4135136" y="4608126"/>
              <a:ext cx="1609615" cy="87386"/>
            </a:xfrm>
            <a:custGeom>
              <a:avLst/>
              <a:pathLst>
                <a:path w="1609615" h="87386">
                  <a:moveTo>
                    <a:pt x="0" y="87386"/>
                  </a:moveTo>
                  <a:lnTo>
                    <a:pt x="537383" y="56436"/>
                  </a:lnTo>
                  <a:lnTo>
                    <a:pt x="1064995" y="49154"/>
                  </a:lnTo>
                  <a:lnTo>
                    <a:pt x="16096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l1622"/>
            <p:cNvSpPr/>
            <p:nvPr/>
          </p:nvSpPr>
          <p:spPr>
            <a:xfrm>
              <a:off x="3585896" y="4596293"/>
              <a:ext cx="1833587" cy="71911"/>
            </a:xfrm>
            <a:custGeom>
              <a:avLst/>
              <a:pathLst>
                <a:path w="1833587" h="71911">
                  <a:moveTo>
                    <a:pt x="0" y="45513"/>
                  </a:moveTo>
                  <a:lnTo>
                    <a:pt x="932625" y="71911"/>
                  </a:lnTo>
                  <a:lnTo>
                    <a:pt x="18335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l1623"/>
            <p:cNvSpPr/>
            <p:nvPr/>
          </p:nvSpPr>
          <p:spPr>
            <a:xfrm>
              <a:off x="4245491" y="4579908"/>
              <a:ext cx="1721622" cy="66449"/>
            </a:xfrm>
            <a:custGeom>
              <a:avLst/>
              <a:pathLst>
                <a:path w="1721622" h="66449">
                  <a:moveTo>
                    <a:pt x="0" y="66449"/>
                  </a:moveTo>
                  <a:lnTo>
                    <a:pt x="392486" y="55526"/>
                  </a:lnTo>
                  <a:lnTo>
                    <a:pt x="961654" y="45513"/>
                  </a:lnTo>
                  <a:lnTo>
                    <a:pt x="17216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l1624"/>
            <p:cNvSpPr/>
            <p:nvPr/>
          </p:nvSpPr>
          <p:spPr>
            <a:xfrm>
              <a:off x="3585896" y="3934525"/>
              <a:ext cx="2631644" cy="544342"/>
            </a:xfrm>
            <a:custGeom>
              <a:avLst/>
              <a:pathLst>
                <a:path w="2631644" h="544342">
                  <a:moveTo>
                    <a:pt x="0" y="544342"/>
                  </a:moveTo>
                  <a:lnTo>
                    <a:pt x="663488" y="516123"/>
                  </a:lnTo>
                  <a:lnTo>
                    <a:pt x="1097418" y="442391"/>
                  </a:lnTo>
                  <a:lnTo>
                    <a:pt x="1616263" y="459687"/>
                  </a:lnTo>
                  <a:lnTo>
                    <a:pt x="2127911" y="232119"/>
                  </a:lnTo>
                  <a:lnTo>
                    <a:pt x="26316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l1625"/>
            <p:cNvSpPr/>
            <p:nvPr/>
          </p:nvSpPr>
          <p:spPr>
            <a:xfrm>
              <a:off x="4165189" y="4767424"/>
              <a:ext cx="612395" cy="14564"/>
            </a:xfrm>
            <a:custGeom>
              <a:avLst/>
              <a:pathLst>
                <a:path w="612395" h="14564">
                  <a:moveTo>
                    <a:pt x="0" y="14564"/>
                  </a:moveTo>
                  <a:lnTo>
                    <a:pt x="6123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l1626"/>
            <p:cNvSpPr/>
            <p:nvPr/>
          </p:nvSpPr>
          <p:spPr>
            <a:xfrm>
              <a:off x="3585896" y="4707346"/>
              <a:ext cx="1374441" cy="30949"/>
            </a:xfrm>
            <a:custGeom>
              <a:avLst/>
              <a:pathLst>
                <a:path w="1374441" h="30949">
                  <a:moveTo>
                    <a:pt x="0" y="30949"/>
                  </a:moveTo>
                  <a:lnTo>
                    <a:pt x="13744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l1627"/>
            <p:cNvSpPr/>
            <p:nvPr/>
          </p:nvSpPr>
          <p:spPr>
            <a:xfrm>
              <a:off x="3585896" y="4654550"/>
              <a:ext cx="787160" cy="14564"/>
            </a:xfrm>
            <a:custGeom>
              <a:avLst/>
              <a:pathLst>
                <a:path w="787160" h="14564">
                  <a:moveTo>
                    <a:pt x="0" y="0"/>
                  </a:moveTo>
                  <a:lnTo>
                    <a:pt x="787160" y="145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l1628"/>
            <p:cNvSpPr/>
            <p:nvPr/>
          </p:nvSpPr>
          <p:spPr>
            <a:xfrm>
              <a:off x="3585896" y="4649999"/>
              <a:ext cx="2184533" cy="60077"/>
            </a:xfrm>
            <a:custGeom>
              <a:avLst/>
              <a:pathLst>
                <a:path w="2184533" h="60077">
                  <a:moveTo>
                    <a:pt x="0" y="0"/>
                  </a:moveTo>
                  <a:lnTo>
                    <a:pt x="543372" y="38231"/>
                  </a:lnTo>
                  <a:lnTo>
                    <a:pt x="1227903" y="45513"/>
                  </a:lnTo>
                  <a:lnTo>
                    <a:pt x="1635753" y="42782"/>
                  </a:lnTo>
                  <a:lnTo>
                    <a:pt x="2184533" y="600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l1629"/>
            <p:cNvSpPr/>
            <p:nvPr/>
          </p:nvSpPr>
          <p:spPr>
            <a:xfrm>
              <a:off x="3585896" y="4633614"/>
              <a:ext cx="1021858" cy="17295"/>
            </a:xfrm>
            <a:custGeom>
              <a:avLst/>
              <a:pathLst>
                <a:path w="1021858" h="17295">
                  <a:moveTo>
                    <a:pt x="0" y="17295"/>
                  </a:moveTo>
                  <a:lnTo>
                    <a:pt x="10218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l1630"/>
            <p:cNvSpPr/>
            <p:nvPr/>
          </p:nvSpPr>
          <p:spPr>
            <a:xfrm>
              <a:off x="3585896" y="4553510"/>
              <a:ext cx="266838" cy="2730"/>
            </a:xfrm>
            <a:custGeom>
              <a:avLst/>
              <a:pathLst>
                <a:path w="266838" h="2730">
                  <a:moveTo>
                    <a:pt x="0" y="2730"/>
                  </a:moveTo>
                  <a:lnTo>
                    <a:pt x="2668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l1631"/>
            <p:cNvSpPr/>
            <p:nvPr/>
          </p:nvSpPr>
          <p:spPr>
            <a:xfrm>
              <a:off x="3585896" y="4079259"/>
              <a:ext cx="528229" cy="131079"/>
            </a:xfrm>
            <a:custGeom>
              <a:avLst/>
              <a:pathLst>
                <a:path w="528229" h="131079">
                  <a:moveTo>
                    <a:pt x="0" y="131079"/>
                  </a:moveTo>
                  <a:lnTo>
                    <a:pt x="266288" y="71001"/>
                  </a:lnTo>
                  <a:lnTo>
                    <a:pt x="5282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l1632"/>
            <p:cNvSpPr/>
            <p:nvPr/>
          </p:nvSpPr>
          <p:spPr>
            <a:xfrm>
              <a:off x="3585896" y="4360533"/>
              <a:ext cx="633983" cy="8192"/>
            </a:xfrm>
            <a:custGeom>
              <a:avLst/>
              <a:pathLst>
                <a:path w="633983" h="8192">
                  <a:moveTo>
                    <a:pt x="0" y="8192"/>
                  </a:moveTo>
                  <a:lnTo>
                    <a:pt x="6339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l1633"/>
            <p:cNvSpPr/>
            <p:nvPr/>
          </p:nvSpPr>
          <p:spPr>
            <a:xfrm>
              <a:off x="3585896" y="4632704"/>
              <a:ext cx="2617971" cy="86475"/>
            </a:xfrm>
            <a:custGeom>
              <a:avLst/>
              <a:pathLst>
                <a:path w="2617971" h="86475">
                  <a:moveTo>
                    <a:pt x="0" y="86475"/>
                  </a:moveTo>
                  <a:lnTo>
                    <a:pt x="709899" y="45513"/>
                  </a:lnTo>
                  <a:lnTo>
                    <a:pt x="1052082" y="85565"/>
                  </a:lnTo>
                  <a:lnTo>
                    <a:pt x="1636388" y="0"/>
                  </a:lnTo>
                  <a:lnTo>
                    <a:pt x="2154537" y="37321"/>
                  </a:lnTo>
                  <a:lnTo>
                    <a:pt x="2617971" y="573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l1634"/>
            <p:cNvSpPr/>
            <p:nvPr/>
          </p:nvSpPr>
          <p:spPr>
            <a:xfrm>
              <a:off x="3585896" y="3275489"/>
              <a:ext cx="265334" cy="66449"/>
            </a:xfrm>
            <a:custGeom>
              <a:avLst/>
              <a:pathLst>
                <a:path w="265334" h="66449">
                  <a:moveTo>
                    <a:pt x="0" y="0"/>
                  </a:moveTo>
                  <a:lnTo>
                    <a:pt x="265334" y="664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l1635"/>
            <p:cNvSpPr/>
            <p:nvPr/>
          </p:nvSpPr>
          <p:spPr>
            <a:xfrm>
              <a:off x="3585896" y="4729193"/>
              <a:ext cx="528109" cy="4551"/>
            </a:xfrm>
            <a:custGeom>
              <a:avLst/>
              <a:pathLst>
                <a:path w="528109" h="4551">
                  <a:moveTo>
                    <a:pt x="0" y="0"/>
                  </a:moveTo>
                  <a:lnTo>
                    <a:pt x="528109" y="45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l1636"/>
            <p:cNvSpPr/>
            <p:nvPr/>
          </p:nvSpPr>
          <p:spPr>
            <a:xfrm>
              <a:off x="3585896" y="2080302"/>
              <a:ext cx="784478" cy="304030"/>
            </a:xfrm>
            <a:custGeom>
              <a:avLst/>
              <a:pathLst>
                <a:path w="784478" h="304030">
                  <a:moveTo>
                    <a:pt x="0" y="304030"/>
                  </a:moveTo>
                  <a:lnTo>
                    <a:pt x="7844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l1637"/>
            <p:cNvSpPr/>
            <p:nvPr/>
          </p:nvSpPr>
          <p:spPr>
            <a:xfrm>
              <a:off x="3585896" y="4064694"/>
              <a:ext cx="498369" cy="54616"/>
            </a:xfrm>
            <a:custGeom>
              <a:avLst/>
              <a:pathLst>
                <a:path w="498369" h="54616">
                  <a:moveTo>
                    <a:pt x="0" y="54616"/>
                  </a:moveTo>
                  <a:lnTo>
                    <a:pt x="4983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l1638"/>
            <p:cNvSpPr/>
            <p:nvPr/>
          </p:nvSpPr>
          <p:spPr>
            <a:xfrm>
              <a:off x="3585896" y="4511638"/>
              <a:ext cx="568498" cy="120155"/>
            </a:xfrm>
            <a:custGeom>
              <a:avLst/>
              <a:pathLst>
                <a:path w="568498" h="120155">
                  <a:moveTo>
                    <a:pt x="0" y="26397"/>
                  </a:moveTo>
                  <a:lnTo>
                    <a:pt x="294054" y="120155"/>
                  </a:lnTo>
                  <a:lnTo>
                    <a:pt x="5684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l1639"/>
            <p:cNvSpPr/>
            <p:nvPr/>
          </p:nvSpPr>
          <p:spPr>
            <a:xfrm>
              <a:off x="3585896" y="4191222"/>
              <a:ext cx="905999" cy="351364"/>
            </a:xfrm>
            <a:custGeom>
              <a:avLst/>
              <a:pathLst>
                <a:path w="905999" h="351364">
                  <a:moveTo>
                    <a:pt x="0" y="351364"/>
                  </a:moveTo>
                  <a:lnTo>
                    <a:pt x="9059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l1640"/>
            <p:cNvSpPr/>
            <p:nvPr/>
          </p:nvSpPr>
          <p:spPr>
            <a:xfrm>
              <a:off x="3585896" y="4627242"/>
              <a:ext cx="1178015" cy="85565"/>
            </a:xfrm>
            <a:custGeom>
              <a:avLst/>
              <a:pathLst>
                <a:path w="1178015" h="85565">
                  <a:moveTo>
                    <a:pt x="0" y="85565"/>
                  </a:moveTo>
                  <a:lnTo>
                    <a:pt x="523292" y="0"/>
                  </a:lnTo>
                  <a:lnTo>
                    <a:pt x="11780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l1641"/>
            <p:cNvSpPr/>
            <p:nvPr/>
          </p:nvSpPr>
          <p:spPr>
            <a:xfrm>
              <a:off x="4350605" y="4578087"/>
              <a:ext cx="2113519" cy="57347"/>
            </a:xfrm>
            <a:custGeom>
              <a:avLst/>
              <a:pathLst>
                <a:path w="2113519" h="57347">
                  <a:moveTo>
                    <a:pt x="0" y="910"/>
                  </a:moveTo>
                  <a:lnTo>
                    <a:pt x="544031" y="57347"/>
                  </a:lnTo>
                  <a:lnTo>
                    <a:pt x="1057839" y="0"/>
                  </a:lnTo>
                  <a:lnTo>
                    <a:pt x="1584599" y="10923"/>
                  </a:lnTo>
                  <a:lnTo>
                    <a:pt x="2113519" y="218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l1642"/>
            <p:cNvSpPr/>
            <p:nvPr/>
          </p:nvSpPr>
          <p:spPr>
            <a:xfrm>
              <a:off x="3585896" y="4534394"/>
              <a:ext cx="1868849" cy="40962"/>
            </a:xfrm>
            <a:custGeom>
              <a:avLst/>
              <a:pathLst>
                <a:path w="1868849" h="40962">
                  <a:moveTo>
                    <a:pt x="0" y="0"/>
                  </a:moveTo>
                  <a:lnTo>
                    <a:pt x="1868849" y="409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l1643"/>
            <p:cNvSpPr/>
            <p:nvPr/>
          </p:nvSpPr>
          <p:spPr>
            <a:xfrm>
              <a:off x="3585896" y="4335955"/>
              <a:ext cx="850589" cy="87386"/>
            </a:xfrm>
            <a:custGeom>
              <a:avLst/>
              <a:pathLst>
                <a:path w="850589" h="87386">
                  <a:moveTo>
                    <a:pt x="0" y="87386"/>
                  </a:moveTo>
                  <a:lnTo>
                    <a:pt x="8505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l1644"/>
            <p:cNvSpPr/>
            <p:nvPr/>
          </p:nvSpPr>
          <p:spPr>
            <a:xfrm>
              <a:off x="3585896" y="4667294"/>
              <a:ext cx="793019" cy="50064"/>
            </a:xfrm>
            <a:custGeom>
              <a:avLst/>
              <a:pathLst>
                <a:path w="793019" h="50064">
                  <a:moveTo>
                    <a:pt x="0" y="50064"/>
                  </a:moveTo>
                  <a:lnTo>
                    <a:pt x="7930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l1645"/>
            <p:cNvSpPr/>
            <p:nvPr/>
          </p:nvSpPr>
          <p:spPr>
            <a:xfrm>
              <a:off x="3585896" y="2757544"/>
              <a:ext cx="1315462" cy="523406"/>
            </a:xfrm>
            <a:custGeom>
              <a:avLst/>
              <a:pathLst>
                <a:path w="1315462" h="523406">
                  <a:moveTo>
                    <a:pt x="0" y="523406"/>
                  </a:moveTo>
                  <a:lnTo>
                    <a:pt x="530142" y="229388"/>
                  </a:lnTo>
                  <a:lnTo>
                    <a:pt x="796617" y="122886"/>
                  </a:lnTo>
                  <a:lnTo>
                    <a:pt x="1077268" y="72821"/>
                  </a:lnTo>
                  <a:lnTo>
                    <a:pt x="13154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l1646"/>
            <p:cNvSpPr/>
            <p:nvPr/>
          </p:nvSpPr>
          <p:spPr>
            <a:xfrm>
              <a:off x="3585896" y="4466124"/>
              <a:ext cx="1616072" cy="131079"/>
            </a:xfrm>
            <a:custGeom>
              <a:avLst/>
              <a:pathLst>
                <a:path w="1616072" h="131079">
                  <a:moveTo>
                    <a:pt x="0" y="131079"/>
                  </a:moveTo>
                  <a:lnTo>
                    <a:pt x="528728" y="120155"/>
                  </a:lnTo>
                  <a:lnTo>
                    <a:pt x="1077196" y="50064"/>
                  </a:lnTo>
                  <a:lnTo>
                    <a:pt x="16160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l1647"/>
            <p:cNvSpPr/>
            <p:nvPr/>
          </p:nvSpPr>
          <p:spPr>
            <a:xfrm>
              <a:off x="3585896" y="2936868"/>
              <a:ext cx="282090" cy="86475"/>
            </a:xfrm>
            <a:custGeom>
              <a:avLst/>
              <a:pathLst>
                <a:path w="282090" h="86475">
                  <a:moveTo>
                    <a:pt x="0" y="0"/>
                  </a:moveTo>
                  <a:lnTo>
                    <a:pt x="282090" y="8647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l1648"/>
            <p:cNvSpPr/>
            <p:nvPr/>
          </p:nvSpPr>
          <p:spPr>
            <a:xfrm>
              <a:off x="3585896" y="4690051"/>
              <a:ext cx="2764054" cy="51885"/>
            </a:xfrm>
            <a:custGeom>
              <a:avLst/>
              <a:pathLst>
                <a:path w="2764054" h="51885">
                  <a:moveTo>
                    <a:pt x="0" y="30038"/>
                  </a:moveTo>
                  <a:lnTo>
                    <a:pt x="327426" y="19115"/>
                  </a:lnTo>
                  <a:lnTo>
                    <a:pt x="1526310" y="51885"/>
                  </a:lnTo>
                  <a:lnTo>
                    <a:pt x="276405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l1649"/>
            <p:cNvSpPr/>
            <p:nvPr/>
          </p:nvSpPr>
          <p:spPr>
            <a:xfrm>
              <a:off x="3585896" y="4333224"/>
              <a:ext cx="2863031" cy="334069"/>
            </a:xfrm>
            <a:custGeom>
              <a:avLst/>
              <a:pathLst>
                <a:path w="2863031" h="334069">
                  <a:moveTo>
                    <a:pt x="0" y="334069"/>
                  </a:moveTo>
                  <a:lnTo>
                    <a:pt x="735192" y="316774"/>
                  </a:lnTo>
                  <a:lnTo>
                    <a:pt x="1314023" y="305851"/>
                  </a:lnTo>
                  <a:lnTo>
                    <a:pt x="1932954" y="203900"/>
                  </a:lnTo>
                  <a:lnTo>
                    <a:pt x="2410002" y="30038"/>
                  </a:lnTo>
                  <a:lnTo>
                    <a:pt x="28630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l1650"/>
            <p:cNvSpPr/>
            <p:nvPr/>
          </p:nvSpPr>
          <p:spPr>
            <a:xfrm>
              <a:off x="3585896" y="4721000"/>
              <a:ext cx="790860" cy="19115"/>
            </a:xfrm>
            <a:custGeom>
              <a:avLst/>
              <a:pathLst>
                <a:path w="790860" h="19115">
                  <a:moveTo>
                    <a:pt x="0" y="0"/>
                  </a:moveTo>
                  <a:lnTo>
                    <a:pt x="790860" y="191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l1651"/>
            <p:cNvSpPr/>
            <p:nvPr/>
          </p:nvSpPr>
          <p:spPr>
            <a:xfrm>
              <a:off x="3585896" y="4620870"/>
              <a:ext cx="1530508" cy="20936"/>
            </a:xfrm>
            <a:custGeom>
              <a:avLst/>
              <a:pathLst>
                <a:path w="1530508" h="20936">
                  <a:moveTo>
                    <a:pt x="0" y="0"/>
                  </a:moveTo>
                  <a:lnTo>
                    <a:pt x="844832" y="20936"/>
                  </a:lnTo>
                  <a:lnTo>
                    <a:pt x="1530508" y="109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l1652"/>
            <p:cNvSpPr/>
            <p:nvPr/>
          </p:nvSpPr>
          <p:spPr>
            <a:xfrm>
              <a:off x="3585896" y="4680948"/>
              <a:ext cx="1092380" cy="31859"/>
            </a:xfrm>
            <a:custGeom>
              <a:avLst/>
              <a:pathLst>
                <a:path w="1092380" h="31859">
                  <a:moveTo>
                    <a:pt x="0" y="13654"/>
                  </a:moveTo>
                  <a:lnTo>
                    <a:pt x="569139" y="31859"/>
                  </a:lnTo>
                  <a:lnTo>
                    <a:pt x="10923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l1653"/>
            <p:cNvSpPr/>
            <p:nvPr/>
          </p:nvSpPr>
          <p:spPr>
            <a:xfrm>
              <a:off x="3585896" y="3447530"/>
              <a:ext cx="1096698" cy="1182442"/>
            </a:xfrm>
            <a:custGeom>
              <a:avLst/>
              <a:pathLst>
                <a:path w="1096698" h="1182442">
                  <a:moveTo>
                    <a:pt x="0" y="1182442"/>
                  </a:moveTo>
                  <a:lnTo>
                    <a:pt x="256903" y="0"/>
                  </a:lnTo>
                  <a:lnTo>
                    <a:pt x="543695" y="37321"/>
                  </a:lnTo>
                  <a:lnTo>
                    <a:pt x="789421" y="128348"/>
                  </a:lnTo>
                  <a:lnTo>
                    <a:pt x="1096698" y="4833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l1654"/>
            <p:cNvSpPr/>
            <p:nvPr/>
          </p:nvSpPr>
          <p:spPr>
            <a:xfrm>
              <a:off x="3585896" y="4503445"/>
              <a:ext cx="1878204" cy="91027"/>
            </a:xfrm>
            <a:custGeom>
              <a:avLst/>
              <a:pathLst>
                <a:path w="1878204" h="91027">
                  <a:moveTo>
                    <a:pt x="0" y="91027"/>
                  </a:moveTo>
                  <a:lnTo>
                    <a:pt x="895924" y="0"/>
                  </a:lnTo>
                  <a:lnTo>
                    <a:pt x="1362080" y="3641"/>
                  </a:lnTo>
                  <a:lnTo>
                    <a:pt x="1878204" y="491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l1655"/>
            <p:cNvSpPr/>
            <p:nvPr/>
          </p:nvSpPr>
          <p:spPr>
            <a:xfrm>
              <a:off x="3585896" y="4259492"/>
              <a:ext cx="795178" cy="134720"/>
            </a:xfrm>
            <a:custGeom>
              <a:avLst/>
              <a:pathLst>
                <a:path w="795178" h="134720">
                  <a:moveTo>
                    <a:pt x="0" y="134720"/>
                  </a:moveTo>
                  <a:lnTo>
                    <a:pt x="266536" y="111963"/>
                  </a:lnTo>
                  <a:lnTo>
                    <a:pt x="528199" y="12743"/>
                  </a:lnTo>
                  <a:lnTo>
                    <a:pt x="7951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l1656"/>
            <p:cNvSpPr/>
            <p:nvPr/>
          </p:nvSpPr>
          <p:spPr>
            <a:xfrm>
              <a:off x="3585896" y="4489791"/>
              <a:ext cx="2092650" cy="156566"/>
            </a:xfrm>
            <a:custGeom>
              <a:avLst/>
              <a:pathLst>
                <a:path w="2092650" h="156566">
                  <a:moveTo>
                    <a:pt x="0" y="156566"/>
                  </a:moveTo>
                  <a:lnTo>
                    <a:pt x="543311" y="127438"/>
                  </a:lnTo>
                  <a:lnTo>
                    <a:pt x="1057119" y="139271"/>
                  </a:lnTo>
                  <a:lnTo>
                    <a:pt x="1598992" y="131989"/>
                  </a:lnTo>
                  <a:lnTo>
                    <a:pt x="20926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l1657"/>
            <p:cNvSpPr/>
            <p:nvPr/>
          </p:nvSpPr>
          <p:spPr>
            <a:xfrm>
              <a:off x="3585896" y="3680560"/>
              <a:ext cx="273403" cy="196618"/>
            </a:xfrm>
            <a:custGeom>
              <a:avLst/>
              <a:pathLst>
                <a:path w="273403" h="196618">
                  <a:moveTo>
                    <a:pt x="0" y="196618"/>
                  </a:moveTo>
                  <a:lnTo>
                    <a:pt x="2734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l1658"/>
            <p:cNvSpPr/>
            <p:nvPr/>
          </p:nvSpPr>
          <p:spPr>
            <a:xfrm>
              <a:off x="3585896" y="4128413"/>
              <a:ext cx="301520" cy="156566"/>
            </a:xfrm>
            <a:custGeom>
              <a:avLst/>
              <a:pathLst>
                <a:path w="301520" h="156566">
                  <a:moveTo>
                    <a:pt x="0" y="0"/>
                  </a:moveTo>
                  <a:lnTo>
                    <a:pt x="301520" y="1565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l1659"/>
            <p:cNvSpPr/>
            <p:nvPr/>
          </p:nvSpPr>
          <p:spPr>
            <a:xfrm>
              <a:off x="3585896" y="4320481"/>
              <a:ext cx="1597024" cy="219375"/>
            </a:xfrm>
            <a:custGeom>
              <a:avLst/>
              <a:pathLst>
                <a:path w="1597024" h="219375">
                  <a:moveTo>
                    <a:pt x="0" y="219375"/>
                  </a:moveTo>
                  <a:lnTo>
                    <a:pt x="788892" y="191157"/>
                  </a:lnTo>
                  <a:lnTo>
                    <a:pt x="15970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l1660"/>
            <p:cNvSpPr/>
            <p:nvPr/>
          </p:nvSpPr>
          <p:spPr>
            <a:xfrm>
              <a:off x="3585896" y="4658191"/>
              <a:ext cx="780618" cy="48244"/>
            </a:xfrm>
            <a:custGeom>
              <a:avLst/>
              <a:pathLst>
                <a:path w="780618" h="48244">
                  <a:moveTo>
                    <a:pt x="0" y="0"/>
                  </a:moveTo>
                  <a:lnTo>
                    <a:pt x="780618" y="482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l1661"/>
            <p:cNvSpPr/>
            <p:nvPr/>
          </p:nvSpPr>
          <p:spPr>
            <a:xfrm>
              <a:off x="3585896" y="2830366"/>
              <a:ext cx="639021" cy="263978"/>
            </a:xfrm>
            <a:custGeom>
              <a:avLst/>
              <a:pathLst>
                <a:path w="639021" h="263978">
                  <a:moveTo>
                    <a:pt x="0" y="142912"/>
                  </a:moveTo>
                  <a:lnTo>
                    <a:pt x="312277" y="0"/>
                  </a:lnTo>
                  <a:lnTo>
                    <a:pt x="639021" y="2639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l1662"/>
            <p:cNvSpPr/>
            <p:nvPr/>
          </p:nvSpPr>
          <p:spPr>
            <a:xfrm>
              <a:off x="3585896" y="4635435"/>
              <a:ext cx="1114688" cy="28218"/>
            </a:xfrm>
            <a:custGeom>
              <a:avLst/>
              <a:pathLst>
                <a:path w="1114688" h="28218">
                  <a:moveTo>
                    <a:pt x="0" y="19115"/>
                  </a:moveTo>
                  <a:lnTo>
                    <a:pt x="572096" y="0"/>
                  </a:lnTo>
                  <a:lnTo>
                    <a:pt x="1114688" y="282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l1663"/>
            <p:cNvSpPr/>
            <p:nvPr/>
          </p:nvSpPr>
          <p:spPr>
            <a:xfrm>
              <a:off x="3585896" y="4630883"/>
              <a:ext cx="1021858" cy="69180"/>
            </a:xfrm>
            <a:custGeom>
              <a:avLst/>
              <a:pathLst>
                <a:path w="1021858" h="69180">
                  <a:moveTo>
                    <a:pt x="0" y="0"/>
                  </a:moveTo>
                  <a:lnTo>
                    <a:pt x="534945" y="13654"/>
                  </a:lnTo>
                  <a:lnTo>
                    <a:pt x="1021858" y="691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l1664"/>
            <p:cNvSpPr/>
            <p:nvPr/>
          </p:nvSpPr>
          <p:spPr>
            <a:xfrm>
              <a:off x="3585896" y="4591742"/>
              <a:ext cx="800795" cy="32769"/>
            </a:xfrm>
            <a:custGeom>
              <a:avLst/>
              <a:pathLst>
                <a:path w="800795" h="32769">
                  <a:moveTo>
                    <a:pt x="0" y="0"/>
                  </a:moveTo>
                  <a:lnTo>
                    <a:pt x="800795" y="327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l1665"/>
            <p:cNvSpPr/>
            <p:nvPr/>
          </p:nvSpPr>
          <p:spPr>
            <a:xfrm>
              <a:off x="3585896" y="4636345"/>
              <a:ext cx="1090941" cy="35500"/>
            </a:xfrm>
            <a:custGeom>
              <a:avLst/>
              <a:pathLst>
                <a:path w="1090941" h="35500">
                  <a:moveTo>
                    <a:pt x="0" y="35500"/>
                  </a:moveTo>
                  <a:lnTo>
                    <a:pt x="10909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l1666"/>
            <p:cNvSpPr/>
            <p:nvPr/>
          </p:nvSpPr>
          <p:spPr>
            <a:xfrm>
              <a:off x="3585896" y="4329583"/>
              <a:ext cx="1665197" cy="308582"/>
            </a:xfrm>
            <a:custGeom>
              <a:avLst/>
              <a:pathLst>
                <a:path w="1665197" h="308582">
                  <a:moveTo>
                    <a:pt x="0" y="0"/>
                  </a:moveTo>
                  <a:lnTo>
                    <a:pt x="853467" y="230298"/>
                  </a:lnTo>
                  <a:lnTo>
                    <a:pt x="1665197" y="3085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l1667"/>
            <p:cNvSpPr/>
            <p:nvPr/>
          </p:nvSpPr>
          <p:spPr>
            <a:xfrm>
              <a:off x="3585896" y="4610857"/>
              <a:ext cx="574082" cy="33680"/>
            </a:xfrm>
            <a:custGeom>
              <a:avLst/>
              <a:pathLst>
                <a:path w="574082" h="33680">
                  <a:moveTo>
                    <a:pt x="0" y="33680"/>
                  </a:moveTo>
                  <a:lnTo>
                    <a:pt x="5740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l1668"/>
            <p:cNvSpPr/>
            <p:nvPr/>
          </p:nvSpPr>
          <p:spPr>
            <a:xfrm>
              <a:off x="3585896" y="4669115"/>
              <a:ext cx="1397935" cy="23667"/>
            </a:xfrm>
            <a:custGeom>
              <a:avLst/>
              <a:pathLst>
                <a:path w="1397935" h="23667">
                  <a:moveTo>
                    <a:pt x="0" y="23667"/>
                  </a:moveTo>
                  <a:lnTo>
                    <a:pt x="13979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l1669"/>
            <p:cNvSpPr/>
            <p:nvPr/>
          </p:nvSpPr>
          <p:spPr>
            <a:xfrm>
              <a:off x="3585896" y="4722821"/>
              <a:ext cx="557704" cy="15474"/>
            </a:xfrm>
            <a:custGeom>
              <a:avLst/>
              <a:pathLst>
                <a:path w="557704" h="15474">
                  <a:moveTo>
                    <a:pt x="0" y="15474"/>
                  </a:moveTo>
                  <a:lnTo>
                    <a:pt x="5577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l1670"/>
            <p:cNvSpPr/>
            <p:nvPr/>
          </p:nvSpPr>
          <p:spPr>
            <a:xfrm>
              <a:off x="3585896" y="4548959"/>
              <a:ext cx="1657238" cy="129258"/>
            </a:xfrm>
            <a:custGeom>
              <a:avLst/>
              <a:pathLst>
                <a:path w="1657238" h="129258">
                  <a:moveTo>
                    <a:pt x="0" y="129258"/>
                  </a:moveTo>
                  <a:lnTo>
                    <a:pt x="550508" y="26397"/>
                  </a:lnTo>
                  <a:lnTo>
                    <a:pt x="1103175" y="0"/>
                  </a:lnTo>
                  <a:lnTo>
                    <a:pt x="1657238" y="391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l1671"/>
            <p:cNvSpPr/>
            <p:nvPr/>
          </p:nvSpPr>
          <p:spPr>
            <a:xfrm>
              <a:off x="3585896" y="4651819"/>
              <a:ext cx="1816088" cy="11833"/>
            </a:xfrm>
            <a:custGeom>
              <a:avLst/>
              <a:pathLst>
                <a:path w="1816088" h="11833">
                  <a:moveTo>
                    <a:pt x="0" y="0"/>
                  </a:moveTo>
                  <a:lnTo>
                    <a:pt x="548840" y="11833"/>
                  </a:lnTo>
                  <a:lnTo>
                    <a:pt x="18160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l1672"/>
            <p:cNvSpPr/>
            <p:nvPr/>
          </p:nvSpPr>
          <p:spPr>
            <a:xfrm>
              <a:off x="3585896" y="4548959"/>
              <a:ext cx="2163173" cy="98309"/>
            </a:xfrm>
            <a:custGeom>
              <a:avLst/>
              <a:pathLst>
                <a:path w="2163173" h="98309">
                  <a:moveTo>
                    <a:pt x="0" y="0"/>
                  </a:moveTo>
                  <a:lnTo>
                    <a:pt x="527751" y="57347"/>
                  </a:lnTo>
                  <a:lnTo>
                    <a:pt x="1075829" y="98309"/>
                  </a:lnTo>
                  <a:lnTo>
                    <a:pt x="2163173" y="782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l1673"/>
            <p:cNvSpPr/>
            <p:nvPr/>
          </p:nvSpPr>
          <p:spPr>
            <a:xfrm>
              <a:off x="3585896" y="4648178"/>
              <a:ext cx="528496" cy="10923"/>
            </a:xfrm>
            <a:custGeom>
              <a:avLst/>
              <a:pathLst>
                <a:path w="528496" h="10923">
                  <a:moveTo>
                    <a:pt x="0" y="0"/>
                  </a:moveTo>
                  <a:lnTo>
                    <a:pt x="528496" y="109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l1674"/>
            <p:cNvSpPr/>
            <p:nvPr/>
          </p:nvSpPr>
          <p:spPr>
            <a:xfrm>
              <a:off x="3585896" y="4726462"/>
              <a:ext cx="1373751" cy="34590"/>
            </a:xfrm>
            <a:custGeom>
              <a:avLst/>
              <a:pathLst>
                <a:path w="1373751" h="34590">
                  <a:moveTo>
                    <a:pt x="0" y="16384"/>
                  </a:moveTo>
                  <a:lnTo>
                    <a:pt x="568498" y="34590"/>
                  </a:lnTo>
                  <a:lnTo>
                    <a:pt x="13737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l1675"/>
            <p:cNvSpPr/>
            <p:nvPr/>
          </p:nvSpPr>
          <p:spPr>
            <a:xfrm>
              <a:off x="3585896" y="2823994"/>
              <a:ext cx="1632002" cy="1148762"/>
            </a:xfrm>
            <a:custGeom>
              <a:avLst/>
              <a:pathLst>
                <a:path w="1632002" h="1148762">
                  <a:moveTo>
                    <a:pt x="0" y="1140570"/>
                  </a:moveTo>
                  <a:lnTo>
                    <a:pt x="528827" y="1148762"/>
                  </a:lnTo>
                  <a:lnTo>
                    <a:pt x="1137624" y="775551"/>
                  </a:lnTo>
                  <a:lnTo>
                    <a:pt x="16320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l1676"/>
            <p:cNvSpPr/>
            <p:nvPr/>
          </p:nvSpPr>
          <p:spPr>
            <a:xfrm>
              <a:off x="3585896" y="3691483"/>
              <a:ext cx="322121" cy="344082"/>
            </a:xfrm>
            <a:custGeom>
              <a:avLst/>
              <a:pathLst>
                <a:path w="322121" h="344082">
                  <a:moveTo>
                    <a:pt x="0" y="0"/>
                  </a:moveTo>
                  <a:lnTo>
                    <a:pt x="322121" y="3440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l1677"/>
            <p:cNvSpPr/>
            <p:nvPr/>
          </p:nvSpPr>
          <p:spPr>
            <a:xfrm>
              <a:off x="3585896" y="4539856"/>
              <a:ext cx="1706215" cy="62808"/>
            </a:xfrm>
            <a:custGeom>
              <a:avLst/>
              <a:pathLst>
                <a:path w="1706215" h="62808">
                  <a:moveTo>
                    <a:pt x="0" y="37321"/>
                  </a:moveTo>
                  <a:lnTo>
                    <a:pt x="580012" y="62808"/>
                  </a:lnTo>
                  <a:lnTo>
                    <a:pt x="1102455" y="47334"/>
                  </a:lnTo>
                  <a:lnTo>
                    <a:pt x="17062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l1678"/>
            <p:cNvSpPr/>
            <p:nvPr/>
          </p:nvSpPr>
          <p:spPr>
            <a:xfrm>
              <a:off x="3585896" y="4478868"/>
              <a:ext cx="2496356" cy="137451"/>
            </a:xfrm>
            <a:custGeom>
              <a:avLst/>
              <a:pathLst>
                <a:path w="2496356" h="137451">
                  <a:moveTo>
                    <a:pt x="0" y="137451"/>
                  </a:moveTo>
                  <a:lnTo>
                    <a:pt x="807411" y="34590"/>
                  </a:lnTo>
                  <a:lnTo>
                    <a:pt x="1358720" y="0"/>
                  </a:lnTo>
                  <a:lnTo>
                    <a:pt x="1811999" y="48244"/>
                  </a:lnTo>
                  <a:lnTo>
                    <a:pt x="2496356" y="36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l1679"/>
            <p:cNvSpPr/>
            <p:nvPr/>
          </p:nvSpPr>
          <p:spPr>
            <a:xfrm>
              <a:off x="3585896" y="4542587"/>
              <a:ext cx="1349555" cy="36410"/>
            </a:xfrm>
            <a:custGeom>
              <a:avLst/>
              <a:pathLst>
                <a:path w="1349555" h="36410">
                  <a:moveTo>
                    <a:pt x="0" y="13654"/>
                  </a:moveTo>
                  <a:lnTo>
                    <a:pt x="203465" y="0"/>
                  </a:lnTo>
                  <a:lnTo>
                    <a:pt x="836196" y="5461"/>
                  </a:lnTo>
                  <a:lnTo>
                    <a:pt x="1349555" y="364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l1680"/>
            <p:cNvSpPr/>
            <p:nvPr/>
          </p:nvSpPr>
          <p:spPr>
            <a:xfrm>
              <a:off x="3585896" y="4269505"/>
              <a:ext cx="830439" cy="276722"/>
            </a:xfrm>
            <a:custGeom>
              <a:avLst/>
              <a:pathLst>
                <a:path w="830439" h="276722">
                  <a:moveTo>
                    <a:pt x="0" y="276722"/>
                  </a:moveTo>
                  <a:lnTo>
                    <a:pt x="8304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l1681"/>
            <p:cNvSpPr/>
            <p:nvPr/>
          </p:nvSpPr>
          <p:spPr>
            <a:xfrm>
              <a:off x="3585896" y="3756112"/>
              <a:ext cx="1868658" cy="394147"/>
            </a:xfrm>
            <a:custGeom>
              <a:avLst/>
              <a:pathLst>
                <a:path w="1868658" h="394147">
                  <a:moveTo>
                    <a:pt x="0" y="144733"/>
                  </a:moveTo>
                  <a:lnTo>
                    <a:pt x="256713" y="242132"/>
                  </a:lnTo>
                  <a:lnTo>
                    <a:pt x="548878" y="181144"/>
                  </a:lnTo>
                  <a:lnTo>
                    <a:pt x="872665" y="0"/>
                  </a:lnTo>
                  <a:lnTo>
                    <a:pt x="1228917" y="154746"/>
                  </a:lnTo>
                  <a:lnTo>
                    <a:pt x="1611754" y="348634"/>
                  </a:lnTo>
                  <a:lnTo>
                    <a:pt x="1868658" y="3941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l1682"/>
            <p:cNvSpPr/>
            <p:nvPr/>
          </p:nvSpPr>
          <p:spPr>
            <a:xfrm>
              <a:off x="4648053" y="4662743"/>
              <a:ext cx="528199" cy="49154"/>
            </a:xfrm>
            <a:custGeom>
              <a:avLst/>
              <a:pathLst>
                <a:path w="528199" h="49154">
                  <a:moveTo>
                    <a:pt x="0" y="0"/>
                  </a:moveTo>
                  <a:lnTo>
                    <a:pt x="528199" y="491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rc1683"/>
            <p:cNvSpPr/>
            <p:nvPr/>
          </p:nvSpPr>
          <p:spPr>
            <a:xfrm>
              <a:off x="3400738" y="1761070"/>
              <a:ext cx="4073472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tx1684"/>
            <p:cNvSpPr/>
            <p:nvPr/>
          </p:nvSpPr>
          <p:spPr>
            <a:xfrm>
              <a:off x="3275953" y="459566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85" name="tx1685"/>
            <p:cNvSpPr/>
            <p:nvPr/>
          </p:nvSpPr>
          <p:spPr>
            <a:xfrm>
              <a:off x="3275953" y="3984591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686" name="tx1686"/>
            <p:cNvSpPr/>
            <p:nvPr/>
          </p:nvSpPr>
          <p:spPr>
            <a:xfrm>
              <a:off x="3213797" y="337067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687" name="tx1687"/>
            <p:cNvSpPr/>
            <p:nvPr/>
          </p:nvSpPr>
          <p:spPr>
            <a:xfrm>
              <a:off x="3213797" y="275818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688" name="tx1688"/>
            <p:cNvSpPr/>
            <p:nvPr/>
          </p:nvSpPr>
          <p:spPr>
            <a:xfrm>
              <a:off x="3213797" y="214568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689" name="pl1689"/>
            <p:cNvSpPr/>
            <p:nvPr/>
          </p:nvSpPr>
          <p:spPr>
            <a:xfrm>
              <a:off x="3365944" y="46373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l1690"/>
            <p:cNvSpPr/>
            <p:nvPr/>
          </p:nvSpPr>
          <p:spPr>
            <a:xfrm>
              <a:off x="3365944" y="40248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l1691"/>
            <p:cNvSpPr/>
            <p:nvPr/>
          </p:nvSpPr>
          <p:spPr>
            <a:xfrm>
              <a:off x="3365944" y="34123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l1692"/>
            <p:cNvSpPr/>
            <p:nvPr/>
          </p:nvSpPr>
          <p:spPr>
            <a:xfrm>
              <a:off x="3365944" y="27998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l1693"/>
            <p:cNvSpPr/>
            <p:nvPr/>
          </p:nvSpPr>
          <p:spPr>
            <a:xfrm>
              <a:off x="3365944" y="21873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l1694"/>
            <p:cNvSpPr/>
            <p:nvPr/>
          </p:nvSpPr>
          <p:spPr>
            <a:xfrm>
              <a:off x="3585896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l1695"/>
            <p:cNvSpPr/>
            <p:nvPr/>
          </p:nvSpPr>
          <p:spPr>
            <a:xfrm>
              <a:off x="4899200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l1696"/>
            <p:cNvSpPr/>
            <p:nvPr/>
          </p:nvSpPr>
          <p:spPr>
            <a:xfrm>
              <a:off x="6212503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tx1697"/>
            <p:cNvSpPr/>
            <p:nvPr/>
          </p:nvSpPr>
          <p:spPr>
            <a:xfrm>
              <a:off x="3554818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98" name="tx1698"/>
            <p:cNvSpPr/>
            <p:nvPr/>
          </p:nvSpPr>
          <p:spPr>
            <a:xfrm>
              <a:off x="4868122" y="50015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699" name="tx1699"/>
            <p:cNvSpPr/>
            <p:nvPr/>
          </p:nvSpPr>
          <p:spPr>
            <a:xfrm>
              <a:off x="6150348" y="50001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700" name="tx1700"/>
            <p:cNvSpPr/>
            <p:nvPr/>
          </p:nvSpPr>
          <p:spPr>
            <a:xfrm>
              <a:off x="4816294" y="51475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701" name="tx1701"/>
            <p:cNvSpPr/>
            <p:nvPr/>
          </p:nvSpPr>
          <p:spPr>
            <a:xfrm rot="-5400000">
              <a:off x="2532384" y="3284579"/>
              <a:ext cx="108690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pTau181 (Z)</a:t>
              </a:r>
            </a:p>
          </p:txBody>
        </p:sp>
        <p:sp>
          <p:nvSpPr>
            <p:cNvPr id="1702" name="rc1702"/>
            <p:cNvSpPr/>
            <p:nvPr/>
          </p:nvSpPr>
          <p:spPr>
            <a:xfrm>
              <a:off x="7543800" y="1691481"/>
              <a:ext cx="45719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rc1703"/>
            <p:cNvSpPr/>
            <p:nvPr/>
          </p:nvSpPr>
          <p:spPr>
            <a:xfrm>
              <a:off x="7648183" y="1761070"/>
              <a:ext cx="439802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4" name="pl1704"/>
            <p:cNvSpPr/>
            <p:nvPr/>
          </p:nvSpPr>
          <p:spPr>
            <a:xfrm>
              <a:off x="7648183" y="4275838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l1705"/>
            <p:cNvSpPr/>
            <p:nvPr/>
          </p:nvSpPr>
          <p:spPr>
            <a:xfrm>
              <a:off x="7648183" y="3238050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l1706"/>
            <p:cNvSpPr/>
            <p:nvPr/>
          </p:nvSpPr>
          <p:spPr>
            <a:xfrm>
              <a:off x="7648183" y="2200262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l1707"/>
            <p:cNvSpPr/>
            <p:nvPr/>
          </p:nvSpPr>
          <p:spPr>
            <a:xfrm>
              <a:off x="784809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l1708"/>
            <p:cNvSpPr/>
            <p:nvPr/>
          </p:nvSpPr>
          <p:spPr>
            <a:xfrm>
              <a:off x="864773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l1709"/>
            <p:cNvSpPr/>
            <p:nvPr/>
          </p:nvSpPr>
          <p:spPr>
            <a:xfrm>
              <a:off x="944737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l1710"/>
            <p:cNvSpPr/>
            <p:nvPr/>
          </p:nvSpPr>
          <p:spPr>
            <a:xfrm>
              <a:off x="1024701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l1711"/>
            <p:cNvSpPr/>
            <p:nvPr/>
          </p:nvSpPr>
          <p:spPr>
            <a:xfrm>
              <a:off x="1104665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l1712"/>
            <p:cNvSpPr/>
            <p:nvPr/>
          </p:nvSpPr>
          <p:spPr>
            <a:xfrm>
              <a:off x="1184630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l1713"/>
            <p:cNvSpPr/>
            <p:nvPr/>
          </p:nvSpPr>
          <p:spPr>
            <a:xfrm>
              <a:off x="7648183" y="4794732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l1714"/>
            <p:cNvSpPr/>
            <p:nvPr/>
          </p:nvSpPr>
          <p:spPr>
            <a:xfrm>
              <a:off x="7648183" y="3756944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l1715"/>
            <p:cNvSpPr/>
            <p:nvPr/>
          </p:nvSpPr>
          <p:spPr>
            <a:xfrm>
              <a:off x="7648183" y="2719156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l1716"/>
            <p:cNvSpPr/>
            <p:nvPr/>
          </p:nvSpPr>
          <p:spPr>
            <a:xfrm>
              <a:off x="8247914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l1717"/>
            <p:cNvSpPr/>
            <p:nvPr/>
          </p:nvSpPr>
          <p:spPr>
            <a:xfrm>
              <a:off x="904755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l1718"/>
            <p:cNvSpPr/>
            <p:nvPr/>
          </p:nvSpPr>
          <p:spPr>
            <a:xfrm>
              <a:off x="984719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l1719"/>
            <p:cNvSpPr/>
            <p:nvPr/>
          </p:nvSpPr>
          <p:spPr>
            <a:xfrm>
              <a:off x="1064683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l1720"/>
            <p:cNvSpPr/>
            <p:nvPr/>
          </p:nvSpPr>
          <p:spPr>
            <a:xfrm>
              <a:off x="1144647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rc1721"/>
            <p:cNvSpPr/>
            <p:nvPr/>
          </p:nvSpPr>
          <p:spPr>
            <a:xfrm>
              <a:off x="7848093" y="4773976"/>
              <a:ext cx="137869" cy="20755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22" name="rc1722"/>
            <p:cNvSpPr/>
            <p:nvPr/>
          </p:nvSpPr>
          <p:spPr>
            <a:xfrm>
              <a:off x="7985963" y="4753221"/>
              <a:ext cx="137869" cy="41511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23" name="rc1723"/>
            <p:cNvSpPr/>
            <p:nvPr/>
          </p:nvSpPr>
          <p:spPr>
            <a:xfrm>
              <a:off x="8123832" y="4773976"/>
              <a:ext cx="137869" cy="20755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24" name="rc1724"/>
            <p:cNvSpPr/>
            <p:nvPr/>
          </p:nvSpPr>
          <p:spPr>
            <a:xfrm>
              <a:off x="8261701" y="4773976"/>
              <a:ext cx="137869" cy="20755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25" name="rc1725"/>
            <p:cNvSpPr/>
            <p:nvPr/>
          </p:nvSpPr>
          <p:spPr>
            <a:xfrm>
              <a:off x="8399570" y="4753221"/>
              <a:ext cx="137869" cy="41511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26" name="rc1726"/>
            <p:cNvSpPr/>
            <p:nvPr/>
          </p:nvSpPr>
          <p:spPr>
            <a:xfrm>
              <a:off x="8537439" y="4732465"/>
              <a:ext cx="137869" cy="6226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27" name="rc1727"/>
            <p:cNvSpPr/>
            <p:nvPr/>
          </p:nvSpPr>
          <p:spPr>
            <a:xfrm>
              <a:off x="8675309" y="4711709"/>
              <a:ext cx="137869" cy="8302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28" name="rc1728"/>
            <p:cNvSpPr/>
            <p:nvPr/>
          </p:nvSpPr>
          <p:spPr>
            <a:xfrm>
              <a:off x="8813178" y="4628686"/>
              <a:ext cx="137869" cy="166046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29" name="rc1729"/>
            <p:cNvSpPr/>
            <p:nvPr/>
          </p:nvSpPr>
          <p:spPr>
            <a:xfrm>
              <a:off x="8951047" y="4690953"/>
              <a:ext cx="137869" cy="103778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30" name="rc1730"/>
            <p:cNvSpPr/>
            <p:nvPr/>
          </p:nvSpPr>
          <p:spPr>
            <a:xfrm>
              <a:off x="9088916" y="4732465"/>
              <a:ext cx="137869" cy="6226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31" name="rc1731"/>
            <p:cNvSpPr/>
            <p:nvPr/>
          </p:nvSpPr>
          <p:spPr>
            <a:xfrm>
              <a:off x="9226785" y="4607930"/>
              <a:ext cx="137869" cy="186801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32" name="rc1732"/>
            <p:cNvSpPr/>
            <p:nvPr/>
          </p:nvSpPr>
          <p:spPr>
            <a:xfrm>
              <a:off x="9364655" y="4421128"/>
              <a:ext cx="137869" cy="37360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33" name="rc1733"/>
            <p:cNvSpPr/>
            <p:nvPr/>
          </p:nvSpPr>
          <p:spPr>
            <a:xfrm>
              <a:off x="9502524" y="4587174"/>
              <a:ext cx="137869" cy="20755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34" name="rc1734"/>
            <p:cNvSpPr/>
            <p:nvPr/>
          </p:nvSpPr>
          <p:spPr>
            <a:xfrm>
              <a:off x="9640393" y="4296594"/>
              <a:ext cx="137869" cy="498138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35" name="rc1735"/>
            <p:cNvSpPr/>
            <p:nvPr/>
          </p:nvSpPr>
          <p:spPr>
            <a:xfrm>
              <a:off x="9778262" y="4566419"/>
              <a:ext cx="137869" cy="22831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36" name="rc1736"/>
            <p:cNvSpPr/>
            <p:nvPr/>
          </p:nvSpPr>
          <p:spPr>
            <a:xfrm>
              <a:off x="9916131" y="4462640"/>
              <a:ext cx="137869" cy="33209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37" name="rc1737"/>
            <p:cNvSpPr/>
            <p:nvPr/>
          </p:nvSpPr>
          <p:spPr>
            <a:xfrm>
              <a:off x="10054001" y="4504151"/>
              <a:ext cx="137869" cy="29058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38" name="rc1738"/>
            <p:cNvSpPr/>
            <p:nvPr/>
          </p:nvSpPr>
          <p:spPr>
            <a:xfrm>
              <a:off x="10191870" y="4483396"/>
              <a:ext cx="137869" cy="311336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39" name="rc1739"/>
            <p:cNvSpPr/>
            <p:nvPr/>
          </p:nvSpPr>
          <p:spPr>
            <a:xfrm>
              <a:off x="10329739" y="4462640"/>
              <a:ext cx="137869" cy="33209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40" name="rc1740"/>
            <p:cNvSpPr/>
            <p:nvPr/>
          </p:nvSpPr>
          <p:spPr>
            <a:xfrm>
              <a:off x="10467608" y="4587174"/>
              <a:ext cx="137869" cy="20755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41" name="rc1741"/>
            <p:cNvSpPr/>
            <p:nvPr/>
          </p:nvSpPr>
          <p:spPr>
            <a:xfrm>
              <a:off x="10605477" y="4607930"/>
              <a:ext cx="137869" cy="186801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42" name="rc1742"/>
            <p:cNvSpPr/>
            <p:nvPr/>
          </p:nvSpPr>
          <p:spPr>
            <a:xfrm>
              <a:off x="10743347" y="4690953"/>
              <a:ext cx="137869" cy="103778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43" name="rc1743"/>
            <p:cNvSpPr/>
            <p:nvPr/>
          </p:nvSpPr>
          <p:spPr>
            <a:xfrm>
              <a:off x="10881216" y="4628686"/>
              <a:ext cx="137869" cy="166046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44" name="rc1744"/>
            <p:cNvSpPr/>
            <p:nvPr/>
          </p:nvSpPr>
          <p:spPr>
            <a:xfrm>
              <a:off x="11019085" y="4649442"/>
              <a:ext cx="137869" cy="14529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45" name="rc1745"/>
            <p:cNvSpPr/>
            <p:nvPr/>
          </p:nvSpPr>
          <p:spPr>
            <a:xfrm>
              <a:off x="11156954" y="4670198"/>
              <a:ext cx="137869" cy="124534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46" name="rc1746"/>
            <p:cNvSpPr/>
            <p:nvPr/>
          </p:nvSpPr>
          <p:spPr>
            <a:xfrm>
              <a:off x="11294823" y="4773976"/>
              <a:ext cx="137869" cy="20755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47" name="rc1747"/>
            <p:cNvSpPr/>
            <p:nvPr/>
          </p:nvSpPr>
          <p:spPr>
            <a:xfrm>
              <a:off x="11432693" y="4670198"/>
              <a:ext cx="137869" cy="124534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48" name="rc1748"/>
            <p:cNvSpPr/>
            <p:nvPr/>
          </p:nvSpPr>
          <p:spPr>
            <a:xfrm>
              <a:off x="11570562" y="4773976"/>
              <a:ext cx="137869" cy="20755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49" name="rc1749"/>
            <p:cNvSpPr/>
            <p:nvPr/>
          </p:nvSpPr>
          <p:spPr>
            <a:xfrm>
              <a:off x="11708431" y="4732465"/>
              <a:ext cx="137869" cy="6226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750" name="pl1750"/>
            <p:cNvSpPr/>
            <p:nvPr/>
          </p:nvSpPr>
          <p:spPr>
            <a:xfrm>
              <a:off x="11831502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51" name="pg1751"/>
            <p:cNvSpPr/>
            <p:nvPr/>
          </p:nvSpPr>
          <p:spPr>
            <a:xfrm>
              <a:off x="7848093" y="4520668"/>
              <a:ext cx="3998206" cy="274064"/>
            </a:xfrm>
            <a:custGeom>
              <a:avLst/>
              <a:pathLst>
                <a:path w="3998206" h="274064">
                  <a:moveTo>
                    <a:pt x="0" y="256355"/>
                  </a:moveTo>
                  <a:lnTo>
                    <a:pt x="7824" y="256026"/>
                  </a:lnTo>
                  <a:lnTo>
                    <a:pt x="15648" y="255690"/>
                  </a:lnTo>
                  <a:lnTo>
                    <a:pt x="23472" y="255352"/>
                  </a:lnTo>
                  <a:lnTo>
                    <a:pt x="31297" y="255007"/>
                  </a:lnTo>
                  <a:lnTo>
                    <a:pt x="39121" y="254660"/>
                  </a:lnTo>
                  <a:lnTo>
                    <a:pt x="46945" y="254307"/>
                  </a:lnTo>
                  <a:lnTo>
                    <a:pt x="54769" y="253951"/>
                  </a:lnTo>
                  <a:lnTo>
                    <a:pt x="62594" y="253590"/>
                  </a:lnTo>
                  <a:lnTo>
                    <a:pt x="70418" y="253225"/>
                  </a:lnTo>
                  <a:lnTo>
                    <a:pt x="78242" y="252855"/>
                  </a:lnTo>
                  <a:lnTo>
                    <a:pt x="86067" y="252480"/>
                  </a:lnTo>
                  <a:lnTo>
                    <a:pt x="93891" y="252102"/>
                  </a:lnTo>
                  <a:lnTo>
                    <a:pt x="101715" y="251717"/>
                  </a:lnTo>
                  <a:lnTo>
                    <a:pt x="109539" y="251330"/>
                  </a:lnTo>
                  <a:lnTo>
                    <a:pt x="117364" y="250936"/>
                  </a:lnTo>
                  <a:lnTo>
                    <a:pt x="125188" y="250539"/>
                  </a:lnTo>
                  <a:lnTo>
                    <a:pt x="133012" y="250135"/>
                  </a:lnTo>
                  <a:lnTo>
                    <a:pt x="140837" y="249729"/>
                  </a:lnTo>
                  <a:lnTo>
                    <a:pt x="148661" y="249315"/>
                  </a:lnTo>
                  <a:lnTo>
                    <a:pt x="156485" y="248899"/>
                  </a:lnTo>
                  <a:lnTo>
                    <a:pt x="164309" y="248474"/>
                  </a:lnTo>
                  <a:lnTo>
                    <a:pt x="172134" y="248049"/>
                  </a:lnTo>
                  <a:lnTo>
                    <a:pt x="179958" y="247614"/>
                  </a:lnTo>
                  <a:lnTo>
                    <a:pt x="187782" y="247177"/>
                  </a:lnTo>
                  <a:lnTo>
                    <a:pt x="195606" y="246732"/>
                  </a:lnTo>
                  <a:lnTo>
                    <a:pt x="203431" y="246285"/>
                  </a:lnTo>
                  <a:lnTo>
                    <a:pt x="211255" y="245830"/>
                  </a:lnTo>
                  <a:lnTo>
                    <a:pt x="219079" y="245371"/>
                  </a:lnTo>
                  <a:lnTo>
                    <a:pt x="226904" y="244905"/>
                  </a:lnTo>
                  <a:lnTo>
                    <a:pt x="234728" y="244435"/>
                  </a:lnTo>
                  <a:lnTo>
                    <a:pt x="242552" y="243959"/>
                  </a:lnTo>
                  <a:lnTo>
                    <a:pt x="250376" y="243477"/>
                  </a:lnTo>
                  <a:lnTo>
                    <a:pt x="258201" y="242989"/>
                  </a:lnTo>
                  <a:lnTo>
                    <a:pt x="266025" y="242495"/>
                  </a:lnTo>
                  <a:lnTo>
                    <a:pt x="273849" y="241997"/>
                  </a:lnTo>
                  <a:lnTo>
                    <a:pt x="281674" y="241490"/>
                  </a:lnTo>
                  <a:lnTo>
                    <a:pt x="289498" y="240980"/>
                  </a:lnTo>
                  <a:lnTo>
                    <a:pt x="297322" y="240461"/>
                  </a:lnTo>
                  <a:lnTo>
                    <a:pt x="305146" y="239940"/>
                  </a:lnTo>
                  <a:lnTo>
                    <a:pt x="312971" y="239407"/>
                  </a:lnTo>
                  <a:lnTo>
                    <a:pt x="320795" y="238874"/>
                  </a:lnTo>
                  <a:lnTo>
                    <a:pt x="328619" y="238329"/>
                  </a:lnTo>
                  <a:lnTo>
                    <a:pt x="336444" y="237782"/>
                  </a:lnTo>
                  <a:lnTo>
                    <a:pt x="344268" y="237224"/>
                  </a:lnTo>
                  <a:lnTo>
                    <a:pt x="352092" y="236664"/>
                  </a:lnTo>
                  <a:lnTo>
                    <a:pt x="359916" y="236093"/>
                  </a:lnTo>
                  <a:lnTo>
                    <a:pt x="367741" y="235519"/>
                  </a:lnTo>
                  <a:lnTo>
                    <a:pt x="375565" y="234936"/>
                  </a:lnTo>
                  <a:lnTo>
                    <a:pt x="383389" y="234347"/>
                  </a:lnTo>
                  <a:lnTo>
                    <a:pt x="391213" y="233751"/>
                  </a:lnTo>
                  <a:lnTo>
                    <a:pt x="399038" y="233148"/>
                  </a:lnTo>
                  <a:lnTo>
                    <a:pt x="406862" y="232538"/>
                  </a:lnTo>
                  <a:lnTo>
                    <a:pt x="414686" y="231920"/>
                  </a:lnTo>
                  <a:lnTo>
                    <a:pt x="422511" y="231296"/>
                  </a:lnTo>
                  <a:lnTo>
                    <a:pt x="430335" y="230663"/>
                  </a:lnTo>
                  <a:lnTo>
                    <a:pt x="438159" y="230025"/>
                  </a:lnTo>
                  <a:lnTo>
                    <a:pt x="445983" y="229376"/>
                  </a:lnTo>
                  <a:lnTo>
                    <a:pt x="453808" y="228724"/>
                  </a:lnTo>
                  <a:lnTo>
                    <a:pt x="461632" y="228059"/>
                  </a:lnTo>
                  <a:lnTo>
                    <a:pt x="469456" y="227393"/>
                  </a:lnTo>
                  <a:lnTo>
                    <a:pt x="477281" y="226712"/>
                  </a:lnTo>
                  <a:lnTo>
                    <a:pt x="485105" y="226030"/>
                  </a:lnTo>
                  <a:lnTo>
                    <a:pt x="492929" y="225333"/>
                  </a:lnTo>
                  <a:lnTo>
                    <a:pt x="500753" y="224634"/>
                  </a:lnTo>
                  <a:lnTo>
                    <a:pt x="508578" y="223922"/>
                  </a:lnTo>
                  <a:lnTo>
                    <a:pt x="516402" y="223206"/>
                  </a:lnTo>
                  <a:lnTo>
                    <a:pt x="524226" y="222479"/>
                  </a:lnTo>
                  <a:lnTo>
                    <a:pt x="532050" y="221746"/>
                  </a:lnTo>
                  <a:lnTo>
                    <a:pt x="539875" y="221002"/>
                  </a:lnTo>
                  <a:lnTo>
                    <a:pt x="547699" y="220251"/>
                  </a:lnTo>
                  <a:lnTo>
                    <a:pt x="555523" y="219491"/>
                  </a:lnTo>
                  <a:lnTo>
                    <a:pt x="563348" y="218723"/>
                  </a:lnTo>
                  <a:lnTo>
                    <a:pt x="571172" y="217946"/>
                  </a:lnTo>
                  <a:lnTo>
                    <a:pt x="578996" y="217160"/>
                  </a:lnTo>
                  <a:lnTo>
                    <a:pt x="586820" y="216366"/>
                  </a:lnTo>
                  <a:lnTo>
                    <a:pt x="594645" y="215561"/>
                  </a:lnTo>
                  <a:lnTo>
                    <a:pt x="602469" y="214751"/>
                  </a:lnTo>
                  <a:lnTo>
                    <a:pt x="610293" y="213927"/>
                  </a:lnTo>
                  <a:lnTo>
                    <a:pt x="618118" y="213099"/>
                  </a:lnTo>
                  <a:lnTo>
                    <a:pt x="625942" y="212256"/>
                  </a:lnTo>
                  <a:lnTo>
                    <a:pt x="633766" y="211411"/>
                  </a:lnTo>
                  <a:lnTo>
                    <a:pt x="641590" y="210548"/>
                  </a:lnTo>
                  <a:lnTo>
                    <a:pt x="649415" y="209684"/>
                  </a:lnTo>
                  <a:lnTo>
                    <a:pt x="657239" y="208802"/>
                  </a:lnTo>
                  <a:lnTo>
                    <a:pt x="665063" y="207918"/>
                  </a:lnTo>
                  <a:lnTo>
                    <a:pt x="672888" y="207019"/>
                  </a:lnTo>
                  <a:lnTo>
                    <a:pt x="680712" y="206114"/>
                  </a:lnTo>
                  <a:lnTo>
                    <a:pt x="688536" y="205196"/>
                  </a:lnTo>
                  <a:lnTo>
                    <a:pt x="696360" y="204272"/>
                  </a:lnTo>
                  <a:lnTo>
                    <a:pt x="704185" y="203335"/>
                  </a:lnTo>
                  <a:lnTo>
                    <a:pt x="712009" y="202390"/>
                  </a:lnTo>
                  <a:lnTo>
                    <a:pt x="719833" y="201434"/>
                  </a:lnTo>
                  <a:lnTo>
                    <a:pt x="727657" y="200468"/>
                  </a:lnTo>
                  <a:lnTo>
                    <a:pt x="735482" y="199493"/>
                  </a:lnTo>
                  <a:lnTo>
                    <a:pt x="743306" y="198505"/>
                  </a:lnTo>
                  <a:lnTo>
                    <a:pt x="751130" y="197511"/>
                  </a:lnTo>
                  <a:lnTo>
                    <a:pt x="758955" y="196502"/>
                  </a:lnTo>
                  <a:lnTo>
                    <a:pt x="766779" y="195488"/>
                  </a:lnTo>
                  <a:lnTo>
                    <a:pt x="774603" y="194458"/>
                  </a:lnTo>
                  <a:lnTo>
                    <a:pt x="782427" y="193425"/>
                  </a:lnTo>
                  <a:lnTo>
                    <a:pt x="790252" y="192373"/>
                  </a:lnTo>
                  <a:lnTo>
                    <a:pt x="798076" y="191319"/>
                  </a:lnTo>
                  <a:lnTo>
                    <a:pt x="805900" y="190246"/>
                  </a:lnTo>
                  <a:lnTo>
                    <a:pt x="813725" y="189170"/>
                  </a:lnTo>
                  <a:lnTo>
                    <a:pt x="821549" y="188076"/>
                  </a:lnTo>
                  <a:lnTo>
                    <a:pt x="829373" y="186979"/>
                  </a:lnTo>
                  <a:lnTo>
                    <a:pt x="837197" y="185865"/>
                  </a:lnTo>
                  <a:lnTo>
                    <a:pt x="845022" y="184745"/>
                  </a:lnTo>
                  <a:lnTo>
                    <a:pt x="852846" y="183611"/>
                  </a:lnTo>
                  <a:lnTo>
                    <a:pt x="860670" y="182469"/>
                  </a:lnTo>
                  <a:lnTo>
                    <a:pt x="868495" y="181315"/>
                  </a:lnTo>
                  <a:lnTo>
                    <a:pt x="876319" y="180151"/>
                  </a:lnTo>
                  <a:lnTo>
                    <a:pt x="884143" y="178976"/>
                  </a:lnTo>
                  <a:lnTo>
                    <a:pt x="891967" y="177789"/>
                  </a:lnTo>
                  <a:lnTo>
                    <a:pt x="899792" y="176594"/>
                  </a:lnTo>
                  <a:lnTo>
                    <a:pt x="907616" y="175386"/>
                  </a:lnTo>
                  <a:lnTo>
                    <a:pt x="915440" y="174170"/>
                  </a:lnTo>
                  <a:lnTo>
                    <a:pt x="923264" y="172939"/>
                  </a:lnTo>
                  <a:lnTo>
                    <a:pt x="931089" y="171704"/>
                  </a:lnTo>
                  <a:lnTo>
                    <a:pt x="938913" y="170451"/>
                  </a:lnTo>
                  <a:lnTo>
                    <a:pt x="946737" y="169195"/>
                  </a:lnTo>
                  <a:lnTo>
                    <a:pt x="954562" y="167920"/>
                  </a:lnTo>
                  <a:lnTo>
                    <a:pt x="962386" y="166644"/>
                  </a:lnTo>
                  <a:lnTo>
                    <a:pt x="970210" y="165348"/>
                  </a:lnTo>
                  <a:lnTo>
                    <a:pt x="978034" y="164050"/>
                  </a:lnTo>
                  <a:lnTo>
                    <a:pt x="985859" y="162735"/>
                  </a:lnTo>
                  <a:lnTo>
                    <a:pt x="993683" y="161415"/>
                  </a:lnTo>
                  <a:lnTo>
                    <a:pt x="1001507" y="160081"/>
                  </a:lnTo>
                  <a:lnTo>
                    <a:pt x="1009332" y="158740"/>
                  </a:lnTo>
                  <a:lnTo>
                    <a:pt x="1017156" y="157386"/>
                  </a:lnTo>
                  <a:lnTo>
                    <a:pt x="1024980" y="156025"/>
                  </a:lnTo>
                  <a:lnTo>
                    <a:pt x="1032804" y="154652"/>
                  </a:lnTo>
                  <a:lnTo>
                    <a:pt x="1040629" y="153271"/>
                  </a:lnTo>
                  <a:lnTo>
                    <a:pt x="1048453" y="151880"/>
                  </a:lnTo>
                  <a:lnTo>
                    <a:pt x="1056277" y="150478"/>
                  </a:lnTo>
                  <a:lnTo>
                    <a:pt x="1064101" y="149069"/>
                  </a:lnTo>
                  <a:lnTo>
                    <a:pt x="1071926" y="147648"/>
                  </a:lnTo>
                  <a:lnTo>
                    <a:pt x="1079750" y="146222"/>
                  </a:lnTo>
                  <a:lnTo>
                    <a:pt x="1087574" y="144783"/>
                  </a:lnTo>
                  <a:lnTo>
                    <a:pt x="1095399" y="143339"/>
                  </a:lnTo>
                  <a:lnTo>
                    <a:pt x="1103223" y="141882"/>
                  </a:lnTo>
                  <a:lnTo>
                    <a:pt x="1111047" y="140422"/>
                  </a:lnTo>
                  <a:lnTo>
                    <a:pt x="1118871" y="138947"/>
                  </a:lnTo>
                  <a:lnTo>
                    <a:pt x="1126696" y="137471"/>
                  </a:lnTo>
                  <a:lnTo>
                    <a:pt x="1134520" y="135981"/>
                  </a:lnTo>
                  <a:lnTo>
                    <a:pt x="1142344" y="134488"/>
                  </a:lnTo>
                  <a:lnTo>
                    <a:pt x="1150169" y="132983"/>
                  </a:lnTo>
                  <a:lnTo>
                    <a:pt x="1157993" y="131475"/>
                  </a:lnTo>
                  <a:lnTo>
                    <a:pt x="1165817" y="129957"/>
                  </a:lnTo>
                  <a:lnTo>
                    <a:pt x="1173641" y="128434"/>
                  </a:lnTo>
                  <a:lnTo>
                    <a:pt x="1181466" y="126903"/>
                  </a:lnTo>
                  <a:lnTo>
                    <a:pt x="1189290" y="125367"/>
                  </a:lnTo>
                  <a:lnTo>
                    <a:pt x="1197114" y="123824"/>
                  </a:lnTo>
                  <a:lnTo>
                    <a:pt x="1204939" y="122276"/>
                  </a:lnTo>
                  <a:lnTo>
                    <a:pt x="1212763" y="120722"/>
                  </a:lnTo>
                  <a:lnTo>
                    <a:pt x="1220587" y="119162"/>
                  </a:lnTo>
                  <a:lnTo>
                    <a:pt x="1228411" y="117598"/>
                  </a:lnTo>
                  <a:lnTo>
                    <a:pt x="1236236" y="116029"/>
                  </a:lnTo>
                  <a:lnTo>
                    <a:pt x="1244060" y="114456"/>
                  </a:lnTo>
                  <a:lnTo>
                    <a:pt x="1251884" y="112878"/>
                  </a:lnTo>
                  <a:lnTo>
                    <a:pt x="1259708" y="111297"/>
                  </a:lnTo>
                  <a:lnTo>
                    <a:pt x="1267533" y="109712"/>
                  </a:lnTo>
                  <a:lnTo>
                    <a:pt x="1275357" y="108125"/>
                  </a:lnTo>
                  <a:lnTo>
                    <a:pt x="1283181" y="106533"/>
                  </a:lnTo>
                  <a:lnTo>
                    <a:pt x="1291006" y="104941"/>
                  </a:lnTo>
                  <a:lnTo>
                    <a:pt x="1298830" y="103344"/>
                  </a:lnTo>
                  <a:lnTo>
                    <a:pt x="1306654" y="101748"/>
                  </a:lnTo>
                  <a:lnTo>
                    <a:pt x="1314478" y="100149"/>
                  </a:lnTo>
                  <a:lnTo>
                    <a:pt x="1322303" y="98550"/>
                  </a:lnTo>
                  <a:lnTo>
                    <a:pt x="1330127" y="96949"/>
                  </a:lnTo>
                  <a:lnTo>
                    <a:pt x="1337951" y="95349"/>
                  </a:lnTo>
                  <a:lnTo>
                    <a:pt x="1345776" y="93748"/>
                  </a:lnTo>
                  <a:lnTo>
                    <a:pt x="1353600" y="92149"/>
                  </a:lnTo>
                  <a:lnTo>
                    <a:pt x="1361424" y="90550"/>
                  </a:lnTo>
                  <a:lnTo>
                    <a:pt x="1369248" y="88952"/>
                  </a:lnTo>
                  <a:lnTo>
                    <a:pt x="1377073" y="87356"/>
                  </a:lnTo>
                  <a:lnTo>
                    <a:pt x="1384897" y="85762"/>
                  </a:lnTo>
                  <a:lnTo>
                    <a:pt x="1392721" y="84170"/>
                  </a:lnTo>
                  <a:lnTo>
                    <a:pt x="1400545" y="82583"/>
                  </a:lnTo>
                  <a:lnTo>
                    <a:pt x="1408370" y="80996"/>
                  </a:lnTo>
                  <a:lnTo>
                    <a:pt x="1416194" y="79416"/>
                  </a:lnTo>
                  <a:lnTo>
                    <a:pt x="1424018" y="77838"/>
                  </a:lnTo>
                  <a:lnTo>
                    <a:pt x="1431843" y="76267"/>
                  </a:lnTo>
                  <a:lnTo>
                    <a:pt x="1439667" y="74697"/>
                  </a:lnTo>
                  <a:lnTo>
                    <a:pt x="1447491" y="73138"/>
                  </a:lnTo>
                  <a:lnTo>
                    <a:pt x="1455315" y="71580"/>
                  </a:lnTo>
                  <a:lnTo>
                    <a:pt x="1463140" y="70032"/>
                  </a:lnTo>
                  <a:lnTo>
                    <a:pt x="1470964" y="68488"/>
                  </a:lnTo>
                  <a:lnTo>
                    <a:pt x="1478788" y="66954"/>
                  </a:lnTo>
                  <a:lnTo>
                    <a:pt x="1486613" y="65425"/>
                  </a:lnTo>
                  <a:lnTo>
                    <a:pt x="1494437" y="63907"/>
                  </a:lnTo>
                  <a:lnTo>
                    <a:pt x="1502261" y="62395"/>
                  </a:lnTo>
                  <a:lnTo>
                    <a:pt x="1510085" y="60894"/>
                  </a:lnTo>
                  <a:lnTo>
                    <a:pt x="1517910" y="59402"/>
                  </a:lnTo>
                  <a:lnTo>
                    <a:pt x="1525734" y="57919"/>
                  </a:lnTo>
                  <a:lnTo>
                    <a:pt x="1533558" y="56448"/>
                  </a:lnTo>
                  <a:lnTo>
                    <a:pt x="1541383" y="54985"/>
                  </a:lnTo>
                  <a:lnTo>
                    <a:pt x="1549207" y="53537"/>
                  </a:lnTo>
                  <a:lnTo>
                    <a:pt x="1557031" y="52096"/>
                  </a:lnTo>
                  <a:lnTo>
                    <a:pt x="1564855" y="50673"/>
                  </a:lnTo>
                  <a:lnTo>
                    <a:pt x="1572680" y="49256"/>
                  </a:lnTo>
                  <a:lnTo>
                    <a:pt x="1580504" y="47859"/>
                  </a:lnTo>
                  <a:lnTo>
                    <a:pt x="1588328" y="46467"/>
                  </a:lnTo>
                  <a:lnTo>
                    <a:pt x="1596152" y="45099"/>
                  </a:lnTo>
                  <a:lnTo>
                    <a:pt x="1603977" y="43734"/>
                  </a:lnTo>
                  <a:lnTo>
                    <a:pt x="1611801" y="42396"/>
                  </a:lnTo>
                  <a:lnTo>
                    <a:pt x="1619625" y="41062"/>
                  </a:lnTo>
                  <a:lnTo>
                    <a:pt x="1627450" y="39753"/>
                  </a:lnTo>
                  <a:lnTo>
                    <a:pt x="1635274" y="38451"/>
                  </a:lnTo>
                  <a:lnTo>
                    <a:pt x="1643098" y="37174"/>
                  </a:lnTo>
                  <a:lnTo>
                    <a:pt x="1650922" y="35906"/>
                  </a:lnTo>
                  <a:lnTo>
                    <a:pt x="1658747" y="34660"/>
                  </a:lnTo>
                  <a:lnTo>
                    <a:pt x="1666571" y="33429"/>
                  </a:lnTo>
                  <a:lnTo>
                    <a:pt x="1674395" y="32217"/>
                  </a:lnTo>
                  <a:lnTo>
                    <a:pt x="1682220" y="31022"/>
                  </a:lnTo>
                  <a:lnTo>
                    <a:pt x="1690044" y="29846"/>
                  </a:lnTo>
                  <a:lnTo>
                    <a:pt x="1697868" y="28690"/>
                  </a:lnTo>
                  <a:lnTo>
                    <a:pt x="1705692" y="27550"/>
                  </a:lnTo>
                  <a:lnTo>
                    <a:pt x="1713517" y="26435"/>
                  </a:lnTo>
                  <a:lnTo>
                    <a:pt x="1721341" y="25332"/>
                  </a:lnTo>
                  <a:lnTo>
                    <a:pt x="1729165" y="24259"/>
                  </a:lnTo>
                  <a:lnTo>
                    <a:pt x="1736990" y="23194"/>
                  </a:lnTo>
                  <a:lnTo>
                    <a:pt x="1744814" y="22164"/>
                  </a:lnTo>
                  <a:lnTo>
                    <a:pt x="1752638" y="21140"/>
                  </a:lnTo>
                  <a:lnTo>
                    <a:pt x="1760462" y="20154"/>
                  </a:lnTo>
                  <a:lnTo>
                    <a:pt x="1768287" y="19172"/>
                  </a:lnTo>
                  <a:lnTo>
                    <a:pt x="1776111" y="18230"/>
                  </a:lnTo>
                  <a:lnTo>
                    <a:pt x="1783935" y="17294"/>
                  </a:lnTo>
                  <a:lnTo>
                    <a:pt x="1791759" y="16395"/>
                  </a:lnTo>
                  <a:lnTo>
                    <a:pt x="1799584" y="15506"/>
                  </a:lnTo>
                  <a:lnTo>
                    <a:pt x="1807408" y="14650"/>
                  </a:lnTo>
                  <a:lnTo>
                    <a:pt x="1815232" y="13809"/>
                  </a:lnTo>
                  <a:lnTo>
                    <a:pt x="1823057" y="12997"/>
                  </a:lnTo>
                  <a:lnTo>
                    <a:pt x="1830881" y="12205"/>
                  </a:lnTo>
                  <a:lnTo>
                    <a:pt x="1838705" y="11438"/>
                  </a:lnTo>
                  <a:lnTo>
                    <a:pt x="1846529" y="10696"/>
                  </a:lnTo>
                  <a:lnTo>
                    <a:pt x="1854354" y="9975"/>
                  </a:lnTo>
                  <a:lnTo>
                    <a:pt x="1862178" y="9283"/>
                  </a:lnTo>
                  <a:lnTo>
                    <a:pt x="1870002" y="8608"/>
                  </a:lnTo>
                  <a:lnTo>
                    <a:pt x="1877827" y="7967"/>
                  </a:lnTo>
                  <a:lnTo>
                    <a:pt x="1885651" y="7339"/>
                  </a:lnTo>
                  <a:lnTo>
                    <a:pt x="1893475" y="6749"/>
                  </a:lnTo>
                  <a:lnTo>
                    <a:pt x="1901299" y="6169"/>
                  </a:lnTo>
                  <a:lnTo>
                    <a:pt x="1909124" y="5631"/>
                  </a:lnTo>
                  <a:lnTo>
                    <a:pt x="1916948" y="5098"/>
                  </a:lnTo>
                  <a:lnTo>
                    <a:pt x="1924772" y="4613"/>
                  </a:lnTo>
                  <a:lnTo>
                    <a:pt x="1932596" y="4132"/>
                  </a:lnTo>
                  <a:lnTo>
                    <a:pt x="1940421" y="3696"/>
                  </a:lnTo>
                  <a:lnTo>
                    <a:pt x="1948245" y="3267"/>
                  </a:lnTo>
                  <a:lnTo>
                    <a:pt x="1956069" y="2879"/>
                  </a:lnTo>
                  <a:lnTo>
                    <a:pt x="1963894" y="2504"/>
                  </a:lnTo>
                  <a:lnTo>
                    <a:pt x="1971718" y="2165"/>
                  </a:lnTo>
                  <a:lnTo>
                    <a:pt x="1979542" y="1843"/>
                  </a:lnTo>
                  <a:lnTo>
                    <a:pt x="1987366" y="1552"/>
                  </a:lnTo>
                  <a:lnTo>
                    <a:pt x="1995191" y="1283"/>
                  </a:lnTo>
                  <a:lnTo>
                    <a:pt x="2003015" y="1040"/>
                  </a:lnTo>
                  <a:lnTo>
                    <a:pt x="2010839" y="824"/>
                  </a:lnTo>
                  <a:lnTo>
                    <a:pt x="2018664" y="630"/>
                  </a:lnTo>
                  <a:lnTo>
                    <a:pt x="2026488" y="467"/>
                  </a:lnTo>
                  <a:lnTo>
                    <a:pt x="2034312" y="322"/>
                  </a:lnTo>
                  <a:lnTo>
                    <a:pt x="2042136" y="211"/>
                  </a:lnTo>
                  <a:lnTo>
                    <a:pt x="2049961" y="114"/>
                  </a:lnTo>
                  <a:lnTo>
                    <a:pt x="2057785" y="56"/>
                  </a:lnTo>
                  <a:lnTo>
                    <a:pt x="2065609" y="7"/>
                  </a:lnTo>
                  <a:lnTo>
                    <a:pt x="2073434" y="1"/>
                  </a:lnTo>
                  <a:lnTo>
                    <a:pt x="2081258" y="0"/>
                  </a:lnTo>
                  <a:lnTo>
                    <a:pt x="2089082" y="45"/>
                  </a:lnTo>
                  <a:lnTo>
                    <a:pt x="2096906" y="95"/>
                  </a:lnTo>
                  <a:lnTo>
                    <a:pt x="2104731" y="187"/>
                  </a:lnTo>
                  <a:lnTo>
                    <a:pt x="2112555" y="288"/>
                  </a:lnTo>
                  <a:lnTo>
                    <a:pt x="2120379" y="427"/>
                  </a:lnTo>
                  <a:lnTo>
                    <a:pt x="2128203" y="578"/>
                  </a:lnTo>
                  <a:lnTo>
                    <a:pt x="2136028" y="763"/>
                  </a:lnTo>
                  <a:lnTo>
                    <a:pt x="2143852" y="964"/>
                  </a:lnTo>
                  <a:lnTo>
                    <a:pt x="2151676" y="1194"/>
                  </a:lnTo>
                  <a:lnTo>
                    <a:pt x="2159501" y="1444"/>
                  </a:lnTo>
                  <a:lnTo>
                    <a:pt x="2167325" y="1718"/>
                  </a:lnTo>
                  <a:lnTo>
                    <a:pt x="2175149" y="2017"/>
                  </a:lnTo>
                  <a:lnTo>
                    <a:pt x="2182973" y="2335"/>
                  </a:lnTo>
                  <a:lnTo>
                    <a:pt x="2190798" y="2682"/>
                  </a:lnTo>
                  <a:lnTo>
                    <a:pt x="2198622" y="3043"/>
                  </a:lnTo>
                  <a:lnTo>
                    <a:pt x="2206446" y="3437"/>
                  </a:lnTo>
                  <a:lnTo>
                    <a:pt x="2214271" y="3841"/>
                  </a:lnTo>
                  <a:lnTo>
                    <a:pt x="2222095" y="4280"/>
                  </a:lnTo>
                  <a:lnTo>
                    <a:pt x="2229919" y="4725"/>
                  </a:lnTo>
                  <a:lnTo>
                    <a:pt x="2237743" y="5210"/>
                  </a:lnTo>
                  <a:lnTo>
                    <a:pt x="2245568" y="5698"/>
                  </a:lnTo>
                  <a:lnTo>
                    <a:pt x="2253392" y="6224"/>
                  </a:lnTo>
                  <a:lnTo>
                    <a:pt x="2261216" y="6756"/>
                  </a:lnTo>
                  <a:lnTo>
                    <a:pt x="2269040" y="7322"/>
                  </a:lnTo>
                  <a:lnTo>
                    <a:pt x="2276865" y="7896"/>
                  </a:lnTo>
                  <a:lnTo>
                    <a:pt x="2284689" y="8500"/>
                  </a:lnTo>
                  <a:lnTo>
                    <a:pt x="2292513" y="9116"/>
                  </a:lnTo>
                  <a:lnTo>
                    <a:pt x="2300338" y="9757"/>
                  </a:lnTo>
                  <a:lnTo>
                    <a:pt x="2308162" y="10414"/>
                  </a:lnTo>
                  <a:lnTo>
                    <a:pt x="2315986" y="11092"/>
                  </a:lnTo>
                  <a:lnTo>
                    <a:pt x="2323810" y="11788"/>
                  </a:lnTo>
                  <a:lnTo>
                    <a:pt x="2331635" y="12501"/>
                  </a:lnTo>
                  <a:lnTo>
                    <a:pt x="2339459" y="13235"/>
                  </a:lnTo>
                  <a:lnTo>
                    <a:pt x="2347283" y="13983"/>
                  </a:lnTo>
                  <a:lnTo>
                    <a:pt x="2355108" y="14754"/>
                  </a:lnTo>
                  <a:lnTo>
                    <a:pt x="2362932" y="15535"/>
                  </a:lnTo>
                  <a:lnTo>
                    <a:pt x="2370756" y="16341"/>
                  </a:lnTo>
                  <a:lnTo>
                    <a:pt x="2378580" y="17155"/>
                  </a:lnTo>
                  <a:lnTo>
                    <a:pt x="2386405" y="17996"/>
                  </a:lnTo>
                  <a:lnTo>
                    <a:pt x="2394229" y="18841"/>
                  </a:lnTo>
                  <a:lnTo>
                    <a:pt x="2402053" y="19715"/>
                  </a:lnTo>
                  <a:lnTo>
                    <a:pt x="2409878" y="20592"/>
                  </a:lnTo>
                  <a:lnTo>
                    <a:pt x="2417702" y="21497"/>
                  </a:lnTo>
                  <a:lnTo>
                    <a:pt x="2425526" y="22406"/>
                  </a:lnTo>
                  <a:lnTo>
                    <a:pt x="2433350" y="23338"/>
                  </a:lnTo>
                  <a:lnTo>
                    <a:pt x="2441175" y="24277"/>
                  </a:lnTo>
                  <a:lnTo>
                    <a:pt x="2448999" y="25237"/>
                  </a:lnTo>
                  <a:lnTo>
                    <a:pt x="2456823" y="26205"/>
                  </a:lnTo>
                  <a:lnTo>
                    <a:pt x="2464647" y="27190"/>
                  </a:lnTo>
                  <a:lnTo>
                    <a:pt x="2472472" y="28186"/>
                  </a:lnTo>
                  <a:lnTo>
                    <a:pt x="2480296" y="29197"/>
                  </a:lnTo>
                  <a:lnTo>
                    <a:pt x="2488120" y="30219"/>
                  </a:lnTo>
                  <a:lnTo>
                    <a:pt x="2495945" y="31253"/>
                  </a:lnTo>
                  <a:lnTo>
                    <a:pt x="2503769" y="32301"/>
                  </a:lnTo>
                  <a:lnTo>
                    <a:pt x="2511593" y="33357"/>
                  </a:lnTo>
                  <a:lnTo>
                    <a:pt x="2519417" y="34429"/>
                  </a:lnTo>
                  <a:lnTo>
                    <a:pt x="2527242" y="35506"/>
                  </a:lnTo>
                  <a:lnTo>
                    <a:pt x="2535066" y="36601"/>
                  </a:lnTo>
                  <a:lnTo>
                    <a:pt x="2542890" y="37699"/>
                  </a:lnTo>
                  <a:lnTo>
                    <a:pt x="2550715" y="38814"/>
                  </a:lnTo>
                  <a:lnTo>
                    <a:pt x="2558539" y="39931"/>
                  </a:lnTo>
                  <a:lnTo>
                    <a:pt x="2566363" y="41067"/>
                  </a:lnTo>
                  <a:lnTo>
                    <a:pt x="2574187" y="42203"/>
                  </a:lnTo>
                  <a:lnTo>
                    <a:pt x="2582012" y="43356"/>
                  </a:lnTo>
                  <a:lnTo>
                    <a:pt x="2589836" y="44511"/>
                  </a:lnTo>
                  <a:lnTo>
                    <a:pt x="2597660" y="45679"/>
                  </a:lnTo>
                  <a:lnTo>
                    <a:pt x="2605485" y="46852"/>
                  </a:lnTo>
                  <a:lnTo>
                    <a:pt x="2613309" y="48035"/>
                  </a:lnTo>
                  <a:lnTo>
                    <a:pt x="2621133" y="49223"/>
                  </a:lnTo>
                  <a:lnTo>
                    <a:pt x="2628957" y="50420"/>
                  </a:lnTo>
                  <a:lnTo>
                    <a:pt x="2636782" y="51623"/>
                  </a:lnTo>
                  <a:lnTo>
                    <a:pt x="2644606" y="52833"/>
                  </a:lnTo>
                  <a:lnTo>
                    <a:pt x="2652430" y="54049"/>
                  </a:lnTo>
                  <a:lnTo>
                    <a:pt x="2660254" y="55270"/>
                  </a:lnTo>
                  <a:lnTo>
                    <a:pt x="2668079" y="56499"/>
                  </a:lnTo>
                  <a:lnTo>
                    <a:pt x="2675903" y="57731"/>
                  </a:lnTo>
                  <a:lnTo>
                    <a:pt x="2683727" y="58970"/>
                  </a:lnTo>
                  <a:lnTo>
                    <a:pt x="2691552" y="60212"/>
                  </a:lnTo>
                  <a:lnTo>
                    <a:pt x="2699376" y="61461"/>
                  </a:lnTo>
                  <a:lnTo>
                    <a:pt x="2707200" y="62712"/>
                  </a:lnTo>
                  <a:lnTo>
                    <a:pt x="2715024" y="63970"/>
                  </a:lnTo>
                  <a:lnTo>
                    <a:pt x="2722849" y="65228"/>
                  </a:lnTo>
                  <a:lnTo>
                    <a:pt x="2730673" y="66494"/>
                  </a:lnTo>
                  <a:lnTo>
                    <a:pt x="2738497" y="67760"/>
                  </a:lnTo>
                  <a:lnTo>
                    <a:pt x="2746322" y="69031"/>
                  </a:lnTo>
                  <a:lnTo>
                    <a:pt x="2754146" y="70303"/>
                  </a:lnTo>
                  <a:lnTo>
                    <a:pt x="2761970" y="71580"/>
                  </a:lnTo>
                  <a:lnTo>
                    <a:pt x="2769794" y="72858"/>
                  </a:lnTo>
                  <a:lnTo>
                    <a:pt x="2777619" y="74138"/>
                  </a:lnTo>
                  <a:lnTo>
                    <a:pt x="2785443" y="75420"/>
                  </a:lnTo>
                  <a:lnTo>
                    <a:pt x="2793267" y="76704"/>
                  </a:lnTo>
                  <a:lnTo>
                    <a:pt x="2801091" y="77990"/>
                  </a:lnTo>
                  <a:lnTo>
                    <a:pt x="2808916" y="79277"/>
                  </a:lnTo>
                  <a:lnTo>
                    <a:pt x="2816740" y="80564"/>
                  </a:lnTo>
                  <a:lnTo>
                    <a:pt x="2824564" y="81853"/>
                  </a:lnTo>
                  <a:lnTo>
                    <a:pt x="2832389" y="83142"/>
                  </a:lnTo>
                  <a:lnTo>
                    <a:pt x="2840213" y="84432"/>
                  </a:lnTo>
                  <a:lnTo>
                    <a:pt x="2848037" y="85722"/>
                  </a:lnTo>
                  <a:lnTo>
                    <a:pt x="2855861" y="87013"/>
                  </a:lnTo>
                  <a:lnTo>
                    <a:pt x="2863686" y="88303"/>
                  </a:lnTo>
                  <a:lnTo>
                    <a:pt x="2871510" y="89593"/>
                  </a:lnTo>
                  <a:lnTo>
                    <a:pt x="2879334" y="90882"/>
                  </a:lnTo>
                  <a:lnTo>
                    <a:pt x="2887159" y="92171"/>
                  </a:lnTo>
                  <a:lnTo>
                    <a:pt x="2894983" y="93459"/>
                  </a:lnTo>
                  <a:lnTo>
                    <a:pt x="2902807" y="94746"/>
                  </a:lnTo>
                  <a:lnTo>
                    <a:pt x="2910631" y="96032"/>
                  </a:lnTo>
                  <a:lnTo>
                    <a:pt x="2918456" y="97317"/>
                  </a:lnTo>
                  <a:lnTo>
                    <a:pt x="2926280" y="98600"/>
                  </a:lnTo>
                  <a:lnTo>
                    <a:pt x="2934104" y="99882"/>
                  </a:lnTo>
                  <a:lnTo>
                    <a:pt x="2941929" y="101162"/>
                  </a:lnTo>
                  <a:lnTo>
                    <a:pt x="2949753" y="102440"/>
                  </a:lnTo>
                  <a:lnTo>
                    <a:pt x="2957577" y="103717"/>
                  </a:lnTo>
                  <a:lnTo>
                    <a:pt x="2965401" y="104991"/>
                  </a:lnTo>
                  <a:lnTo>
                    <a:pt x="2973226" y="106263"/>
                  </a:lnTo>
                  <a:lnTo>
                    <a:pt x="2981050" y="107533"/>
                  </a:lnTo>
                  <a:lnTo>
                    <a:pt x="2988874" y="108800"/>
                  </a:lnTo>
                  <a:lnTo>
                    <a:pt x="2996698" y="110065"/>
                  </a:lnTo>
                  <a:lnTo>
                    <a:pt x="3004523" y="111328"/>
                  </a:lnTo>
                  <a:lnTo>
                    <a:pt x="3012347" y="112586"/>
                  </a:lnTo>
                  <a:lnTo>
                    <a:pt x="3020171" y="113844"/>
                  </a:lnTo>
                  <a:lnTo>
                    <a:pt x="3027996" y="115097"/>
                  </a:lnTo>
                  <a:lnTo>
                    <a:pt x="3035820" y="116349"/>
                  </a:lnTo>
                  <a:lnTo>
                    <a:pt x="3043644" y="117595"/>
                  </a:lnTo>
                  <a:lnTo>
                    <a:pt x="3051468" y="118841"/>
                  </a:lnTo>
                  <a:lnTo>
                    <a:pt x="3059293" y="120081"/>
                  </a:lnTo>
                  <a:lnTo>
                    <a:pt x="3067117" y="121320"/>
                  </a:lnTo>
                  <a:lnTo>
                    <a:pt x="3074941" y="122553"/>
                  </a:lnTo>
                  <a:lnTo>
                    <a:pt x="3082766" y="123785"/>
                  </a:lnTo>
                  <a:lnTo>
                    <a:pt x="3090590" y="125012"/>
                  </a:lnTo>
                  <a:lnTo>
                    <a:pt x="3098414" y="126236"/>
                  </a:lnTo>
                  <a:lnTo>
                    <a:pt x="3106238" y="127456"/>
                  </a:lnTo>
                  <a:lnTo>
                    <a:pt x="3114063" y="128673"/>
                  </a:lnTo>
                  <a:lnTo>
                    <a:pt x="3121887" y="129885"/>
                  </a:lnTo>
                  <a:lnTo>
                    <a:pt x="3129711" y="131094"/>
                  </a:lnTo>
                  <a:lnTo>
                    <a:pt x="3137536" y="132300"/>
                  </a:lnTo>
                  <a:lnTo>
                    <a:pt x="3145360" y="133500"/>
                  </a:lnTo>
                  <a:lnTo>
                    <a:pt x="3153184" y="134699"/>
                  </a:lnTo>
                  <a:lnTo>
                    <a:pt x="3161008" y="135891"/>
                  </a:lnTo>
                  <a:lnTo>
                    <a:pt x="3168833" y="137082"/>
                  </a:lnTo>
                  <a:lnTo>
                    <a:pt x="3176657" y="138266"/>
                  </a:lnTo>
                  <a:lnTo>
                    <a:pt x="3184481" y="139448"/>
                  </a:lnTo>
                  <a:lnTo>
                    <a:pt x="3192305" y="140624"/>
                  </a:lnTo>
                  <a:lnTo>
                    <a:pt x="3200130" y="141799"/>
                  </a:lnTo>
                  <a:lnTo>
                    <a:pt x="3207954" y="142966"/>
                  </a:lnTo>
                  <a:lnTo>
                    <a:pt x="3215778" y="144132"/>
                  </a:lnTo>
                  <a:lnTo>
                    <a:pt x="3223603" y="145291"/>
                  </a:lnTo>
                  <a:lnTo>
                    <a:pt x="3231427" y="146449"/>
                  </a:lnTo>
                  <a:lnTo>
                    <a:pt x="3239251" y="147599"/>
                  </a:lnTo>
                  <a:lnTo>
                    <a:pt x="3247075" y="148748"/>
                  </a:lnTo>
                  <a:lnTo>
                    <a:pt x="3254900" y="149891"/>
                  </a:lnTo>
                  <a:lnTo>
                    <a:pt x="3262724" y="151031"/>
                  </a:lnTo>
                  <a:lnTo>
                    <a:pt x="3270548" y="152165"/>
                  </a:lnTo>
                  <a:lnTo>
                    <a:pt x="3278373" y="153296"/>
                  </a:lnTo>
                  <a:lnTo>
                    <a:pt x="3286197" y="154423"/>
                  </a:lnTo>
                  <a:lnTo>
                    <a:pt x="3294021" y="155544"/>
                  </a:lnTo>
                  <a:lnTo>
                    <a:pt x="3301845" y="156662"/>
                  </a:lnTo>
                  <a:lnTo>
                    <a:pt x="3309670" y="157775"/>
                  </a:lnTo>
                  <a:lnTo>
                    <a:pt x="3317494" y="158885"/>
                  </a:lnTo>
                  <a:lnTo>
                    <a:pt x="3325318" y="159989"/>
                  </a:lnTo>
                  <a:lnTo>
                    <a:pt x="3333142" y="161090"/>
                  </a:lnTo>
                  <a:lnTo>
                    <a:pt x="3340967" y="162185"/>
                  </a:lnTo>
                  <a:lnTo>
                    <a:pt x="3348791" y="163278"/>
                  </a:lnTo>
                  <a:lnTo>
                    <a:pt x="3356615" y="164363"/>
                  </a:lnTo>
                  <a:lnTo>
                    <a:pt x="3364440" y="165448"/>
                  </a:lnTo>
                  <a:lnTo>
                    <a:pt x="3372264" y="166524"/>
                  </a:lnTo>
                  <a:lnTo>
                    <a:pt x="3380088" y="167600"/>
                  </a:lnTo>
                  <a:lnTo>
                    <a:pt x="3387912" y="168668"/>
                  </a:lnTo>
                  <a:lnTo>
                    <a:pt x="3395737" y="169734"/>
                  </a:lnTo>
                  <a:lnTo>
                    <a:pt x="3403561" y="170794"/>
                  </a:lnTo>
                  <a:lnTo>
                    <a:pt x="3411385" y="171851"/>
                  </a:lnTo>
                  <a:lnTo>
                    <a:pt x="3419210" y="172902"/>
                  </a:lnTo>
                  <a:lnTo>
                    <a:pt x="3427034" y="173950"/>
                  </a:lnTo>
                  <a:lnTo>
                    <a:pt x="3434858" y="174992"/>
                  </a:lnTo>
                  <a:lnTo>
                    <a:pt x="3442682" y="176031"/>
                  </a:lnTo>
                  <a:lnTo>
                    <a:pt x="3450507" y="177065"/>
                  </a:lnTo>
                  <a:lnTo>
                    <a:pt x="3458331" y="178094"/>
                  </a:lnTo>
                  <a:lnTo>
                    <a:pt x="3466155" y="179120"/>
                  </a:lnTo>
                  <a:lnTo>
                    <a:pt x="3473980" y="180139"/>
                  </a:lnTo>
                  <a:lnTo>
                    <a:pt x="3481804" y="181157"/>
                  </a:lnTo>
                  <a:lnTo>
                    <a:pt x="3489628" y="182167"/>
                  </a:lnTo>
                  <a:lnTo>
                    <a:pt x="3497452" y="183175"/>
                  </a:lnTo>
                  <a:lnTo>
                    <a:pt x="3505277" y="184176"/>
                  </a:lnTo>
                  <a:lnTo>
                    <a:pt x="3513101" y="185176"/>
                  </a:lnTo>
                  <a:lnTo>
                    <a:pt x="3520925" y="186168"/>
                  </a:lnTo>
                  <a:lnTo>
                    <a:pt x="3528749" y="187158"/>
                  </a:lnTo>
                  <a:lnTo>
                    <a:pt x="3536574" y="188141"/>
                  </a:lnTo>
                  <a:lnTo>
                    <a:pt x="3544398" y="189122"/>
                  </a:lnTo>
                  <a:lnTo>
                    <a:pt x="3552222" y="190095"/>
                  </a:lnTo>
                  <a:lnTo>
                    <a:pt x="3560047" y="191066"/>
                  </a:lnTo>
                  <a:lnTo>
                    <a:pt x="3567871" y="192031"/>
                  </a:lnTo>
                  <a:lnTo>
                    <a:pt x="3575695" y="192993"/>
                  </a:lnTo>
                  <a:lnTo>
                    <a:pt x="3583519" y="193949"/>
                  </a:lnTo>
                  <a:lnTo>
                    <a:pt x="3591344" y="194900"/>
                  </a:lnTo>
                  <a:lnTo>
                    <a:pt x="3599168" y="195847"/>
                  </a:lnTo>
                  <a:lnTo>
                    <a:pt x="3606992" y="196789"/>
                  </a:lnTo>
                  <a:lnTo>
                    <a:pt x="3614817" y="197727"/>
                  </a:lnTo>
                  <a:lnTo>
                    <a:pt x="3622641" y="198659"/>
                  </a:lnTo>
                  <a:lnTo>
                    <a:pt x="3630465" y="199587"/>
                  </a:lnTo>
                  <a:lnTo>
                    <a:pt x="3638289" y="200509"/>
                  </a:lnTo>
                  <a:lnTo>
                    <a:pt x="3646114" y="201428"/>
                  </a:lnTo>
                  <a:lnTo>
                    <a:pt x="3653938" y="202339"/>
                  </a:lnTo>
                  <a:lnTo>
                    <a:pt x="3661762" y="203249"/>
                  </a:lnTo>
                  <a:lnTo>
                    <a:pt x="3669586" y="204150"/>
                  </a:lnTo>
                  <a:lnTo>
                    <a:pt x="3677411" y="205051"/>
                  </a:lnTo>
                  <a:lnTo>
                    <a:pt x="3685235" y="205942"/>
                  </a:lnTo>
                  <a:lnTo>
                    <a:pt x="3693059" y="206831"/>
                  </a:lnTo>
                  <a:lnTo>
                    <a:pt x="3700884" y="207712"/>
                  </a:lnTo>
                  <a:lnTo>
                    <a:pt x="3708708" y="208592"/>
                  </a:lnTo>
                  <a:lnTo>
                    <a:pt x="3716532" y="209463"/>
                  </a:lnTo>
                  <a:lnTo>
                    <a:pt x="3724356" y="210331"/>
                  </a:lnTo>
                  <a:lnTo>
                    <a:pt x="3732181" y="211193"/>
                  </a:lnTo>
                  <a:lnTo>
                    <a:pt x="3740005" y="212050"/>
                  </a:lnTo>
                  <a:lnTo>
                    <a:pt x="3747829" y="212901"/>
                  </a:lnTo>
                  <a:lnTo>
                    <a:pt x="3755654" y="213748"/>
                  </a:lnTo>
                  <a:lnTo>
                    <a:pt x="3763478" y="214589"/>
                  </a:lnTo>
                  <a:lnTo>
                    <a:pt x="3771302" y="215424"/>
                  </a:lnTo>
                  <a:lnTo>
                    <a:pt x="3779126" y="216255"/>
                  </a:lnTo>
                  <a:lnTo>
                    <a:pt x="3786951" y="217079"/>
                  </a:lnTo>
                  <a:lnTo>
                    <a:pt x="3794775" y="217899"/>
                  </a:lnTo>
                  <a:lnTo>
                    <a:pt x="3802599" y="218711"/>
                  </a:lnTo>
                  <a:lnTo>
                    <a:pt x="3810424" y="219521"/>
                  </a:lnTo>
                  <a:lnTo>
                    <a:pt x="3818248" y="220322"/>
                  </a:lnTo>
                  <a:lnTo>
                    <a:pt x="3826072" y="221120"/>
                  </a:lnTo>
                  <a:lnTo>
                    <a:pt x="3833896" y="221909"/>
                  </a:lnTo>
                  <a:lnTo>
                    <a:pt x="3841721" y="222697"/>
                  </a:lnTo>
                  <a:lnTo>
                    <a:pt x="3849545" y="223474"/>
                  </a:lnTo>
                  <a:lnTo>
                    <a:pt x="3857369" y="224250"/>
                  </a:lnTo>
                  <a:lnTo>
                    <a:pt x="3865193" y="225016"/>
                  </a:lnTo>
                  <a:lnTo>
                    <a:pt x="3873018" y="225779"/>
                  </a:lnTo>
                  <a:lnTo>
                    <a:pt x="3880842" y="226534"/>
                  </a:lnTo>
                  <a:lnTo>
                    <a:pt x="3888666" y="227285"/>
                  </a:lnTo>
                  <a:lnTo>
                    <a:pt x="3896491" y="228028"/>
                  </a:lnTo>
                  <a:lnTo>
                    <a:pt x="3904315" y="228767"/>
                  </a:lnTo>
                  <a:lnTo>
                    <a:pt x="3912139" y="229498"/>
                  </a:lnTo>
                  <a:lnTo>
                    <a:pt x="3919963" y="230224"/>
                  </a:lnTo>
                  <a:lnTo>
                    <a:pt x="3927788" y="230944"/>
                  </a:lnTo>
                  <a:lnTo>
                    <a:pt x="3935612" y="231657"/>
                  </a:lnTo>
                  <a:lnTo>
                    <a:pt x="3943436" y="232365"/>
                  </a:lnTo>
                  <a:lnTo>
                    <a:pt x="3951261" y="233065"/>
                  </a:lnTo>
                  <a:lnTo>
                    <a:pt x="3959085" y="233761"/>
                  </a:lnTo>
                  <a:lnTo>
                    <a:pt x="3966909" y="234448"/>
                  </a:lnTo>
                  <a:lnTo>
                    <a:pt x="3974733" y="235132"/>
                  </a:lnTo>
                  <a:lnTo>
                    <a:pt x="3982558" y="235805"/>
                  </a:lnTo>
                  <a:lnTo>
                    <a:pt x="3990382" y="236477"/>
                  </a:lnTo>
                  <a:lnTo>
                    <a:pt x="3998206" y="237137"/>
                  </a:lnTo>
                  <a:lnTo>
                    <a:pt x="3998206" y="274064"/>
                  </a:lnTo>
                  <a:lnTo>
                    <a:pt x="3990382" y="274064"/>
                  </a:lnTo>
                  <a:lnTo>
                    <a:pt x="3982558" y="274064"/>
                  </a:lnTo>
                  <a:lnTo>
                    <a:pt x="3974733" y="274064"/>
                  </a:lnTo>
                  <a:lnTo>
                    <a:pt x="3966909" y="274064"/>
                  </a:lnTo>
                  <a:lnTo>
                    <a:pt x="3959085" y="274064"/>
                  </a:lnTo>
                  <a:lnTo>
                    <a:pt x="3951261" y="274064"/>
                  </a:lnTo>
                  <a:lnTo>
                    <a:pt x="3943436" y="274064"/>
                  </a:lnTo>
                  <a:lnTo>
                    <a:pt x="3935612" y="274064"/>
                  </a:lnTo>
                  <a:lnTo>
                    <a:pt x="3927788" y="274064"/>
                  </a:lnTo>
                  <a:lnTo>
                    <a:pt x="3919963" y="274064"/>
                  </a:lnTo>
                  <a:lnTo>
                    <a:pt x="3912139" y="274064"/>
                  </a:lnTo>
                  <a:lnTo>
                    <a:pt x="3904315" y="274064"/>
                  </a:lnTo>
                  <a:lnTo>
                    <a:pt x="3896491" y="274064"/>
                  </a:lnTo>
                  <a:lnTo>
                    <a:pt x="3888666" y="274064"/>
                  </a:lnTo>
                  <a:lnTo>
                    <a:pt x="3880842" y="274064"/>
                  </a:lnTo>
                  <a:lnTo>
                    <a:pt x="3873018" y="274064"/>
                  </a:lnTo>
                  <a:lnTo>
                    <a:pt x="3865193" y="274064"/>
                  </a:lnTo>
                  <a:lnTo>
                    <a:pt x="3857369" y="274064"/>
                  </a:lnTo>
                  <a:lnTo>
                    <a:pt x="3849545" y="274064"/>
                  </a:lnTo>
                  <a:lnTo>
                    <a:pt x="3841721" y="274064"/>
                  </a:lnTo>
                  <a:lnTo>
                    <a:pt x="3833896" y="274064"/>
                  </a:lnTo>
                  <a:lnTo>
                    <a:pt x="3826072" y="274064"/>
                  </a:lnTo>
                  <a:lnTo>
                    <a:pt x="3818248" y="274064"/>
                  </a:lnTo>
                  <a:lnTo>
                    <a:pt x="3810424" y="274064"/>
                  </a:lnTo>
                  <a:lnTo>
                    <a:pt x="3802599" y="274064"/>
                  </a:lnTo>
                  <a:lnTo>
                    <a:pt x="3794775" y="274064"/>
                  </a:lnTo>
                  <a:lnTo>
                    <a:pt x="3786951" y="274064"/>
                  </a:lnTo>
                  <a:lnTo>
                    <a:pt x="3779126" y="274064"/>
                  </a:lnTo>
                  <a:lnTo>
                    <a:pt x="3771302" y="274064"/>
                  </a:lnTo>
                  <a:lnTo>
                    <a:pt x="3763478" y="274064"/>
                  </a:lnTo>
                  <a:lnTo>
                    <a:pt x="3755654" y="274064"/>
                  </a:lnTo>
                  <a:lnTo>
                    <a:pt x="3747829" y="274064"/>
                  </a:lnTo>
                  <a:lnTo>
                    <a:pt x="3740005" y="274064"/>
                  </a:lnTo>
                  <a:lnTo>
                    <a:pt x="3732181" y="274064"/>
                  </a:lnTo>
                  <a:lnTo>
                    <a:pt x="3724356" y="274064"/>
                  </a:lnTo>
                  <a:lnTo>
                    <a:pt x="3716532" y="274064"/>
                  </a:lnTo>
                  <a:lnTo>
                    <a:pt x="3708708" y="274064"/>
                  </a:lnTo>
                  <a:lnTo>
                    <a:pt x="3700884" y="274064"/>
                  </a:lnTo>
                  <a:lnTo>
                    <a:pt x="3693059" y="274064"/>
                  </a:lnTo>
                  <a:lnTo>
                    <a:pt x="3685235" y="274064"/>
                  </a:lnTo>
                  <a:lnTo>
                    <a:pt x="3677411" y="274064"/>
                  </a:lnTo>
                  <a:lnTo>
                    <a:pt x="3669586" y="274064"/>
                  </a:lnTo>
                  <a:lnTo>
                    <a:pt x="3661762" y="274064"/>
                  </a:lnTo>
                  <a:lnTo>
                    <a:pt x="3653938" y="274064"/>
                  </a:lnTo>
                  <a:lnTo>
                    <a:pt x="3646114" y="274064"/>
                  </a:lnTo>
                  <a:lnTo>
                    <a:pt x="3638289" y="274064"/>
                  </a:lnTo>
                  <a:lnTo>
                    <a:pt x="3630465" y="274064"/>
                  </a:lnTo>
                  <a:lnTo>
                    <a:pt x="3622641" y="274064"/>
                  </a:lnTo>
                  <a:lnTo>
                    <a:pt x="3614817" y="274064"/>
                  </a:lnTo>
                  <a:lnTo>
                    <a:pt x="3606992" y="274064"/>
                  </a:lnTo>
                  <a:lnTo>
                    <a:pt x="3599168" y="274064"/>
                  </a:lnTo>
                  <a:lnTo>
                    <a:pt x="3591344" y="274064"/>
                  </a:lnTo>
                  <a:lnTo>
                    <a:pt x="3583519" y="274064"/>
                  </a:lnTo>
                  <a:lnTo>
                    <a:pt x="3575695" y="274064"/>
                  </a:lnTo>
                  <a:lnTo>
                    <a:pt x="3567871" y="274064"/>
                  </a:lnTo>
                  <a:lnTo>
                    <a:pt x="3560047" y="274064"/>
                  </a:lnTo>
                  <a:lnTo>
                    <a:pt x="3552222" y="274064"/>
                  </a:lnTo>
                  <a:lnTo>
                    <a:pt x="3544398" y="274064"/>
                  </a:lnTo>
                  <a:lnTo>
                    <a:pt x="3536574" y="274064"/>
                  </a:lnTo>
                  <a:lnTo>
                    <a:pt x="3528749" y="274064"/>
                  </a:lnTo>
                  <a:lnTo>
                    <a:pt x="3520925" y="274064"/>
                  </a:lnTo>
                  <a:lnTo>
                    <a:pt x="3513101" y="274064"/>
                  </a:lnTo>
                  <a:lnTo>
                    <a:pt x="3505277" y="274064"/>
                  </a:lnTo>
                  <a:lnTo>
                    <a:pt x="3497452" y="274064"/>
                  </a:lnTo>
                  <a:lnTo>
                    <a:pt x="3489628" y="274064"/>
                  </a:lnTo>
                  <a:lnTo>
                    <a:pt x="3481804" y="274064"/>
                  </a:lnTo>
                  <a:lnTo>
                    <a:pt x="3473980" y="274064"/>
                  </a:lnTo>
                  <a:lnTo>
                    <a:pt x="3466155" y="274064"/>
                  </a:lnTo>
                  <a:lnTo>
                    <a:pt x="3458331" y="274064"/>
                  </a:lnTo>
                  <a:lnTo>
                    <a:pt x="3450507" y="274064"/>
                  </a:lnTo>
                  <a:lnTo>
                    <a:pt x="3442682" y="274064"/>
                  </a:lnTo>
                  <a:lnTo>
                    <a:pt x="3434858" y="274064"/>
                  </a:lnTo>
                  <a:lnTo>
                    <a:pt x="3427034" y="274064"/>
                  </a:lnTo>
                  <a:lnTo>
                    <a:pt x="3419210" y="274064"/>
                  </a:lnTo>
                  <a:lnTo>
                    <a:pt x="3411385" y="274064"/>
                  </a:lnTo>
                  <a:lnTo>
                    <a:pt x="3403561" y="274064"/>
                  </a:lnTo>
                  <a:lnTo>
                    <a:pt x="3395737" y="274064"/>
                  </a:lnTo>
                  <a:lnTo>
                    <a:pt x="3387912" y="274064"/>
                  </a:lnTo>
                  <a:lnTo>
                    <a:pt x="3380088" y="274064"/>
                  </a:lnTo>
                  <a:lnTo>
                    <a:pt x="3372264" y="274064"/>
                  </a:lnTo>
                  <a:lnTo>
                    <a:pt x="3364440" y="274064"/>
                  </a:lnTo>
                  <a:lnTo>
                    <a:pt x="3356615" y="274064"/>
                  </a:lnTo>
                  <a:lnTo>
                    <a:pt x="3348791" y="274064"/>
                  </a:lnTo>
                  <a:lnTo>
                    <a:pt x="3340967" y="274064"/>
                  </a:lnTo>
                  <a:lnTo>
                    <a:pt x="3333142" y="274064"/>
                  </a:lnTo>
                  <a:lnTo>
                    <a:pt x="3325318" y="274064"/>
                  </a:lnTo>
                  <a:lnTo>
                    <a:pt x="3317494" y="274064"/>
                  </a:lnTo>
                  <a:lnTo>
                    <a:pt x="3309670" y="274064"/>
                  </a:lnTo>
                  <a:lnTo>
                    <a:pt x="3301845" y="274064"/>
                  </a:lnTo>
                  <a:lnTo>
                    <a:pt x="3294021" y="274064"/>
                  </a:lnTo>
                  <a:lnTo>
                    <a:pt x="3286197" y="274064"/>
                  </a:lnTo>
                  <a:lnTo>
                    <a:pt x="3278373" y="274064"/>
                  </a:lnTo>
                  <a:lnTo>
                    <a:pt x="3270548" y="274064"/>
                  </a:lnTo>
                  <a:lnTo>
                    <a:pt x="3262724" y="274064"/>
                  </a:lnTo>
                  <a:lnTo>
                    <a:pt x="3254900" y="274064"/>
                  </a:lnTo>
                  <a:lnTo>
                    <a:pt x="3247075" y="274064"/>
                  </a:lnTo>
                  <a:lnTo>
                    <a:pt x="3239251" y="274064"/>
                  </a:lnTo>
                  <a:lnTo>
                    <a:pt x="3231427" y="274064"/>
                  </a:lnTo>
                  <a:lnTo>
                    <a:pt x="3223603" y="274064"/>
                  </a:lnTo>
                  <a:lnTo>
                    <a:pt x="3215778" y="274064"/>
                  </a:lnTo>
                  <a:lnTo>
                    <a:pt x="3207954" y="274064"/>
                  </a:lnTo>
                  <a:lnTo>
                    <a:pt x="3200130" y="274064"/>
                  </a:lnTo>
                  <a:lnTo>
                    <a:pt x="3192305" y="274064"/>
                  </a:lnTo>
                  <a:lnTo>
                    <a:pt x="3184481" y="274064"/>
                  </a:lnTo>
                  <a:lnTo>
                    <a:pt x="3176657" y="274064"/>
                  </a:lnTo>
                  <a:lnTo>
                    <a:pt x="3168833" y="274064"/>
                  </a:lnTo>
                  <a:lnTo>
                    <a:pt x="3161008" y="274064"/>
                  </a:lnTo>
                  <a:lnTo>
                    <a:pt x="3153184" y="274064"/>
                  </a:lnTo>
                  <a:lnTo>
                    <a:pt x="3145360" y="274064"/>
                  </a:lnTo>
                  <a:lnTo>
                    <a:pt x="3137536" y="274064"/>
                  </a:lnTo>
                  <a:lnTo>
                    <a:pt x="3129711" y="274064"/>
                  </a:lnTo>
                  <a:lnTo>
                    <a:pt x="3121887" y="274064"/>
                  </a:lnTo>
                  <a:lnTo>
                    <a:pt x="3114063" y="274064"/>
                  </a:lnTo>
                  <a:lnTo>
                    <a:pt x="3106238" y="274064"/>
                  </a:lnTo>
                  <a:lnTo>
                    <a:pt x="3098414" y="274064"/>
                  </a:lnTo>
                  <a:lnTo>
                    <a:pt x="3090590" y="274064"/>
                  </a:lnTo>
                  <a:lnTo>
                    <a:pt x="3082766" y="274064"/>
                  </a:lnTo>
                  <a:lnTo>
                    <a:pt x="3074941" y="274064"/>
                  </a:lnTo>
                  <a:lnTo>
                    <a:pt x="3067117" y="274064"/>
                  </a:lnTo>
                  <a:lnTo>
                    <a:pt x="3059293" y="274064"/>
                  </a:lnTo>
                  <a:lnTo>
                    <a:pt x="3051468" y="274064"/>
                  </a:lnTo>
                  <a:lnTo>
                    <a:pt x="3043644" y="274064"/>
                  </a:lnTo>
                  <a:lnTo>
                    <a:pt x="3035820" y="274064"/>
                  </a:lnTo>
                  <a:lnTo>
                    <a:pt x="3027996" y="274064"/>
                  </a:lnTo>
                  <a:lnTo>
                    <a:pt x="3020171" y="274064"/>
                  </a:lnTo>
                  <a:lnTo>
                    <a:pt x="3012347" y="274064"/>
                  </a:lnTo>
                  <a:lnTo>
                    <a:pt x="3004523" y="274064"/>
                  </a:lnTo>
                  <a:lnTo>
                    <a:pt x="2996698" y="274064"/>
                  </a:lnTo>
                  <a:lnTo>
                    <a:pt x="2988874" y="274064"/>
                  </a:lnTo>
                  <a:lnTo>
                    <a:pt x="2981050" y="274064"/>
                  </a:lnTo>
                  <a:lnTo>
                    <a:pt x="2973226" y="274064"/>
                  </a:lnTo>
                  <a:lnTo>
                    <a:pt x="2965401" y="274064"/>
                  </a:lnTo>
                  <a:lnTo>
                    <a:pt x="2957577" y="274064"/>
                  </a:lnTo>
                  <a:lnTo>
                    <a:pt x="2949753" y="274064"/>
                  </a:lnTo>
                  <a:lnTo>
                    <a:pt x="2941929" y="274064"/>
                  </a:lnTo>
                  <a:lnTo>
                    <a:pt x="2934104" y="274064"/>
                  </a:lnTo>
                  <a:lnTo>
                    <a:pt x="2926280" y="274064"/>
                  </a:lnTo>
                  <a:lnTo>
                    <a:pt x="2918456" y="274064"/>
                  </a:lnTo>
                  <a:lnTo>
                    <a:pt x="2910631" y="274064"/>
                  </a:lnTo>
                  <a:lnTo>
                    <a:pt x="2902807" y="274064"/>
                  </a:lnTo>
                  <a:lnTo>
                    <a:pt x="2894983" y="274064"/>
                  </a:lnTo>
                  <a:lnTo>
                    <a:pt x="2887159" y="274064"/>
                  </a:lnTo>
                  <a:lnTo>
                    <a:pt x="2879334" y="274064"/>
                  </a:lnTo>
                  <a:lnTo>
                    <a:pt x="2871510" y="274064"/>
                  </a:lnTo>
                  <a:lnTo>
                    <a:pt x="2863686" y="274064"/>
                  </a:lnTo>
                  <a:lnTo>
                    <a:pt x="2855861" y="274064"/>
                  </a:lnTo>
                  <a:lnTo>
                    <a:pt x="2848037" y="274064"/>
                  </a:lnTo>
                  <a:lnTo>
                    <a:pt x="2840213" y="274064"/>
                  </a:lnTo>
                  <a:lnTo>
                    <a:pt x="2832389" y="274064"/>
                  </a:lnTo>
                  <a:lnTo>
                    <a:pt x="2824564" y="274064"/>
                  </a:lnTo>
                  <a:lnTo>
                    <a:pt x="2816740" y="274064"/>
                  </a:lnTo>
                  <a:lnTo>
                    <a:pt x="2808916" y="274064"/>
                  </a:lnTo>
                  <a:lnTo>
                    <a:pt x="2801091" y="274064"/>
                  </a:lnTo>
                  <a:lnTo>
                    <a:pt x="2793267" y="274064"/>
                  </a:lnTo>
                  <a:lnTo>
                    <a:pt x="2785443" y="274064"/>
                  </a:lnTo>
                  <a:lnTo>
                    <a:pt x="2777619" y="274064"/>
                  </a:lnTo>
                  <a:lnTo>
                    <a:pt x="2769794" y="274064"/>
                  </a:lnTo>
                  <a:lnTo>
                    <a:pt x="2761970" y="274064"/>
                  </a:lnTo>
                  <a:lnTo>
                    <a:pt x="2754146" y="274064"/>
                  </a:lnTo>
                  <a:lnTo>
                    <a:pt x="2746322" y="274064"/>
                  </a:lnTo>
                  <a:lnTo>
                    <a:pt x="2738497" y="274064"/>
                  </a:lnTo>
                  <a:lnTo>
                    <a:pt x="2730673" y="274064"/>
                  </a:lnTo>
                  <a:lnTo>
                    <a:pt x="2722849" y="274064"/>
                  </a:lnTo>
                  <a:lnTo>
                    <a:pt x="2715024" y="274064"/>
                  </a:lnTo>
                  <a:lnTo>
                    <a:pt x="2707200" y="274064"/>
                  </a:lnTo>
                  <a:lnTo>
                    <a:pt x="2699376" y="274064"/>
                  </a:lnTo>
                  <a:lnTo>
                    <a:pt x="2691552" y="274064"/>
                  </a:lnTo>
                  <a:lnTo>
                    <a:pt x="2683727" y="274064"/>
                  </a:lnTo>
                  <a:lnTo>
                    <a:pt x="2675903" y="274064"/>
                  </a:lnTo>
                  <a:lnTo>
                    <a:pt x="2668079" y="274064"/>
                  </a:lnTo>
                  <a:lnTo>
                    <a:pt x="2660254" y="274064"/>
                  </a:lnTo>
                  <a:lnTo>
                    <a:pt x="2652430" y="274064"/>
                  </a:lnTo>
                  <a:lnTo>
                    <a:pt x="2644606" y="274064"/>
                  </a:lnTo>
                  <a:lnTo>
                    <a:pt x="2636782" y="274064"/>
                  </a:lnTo>
                  <a:lnTo>
                    <a:pt x="2628957" y="274064"/>
                  </a:lnTo>
                  <a:lnTo>
                    <a:pt x="2621133" y="274064"/>
                  </a:lnTo>
                  <a:lnTo>
                    <a:pt x="2613309" y="274064"/>
                  </a:lnTo>
                  <a:lnTo>
                    <a:pt x="2605485" y="274064"/>
                  </a:lnTo>
                  <a:lnTo>
                    <a:pt x="2597660" y="274064"/>
                  </a:lnTo>
                  <a:lnTo>
                    <a:pt x="2589836" y="274064"/>
                  </a:lnTo>
                  <a:lnTo>
                    <a:pt x="2582012" y="274064"/>
                  </a:lnTo>
                  <a:lnTo>
                    <a:pt x="2574187" y="274064"/>
                  </a:lnTo>
                  <a:lnTo>
                    <a:pt x="2566363" y="274064"/>
                  </a:lnTo>
                  <a:lnTo>
                    <a:pt x="2558539" y="274064"/>
                  </a:lnTo>
                  <a:lnTo>
                    <a:pt x="2550715" y="274064"/>
                  </a:lnTo>
                  <a:lnTo>
                    <a:pt x="2542890" y="274064"/>
                  </a:lnTo>
                  <a:lnTo>
                    <a:pt x="2535066" y="274064"/>
                  </a:lnTo>
                  <a:lnTo>
                    <a:pt x="2527242" y="274064"/>
                  </a:lnTo>
                  <a:lnTo>
                    <a:pt x="2519417" y="274064"/>
                  </a:lnTo>
                  <a:lnTo>
                    <a:pt x="2511593" y="274064"/>
                  </a:lnTo>
                  <a:lnTo>
                    <a:pt x="2503769" y="274064"/>
                  </a:lnTo>
                  <a:lnTo>
                    <a:pt x="2495945" y="274064"/>
                  </a:lnTo>
                  <a:lnTo>
                    <a:pt x="2488120" y="274064"/>
                  </a:lnTo>
                  <a:lnTo>
                    <a:pt x="2480296" y="274064"/>
                  </a:lnTo>
                  <a:lnTo>
                    <a:pt x="2472472" y="274064"/>
                  </a:lnTo>
                  <a:lnTo>
                    <a:pt x="2464647" y="274064"/>
                  </a:lnTo>
                  <a:lnTo>
                    <a:pt x="2456823" y="274064"/>
                  </a:lnTo>
                  <a:lnTo>
                    <a:pt x="2448999" y="274064"/>
                  </a:lnTo>
                  <a:lnTo>
                    <a:pt x="2441175" y="274064"/>
                  </a:lnTo>
                  <a:lnTo>
                    <a:pt x="2433350" y="274064"/>
                  </a:lnTo>
                  <a:lnTo>
                    <a:pt x="2425526" y="274064"/>
                  </a:lnTo>
                  <a:lnTo>
                    <a:pt x="2417702" y="274064"/>
                  </a:lnTo>
                  <a:lnTo>
                    <a:pt x="2409878" y="274064"/>
                  </a:lnTo>
                  <a:lnTo>
                    <a:pt x="2402053" y="274064"/>
                  </a:lnTo>
                  <a:lnTo>
                    <a:pt x="2394229" y="274064"/>
                  </a:lnTo>
                  <a:lnTo>
                    <a:pt x="2386405" y="274064"/>
                  </a:lnTo>
                  <a:lnTo>
                    <a:pt x="2378580" y="274064"/>
                  </a:lnTo>
                  <a:lnTo>
                    <a:pt x="2370756" y="274064"/>
                  </a:lnTo>
                  <a:lnTo>
                    <a:pt x="2362932" y="274064"/>
                  </a:lnTo>
                  <a:lnTo>
                    <a:pt x="2355108" y="274064"/>
                  </a:lnTo>
                  <a:lnTo>
                    <a:pt x="2347283" y="274064"/>
                  </a:lnTo>
                  <a:lnTo>
                    <a:pt x="2339459" y="274064"/>
                  </a:lnTo>
                  <a:lnTo>
                    <a:pt x="2331635" y="274064"/>
                  </a:lnTo>
                  <a:lnTo>
                    <a:pt x="2323810" y="274064"/>
                  </a:lnTo>
                  <a:lnTo>
                    <a:pt x="2315986" y="274064"/>
                  </a:lnTo>
                  <a:lnTo>
                    <a:pt x="2308162" y="274064"/>
                  </a:lnTo>
                  <a:lnTo>
                    <a:pt x="2300338" y="274064"/>
                  </a:lnTo>
                  <a:lnTo>
                    <a:pt x="2292513" y="274064"/>
                  </a:lnTo>
                  <a:lnTo>
                    <a:pt x="2284689" y="274064"/>
                  </a:lnTo>
                  <a:lnTo>
                    <a:pt x="2276865" y="274064"/>
                  </a:lnTo>
                  <a:lnTo>
                    <a:pt x="2269040" y="274064"/>
                  </a:lnTo>
                  <a:lnTo>
                    <a:pt x="2261216" y="274064"/>
                  </a:lnTo>
                  <a:lnTo>
                    <a:pt x="2253392" y="274064"/>
                  </a:lnTo>
                  <a:lnTo>
                    <a:pt x="2245568" y="274064"/>
                  </a:lnTo>
                  <a:lnTo>
                    <a:pt x="2237743" y="274064"/>
                  </a:lnTo>
                  <a:lnTo>
                    <a:pt x="2229919" y="274064"/>
                  </a:lnTo>
                  <a:lnTo>
                    <a:pt x="2222095" y="274064"/>
                  </a:lnTo>
                  <a:lnTo>
                    <a:pt x="2214271" y="274064"/>
                  </a:lnTo>
                  <a:lnTo>
                    <a:pt x="2206446" y="274064"/>
                  </a:lnTo>
                  <a:lnTo>
                    <a:pt x="2198622" y="274064"/>
                  </a:lnTo>
                  <a:lnTo>
                    <a:pt x="2190798" y="274064"/>
                  </a:lnTo>
                  <a:lnTo>
                    <a:pt x="2182973" y="274064"/>
                  </a:lnTo>
                  <a:lnTo>
                    <a:pt x="2175149" y="274064"/>
                  </a:lnTo>
                  <a:lnTo>
                    <a:pt x="2167325" y="274064"/>
                  </a:lnTo>
                  <a:lnTo>
                    <a:pt x="2159501" y="274064"/>
                  </a:lnTo>
                  <a:lnTo>
                    <a:pt x="2151676" y="274064"/>
                  </a:lnTo>
                  <a:lnTo>
                    <a:pt x="2143852" y="274064"/>
                  </a:lnTo>
                  <a:lnTo>
                    <a:pt x="2136028" y="274064"/>
                  </a:lnTo>
                  <a:lnTo>
                    <a:pt x="2128203" y="274064"/>
                  </a:lnTo>
                  <a:lnTo>
                    <a:pt x="2120379" y="274064"/>
                  </a:lnTo>
                  <a:lnTo>
                    <a:pt x="2112555" y="274064"/>
                  </a:lnTo>
                  <a:lnTo>
                    <a:pt x="2104731" y="274064"/>
                  </a:lnTo>
                  <a:lnTo>
                    <a:pt x="2096906" y="274064"/>
                  </a:lnTo>
                  <a:lnTo>
                    <a:pt x="2089082" y="274064"/>
                  </a:lnTo>
                  <a:lnTo>
                    <a:pt x="2081258" y="274064"/>
                  </a:lnTo>
                  <a:lnTo>
                    <a:pt x="2073434" y="274064"/>
                  </a:lnTo>
                  <a:lnTo>
                    <a:pt x="2065609" y="274064"/>
                  </a:lnTo>
                  <a:lnTo>
                    <a:pt x="2057785" y="274064"/>
                  </a:lnTo>
                  <a:lnTo>
                    <a:pt x="2049961" y="274064"/>
                  </a:lnTo>
                  <a:lnTo>
                    <a:pt x="2042136" y="274064"/>
                  </a:lnTo>
                  <a:lnTo>
                    <a:pt x="2034312" y="274064"/>
                  </a:lnTo>
                  <a:lnTo>
                    <a:pt x="2026488" y="274064"/>
                  </a:lnTo>
                  <a:lnTo>
                    <a:pt x="2018664" y="274064"/>
                  </a:lnTo>
                  <a:lnTo>
                    <a:pt x="2010839" y="274064"/>
                  </a:lnTo>
                  <a:lnTo>
                    <a:pt x="2003015" y="274064"/>
                  </a:lnTo>
                  <a:lnTo>
                    <a:pt x="1995191" y="274064"/>
                  </a:lnTo>
                  <a:lnTo>
                    <a:pt x="1987366" y="274064"/>
                  </a:lnTo>
                  <a:lnTo>
                    <a:pt x="1979542" y="274064"/>
                  </a:lnTo>
                  <a:lnTo>
                    <a:pt x="1971718" y="274064"/>
                  </a:lnTo>
                  <a:lnTo>
                    <a:pt x="1963894" y="274064"/>
                  </a:lnTo>
                  <a:lnTo>
                    <a:pt x="1956069" y="274064"/>
                  </a:lnTo>
                  <a:lnTo>
                    <a:pt x="1948245" y="274064"/>
                  </a:lnTo>
                  <a:lnTo>
                    <a:pt x="1940421" y="274064"/>
                  </a:lnTo>
                  <a:lnTo>
                    <a:pt x="1932596" y="274064"/>
                  </a:lnTo>
                  <a:lnTo>
                    <a:pt x="1924772" y="274064"/>
                  </a:lnTo>
                  <a:lnTo>
                    <a:pt x="1916948" y="274064"/>
                  </a:lnTo>
                  <a:lnTo>
                    <a:pt x="1909124" y="274064"/>
                  </a:lnTo>
                  <a:lnTo>
                    <a:pt x="1901299" y="274064"/>
                  </a:lnTo>
                  <a:lnTo>
                    <a:pt x="1893475" y="274064"/>
                  </a:lnTo>
                  <a:lnTo>
                    <a:pt x="1885651" y="274064"/>
                  </a:lnTo>
                  <a:lnTo>
                    <a:pt x="1877827" y="274064"/>
                  </a:lnTo>
                  <a:lnTo>
                    <a:pt x="1870002" y="274064"/>
                  </a:lnTo>
                  <a:lnTo>
                    <a:pt x="1862178" y="274064"/>
                  </a:lnTo>
                  <a:lnTo>
                    <a:pt x="1854354" y="274064"/>
                  </a:lnTo>
                  <a:lnTo>
                    <a:pt x="1846529" y="274064"/>
                  </a:lnTo>
                  <a:lnTo>
                    <a:pt x="1838705" y="274064"/>
                  </a:lnTo>
                  <a:lnTo>
                    <a:pt x="1830881" y="274064"/>
                  </a:lnTo>
                  <a:lnTo>
                    <a:pt x="1823057" y="274064"/>
                  </a:lnTo>
                  <a:lnTo>
                    <a:pt x="1815232" y="274064"/>
                  </a:lnTo>
                  <a:lnTo>
                    <a:pt x="1807408" y="274064"/>
                  </a:lnTo>
                  <a:lnTo>
                    <a:pt x="1799584" y="274064"/>
                  </a:lnTo>
                  <a:lnTo>
                    <a:pt x="1791759" y="274064"/>
                  </a:lnTo>
                  <a:lnTo>
                    <a:pt x="1783935" y="274064"/>
                  </a:lnTo>
                  <a:lnTo>
                    <a:pt x="1776111" y="274064"/>
                  </a:lnTo>
                  <a:lnTo>
                    <a:pt x="1768287" y="274064"/>
                  </a:lnTo>
                  <a:lnTo>
                    <a:pt x="1760462" y="274064"/>
                  </a:lnTo>
                  <a:lnTo>
                    <a:pt x="1752638" y="274064"/>
                  </a:lnTo>
                  <a:lnTo>
                    <a:pt x="1744814" y="274064"/>
                  </a:lnTo>
                  <a:lnTo>
                    <a:pt x="1736990" y="274064"/>
                  </a:lnTo>
                  <a:lnTo>
                    <a:pt x="1729165" y="274064"/>
                  </a:lnTo>
                  <a:lnTo>
                    <a:pt x="1721341" y="274064"/>
                  </a:lnTo>
                  <a:lnTo>
                    <a:pt x="1713517" y="274064"/>
                  </a:lnTo>
                  <a:lnTo>
                    <a:pt x="1705692" y="274064"/>
                  </a:lnTo>
                  <a:lnTo>
                    <a:pt x="1697868" y="274064"/>
                  </a:lnTo>
                  <a:lnTo>
                    <a:pt x="1690044" y="274064"/>
                  </a:lnTo>
                  <a:lnTo>
                    <a:pt x="1682220" y="274064"/>
                  </a:lnTo>
                  <a:lnTo>
                    <a:pt x="1674395" y="274064"/>
                  </a:lnTo>
                  <a:lnTo>
                    <a:pt x="1666571" y="274064"/>
                  </a:lnTo>
                  <a:lnTo>
                    <a:pt x="1658747" y="274064"/>
                  </a:lnTo>
                  <a:lnTo>
                    <a:pt x="1650922" y="274064"/>
                  </a:lnTo>
                  <a:lnTo>
                    <a:pt x="1643098" y="274064"/>
                  </a:lnTo>
                  <a:lnTo>
                    <a:pt x="1635274" y="274064"/>
                  </a:lnTo>
                  <a:lnTo>
                    <a:pt x="1627450" y="274064"/>
                  </a:lnTo>
                  <a:lnTo>
                    <a:pt x="1619625" y="274064"/>
                  </a:lnTo>
                  <a:lnTo>
                    <a:pt x="1611801" y="274064"/>
                  </a:lnTo>
                  <a:lnTo>
                    <a:pt x="1603977" y="274064"/>
                  </a:lnTo>
                  <a:lnTo>
                    <a:pt x="1596152" y="274064"/>
                  </a:lnTo>
                  <a:lnTo>
                    <a:pt x="1588328" y="274064"/>
                  </a:lnTo>
                  <a:lnTo>
                    <a:pt x="1580504" y="274064"/>
                  </a:lnTo>
                  <a:lnTo>
                    <a:pt x="1572680" y="274064"/>
                  </a:lnTo>
                  <a:lnTo>
                    <a:pt x="1564855" y="274064"/>
                  </a:lnTo>
                  <a:lnTo>
                    <a:pt x="1557031" y="274064"/>
                  </a:lnTo>
                  <a:lnTo>
                    <a:pt x="1549207" y="274064"/>
                  </a:lnTo>
                  <a:lnTo>
                    <a:pt x="1541383" y="274064"/>
                  </a:lnTo>
                  <a:lnTo>
                    <a:pt x="1533558" y="274064"/>
                  </a:lnTo>
                  <a:lnTo>
                    <a:pt x="1525734" y="274064"/>
                  </a:lnTo>
                  <a:lnTo>
                    <a:pt x="1517910" y="274064"/>
                  </a:lnTo>
                  <a:lnTo>
                    <a:pt x="1510085" y="274064"/>
                  </a:lnTo>
                  <a:lnTo>
                    <a:pt x="1502261" y="274064"/>
                  </a:lnTo>
                  <a:lnTo>
                    <a:pt x="1494437" y="274064"/>
                  </a:lnTo>
                  <a:lnTo>
                    <a:pt x="1486613" y="274064"/>
                  </a:lnTo>
                  <a:lnTo>
                    <a:pt x="1478788" y="274064"/>
                  </a:lnTo>
                  <a:lnTo>
                    <a:pt x="1470964" y="274064"/>
                  </a:lnTo>
                  <a:lnTo>
                    <a:pt x="1463140" y="274064"/>
                  </a:lnTo>
                  <a:lnTo>
                    <a:pt x="1455315" y="274064"/>
                  </a:lnTo>
                  <a:lnTo>
                    <a:pt x="1447491" y="274064"/>
                  </a:lnTo>
                  <a:lnTo>
                    <a:pt x="1439667" y="274064"/>
                  </a:lnTo>
                  <a:lnTo>
                    <a:pt x="1431843" y="274064"/>
                  </a:lnTo>
                  <a:lnTo>
                    <a:pt x="1424018" y="274064"/>
                  </a:lnTo>
                  <a:lnTo>
                    <a:pt x="1416194" y="274064"/>
                  </a:lnTo>
                  <a:lnTo>
                    <a:pt x="1408370" y="274064"/>
                  </a:lnTo>
                  <a:lnTo>
                    <a:pt x="1400545" y="274064"/>
                  </a:lnTo>
                  <a:lnTo>
                    <a:pt x="1392721" y="274064"/>
                  </a:lnTo>
                  <a:lnTo>
                    <a:pt x="1384897" y="274064"/>
                  </a:lnTo>
                  <a:lnTo>
                    <a:pt x="1377073" y="274064"/>
                  </a:lnTo>
                  <a:lnTo>
                    <a:pt x="1369248" y="274064"/>
                  </a:lnTo>
                  <a:lnTo>
                    <a:pt x="1361424" y="274064"/>
                  </a:lnTo>
                  <a:lnTo>
                    <a:pt x="1353600" y="274064"/>
                  </a:lnTo>
                  <a:lnTo>
                    <a:pt x="1345776" y="274064"/>
                  </a:lnTo>
                  <a:lnTo>
                    <a:pt x="1337951" y="274064"/>
                  </a:lnTo>
                  <a:lnTo>
                    <a:pt x="1330127" y="274064"/>
                  </a:lnTo>
                  <a:lnTo>
                    <a:pt x="1322303" y="274064"/>
                  </a:lnTo>
                  <a:lnTo>
                    <a:pt x="1314478" y="274064"/>
                  </a:lnTo>
                  <a:lnTo>
                    <a:pt x="1306654" y="274064"/>
                  </a:lnTo>
                  <a:lnTo>
                    <a:pt x="1298830" y="274064"/>
                  </a:lnTo>
                  <a:lnTo>
                    <a:pt x="1291006" y="274064"/>
                  </a:lnTo>
                  <a:lnTo>
                    <a:pt x="1283181" y="274064"/>
                  </a:lnTo>
                  <a:lnTo>
                    <a:pt x="1275357" y="274064"/>
                  </a:lnTo>
                  <a:lnTo>
                    <a:pt x="1267533" y="274064"/>
                  </a:lnTo>
                  <a:lnTo>
                    <a:pt x="1259708" y="274064"/>
                  </a:lnTo>
                  <a:lnTo>
                    <a:pt x="1251884" y="274064"/>
                  </a:lnTo>
                  <a:lnTo>
                    <a:pt x="1244060" y="274064"/>
                  </a:lnTo>
                  <a:lnTo>
                    <a:pt x="1236236" y="274064"/>
                  </a:lnTo>
                  <a:lnTo>
                    <a:pt x="1228411" y="274064"/>
                  </a:lnTo>
                  <a:lnTo>
                    <a:pt x="1220587" y="274064"/>
                  </a:lnTo>
                  <a:lnTo>
                    <a:pt x="1212763" y="274064"/>
                  </a:lnTo>
                  <a:lnTo>
                    <a:pt x="1204939" y="274064"/>
                  </a:lnTo>
                  <a:lnTo>
                    <a:pt x="1197114" y="274064"/>
                  </a:lnTo>
                  <a:lnTo>
                    <a:pt x="1189290" y="274064"/>
                  </a:lnTo>
                  <a:lnTo>
                    <a:pt x="1181466" y="274064"/>
                  </a:lnTo>
                  <a:lnTo>
                    <a:pt x="1173641" y="274064"/>
                  </a:lnTo>
                  <a:lnTo>
                    <a:pt x="1165817" y="274064"/>
                  </a:lnTo>
                  <a:lnTo>
                    <a:pt x="1157993" y="274064"/>
                  </a:lnTo>
                  <a:lnTo>
                    <a:pt x="1150169" y="274064"/>
                  </a:lnTo>
                  <a:lnTo>
                    <a:pt x="1142344" y="274064"/>
                  </a:lnTo>
                  <a:lnTo>
                    <a:pt x="1134520" y="274064"/>
                  </a:lnTo>
                  <a:lnTo>
                    <a:pt x="1126696" y="274064"/>
                  </a:lnTo>
                  <a:lnTo>
                    <a:pt x="1118871" y="274064"/>
                  </a:lnTo>
                  <a:lnTo>
                    <a:pt x="1111047" y="274064"/>
                  </a:lnTo>
                  <a:lnTo>
                    <a:pt x="1103223" y="274064"/>
                  </a:lnTo>
                  <a:lnTo>
                    <a:pt x="1095399" y="274064"/>
                  </a:lnTo>
                  <a:lnTo>
                    <a:pt x="1087574" y="274064"/>
                  </a:lnTo>
                  <a:lnTo>
                    <a:pt x="1079750" y="274064"/>
                  </a:lnTo>
                  <a:lnTo>
                    <a:pt x="1071926" y="274064"/>
                  </a:lnTo>
                  <a:lnTo>
                    <a:pt x="1064101" y="274064"/>
                  </a:lnTo>
                  <a:lnTo>
                    <a:pt x="1056277" y="274064"/>
                  </a:lnTo>
                  <a:lnTo>
                    <a:pt x="1048453" y="274064"/>
                  </a:lnTo>
                  <a:lnTo>
                    <a:pt x="1040629" y="274064"/>
                  </a:lnTo>
                  <a:lnTo>
                    <a:pt x="1032804" y="274064"/>
                  </a:lnTo>
                  <a:lnTo>
                    <a:pt x="1024980" y="274064"/>
                  </a:lnTo>
                  <a:lnTo>
                    <a:pt x="1017156" y="274064"/>
                  </a:lnTo>
                  <a:lnTo>
                    <a:pt x="1009332" y="274064"/>
                  </a:lnTo>
                  <a:lnTo>
                    <a:pt x="1001507" y="274064"/>
                  </a:lnTo>
                  <a:lnTo>
                    <a:pt x="993683" y="274064"/>
                  </a:lnTo>
                  <a:lnTo>
                    <a:pt x="985859" y="274064"/>
                  </a:lnTo>
                  <a:lnTo>
                    <a:pt x="978034" y="274064"/>
                  </a:lnTo>
                  <a:lnTo>
                    <a:pt x="970210" y="274064"/>
                  </a:lnTo>
                  <a:lnTo>
                    <a:pt x="962386" y="274064"/>
                  </a:lnTo>
                  <a:lnTo>
                    <a:pt x="954562" y="274064"/>
                  </a:lnTo>
                  <a:lnTo>
                    <a:pt x="946737" y="274064"/>
                  </a:lnTo>
                  <a:lnTo>
                    <a:pt x="938913" y="274064"/>
                  </a:lnTo>
                  <a:lnTo>
                    <a:pt x="931089" y="274064"/>
                  </a:lnTo>
                  <a:lnTo>
                    <a:pt x="923264" y="274064"/>
                  </a:lnTo>
                  <a:lnTo>
                    <a:pt x="915440" y="274064"/>
                  </a:lnTo>
                  <a:lnTo>
                    <a:pt x="907616" y="274064"/>
                  </a:lnTo>
                  <a:lnTo>
                    <a:pt x="899792" y="274064"/>
                  </a:lnTo>
                  <a:lnTo>
                    <a:pt x="891967" y="274064"/>
                  </a:lnTo>
                  <a:lnTo>
                    <a:pt x="884143" y="274064"/>
                  </a:lnTo>
                  <a:lnTo>
                    <a:pt x="876319" y="274064"/>
                  </a:lnTo>
                  <a:lnTo>
                    <a:pt x="868495" y="274064"/>
                  </a:lnTo>
                  <a:lnTo>
                    <a:pt x="860670" y="274064"/>
                  </a:lnTo>
                  <a:lnTo>
                    <a:pt x="852846" y="274064"/>
                  </a:lnTo>
                  <a:lnTo>
                    <a:pt x="845022" y="274064"/>
                  </a:lnTo>
                  <a:lnTo>
                    <a:pt x="837197" y="274064"/>
                  </a:lnTo>
                  <a:lnTo>
                    <a:pt x="829373" y="274064"/>
                  </a:lnTo>
                  <a:lnTo>
                    <a:pt x="821549" y="274064"/>
                  </a:lnTo>
                  <a:lnTo>
                    <a:pt x="813725" y="274064"/>
                  </a:lnTo>
                  <a:lnTo>
                    <a:pt x="805900" y="274064"/>
                  </a:lnTo>
                  <a:lnTo>
                    <a:pt x="798076" y="274064"/>
                  </a:lnTo>
                  <a:lnTo>
                    <a:pt x="790252" y="274064"/>
                  </a:lnTo>
                  <a:lnTo>
                    <a:pt x="782427" y="274064"/>
                  </a:lnTo>
                  <a:lnTo>
                    <a:pt x="774603" y="274064"/>
                  </a:lnTo>
                  <a:lnTo>
                    <a:pt x="766779" y="274064"/>
                  </a:lnTo>
                  <a:lnTo>
                    <a:pt x="758955" y="274064"/>
                  </a:lnTo>
                  <a:lnTo>
                    <a:pt x="751130" y="274064"/>
                  </a:lnTo>
                  <a:lnTo>
                    <a:pt x="743306" y="274064"/>
                  </a:lnTo>
                  <a:lnTo>
                    <a:pt x="735482" y="274064"/>
                  </a:lnTo>
                  <a:lnTo>
                    <a:pt x="727657" y="274064"/>
                  </a:lnTo>
                  <a:lnTo>
                    <a:pt x="719833" y="274064"/>
                  </a:lnTo>
                  <a:lnTo>
                    <a:pt x="712009" y="274064"/>
                  </a:lnTo>
                  <a:lnTo>
                    <a:pt x="704185" y="274064"/>
                  </a:lnTo>
                  <a:lnTo>
                    <a:pt x="696360" y="274064"/>
                  </a:lnTo>
                  <a:lnTo>
                    <a:pt x="688536" y="274064"/>
                  </a:lnTo>
                  <a:lnTo>
                    <a:pt x="680712" y="274064"/>
                  </a:lnTo>
                  <a:lnTo>
                    <a:pt x="672888" y="274064"/>
                  </a:lnTo>
                  <a:lnTo>
                    <a:pt x="665063" y="274064"/>
                  </a:lnTo>
                  <a:lnTo>
                    <a:pt x="657239" y="274064"/>
                  </a:lnTo>
                  <a:lnTo>
                    <a:pt x="649415" y="274064"/>
                  </a:lnTo>
                  <a:lnTo>
                    <a:pt x="641590" y="274064"/>
                  </a:lnTo>
                  <a:lnTo>
                    <a:pt x="633766" y="274064"/>
                  </a:lnTo>
                  <a:lnTo>
                    <a:pt x="625942" y="274064"/>
                  </a:lnTo>
                  <a:lnTo>
                    <a:pt x="618118" y="274064"/>
                  </a:lnTo>
                  <a:lnTo>
                    <a:pt x="610293" y="274064"/>
                  </a:lnTo>
                  <a:lnTo>
                    <a:pt x="602469" y="274064"/>
                  </a:lnTo>
                  <a:lnTo>
                    <a:pt x="594645" y="274064"/>
                  </a:lnTo>
                  <a:lnTo>
                    <a:pt x="586820" y="274064"/>
                  </a:lnTo>
                  <a:lnTo>
                    <a:pt x="578996" y="274064"/>
                  </a:lnTo>
                  <a:lnTo>
                    <a:pt x="571172" y="274064"/>
                  </a:lnTo>
                  <a:lnTo>
                    <a:pt x="563348" y="274064"/>
                  </a:lnTo>
                  <a:lnTo>
                    <a:pt x="555523" y="274064"/>
                  </a:lnTo>
                  <a:lnTo>
                    <a:pt x="547699" y="274064"/>
                  </a:lnTo>
                  <a:lnTo>
                    <a:pt x="539875" y="274064"/>
                  </a:lnTo>
                  <a:lnTo>
                    <a:pt x="532050" y="274064"/>
                  </a:lnTo>
                  <a:lnTo>
                    <a:pt x="524226" y="274064"/>
                  </a:lnTo>
                  <a:lnTo>
                    <a:pt x="516402" y="274064"/>
                  </a:lnTo>
                  <a:lnTo>
                    <a:pt x="508578" y="274064"/>
                  </a:lnTo>
                  <a:lnTo>
                    <a:pt x="500753" y="274064"/>
                  </a:lnTo>
                  <a:lnTo>
                    <a:pt x="492929" y="274064"/>
                  </a:lnTo>
                  <a:lnTo>
                    <a:pt x="485105" y="274064"/>
                  </a:lnTo>
                  <a:lnTo>
                    <a:pt x="477281" y="274064"/>
                  </a:lnTo>
                  <a:lnTo>
                    <a:pt x="469456" y="274064"/>
                  </a:lnTo>
                  <a:lnTo>
                    <a:pt x="461632" y="274064"/>
                  </a:lnTo>
                  <a:lnTo>
                    <a:pt x="453808" y="274064"/>
                  </a:lnTo>
                  <a:lnTo>
                    <a:pt x="445983" y="274064"/>
                  </a:lnTo>
                  <a:lnTo>
                    <a:pt x="438159" y="274064"/>
                  </a:lnTo>
                  <a:lnTo>
                    <a:pt x="430335" y="274064"/>
                  </a:lnTo>
                  <a:lnTo>
                    <a:pt x="422511" y="274064"/>
                  </a:lnTo>
                  <a:lnTo>
                    <a:pt x="414686" y="274064"/>
                  </a:lnTo>
                  <a:lnTo>
                    <a:pt x="406862" y="274064"/>
                  </a:lnTo>
                  <a:lnTo>
                    <a:pt x="399038" y="274064"/>
                  </a:lnTo>
                  <a:lnTo>
                    <a:pt x="391213" y="274064"/>
                  </a:lnTo>
                  <a:lnTo>
                    <a:pt x="383389" y="274064"/>
                  </a:lnTo>
                  <a:lnTo>
                    <a:pt x="375565" y="274064"/>
                  </a:lnTo>
                  <a:lnTo>
                    <a:pt x="367741" y="274064"/>
                  </a:lnTo>
                  <a:lnTo>
                    <a:pt x="359916" y="274064"/>
                  </a:lnTo>
                  <a:lnTo>
                    <a:pt x="352092" y="274064"/>
                  </a:lnTo>
                  <a:lnTo>
                    <a:pt x="344268" y="274064"/>
                  </a:lnTo>
                  <a:lnTo>
                    <a:pt x="336444" y="274064"/>
                  </a:lnTo>
                  <a:lnTo>
                    <a:pt x="328619" y="274064"/>
                  </a:lnTo>
                  <a:lnTo>
                    <a:pt x="320795" y="274064"/>
                  </a:lnTo>
                  <a:lnTo>
                    <a:pt x="312971" y="274064"/>
                  </a:lnTo>
                  <a:lnTo>
                    <a:pt x="305146" y="274064"/>
                  </a:lnTo>
                  <a:lnTo>
                    <a:pt x="297322" y="274064"/>
                  </a:lnTo>
                  <a:lnTo>
                    <a:pt x="289498" y="274064"/>
                  </a:lnTo>
                  <a:lnTo>
                    <a:pt x="281674" y="274064"/>
                  </a:lnTo>
                  <a:lnTo>
                    <a:pt x="273849" y="274064"/>
                  </a:lnTo>
                  <a:lnTo>
                    <a:pt x="266025" y="274064"/>
                  </a:lnTo>
                  <a:lnTo>
                    <a:pt x="258201" y="274064"/>
                  </a:lnTo>
                  <a:lnTo>
                    <a:pt x="250376" y="274064"/>
                  </a:lnTo>
                  <a:lnTo>
                    <a:pt x="242552" y="274064"/>
                  </a:lnTo>
                  <a:lnTo>
                    <a:pt x="234728" y="274064"/>
                  </a:lnTo>
                  <a:lnTo>
                    <a:pt x="226904" y="274064"/>
                  </a:lnTo>
                  <a:lnTo>
                    <a:pt x="219079" y="274064"/>
                  </a:lnTo>
                  <a:lnTo>
                    <a:pt x="211255" y="274064"/>
                  </a:lnTo>
                  <a:lnTo>
                    <a:pt x="203431" y="274064"/>
                  </a:lnTo>
                  <a:lnTo>
                    <a:pt x="195606" y="274064"/>
                  </a:lnTo>
                  <a:lnTo>
                    <a:pt x="187782" y="274064"/>
                  </a:lnTo>
                  <a:lnTo>
                    <a:pt x="179958" y="274064"/>
                  </a:lnTo>
                  <a:lnTo>
                    <a:pt x="172134" y="274064"/>
                  </a:lnTo>
                  <a:lnTo>
                    <a:pt x="164309" y="274064"/>
                  </a:lnTo>
                  <a:lnTo>
                    <a:pt x="156485" y="274064"/>
                  </a:lnTo>
                  <a:lnTo>
                    <a:pt x="148661" y="274064"/>
                  </a:lnTo>
                  <a:lnTo>
                    <a:pt x="140837" y="274064"/>
                  </a:lnTo>
                  <a:lnTo>
                    <a:pt x="133012" y="274064"/>
                  </a:lnTo>
                  <a:lnTo>
                    <a:pt x="125188" y="274064"/>
                  </a:lnTo>
                  <a:lnTo>
                    <a:pt x="117364" y="274064"/>
                  </a:lnTo>
                  <a:lnTo>
                    <a:pt x="109539" y="274064"/>
                  </a:lnTo>
                  <a:lnTo>
                    <a:pt x="101715" y="274064"/>
                  </a:lnTo>
                  <a:lnTo>
                    <a:pt x="93891" y="274064"/>
                  </a:lnTo>
                  <a:lnTo>
                    <a:pt x="86067" y="274064"/>
                  </a:lnTo>
                  <a:lnTo>
                    <a:pt x="78242" y="274064"/>
                  </a:lnTo>
                  <a:lnTo>
                    <a:pt x="70418" y="274064"/>
                  </a:lnTo>
                  <a:lnTo>
                    <a:pt x="62594" y="274064"/>
                  </a:lnTo>
                  <a:lnTo>
                    <a:pt x="54769" y="274064"/>
                  </a:lnTo>
                  <a:lnTo>
                    <a:pt x="46945" y="274064"/>
                  </a:lnTo>
                  <a:lnTo>
                    <a:pt x="39121" y="274064"/>
                  </a:lnTo>
                  <a:lnTo>
                    <a:pt x="31297" y="274064"/>
                  </a:lnTo>
                  <a:lnTo>
                    <a:pt x="23472" y="274064"/>
                  </a:lnTo>
                  <a:lnTo>
                    <a:pt x="15648" y="274064"/>
                  </a:lnTo>
                  <a:lnTo>
                    <a:pt x="7824" y="274064"/>
                  </a:lnTo>
                  <a:lnTo>
                    <a:pt x="0" y="27406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52" name="pl1752"/>
            <p:cNvSpPr/>
            <p:nvPr/>
          </p:nvSpPr>
          <p:spPr>
            <a:xfrm>
              <a:off x="7848093" y="4520668"/>
              <a:ext cx="3998206" cy="256355"/>
            </a:xfrm>
            <a:custGeom>
              <a:avLst/>
              <a:pathLst>
                <a:path w="3998206" h="256355">
                  <a:moveTo>
                    <a:pt x="0" y="256355"/>
                  </a:moveTo>
                  <a:lnTo>
                    <a:pt x="7824" y="256026"/>
                  </a:lnTo>
                  <a:lnTo>
                    <a:pt x="15648" y="255690"/>
                  </a:lnTo>
                  <a:lnTo>
                    <a:pt x="23472" y="255352"/>
                  </a:lnTo>
                  <a:lnTo>
                    <a:pt x="31297" y="255007"/>
                  </a:lnTo>
                  <a:lnTo>
                    <a:pt x="39121" y="254660"/>
                  </a:lnTo>
                  <a:lnTo>
                    <a:pt x="46945" y="254307"/>
                  </a:lnTo>
                  <a:lnTo>
                    <a:pt x="54769" y="253951"/>
                  </a:lnTo>
                  <a:lnTo>
                    <a:pt x="62594" y="253590"/>
                  </a:lnTo>
                  <a:lnTo>
                    <a:pt x="70418" y="253225"/>
                  </a:lnTo>
                  <a:lnTo>
                    <a:pt x="78242" y="252855"/>
                  </a:lnTo>
                  <a:lnTo>
                    <a:pt x="86067" y="252480"/>
                  </a:lnTo>
                  <a:lnTo>
                    <a:pt x="93891" y="252102"/>
                  </a:lnTo>
                  <a:lnTo>
                    <a:pt x="101715" y="251717"/>
                  </a:lnTo>
                  <a:lnTo>
                    <a:pt x="109539" y="251330"/>
                  </a:lnTo>
                  <a:lnTo>
                    <a:pt x="117364" y="250936"/>
                  </a:lnTo>
                  <a:lnTo>
                    <a:pt x="125188" y="250539"/>
                  </a:lnTo>
                  <a:lnTo>
                    <a:pt x="133012" y="250135"/>
                  </a:lnTo>
                  <a:lnTo>
                    <a:pt x="140837" y="249729"/>
                  </a:lnTo>
                  <a:lnTo>
                    <a:pt x="148661" y="249315"/>
                  </a:lnTo>
                  <a:lnTo>
                    <a:pt x="156485" y="248899"/>
                  </a:lnTo>
                  <a:lnTo>
                    <a:pt x="164309" y="248474"/>
                  </a:lnTo>
                  <a:lnTo>
                    <a:pt x="172134" y="248049"/>
                  </a:lnTo>
                  <a:lnTo>
                    <a:pt x="179958" y="247614"/>
                  </a:lnTo>
                  <a:lnTo>
                    <a:pt x="187782" y="247177"/>
                  </a:lnTo>
                  <a:lnTo>
                    <a:pt x="195606" y="246732"/>
                  </a:lnTo>
                  <a:lnTo>
                    <a:pt x="203431" y="246285"/>
                  </a:lnTo>
                  <a:lnTo>
                    <a:pt x="211255" y="245830"/>
                  </a:lnTo>
                  <a:lnTo>
                    <a:pt x="219079" y="245371"/>
                  </a:lnTo>
                  <a:lnTo>
                    <a:pt x="226904" y="244905"/>
                  </a:lnTo>
                  <a:lnTo>
                    <a:pt x="234728" y="244435"/>
                  </a:lnTo>
                  <a:lnTo>
                    <a:pt x="242552" y="243959"/>
                  </a:lnTo>
                  <a:lnTo>
                    <a:pt x="250376" y="243477"/>
                  </a:lnTo>
                  <a:lnTo>
                    <a:pt x="258201" y="242989"/>
                  </a:lnTo>
                  <a:lnTo>
                    <a:pt x="266025" y="242495"/>
                  </a:lnTo>
                  <a:lnTo>
                    <a:pt x="273849" y="241997"/>
                  </a:lnTo>
                  <a:lnTo>
                    <a:pt x="281674" y="241490"/>
                  </a:lnTo>
                  <a:lnTo>
                    <a:pt x="289498" y="240980"/>
                  </a:lnTo>
                  <a:lnTo>
                    <a:pt x="297322" y="240461"/>
                  </a:lnTo>
                  <a:lnTo>
                    <a:pt x="305146" y="239940"/>
                  </a:lnTo>
                  <a:lnTo>
                    <a:pt x="312971" y="239407"/>
                  </a:lnTo>
                  <a:lnTo>
                    <a:pt x="320795" y="238874"/>
                  </a:lnTo>
                  <a:lnTo>
                    <a:pt x="328619" y="238329"/>
                  </a:lnTo>
                  <a:lnTo>
                    <a:pt x="336444" y="237782"/>
                  </a:lnTo>
                  <a:lnTo>
                    <a:pt x="344268" y="237224"/>
                  </a:lnTo>
                  <a:lnTo>
                    <a:pt x="352092" y="236664"/>
                  </a:lnTo>
                  <a:lnTo>
                    <a:pt x="359916" y="236093"/>
                  </a:lnTo>
                  <a:lnTo>
                    <a:pt x="367741" y="235519"/>
                  </a:lnTo>
                  <a:lnTo>
                    <a:pt x="375565" y="234936"/>
                  </a:lnTo>
                  <a:lnTo>
                    <a:pt x="383389" y="234347"/>
                  </a:lnTo>
                  <a:lnTo>
                    <a:pt x="391213" y="233751"/>
                  </a:lnTo>
                  <a:lnTo>
                    <a:pt x="399038" y="233148"/>
                  </a:lnTo>
                  <a:lnTo>
                    <a:pt x="406862" y="232538"/>
                  </a:lnTo>
                  <a:lnTo>
                    <a:pt x="414686" y="231920"/>
                  </a:lnTo>
                  <a:lnTo>
                    <a:pt x="422511" y="231296"/>
                  </a:lnTo>
                  <a:lnTo>
                    <a:pt x="430335" y="230663"/>
                  </a:lnTo>
                  <a:lnTo>
                    <a:pt x="438159" y="230025"/>
                  </a:lnTo>
                  <a:lnTo>
                    <a:pt x="445983" y="229376"/>
                  </a:lnTo>
                  <a:lnTo>
                    <a:pt x="453808" y="228724"/>
                  </a:lnTo>
                  <a:lnTo>
                    <a:pt x="461632" y="228059"/>
                  </a:lnTo>
                  <a:lnTo>
                    <a:pt x="469456" y="227393"/>
                  </a:lnTo>
                  <a:lnTo>
                    <a:pt x="477281" y="226712"/>
                  </a:lnTo>
                  <a:lnTo>
                    <a:pt x="485105" y="226030"/>
                  </a:lnTo>
                  <a:lnTo>
                    <a:pt x="492929" y="225333"/>
                  </a:lnTo>
                  <a:lnTo>
                    <a:pt x="500753" y="224634"/>
                  </a:lnTo>
                  <a:lnTo>
                    <a:pt x="508578" y="223922"/>
                  </a:lnTo>
                  <a:lnTo>
                    <a:pt x="516402" y="223206"/>
                  </a:lnTo>
                  <a:lnTo>
                    <a:pt x="524226" y="222479"/>
                  </a:lnTo>
                  <a:lnTo>
                    <a:pt x="532050" y="221746"/>
                  </a:lnTo>
                  <a:lnTo>
                    <a:pt x="539875" y="221002"/>
                  </a:lnTo>
                  <a:lnTo>
                    <a:pt x="547699" y="220251"/>
                  </a:lnTo>
                  <a:lnTo>
                    <a:pt x="555523" y="219491"/>
                  </a:lnTo>
                  <a:lnTo>
                    <a:pt x="563348" y="218723"/>
                  </a:lnTo>
                  <a:lnTo>
                    <a:pt x="571172" y="217946"/>
                  </a:lnTo>
                  <a:lnTo>
                    <a:pt x="578996" y="217160"/>
                  </a:lnTo>
                  <a:lnTo>
                    <a:pt x="586820" y="216366"/>
                  </a:lnTo>
                  <a:lnTo>
                    <a:pt x="594645" y="215561"/>
                  </a:lnTo>
                  <a:lnTo>
                    <a:pt x="602469" y="214751"/>
                  </a:lnTo>
                  <a:lnTo>
                    <a:pt x="610293" y="213927"/>
                  </a:lnTo>
                  <a:lnTo>
                    <a:pt x="618118" y="213099"/>
                  </a:lnTo>
                  <a:lnTo>
                    <a:pt x="625942" y="212256"/>
                  </a:lnTo>
                  <a:lnTo>
                    <a:pt x="633766" y="211411"/>
                  </a:lnTo>
                  <a:lnTo>
                    <a:pt x="641590" y="210548"/>
                  </a:lnTo>
                  <a:lnTo>
                    <a:pt x="649415" y="209684"/>
                  </a:lnTo>
                  <a:lnTo>
                    <a:pt x="657239" y="208802"/>
                  </a:lnTo>
                  <a:lnTo>
                    <a:pt x="665063" y="207918"/>
                  </a:lnTo>
                  <a:lnTo>
                    <a:pt x="672888" y="207019"/>
                  </a:lnTo>
                  <a:lnTo>
                    <a:pt x="680712" y="206114"/>
                  </a:lnTo>
                  <a:lnTo>
                    <a:pt x="688536" y="205196"/>
                  </a:lnTo>
                  <a:lnTo>
                    <a:pt x="696360" y="204272"/>
                  </a:lnTo>
                  <a:lnTo>
                    <a:pt x="704185" y="203335"/>
                  </a:lnTo>
                  <a:lnTo>
                    <a:pt x="712009" y="202390"/>
                  </a:lnTo>
                  <a:lnTo>
                    <a:pt x="719833" y="201434"/>
                  </a:lnTo>
                  <a:lnTo>
                    <a:pt x="727657" y="200468"/>
                  </a:lnTo>
                  <a:lnTo>
                    <a:pt x="735482" y="199493"/>
                  </a:lnTo>
                  <a:lnTo>
                    <a:pt x="743306" y="198505"/>
                  </a:lnTo>
                  <a:lnTo>
                    <a:pt x="751130" y="197511"/>
                  </a:lnTo>
                  <a:lnTo>
                    <a:pt x="758955" y="196502"/>
                  </a:lnTo>
                  <a:lnTo>
                    <a:pt x="766779" y="195488"/>
                  </a:lnTo>
                  <a:lnTo>
                    <a:pt x="774603" y="194458"/>
                  </a:lnTo>
                  <a:lnTo>
                    <a:pt x="782427" y="193425"/>
                  </a:lnTo>
                  <a:lnTo>
                    <a:pt x="790252" y="192373"/>
                  </a:lnTo>
                  <a:lnTo>
                    <a:pt x="798076" y="191319"/>
                  </a:lnTo>
                  <a:lnTo>
                    <a:pt x="805900" y="190246"/>
                  </a:lnTo>
                  <a:lnTo>
                    <a:pt x="813725" y="189170"/>
                  </a:lnTo>
                  <a:lnTo>
                    <a:pt x="821549" y="188076"/>
                  </a:lnTo>
                  <a:lnTo>
                    <a:pt x="829373" y="186979"/>
                  </a:lnTo>
                  <a:lnTo>
                    <a:pt x="837197" y="185865"/>
                  </a:lnTo>
                  <a:lnTo>
                    <a:pt x="845022" y="184745"/>
                  </a:lnTo>
                  <a:lnTo>
                    <a:pt x="852846" y="183611"/>
                  </a:lnTo>
                  <a:lnTo>
                    <a:pt x="860670" y="182469"/>
                  </a:lnTo>
                  <a:lnTo>
                    <a:pt x="868495" y="181315"/>
                  </a:lnTo>
                  <a:lnTo>
                    <a:pt x="876319" y="180151"/>
                  </a:lnTo>
                  <a:lnTo>
                    <a:pt x="884143" y="178976"/>
                  </a:lnTo>
                  <a:lnTo>
                    <a:pt x="891967" y="177789"/>
                  </a:lnTo>
                  <a:lnTo>
                    <a:pt x="899792" y="176594"/>
                  </a:lnTo>
                  <a:lnTo>
                    <a:pt x="907616" y="175386"/>
                  </a:lnTo>
                  <a:lnTo>
                    <a:pt x="915440" y="174170"/>
                  </a:lnTo>
                  <a:lnTo>
                    <a:pt x="923264" y="172939"/>
                  </a:lnTo>
                  <a:lnTo>
                    <a:pt x="931089" y="171704"/>
                  </a:lnTo>
                  <a:lnTo>
                    <a:pt x="938913" y="170451"/>
                  </a:lnTo>
                  <a:lnTo>
                    <a:pt x="946737" y="169195"/>
                  </a:lnTo>
                  <a:lnTo>
                    <a:pt x="954562" y="167920"/>
                  </a:lnTo>
                  <a:lnTo>
                    <a:pt x="962386" y="166644"/>
                  </a:lnTo>
                  <a:lnTo>
                    <a:pt x="970210" y="165348"/>
                  </a:lnTo>
                  <a:lnTo>
                    <a:pt x="978034" y="164050"/>
                  </a:lnTo>
                  <a:lnTo>
                    <a:pt x="985859" y="162735"/>
                  </a:lnTo>
                  <a:lnTo>
                    <a:pt x="993683" y="161415"/>
                  </a:lnTo>
                  <a:lnTo>
                    <a:pt x="1001507" y="160081"/>
                  </a:lnTo>
                  <a:lnTo>
                    <a:pt x="1009332" y="158740"/>
                  </a:lnTo>
                  <a:lnTo>
                    <a:pt x="1017156" y="157386"/>
                  </a:lnTo>
                  <a:lnTo>
                    <a:pt x="1024980" y="156025"/>
                  </a:lnTo>
                  <a:lnTo>
                    <a:pt x="1032804" y="154652"/>
                  </a:lnTo>
                  <a:lnTo>
                    <a:pt x="1040629" y="153271"/>
                  </a:lnTo>
                  <a:lnTo>
                    <a:pt x="1048453" y="151880"/>
                  </a:lnTo>
                  <a:lnTo>
                    <a:pt x="1056277" y="150478"/>
                  </a:lnTo>
                  <a:lnTo>
                    <a:pt x="1064101" y="149069"/>
                  </a:lnTo>
                  <a:lnTo>
                    <a:pt x="1071926" y="147648"/>
                  </a:lnTo>
                  <a:lnTo>
                    <a:pt x="1079750" y="146222"/>
                  </a:lnTo>
                  <a:lnTo>
                    <a:pt x="1087574" y="144783"/>
                  </a:lnTo>
                  <a:lnTo>
                    <a:pt x="1095399" y="143339"/>
                  </a:lnTo>
                  <a:lnTo>
                    <a:pt x="1103223" y="141882"/>
                  </a:lnTo>
                  <a:lnTo>
                    <a:pt x="1111047" y="140422"/>
                  </a:lnTo>
                  <a:lnTo>
                    <a:pt x="1118871" y="138947"/>
                  </a:lnTo>
                  <a:lnTo>
                    <a:pt x="1126696" y="137471"/>
                  </a:lnTo>
                  <a:lnTo>
                    <a:pt x="1134520" y="135981"/>
                  </a:lnTo>
                  <a:lnTo>
                    <a:pt x="1142344" y="134488"/>
                  </a:lnTo>
                  <a:lnTo>
                    <a:pt x="1150169" y="132983"/>
                  </a:lnTo>
                  <a:lnTo>
                    <a:pt x="1157993" y="131475"/>
                  </a:lnTo>
                  <a:lnTo>
                    <a:pt x="1165817" y="129957"/>
                  </a:lnTo>
                  <a:lnTo>
                    <a:pt x="1173641" y="128434"/>
                  </a:lnTo>
                  <a:lnTo>
                    <a:pt x="1181466" y="126903"/>
                  </a:lnTo>
                  <a:lnTo>
                    <a:pt x="1189290" y="125367"/>
                  </a:lnTo>
                  <a:lnTo>
                    <a:pt x="1197114" y="123824"/>
                  </a:lnTo>
                  <a:lnTo>
                    <a:pt x="1204939" y="122276"/>
                  </a:lnTo>
                  <a:lnTo>
                    <a:pt x="1212763" y="120722"/>
                  </a:lnTo>
                  <a:lnTo>
                    <a:pt x="1220587" y="119162"/>
                  </a:lnTo>
                  <a:lnTo>
                    <a:pt x="1228411" y="117598"/>
                  </a:lnTo>
                  <a:lnTo>
                    <a:pt x="1236236" y="116029"/>
                  </a:lnTo>
                  <a:lnTo>
                    <a:pt x="1244060" y="114456"/>
                  </a:lnTo>
                  <a:lnTo>
                    <a:pt x="1251884" y="112878"/>
                  </a:lnTo>
                  <a:lnTo>
                    <a:pt x="1259708" y="111297"/>
                  </a:lnTo>
                  <a:lnTo>
                    <a:pt x="1267533" y="109712"/>
                  </a:lnTo>
                  <a:lnTo>
                    <a:pt x="1275357" y="108125"/>
                  </a:lnTo>
                  <a:lnTo>
                    <a:pt x="1283181" y="106533"/>
                  </a:lnTo>
                  <a:lnTo>
                    <a:pt x="1291006" y="104941"/>
                  </a:lnTo>
                  <a:lnTo>
                    <a:pt x="1298830" y="103344"/>
                  </a:lnTo>
                  <a:lnTo>
                    <a:pt x="1306654" y="101748"/>
                  </a:lnTo>
                  <a:lnTo>
                    <a:pt x="1314478" y="100149"/>
                  </a:lnTo>
                  <a:lnTo>
                    <a:pt x="1322303" y="98550"/>
                  </a:lnTo>
                  <a:lnTo>
                    <a:pt x="1330127" y="96949"/>
                  </a:lnTo>
                  <a:lnTo>
                    <a:pt x="1337951" y="95349"/>
                  </a:lnTo>
                  <a:lnTo>
                    <a:pt x="1345776" y="93748"/>
                  </a:lnTo>
                  <a:lnTo>
                    <a:pt x="1353600" y="92149"/>
                  </a:lnTo>
                  <a:lnTo>
                    <a:pt x="1361424" y="90550"/>
                  </a:lnTo>
                  <a:lnTo>
                    <a:pt x="1369248" y="88952"/>
                  </a:lnTo>
                  <a:lnTo>
                    <a:pt x="1377073" y="87356"/>
                  </a:lnTo>
                  <a:lnTo>
                    <a:pt x="1384897" y="85762"/>
                  </a:lnTo>
                  <a:lnTo>
                    <a:pt x="1392721" y="84170"/>
                  </a:lnTo>
                  <a:lnTo>
                    <a:pt x="1400545" y="82583"/>
                  </a:lnTo>
                  <a:lnTo>
                    <a:pt x="1408370" y="80996"/>
                  </a:lnTo>
                  <a:lnTo>
                    <a:pt x="1416194" y="79416"/>
                  </a:lnTo>
                  <a:lnTo>
                    <a:pt x="1424018" y="77838"/>
                  </a:lnTo>
                  <a:lnTo>
                    <a:pt x="1431843" y="76267"/>
                  </a:lnTo>
                  <a:lnTo>
                    <a:pt x="1439667" y="74697"/>
                  </a:lnTo>
                  <a:lnTo>
                    <a:pt x="1447491" y="73138"/>
                  </a:lnTo>
                  <a:lnTo>
                    <a:pt x="1455315" y="71580"/>
                  </a:lnTo>
                  <a:lnTo>
                    <a:pt x="1463140" y="70032"/>
                  </a:lnTo>
                  <a:lnTo>
                    <a:pt x="1470964" y="68488"/>
                  </a:lnTo>
                  <a:lnTo>
                    <a:pt x="1478788" y="66954"/>
                  </a:lnTo>
                  <a:lnTo>
                    <a:pt x="1486613" y="65425"/>
                  </a:lnTo>
                  <a:lnTo>
                    <a:pt x="1494437" y="63907"/>
                  </a:lnTo>
                  <a:lnTo>
                    <a:pt x="1502261" y="62395"/>
                  </a:lnTo>
                  <a:lnTo>
                    <a:pt x="1510085" y="60894"/>
                  </a:lnTo>
                  <a:lnTo>
                    <a:pt x="1517910" y="59402"/>
                  </a:lnTo>
                  <a:lnTo>
                    <a:pt x="1525734" y="57919"/>
                  </a:lnTo>
                  <a:lnTo>
                    <a:pt x="1533558" y="56448"/>
                  </a:lnTo>
                  <a:lnTo>
                    <a:pt x="1541383" y="54985"/>
                  </a:lnTo>
                  <a:lnTo>
                    <a:pt x="1549207" y="53537"/>
                  </a:lnTo>
                  <a:lnTo>
                    <a:pt x="1557031" y="52096"/>
                  </a:lnTo>
                  <a:lnTo>
                    <a:pt x="1564855" y="50673"/>
                  </a:lnTo>
                  <a:lnTo>
                    <a:pt x="1572680" y="49256"/>
                  </a:lnTo>
                  <a:lnTo>
                    <a:pt x="1580504" y="47859"/>
                  </a:lnTo>
                  <a:lnTo>
                    <a:pt x="1588328" y="46467"/>
                  </a:lnTo>
                  <a:lnTo>
                    <a:pt x="1596152" y="45099"/>
                  </a:lnTo>
                  <a:lnTo>
                    <a:pt x="1603977" y="43734"/>
                  </a:lnTo>
                  <a:lnTo>
                    <a:pt x="1611801" y="42396"/>
                  </a:lnTo>
                  <a:lnTo>
                    <a:pt x="1619625" y="41062"/>
                  </a:lnTo>
                  <a:lnTo>
                    <a:pt x="1627450" y="39753"/>
                  </a:lnTo>
                  <a:lnTo>
                    <a:pt x="1635274" y="38451"/>
                  </a:lnTo>
                  <a:lnTo>
                    <a:pt x="1643098" y="37174"/>
                  </a:lnTo>
                  <a:lnTo>
                    <a:pt x="1650922" y="35906"/>
                  </a:lnTo>
                  <a:lnTo>
                    <a:pt x="1658747" y="34660"/>
                  </a:lnTo>
                  <a:lnTo>
                    <a:pt x="1666571" y="33429"/>
                  </a:lnTo>
                  <a:lnTo>
                    <a:pt x="1674395" y="32217"/>
                  </a:lnTo>
                  <a:lnTo>
                    <a:pt x="1682220" y="31022"/>
                  </a:lnTo>
                  <a:lnTo>
                    <a:pt x="1690044" y="29846"/>
                  </a:lnTo>
                  <a:lnTo>
                    <a:pt x="1697868" y="28690"/>
                  </a:lnTo>
                  <a:lnTo>
                    <a:pt x="1705692" y="27550"/>
                  </a:lnTo>
                  <a:lnTo>
                    <a:pt x="1713517" y="26435"/>
                  </a:lnTo>
                  <a:lnTo>
                    <a:pt x="1721341" y="25332"/>
                  </a:lnTo>
                  <a:lnTo>
                    <a:pt x="1729165" y="24259"/>
                  </a:lnTo>
                  <a:lnTo>
                    <a:pt x="1736990" y="23194"/>
                  </a:lnTo>
                  <a:lnTo>
                    <a:pt x="1744814" y="22164"/>
                  </a:lnTo>
                  <a:lnTo>
                    <a:pt x="1752638" y="21140"/>
                  </a:lnTo>
                  <a:lnTo>
                    <a:pt x="1760462" y="20154"/>
                  </a:lnTo>
                  <a:lnTo>
                    <a:pt x="1768287" y="19172"/>
                  </a:lnTo>
                  <a:lnTo>
                    <a:pt x="1776111" y="18230"/>
                  </a:lnTo>
                  <a:lnTo>
                    <a:pt x="1783935" y="17294"/>
                  </a:lnTo>
                  <a:lnTo>
                    <a:pt x="1791759" y="16395"/>
                  </a:lnTo>
                  <a:lnTo>
                    <a:pt x="1799584" y="15506"/>
                  </a:lnTo>
                  <a:lnTo>
                    <a:pt x="1807408" y="14650"/>
                  </a:lnTo>
                  <a:lnTo>
                    <a:pt x="1815232" y="13809"/>
                  </a:lnTo>
                  <a:lnTo>
                    <a:pt x="1823057" y="12997"/>
                  </a:lnTo>
                  <a:lnTo>
                    <a:pt x="1830881" y="12205"/>
                  </a:lnTo>
                  <a:lnTo>
                    <a:pt x="1838705" y="11438"/>
                  </a:lnTo>
                  <a:lnTo>
                    <a:pt x="1846529" y="10696"/>
                  </a:lnTo>
                  <a:lnTo>
                    <a:pt x="1854354" y="9975"/>
                  </a:lnTo>
                  <a:lnTo>
                    <a:pt x="1862178" y="9283"/>
                  </a:lnTo>
                  <a:lnTo>
                    <a:pt x="1870002" y="8608"/>
                  </a:lnTo>
                  <a:lnTo>
                    <a:pt x="1877827" y="7967"/>
                  </a:lnTo>
                  <a:lnTo>
                    <a:pt x="1885651" y="7339"/>
                  </a:lnTo>
                  <a:lnTo>
                    <a:pt x="1893475" y="6749"/>
                  </a:lnTo>
                  <a:lnTo>
                    <a:pt x="1901299" y="6169"/>
                  </a:lnTo>
                  <a:lnTo>
                    <a:pt x="1909124" y="5631"/>
                  </a:lnTo>
                  <a:lnTo>
                    <a:pt x="1916948" y="5098"/>
                  </a:lnTo>
                  <a:lnTo>
                    <a:pt x="1924772" y="4613"/>
                  </a:lnTo>
                  <a:lnTo>
                    <a:pt x="1932596" y="4132"/>
                  </a:lnTo>
                  <a:lnTo>
                    <a:pt x="1940421" y="3696"/>
                  </a:lnTo>
                  <a:lnTo>
                    <a:pt x="1948245" y="3267"/>
                  </a:lnTo>
                  <a:lnTo>
                    <a:pt x="1956069" y="2879"/>
                  </a:lnTo>
                  <a:lnTo>
                    <a:pt x="1963894" y="2504"/>
                  </a:lnTo>
                  <a:lnTo>
                    <a:pt x="1971718" y="2165"/>
                  </a:lnTo>
                  <a:lnTo>
                    <a:pt x="1979542" y="1843"/>
                  </a:lnTo>
                  <a:lnTo>
                    <a:pt x="1987366" y="1552"/>
                  </a:lnTo>
                  <a:lnTo>
                    <a:pt x="1995191" y="1283"/>
                  </a:lnTo>
                  <a:lnTo>
                    <a:pt x="2003015" y="1040"/>
                  </a:lnTo>
                  <a:lnTo>
                    <a:pt x="2010839" y="824"/>
                  </a:lnTo>
                  <a:lnTo>
                    <a:pt x="2018664" y="630"/>
                  </a:lnTo>
                  <a:lnTo>
                    <a:pt x="2026488" y="467"/>
                  </a:lnTo>
                  <a:lnTo>
                    <a:pt x="2034312" y="322"/>
                  </a:lnTo>
                  <a:lnTo>
                    <a:pt x="2042136" y="211"/>
                  </a:lnTo>
                  <a:lnTo>
                    <a:pt x="2049961" y="114"/>
                  </a:lnTo>
                  <a:lnTo>
                    <a:pt x="2057785" y="56"/>
                  </a:lnTo>
                  <a:lnTo>
                    <a:pt x="2065609" y="7"/>
                  </a:lnTo>
                  <a:lnTo>
                    <a:pt x="2073434" y="1"/>
                  </a:lnTo>
                  <a:lnTo>
                    <a:pt x="2081258" y="0"/>
                  </a:lnTo>
                  <a:lnTo>
                    <a:pt x="2089082" y="45"/>
                  </a:lnTo>
                  <a:lnTo>
                    <a:pt x="2096906" y="95"/>
                  </a:lnTo>
                  <a:lnTo>
                    <a:pt x="2104731" y="187"/>
                  </a:lnTo>
                  <a:lnTo>
                    <a:pt x="2112555" y="288"/>
                  </a:lnTo>
                  <a:lnTo>
                    <a:pt x="2120379" y="427"/>
                  </a:lnTo>
                  <a:lnTo>
                    <a:pt x="2128203" y="578"/>
                  </a:lnTo>
                  <a:lnTo>
                    <a:pt x="2136028" y="763"/>
                  </a:lnTo>
                  <a:lnTo>
                    <a:pt x="2143852" y="964"/>
                  </a:lnTo>
                  <a:lnTo>
                    <a:pt x="2151676" y="1194"/>
                  </a:lnTo>
                  <a:lnTo>
                    <a:pt x="2159501" y="1444"/>
                  </a:lnTo>
                  <a:lnTo>
                    <a:pt x="2167325" y="1718"/>
                  </a:lnTo>
                  <a:lnTo>
                    <a:pt x="2175149" y="2017"/>
                  </a:lnTo>
                  <a:lnTo>
                    <a:pt x="2182973" y="2335"/>
                  </a:lnTo>
                  <a:lnTo>
                    <a:pt x="2190798" y="2682"/>
                  </a:lnTo>
                  <a:lnTo>
                    <a:pt x="2198622" y="3043"/>
                  </a:lnTo>
                  <a:lnTo>
                    <a:pt x="2206446" y="3437"/>
                  </a:lnTo>
                  <a:lnTo>
                    <a:pt x="2214271" y="3841"/>
                  </a:lnTo>
                  <a:lnTo>
                    <a:pt x="2222095" y="4280"/>
                  </a:lnTo>
                  <a:lnTo>
                    <a:pt x="2229919" y="4725"/>
                  </a:lnTo>
                  <a:lnTo>
                    <a:pt x="2237743" y="5210"/>
                  </a:lnTo>
                  <a:lnTo>
                    <a:pt x="2245568" y="5698"/>
                  </a:lnTo>
                  <a:lnTo>
                    <a:pt x="2253392" y="6224"/>
                  </a:lnTo>
                  <a:lnTo>
                    <a:pt x="2261216" y="6756"/>
                  </a:lnTo>
                  <a:lnTo>
                    <a:pt x="2269040" y="7322"/>
                  </a:lnTo>
                  <a:lnTo>
                    <a:pt x="2276865" y="7896"/>
                  </a:lnTo>
                  <a:lnTo>
                    <a:pt x="2284689" y="8500"/>
                  </a:lnTo>
                  <a:lnTo>
                    <a:pt x="2292513" y="9116"/>
                  </a:lnTo>
                  <a:lnTo>
                    <a:pt x="2300338" y="9757"/>
                  </a:lnTo>
                  <a:lnTo>
                    <a:pt x="2308162" y="10414"/>
                  </a:lnTo>
                  <a:lnTo>
                    <a:pt x="2315986" y="11092"/>
                  </a:lnTo>
                  <a:lnTo>
                    <a:pt x="2323810" y="11788"/>
                  </a:lnTo>
                  <a:lnTo>
                    <a:pt x="2331635" y="12501"/>
                  </a:lnTo>
                  <a:lnTo>
                    <a:pt x="2339459" y="13235"/>
                  </a:lnTo>
                  <a:lnTo>
                    <a:pt x="2347283" y="13983"/>
                  </a:lnTo>
                  <a:lnTo>
                    <a:pt x="2355108" y="14754"/>
                  </a:lnTo>
                  <a:lnTo>
                    <a:pt x="2362932" y="15535"/>
                  </a:lnTo>
                  <a:lnTo>
                    <a:pt x="2370756" y="16341"/>
                  </a:lnTo>
                  <a:lnTo>
                    <a:pt x="2378580" y="17155"/>
                  </a:lnTo>
                  <a:lnTo>
                    <a:pt x="2386405" y="17996"/>
                  </a:lnTo>
                  <a:lnTo>
                    <a:pt x="2394229" y="18841"/>
                  </a:lnTo>
                  <a:lnTo>
                    <a:pt x="2402053" y="19715"/>
                  </a:lnTo>
                  <a:lnTo>
                    <a:pt x="2409878" y="20592"/>
                  </a:lnTo>
                  <a:lnTo>
                    <a:pt x="2417702" y="21497"/>
                  </a:lnTo>
                  <a:lnTo>
                    <a:pt x="2425526" y="22406"/>
                  </a:lnTo>
                  <a:lnTo>
                    <a:pt x="2433350" y="23338"/>
                  </a:lnTo>
                  <a:lnTo>
                    <a:pt x="2441175" y="24277"/>
                  </a:lnTo>
                  <a:lnTo>
                    <a:pt x="2448999" y="25237"/>
                  </a:lnTo>
                  <a:lnTo>
                    <a:pt x="2456823" y="26205"/>
                  </a:lnTo>
                  <a:lnTo>
                    <a:pt x="2464647" y="27190"/>
                  </a:lnTo>
                  <a:lnTo>
                    <a:pt x="2472472" y="28186"/>
                  </a:lnTo>
                  <a:lnTo>
                    <a:pt x="2480296" y="29197"/>
                  </a:lnTo>
                  <a:lnTo>
                    <a:pt x="2488120" y="30219"/>
                  </a:lnTo>
                  <a:lnTo>
                    <a:pt x="2495945" y="31253"/>
                  </a:lnTo>
                  <a:lnTo>
                    <a:pt x="2503769" y="32301"/>
                  </a:lnTo>
                  <a:lnTo>
                    <a:pt x="2511593" y="33357"/>
                  </a:lnTo>
                  <a:lnTo>
                    <a:pt x="2519417" y="34429"/>
                  </a:lnTo>
                  <a:lnTo>
                    <a:pt x="2527242" y="35506"/>
                  </a:lnTo>
                  <a:lnTo>
                    <a:pt x="2535066" y="36601"/>
                  </a:lnTo>
                  <a:lnTo>
                    <a:pt x="2542890" y="37699"/>
                  </a:lnTo>
                  <a:lnTo>
                    <a:pt x="2550715" y="38814"/>
                  </a:lnTo>
                  <a:lnTo>
                    <a:pt x="2558539" y="39931"/>
                  </a:lnTo>
                  <a:lnTo>
                    <a:pt x="2566363" y="41067"/>
                  </a:lnTo>
                  <a:lnTo>
                    <a:pt x="2574187" y="42203"/>
                  </a:lnTo>
                  <a:lnTo>
                    <a:pt x="2582012" y="43356"/>
                  </a:lnTo>
                  <a:lnTo>
                    <a:pt x="2589836" y="44511"/>
                  </a:lnTo>
                  <a:lnTo>
                    <a:pt x="2597660" y="45679"/>
                  </a:lnTo>
                  <a:lnTo>
                    <a:pt x="2605485" y="46852"/>
                  </a:lnTo>
                  <a:lnTo>
                    <a:pt x="2613309" y="48035"/>
                  </a:lnTo>
                  <a:lnTo>
                    <a:pt x="2621133" y="49223"/>
                  </a:lnTo>
                  <a:lnTo>
                    <a:pt x="2628957" y="50420"/>
                  </a:lnTo>
                  <a:lnTo>
                    <a:pt x="2636782" y="51623"/>
                  </a:lnTo>
                  <a:lnTo>
                    <a:pt x="2644606" y="52833"/>
                  </a:lnTo>
                  <a:lnTo>
                    <a:pt x="2652430" y="54049"/>
                  </a:lnTo>
                  <a:lnTo>
                    <a:pt x="2660254" y="55270"/>
                  </a:lnTo>
                  <a:lnTo>
                    <a:pt x="2668079" y="56499"/>
                  </a:lnTo>
                  <a:lnTo>
                    <a:pt x="2675903" y="57731"/>
                  </a:lnTo>
                  <a:lnTo>
                    <a:pt x="2683727" y="58970"/>
                  </a:lnTo>
                  <a:lnTo>
                    <a:pt x="2691552" y="60212"/>
                  </a:lnTo>
                  <a:lnTo>
                    <a:pt x="2699376" y="61461"/>
                  </a:lnTo>
                  <a:lnTo>
                    <a:pt x="2707200" y="62712"/>
                  </a:lnTo>
                  <a:lnTo>
                    <a:pt x="2715024" y="63970"/>
                  </a:lnTo>
                  <a:lnTo>
                    <a:pt x="2722849" y="65228"/>
                  </a:lnTo>
                  <a:lnTo>
                    <a:pt x="2730673" y="66494"/>
                  </a:lnTo>
                  <a:lnTo>
                    <a:pt x="2738497" y="67760"/>
                  </a:lnTo>
                  <a:lnTo>
                    <a:pt x="2746322" y="69031"/>
                  </a:lnTo>
                  <a:lnTo>
                    <a:pt x="2754146" y="70303"/>
                  </a:lnTo>
                  <a:lnTo>
                    <a:pt x="2761970" y="71580"/>
                  </a:lnTo>
                  <a:lnTo>
                    <a:pt x="2769794" y="72858"/>
                  </a:lnTo>
                  <a:lnTo>
                    <a:pt x="2777619" y="74138"/>
                  </a:lnTo>
                  <a:lnTo>
                    <a:pt x="2785443" y="75420"/>
                  </a:lnTo>
                  <a:lnTo>
                    <a:pt x="2793267" y="76704"/>
                  </a:lnTo>
                  <a:lnTo>
                    <a:pt x="2801091" y="77990"/>
                  </a:lnTo>
                  <a:lnTo>
                    <a:pt x="2808916" y="79277"/>
                  </a:lnTo>
                  <a:lnTo>
                    <a:pt x="2816740" y="80564"/>
                  </a:lnTo>
                  <a:lnTo>
                    <a:pt x="2824564" y="81853"/>
                  </a:lnTo>
                  <a:lnTo>
                    <a:pt x="2832389" y="83142"/>
                  </a:lnTo>
                  <a:lnTo>
                    <a:pt x="2840213" y="84432"/>
                  </a:lnTo>
                  <a:lnTo>
                    <a:pt x="2848037" y="85722"/>
                  </a:lnTo>
                  <a:lnTo>
                    <a:pt x="2855861" y="87013"/>
                  </a:lnTo>
                  <a:lnTo>
                    <a:pt x="2863686" y="88303"/>
                  </a:lnTo>
                  <a:lnTo>
                    <a:pt x="2871510" y="89593"/>
                  </a:lnTo>
                  <a:lnTo>
                    <a:pt x="2879334" y="90882"/>
                  </a:lnTo>
                  <a:lnTo>
                    <a:pt x="2887159" y="92171"/>
                  </a:lnTo>
                  <a:lnTo>
                    <a:pt x="2894983" y="93459"/>
                  </a:lnTo>
                  <a:lnTo>
                    <a:pt x="2902807" y="94746"/>
                  </a:lnTo>
                  <a:lnTo>
                    <a:pt x="2910631" y="96032"/>
                  </a:lnTo>
                  <a:lnTo>
                    <a:pt x="2918456" y="97317"/>
                  </a:lnTo>
                  <a:lnTo>
                    <a:pt x="2926280" y="98600"/>
                  </a:lnTo>
                  <a:lnTo>
                    <a:pt x="2934104" y="99882"/>
                  </a:lnTo>
                  <a:lnTo>
                    <a:pt x="2941929" y="101162"/>
                  </a:lnTo>
                  <a:lnTo>
                    <a:pt x="2949753" y="102440"/>
                  </a:lnTo>
                  <a:lnTo>
                    <a:pt x="2957577" y="103717"/>
                  </a:lnTo>
                  <a:lnTo>
                    <a:pt x="2965401" y="104991"/>
                  </a:lnTo>
                  <a:lnTo>
                    <a:pt x="2973226" y="106263"/>
                  </a:lnTo>
                  <a:lnTo>
                    <a:pt x="2981050" y="107533"/>
                  </a:lnTo>
                  <a:lnTo>
                    <a:pt x="2988874" y="108800"/>
                  </a:lnTo>
                  <a:lnTo>
                    <a:pt x="2996698" y="110065"/>
                  </a:lnTo>
                  <a:lnTo>
                    <a:pt x="3004523" y="111328"/>
                  </a:lnTo>
                  <a:lnTo>
                    <a:pt x="3012347" y="112586"/>
                  </a:lnTo>
                  <a:lnTo>
                    <a:pt x="3020171" y="113844"/>
                  </a:lnTo>
                  <a:lnTo>
                    <a:pt x="3027996" y="115097"/>
                  </a:lnTo>
                  <a:lnTo>
                    <a:pt x="3035820" y="116349"/>
                  </a:lnTo>
                  <a:lnTo>
                    <a:pt x="3043644" y="117595"/>
                  </a:lnTo>
                  <a:lnTo>
                    <a:pt x="3051468" y="118841"/>
                  </a:lnTo>
                  <a:lnTo>
                    <a:pt x="3059293" y="120081"/>
                  </a:lnTo>
                  <a:lnTo>
                    <a:pt x="3067117" y="121320"/>
                  </a:lnTo>
                  <a:lnTo>
                    <a:pt x="3074941" y="122553"/>
                  </a:lnTo>
                  <a:lnTo>
                    <a:pt x="3082766" y="123785"/>
                  </a:lnTo>
                  <a:lnTo>
                    <a:pt x="3090590" y="125012"/>
                  </a:lnTo>
                  <a:lnTo>
                    <a:pt x="3098414" y="126236"/>
                  </a:lnTo>
                  <a:lnTo>
                    <a:pt x="3106238" y="127456"/>
                  </a:lnTo>
                  <a:lnTo>
                    <a:pt x="3114063" y="128673"/>
                  </a:lnTo>
                  <a:lnTo>
                    <a:pt x="3121887" y="129885"/>
                  </a:lnTo>
                  <a:lnTo>
                    <a:pt x="3129711" y="131094"/>
                  </a:lnTo>
                  <a:lnTo>
                    <a:pt x="3137536" y="132300"/>
                  </a:lnTo>
                  <a:lnTo>
                    <a:pt x="3145360" y="133500"/>
                  </a:lnTo>
                  <a:lnTo>
                    <a:pt x="3153184" y="134699"/>
                  </a:lnTo>
                  <a:lnTo>
                    <a:pt x="3161008" y="135891"/>
                  </a:lnTo>
                  <a:lnTo>
                    <a:pt x="3168833" y="137082"/>
                  </a:lnTo>
                  <a:lnTo>
                    <a:pt x="3176657" y="138266"/>
                  </a:lnTo>
                  <a:lnTo>
                    <a:pt x="3184481" y="139448"/>
                  </a:lnTo>
                  <a:lnTo>
                    <a:pt x="3192305" y="140624"/>
                  </a:lnTo>
                  <a:lnTo>
                    <a:pt x="3200130" y="141799"/>
                  </a:lnTo>
                  <a:lnTo>
                    <a:pt x="3207954" y="142966"/>
                  </a:lnTo>
                  <a:lnTo>
                    <a:pt x="3215778" y="144132"/>
                  </a:lnTo>
                  <a:lnTo>
                    <a:pt x="3223603" y="145291"/>
                  </a:lnTo>
                  <a:lnTo>
                    <a:pt x="3231427" y="146449"/>
                  </a:lnTo>
                  <a:lnTo>
                    <a:pt x="3239251" y="147599"/>
                  </a:lnTo>
                  <a:lnTo>
                    <a:pt x="3247075" y="148748"/>
                  </a:lnTo>
                  <a:lnTo>
                    <a:pt x="3254900" y="149891"/>
                  </a:lnTo>
                  <a:lnTo>
                    <a:pt x="3262724" y="151031"/>
                  </a:lnTo>
                  <a:lnTo>
                    <a:pt x="3270548" y="152165"/>
                  </a:lnTo>
                  <a:lnTo>
                    <a:pt x="3278373" y="153296"/>
                  </a:lnTo>
                  <a:lnTo>
                    <a:pt x="3286197" y="154423"/>
                  </a:lnTo>
                  <a:lnTo>
                    <a:pt x="3294021" y="155544"/>
                  </a:lnTo>
                  <a:lnTo>
                    <a:pt x="3301845" y="156662"/>
                  </a:lnTo>
                  <a:lnTo>
                    <a:pt x="3309670" y="157775"/>
                  </a:lnTo>
                  <a:lnTo>
                    <a:pt x="3317494" y="158885"/>
                  </a:lnTo>
                  <a:lnTo>
                    <a:pt x="3325318" y="159989"/>
                  </a:lnTo>
                  <a:lnTo>
                    <a:pt x="3333142" y="161090"/>
                  </a:lnTo>
                  <a:lnTo>
                    <a:pt x="3340967" y="162185"/>
                  </a:lnTo>
                  <a:lnTo>
                    <a:pt x="3348791" y="163278"/>
                  </a:lnTo>
                  <a:lnTo>
                    <a:pt x="3356615" y="164363"/>
                  </a:lnTo>
                  <a:lnTo>
                    <a:pt x="3364440" y="165448"/>
                  </a:lnTo>
                  <a:lnTo>
                    <a:pt x="3372264" y="166524"/>
                  </a:lnTo>
                  <a:lnTo>
                    <a:pt x="3380088" y="167600"/>
                  </a:lnTo>
                  <a:lnTo>
                    <a:pt x="3387912" y="168668"/>
                  </a:lnTo>
                  <a:lnTo>
                    <a:pt x="3395737" y="169734"/>
                  </a:lnTo>
                  <a:lnTo>
                    <a:pt x="3403561" y="170794"/>
                  </a:lnTo>
                  <a:lnTo>
                    <a:pt x="3411385" y="171851"/>
                  </a:lnTo>
                  <a:lnTo>
                    <a:pt x="3419210" y="172902"/>
                  </a:lnTo>
                  <a:lnTo>
                    <a:pt x="3427034" y="173950"/>
                  </a:lnTo>
                  <a:lnTo>
                    <a:pt x="3434858" y="174992"/>
                  </a:lnTo>
                  <a:lnTo>
                    <a:pt x="3442682" y="176031"/>
                  </a:lnTo>
                  <a:lnTo>
                    <a:pt x="3450507" y="177065"/>
                  </a:lnTo>
                  <a:lnTo>
                    <a:pt x="3458331" y="178094"/>
                  </a:lnTo>
                  <a:lnTo>
                    <a:pt x="3466155" y="179120"/>
                  </a:lnTo>
                  <a:lnTo>
                    <a:pt x="3473980" y="180139"/>
                  </a:lnTo>
                  <a:lnTo>
                    <a:pt x="3481804" y="181157"/>
                  </a:lnTo>
                  <a:lnTo>
                    <a:pt x="3489628" y="182167"/>
                  </a:lnTo>
                  <a:lnTo>
                    <a:pt x="3497452" y="183175"/>
                  </a:lnTo>
                  <a:lnTo>
                    <a:pt x="3505277" y="184176"/>
                  </a:lnTo>
                  <a:lnTo>
                    <a:pt x="3513101" y="185176"/>
                  </a:lnTo>
                  <a:lnTo>
                    <a:pt x="3520925" y="186168"/>
                  </a:lnTo>
                  <a:lnTo>
                    <a:pt x="3528749" y="187158"/>
                  </a:lnTo>
                  <a:lnTo>
                    <a:pt x="3536574" y="188141"/>
                  </a:lnTo>
                  <a:lnTo>
                    <a:pt x="3544398" y="189122"/>
                  </a:lnTo>
                  <a:lnTo>
                    <a:pt x="3552222" y="190095"/>
                  </a:lnTo>
                  <a:lnTo>
                    <a:pt x="3560047" y="191066"/>
                  </a:lnTo>
                  <a:lnTo>
                    <a:pt x="3567871" y="192031"/>
                  </a:lnTo>
                  <a:lnTo>
                    <a:pt x="3575695" y="192993"/>
                  </a:lnTo>
                  <a:lnTo>
                    <a:pt x="3583519" y="193949"/>
                  </a:lnTo>
                  <a:lnTo>
                    <a:pt x="3591344" y="194900"/>
                  </a:lnTo>
                  <a:lnTo>
                    <a:pt x="3599168" y="195847"/>
                  </a:lnTo>
                  <a:lnTo>
                    <a:pt x="3606992" y="196789"/>
                  </a:lnTo>
                  <a:lnTo>
                    <a:pt x="3614817" y="197727"/>
                  </a:lnTo>
                  <a:lnTo>
                    <a:pt x="3622641" y="198659"/>
                  </a:lnTo>
                  <a:lnTo>
                    <a:pt x="3630465" y="199587"/>
                  </a:lnTo>
                  <a:lnTo>
                    <a:pt x="3638289" y="200509"/>
                  </a:lnTo>
                  <a:lnTo>
                    <a:pt x="3646114" y="201428"/>
                  </a:lnTo>
                  <a:lnTo>
                    <a:pt x="3653938" y="202339"/>
                  </a:lnTo>
                  <a:lnTo>
                    <a:pt x="3661762" y="203249"/>
                  </a:lnTo>
                  <a:lnTo>
                    <a:pt x="3669586" y="204150"/>
                  </a:lnTo>
                  <a:lnTo>
                    <a:pt x="3677411" y="205051"/>
                  </a:lnTo>
                  <a:lnTo>
                    <a:pt x="3685235" y="205942"/>
                  </a:lnTo>
                  <a:lnTo>
                    <a:pt x="3693059" y="206831"/>
                  </a:lnTo>
                  <a:lnTo>
                    <a:pt x="3700884" y="207712"/>
                  </a:lnTo>
                  <a:lnTo>
                    <a:pt x="3708708" y="208592"/>
                  </a:lnTo>
                  <a:lnTo>
                    <a:pt x="3716532" y="209463"/>
                  </a:lnTo>
                  <a:lnTo>
                    <a:pt x="3724356" y="210331"/>
                  </a:lnTo>
                  <a:lnTo>
                    <a:pt x="3732181" y="211193"/>
                  </a:lnTo>
                  <a:lnTo>
                    <a:pt x="3740005" y="212050"/>
                  </a:lnTo>
                  <a:lnTo>
                    <a:pt x="3747829" y="212901"/>
                  </a:lnTo>
                  <a:lnTo>
                    <a:pt x="3755654" y="213748"/>
                  </a:lnTo>
                  <a:lnTo>
                    <a:pt x="3763478" y="214589"/>
                  </a:lnTo>
                  <a:lnTo>
                    <a:pt x="3771302" y="215424"/>
                  </a:lnTo>
                  <a:lnTo>
                    <a:pt x="3779126" y="216255"/>
                  </a:lnTo>
                  <a:lnTo>
                    <a:pt x="3786951" y="217079"/>
                  </a:lnTo>
                  <a:lnTo>
                    <a:pt x="3794775" y="217899"/>
                  </a:lnTo>
                  <a:lnTo>
                    <a:pt x="3802599" y="218711"/>
                  </a:lnTo>
                  <a:lnTo>
                    <a:pt x="3810424" y="219521"/>
                  </a:lnTo>
                  <a:lnTo>
                    <a:pt x="3818248" y="220322"/>
                  </a:lnTo>
                  <a:lnTo>
                    <a:pt x="3826072" y="221120"/>
                  </a:lnTo>
                  <a:lnTo>
                    <a:pt x="3833896" y="221909"/>
                  </a:lnTo>
                  <a:lnTo>
                    <a:pt x="3841721" y="222697"/>
                  </a:lnTo>
                  <a:lnTo>
                    <a:pt x="3849545" y="223474"/>
                  </a:lnTo>
                  <a:lnTo>
                    <a:pt x="3857369" y="224250"/>
                  </a:lnTo>
                  <a:lnTo>
                    <a:pt x="3865193" y="225016"/>
                  </a:lnTo>
                  <a:lnTo>
                    <a:pt x="3873018" y="225779"/>
                  </a:lnTo>
                  <a:lnTo>
                    <a:pt x="3880842" y="226534"/>
                  </a:lnTo>
                  <a:lnTo>
                    <a:pt x="3888666" y="227285"/>
                  </a:lnTo>
                  <a:lnTo>
                    <a:pt x="3896491" y="228028"/>
                  </a:lnTo>
                  <a:lnTo>
                    <a:pt x="3904315" y="228767"/>
                  </a:lnTo>
                  <a:lnTo>
                    <a:pt x="3912139" y="229498"/>
                  </a:lnTo>
                  <a:lnTo>
                    <a:pt x="3919963" y="230224"/>
                  </a:lnTo>
                  <a:lnTo>
                    <a:pt x="3927788" y="230944"/>
                  </a:lnTo>
                  <a:lnTo>
                    <a:pt x="3935612" y="231657"/>
                  </a:lnTo>
                  <a:lnTo>
                    <a:pt x="3943436" y="232365"/>
                  </a:lnTo>
                  <a:lnTo>
                    <a:pt x="3951261" y="233065"/>
                  </a:lnTo>
                  <a:lnTo>
                    <a:pt x="3959085" y="233761"/>
                  </a:lnTo>
                  <a:lnTo>
                    <a:pt x="3966909" y="234448"/>
                  </a:lnTo>
                  <a:lnTo>
                    <a:pt x="3974733" y="235132"/>
                  </a:lnTo>
                  <a:lnTo>
                    <a:pt x="3982558" y="235805"/>
                  </a:lnTo>
                  <a:lnTo>
                    <a:pt x="3990382" y="236477"/>
                  </a:lnTo>
                  <a:lnTo>
                    <a:pt x="3998206" y="23713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rc1753"/>
            <p:cNvSpPr/>
            <p:nvPr/>
          </p:nvSpPr>
          <p:spPr>
            <a:xfrm>
              <a:off x="7648183" y="1761070"/>
              <a:ext cx="439802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l1754"/>
            <p:cNvSpPr/>
            <p:nvPr/>
          </p:nvSpPr>
          <p:spPr>
            <a:xfrm>
              <a:off x="8247914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l1755"/>
            <p:cNvSpPr/>
            <p:nvPr/>
          </p:nvSpPr>
          <p:spPr>
            <a:xfrm>
              <a:off x="9047555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l1756"/>
            <p:cNvSpPr/>
            <p:nvPr/>
          </p:nvSpPr>
          <p:spPr>
            <a:xfrm>
              <a:off x="9847197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l1757"/>
            <p:cNvSpPr/>
            <p:nvPr/>
          </p:nvSpPr>
          <p:spPr>
            <a:xfrm>
              <a:off x="10646838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l1758"/>
            <p:cNvSpPr/>
            <p:nvPr/>
          </p:nvSpPr>
          <p:spPr>
            <a:xfrm>
              <a:off x="11446479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tx1759"/>
            <p:cNvSpPr/>
            <p:nvPr/>
          </p:nvSpPr>
          <p:spPr>
            <a:xfrm>
              <a:off x="8198228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760" name="tx1760"/>
            <p:cNvSpPr/>
            <p:nvPr/>
          </p:nvSpPr>
          <p:spPr>
            <a:xfrm>
              <a:off x="8997869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761" name="tx1761"/>
            <p:cNvSpPr/>
            <p:nvPr/>
          </p:nvSpPr>
          <p:spPr>
            <a:xfrm>
              <a:off x="9816119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762" name="tx1762"/>
            <p:cNvSpPr/>
            <p:nvPr/>
          </p:nvSpPr>
          <p:spPr>
            <a:xfrm>
              <a:off x="10615760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763" name="tx1763"/>
            <p:cNvSpPr/>
            <p:nvPr/>
          </p:nvSpPr>
          <p:spPr>
            <a:xfrm>
              <a:off x="11415402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64" name="tx1764"/>
            <p:cNvSpPr/>
            <p:nvPr/>
          </p:nvSpPr>
          <p:spPr>
            <a:xfrm>
              <a:off x="9094024" y="5119812"/>
              <a:ext cx="1506345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Rate of Change (Z/year)</a:t>
              </a:r>
            </a:p>
          </p:txBody>
        </p:sp>
        <p:sp>
          <p:nvSpPr>
            <p:cNvPr id="1765" name="rc1765"/>
            <p:cNvSpPr/>
            <p:nvPr/>
          </p:nvSpPr>
          <p:spPr>
            <a:xfrm>
              <a:off x="2971800" y="5349081"/>
              <a:ext cx="3048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rc1766"/>
            <p:cNvSpPr/>
            <p:nvPr/>
          </p:nvSpPr>
          <p:spPr>
            <a:xfrm>
              <a:off x="3438838" y="5418670"/>
              <a:ext cx="2511372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7" name="pl1767"/>
            <p:cNvSpPr/>
            <p:nvPr/>
          </p:nvSpPr>
          <p:spPr>
            <a:xfrm>
              <a:off x="3438838" y="8331171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l1768"/>
            <p:cNvSpPr/>
            <p:nvPr/>
          </p:nvSpPr>
          <p:spPr>
            <a:xfrm>
              <a:off x="3438838" y="7563110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l1769"/>
            <p:cNvSpPr/>
            <p:nvPr/>
          </p:nvSpPr>
          <p:spPr>
            <a:xfrm>
              <a:off x="3438838" y="6795049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l1770"/>
            <p:cNvSpPr/>
            <p:nvPr/>
          </p:nvSpPr>
          <p:spPr>
            <a:xfrm>
              <a:off x="3438838" y="6026988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l1771"/>
            <p:cNvSpPr/>
            <p:nvPr/>
          </p:nvSpPr>
          <p:spPr>
            <a:xfrm>
              <a:off x="391696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l1772"/>
            <p:cNvSpPr/>
            <p:nvPr/>
          </p:nvSpPr>
          <p:spPr>
            <a:xfrm>
              <a:off x="441139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l1773"/>
            <p:cNvSpPr/>
            <p:nvPr/>
          </p:nvSpPr>
          <p:spPr>
            <a:xfrm>
              <a:off x="490583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l1774"/>
            <p:cNvSpPr/>
            <p:nvPr/>
          </p:nvSpPr>
          <p:spPr>
            <a:xfrm>
              <a:off x="540026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l1775"/>
            <p:cNvSpPr/>
            <p:nvPr/>
          </p:nvSpPr>
          <p:spPr>
            <a:xfrm>
              <a:off x="589470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l1776"/>
            <p:cNvSpPr/>
            <p:nvPr/>
          </p:nvSpPr>
          <p:spPr>
            <a:xfrm>
              <a:off x="3438838" y="7947140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l1777"/>
            <p:cNvSpPr/>
            <p:nvPr/>
          </p:nvSpPr>
          <p:spPr>
            <a:xfrm>
              <a:off x="3438838" y="7179079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l1778"/>
            <p:cNvSpPr/>
            <p:nvPr/>
          </p:nvSpPr>
          <p:spPr>
            <a:xfrm>
              <a:off x="3438838" y="6411018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l1779"/>
            <p:cNvSpPr/>
            <p:nvPr/>
          </p:nvSpPr>
          <p:spPr>
            <a:xfrm>
              <a:off x="3438838" y="5642957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l1780"/>
            <p:cNvSpPr/>
            <p:nvPr/>
          </p:nvSpPr>
          <p:spPr>
            <a:xfrm>
              <a:off x="366974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l1781"/>
            <p:cNvSpPr/>
            <p:nvPr/>
          </p:nvSpPr>
          <p:spPr>
            <a:xfrm>
              <a:off x="416417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l1782"/>
            <p:cNvSpPr/>
            <p:nvPr/>
          </p:nvSpPr>
          <p:spPr>
            <a:xfrm>
              <a:off x="465861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l1783"/>
            <p:cNvSpPr/>
            <p:nvPr/>
          </p:nvSpPr>
          <p:spPr>
            <a:xfrm>
              <a:off x="515304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l1784"/>
            <p:cNvSpPr/>
            <p:nvPr/>
          </p:nvSpPr>
          <p:spPr>
            <a:xfrm>
              <a:off x="564748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3621487" y="71585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3697908" y="71144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3566376" y="71621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3677333" y="71651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3961706" y="689150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3717013" y="70785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3924965" y="652142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3704521" y="70629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3843401" y="75173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3588420" y="71502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3577398" y="71507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3560497" y="71713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4578214" y="73410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4256366" y="657737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3554619" y="71618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3789024" y="691709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3698642" y="72193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3728035" y="7132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5124181" y="555809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3550210" y="71485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3811069" y="698778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3689825" y="698373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3655288" y="71716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3750079" y="700513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3658228" y="705237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3657493" y="71066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3605321" y="71750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3622957" y="71491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4986036" y="66256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4343074" y="71720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4257835" y="71086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3562702" y="71364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3605321" y="71890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3572254" y="71320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3680272" y="71968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3633979" y="695899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3718482" y="70974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3580337" y="71616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3850014" y="71839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4265184" y="689086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3686885" y="70727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3695703" y="70928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3694233" y="71614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3624426" y="71359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3680272" y="72169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3633979" y="71755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3658962" y="71389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3625161" y="71279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3556089" y="71232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4097646" y="691110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3654554" y="698261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3694233" y="71491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3697173" y="70851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3670719" y="70958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4879488" y="78439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5675291" y="674826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5146225" y="622680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3603851" y="70687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3596503" y="71373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3722891" y="72026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3575194" y="71978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3700847" y="71507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3596503" y="71732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3570785" y="71581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3567846" y="71206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3897042" y="670580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4290167" y="74886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3992568" y="72557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3662637" y="71780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3783146" y="71295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4633325" y="80738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4229913" y="693464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4006529" y="71542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3539923" y="71430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3678068" y="71037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3747875" y="70763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3765510" y="71276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3831644" y="691177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3578868" y="71198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4545882" y="638949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3650879" y="71409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3726565" y="688578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4257835" y="82407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3620017" y="71347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4161575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3611200" y="71025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4003590" y="77406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3608260" y="71183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3980811" y="703278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4723707" y="681714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3539923" y="71636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3714808" y="73227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3603851" y="71126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4075602" y="685341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3633244" y="71652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3567111" y="71354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3619283" y="71840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4024165" y="693909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4765592" y="81087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3674394" y="71658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3622222" y="698986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3805190" y="70886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3602382" y="698138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3662637" y="71612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3617078" y="71239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3628835" y="703211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3554619" y="71690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3705991" y="71613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3581072" y="71150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4062375" y="72503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3689090" y="72142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3775063" y="71127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3565641" y="71763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3866180" y="680559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3826500" y="71611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3582542" y="71376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4461379" y="82887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3633979" y="71556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3567111" y="71263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3639122" y="71305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3582542" y="71091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4102790" y="676710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3592829" y="71564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3783146" y="72779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3617813" y="71485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4386428" y="671127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3689090" y="696277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3625896" y="72071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3588420" y="71537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4256366" y="694245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3636183" y="71631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4630386" y="70995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3565641" y="71477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3730974" y="73404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5161656" y="642817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3631774" y="70759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3976402" y="659168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3657493" y="71701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3553884" y="71936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3650145" y="71454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4168188" y="70737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3673659" y="71739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3581072" y="71628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3600912" y="71718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4064580" y="687498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4572336" y="74955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4005794" y="648617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3603117" y="71832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3528900" y="71520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4642878" y="594683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3676598" y="699208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3679537" y="70934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3644266" y="71113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3873528" y="73354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3629570" y="71603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3868384" y="71487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3913208" y="71170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3603851" y="71466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3606791" y="71353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3628835" y="70956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3764776" y="71765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3622957" y="71705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4734729" y="83089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4021226" y="71933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3599443" y="71523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3595768" y="71439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1"/>
            <p:cNvSpPr/>
            <p:nvPr/>
          </p:nvSpPr>
          <p:spPr>
            <a:xfrm>
              <a:off x="3531105" y="71417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2"/>
            <p:cNvSpPr/>
            <p:nvPr/>
          </p:nvSpPr>
          <p:spPr>
            <a:xfrm>
              <a:off x="4184354" y="76017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3628100" y="71045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4161575" y="651344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3652349" y="71689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4429782" y="74802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4190967" y="75022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3625161" y="71809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3628835" y="71592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3714808" y="71850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3564906" y="72000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5387244" y="72078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3639857" y="71387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3600912" y="71451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4831725" y="72022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4468727" y="72435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3933783" y="663576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3614874" y="71623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3671454" y="71589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3600177" y="72024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4582623" y="77120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3556089" y="71588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3616343" y="71453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5811231" y="74608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3983750" y="682187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3541392" y="71292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3579603" y="71943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4061640" y="610868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3602382" y="71986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3546536" y="661704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3894838" y="73630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3541392" y="71628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3651614" y="71701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3650879" y="71431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3636918" y="71692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3716278" y="703556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3566376" y="71490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3642062" y="71680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3666311" y="71294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3861771" y="70599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3719217" y="71409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3722156" y="71167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4958848" y="67584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3852218" y="71975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4418025" y="72336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3608995" y="72529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3620752" y="71248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3731709" y="702247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3595034" y="73173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3594299" y="71835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4182884" y="702834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3574459" y="71758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5019102" y="689703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3622957" y="71488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3559028" y="71582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3591360" y="71722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3558293" y="72621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3691294" y="72143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4210073" y="72987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3812538" y="700810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3714073" y="691740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3584011" y="71325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3807395" y="70863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4462848" y="74455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3652349" y="698701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4991914" y="690673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3740527" y="68867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5509223" y="80639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3664106" y="72075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3528166" y="71048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3654554" y="695292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4456235" y="73188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3651614" y="72676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3672189" y="70970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3623691" y="72603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4819968" y="685735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3657493" y="72479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3606791" y="71623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9"/>
            <p:cNvSpPr/>
            <p:nvPr/>
          </p:nvSpPr>
          <p:spPr>
            <a:xfrm>
              <a:off x="4007264" y="667076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30"/>
            <p:cNvSpPr/>
            <p:nvPr/>
          </p:nvSpPr>
          <p:spPr>
            <a:xfrm>
              <a:off x="3578868" y="71195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1"/>
            <p:cNvSpPr/>
            <p:nvPr/>
          </p:nvSpPr>
          <p:spPr>
            <a:xfrm>
              <a:off x="3740527" y="71729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2"/>
            <p:cNvSpPr/>
            <p:nvPr/>
          </p:nvSpPr>
          <p:spPr>
            <a:xfrm>
              <a:off x="3653084" y="71433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3"/>
            <p:cNvSpPr/>
            <p:nvPr/>
          </p:nvSpPr>
          <p:spPr>
            <a:xfrm>
              <a:off x="3680272" y="70900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3584011" y="71521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3789024" y="705595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3593564" y="70985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3604586" y="71760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8"/>
            <p:cNvSpPr/>
            <p:nvPr/>
          </p:nvSpPr>
          <p:spPr>
            <a:xfrm>
              <a:off x="4498119" y="694329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9"/>
            <p:cNvSpPr/>
            <p:nvPr/>
          </p:nvSpPr>
          <p:spPr>
            <a:xfrm>
              <a:off x="4127773" y="70735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40"/>
            <p:cNvSpPr/>
            <p:nvPr/>
          </p:nvSpPr>
          <p:spPr>
            <a:xfrm>
              <a:off x="3620752" y="71808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1"/>
            <p:cNvSpPr/>
            <p:nvPr/>
          </p:nvSpPr>
          <p:spPr>
            <a:xfrm>
              <a:off x="3610465" y="71364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2"/>
            <p:cNvSpPr/>
            <p:nvPr/>
          </p:nvSpPr>
          <p:spPr>
            <a:xfrm>
              <a:off x="3545801" y="71265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3"/>
            <p:cNvSpPr/>
            <p:nvPr/>
          </p:nvSpPr>
          <p:spPr>
            <a:xfrm>
              <a:off x="4673005" y="77483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4"/>
            <p:cNvSpPr/>
            <p:nvPr/>
          </p:nvSpPr>
          <p:spPr>
            <a:xfrm>
              <a:off x="4701663" y="606837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5"/>
            <p:cNvSpPr/>
            <p:nvPr/>
          </p:nvSpPr>
          <p:spPr>
            <a:xfrm>
              <a:off x="3716278" y="695272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6"/>
            <p:cNvSpPr/>
            <p:nvPr/>
          </p:nvSpPr>
          <p:spPr>
            <a:xfrm>
              <a:off x="3995507" y="72857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7"/>
            <p:cNvSpPr/>
            <p:nvPr/>
          </p:nvSpPr>
          <p:spPr>
            <a:xfrm>
              <a:off x="3661902" y="71441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8"/>
            <p:cNvSpPr/>
            <p:nvPr/>
          </p:nvSpPr>
          <p:spPr>
            <a:xfrm>
              <a:off x="4437130" y="76061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9"/>
            <p:cNvSpPr/>
            <p:nvPr/>
          </p:nvSpPr>
          <p:spPr>
            <a:xfrm>
              <a:off x="3553149" y="71198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50"/>
            <p:cNvSpPr/>
            <p:nvPr/>
          </p:nvSpPr>
          <p:spPr>
            <a:xfrm>
              <a:off x="3597973" y="71741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1"/>
            <p:cNvSpPr/>
            <p:nvPr/>
          </p:nvSpPr>
          <p:spPr>
            <a:xfrm>
              <a:off x="3648675" y="695384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2"/>
            <p:cNvSpPr/>
            <p:nvPr/>
          </p:nvSpPr>
          <p:spPr>
            <a:xfrm>
              <a:off x="3675863" y="72619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3"/>
            <p:cNvSpPr/>
            <p:nvPr/>
          </p:nvSpPr>
          <p:spPr>
            <a:xfrm>
              <a:off x="3739057" y="71353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4"/>
            <p:cNvSpPr/>
            <p:nvPr/>
          </p:nvSpPr>
          <p:spPr>
            <a:xfrm>
              <a:off x="4196846" y="66155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4090298" y="694294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3650145" y="71127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7"/>
            <p:cNvSpPr/>
            <p:nvPr/>
          </p:nvSpPr>
          <p:spPr>
            <a:xfrm>
              <a:off x="3868384" y="68377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8"/>
            <p:cNvSpPr/>
            <p:nvPr/>
          </p:nvSpPr>
          <p:spPr>
            <a:xfrm>
              <a:off x="3786820" y="689300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9"/>
            <p:cNvSpPr/>
            <p:nvPr/>
          </p:nvSpPr>
          <p:spPr>
            <a:xfrm>
              <a:off x="3581807" y="71275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4102055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3608260" y="71246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3631040" y="71549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3632509" y="71272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4426108" y="77659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4348952" y="70999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3632509" y="71596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3656758" y="72051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3665576" y="674750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3743466" y="72389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3597973" y="70984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3641327" y="71270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3637653" y="71124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3772859" y="693827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3528166" y="71278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3563437" y="71293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4344543" y="74128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3631040" y="71747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3634714" y="71798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3633979" y="71354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3710399" y="71429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3989629" y="687934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2"/>
            <p:cNvSpPr/>
            <p:nvPr/>
          </p:nvSpPr>
          <p:spPr>
            <a:xfrm>
              <a:off x="3861771" y="71399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3"/>
            <p:cNvSpPr/>
            <p:nvPr/>
          </p:nvSpPr>
          <p:spPr>
            <a:xfrm>
              <a:off x="3578868" y="71370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4"/>
            <p:cNvSpPr/>
            <p:nvPr/>
          </p:nvSpPr>
          <p:spPr>
            <a:xfrm>
              <a:off x="4744282" y="74317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5"/>
            <p:cNvSpPr/>
            <p:nvPr/>
          </p:nvSpPr>
          <p:spPr>
            <a:xfrm>
              <a:off x="3570785" y="71638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6"/>
            <p:cNvSpPr/>
            <p:nvPr/>
          </p:nvSpPr>
          <p:spPr>
            <a:xfrm>
              <a:off x="5463664" y="672479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7"/>
            <p:cNvSpPr/>
            <p:nvPr/>
          </p:nvSpPr>
          <p:spPr>
            <a:xfrm>
              <a:off x="4063110" y="703281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8"/>
            <p:cNvSpPr/>
            <p:nvPr/>
          </p:nvSpPr>
          <p:spPr>
            <a:xfrm>
              <a:off x="3725096" y="71076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9"/>
            <p:cNvSpPr/>
            <p:nvPr/>
          </p:nvSpPr>
          <p:spPr>
            <a:xfrm>
              <a:off x="3721422" y="672449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90"/>
            <p:cNvSpPr/>
            <p:nvPr/>
          </p:nvSpPr>
          <p:spPr>
            <a:xfrm>
              <a:off x="3584011" y="70770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1"/>
            <p:cNvSpPr/>
            <p:nvPr/>
          </p:nvSpPr>
          <p:spPr>
            <a:xfrm>
              <a:off x="3692029" y="71535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2"/>
            <p:cNvSpPr/>
            <p:nvPr/>
          </p:nvSpPr>
          <p:spPr>
            <a:xfrm>
              <a:off x="3728035" y="71785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3"/>
            <p:cNvSpPr/>
            <p:nvPr/>
          </p:nvSpPr>
          <p:spPr>
            <a:xfrm>
              <a:off x="3817682" y="704040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4"/>
            <p:cNvSpPr/>
            <p:nvPr/>
          </p:nvSpPr>
          <p:spPr>
            <a:xfrm>
              <a:off x="3580337" y="71555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5"/>
            <p:cNvSpPr/>
            <p:nvPr/>
          </p:nvSpPr>
          <p:spPr>
            <a:xfrm>
              <a:off x="4739873" y="671977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6"/>
            <p:cNvSpPr/>
            <p:nvPr/>
          </p:nvSpPr>
          <p:spPr>
            <a:xfrm>
              <a:off x="3677333" y="70589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7"/>
            <p:cNvSpPr/>
            <p:nvPr/>
          </p:nvSpPr>
          <p:spPr>
            <a:xfrm>
              <a:off x="5017633" y="74939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8"/>
            <p:cNvSpPr/>
            <p:nvPr/>
          </p:nvSpPr>
          <p:spPr>
            <a:xfrm>
              <a:off x="3578133" y="71469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9"/>
            <p:cNvSpPr/>
            <p:nvPr/>
          </p:nvSpPr>
          <p:spPr>
            <a:xfrm>
              <a:off x="3620752" y="70121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100"/>
            <p:cNvSpPr/>
            <p:nvPr/>
          </p:nvSpPr>
          <p:spPr>
            <a:xfrm>
              <a:off x="3577398" y="71810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1"/>
            <p:cNvSpPr/>
            <p:nvPr/>
          </p:nvSpPr>
          <p:spPr>
            <a:xfrm>
              <a:off x="3658228" y="71629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2"/>
            <p:cNvSpPr/>
            <p:nvPr/>
          </p:nvSpPr>
          <p:spPr>
            <a:xfrm>
              <a:off x="3598708" y="71411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3"/>
            <p:cNvSpPr/>
            <p:nvPr/>
          </p:nvSpPr>
          <p:spPr>
            <a:xfrm>
              <a:off x="3650879" y="665903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4"/>
            <p:cNvSpPr/>
            <p:nvPr/>
          </p:nvSpPr>
          <p:spPr>
            <a:xfrm>
              <a:off x="3679537" y="71243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t2105"/>
            <p:cNvSpPr/>
            <p:nvPr/>
          </p:nvSpPr>
          <p:spPr>
            <a:xfrm>
              <a:off x="3841196" y="694380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t2106"/>
            <p:cNvSpPr/>
            <p:nvPr/>
          </p:nvSpPr>
          <p:spPr>
            <a:xfrm>
              <a:off x="3637653" y="70896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t2107"/>
            <p:cNvSpPr/>
            <p:nvPr/>
          </p:nvSpPr>
          <p:spPr>
            <a:xfrm>
              <a:off x="4258570" y="635734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t2108"/>
            <p:cNvSpPr/>
            <p:nvPr/>
          </p:nvSpPr>
          <p:spPr>
            <a:xfrm>
              <a:off x="4055762" y="77296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t2109"/>
            <p:cNvSpPr/>
            <p:nvPr/>
          </p:nvSpPr>
          <p:spPr>
            <a:xfrm>
              <a:off x="3723626" y="700158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t2110"/>
            <p:cNvSpPr/>
            <p:nvPr/>
          </p:nvSpPr>
          <p:spPr>
            <a:xfrm>
              <a:off x="3628100" y="72227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t2111"/>
            <p:cNvSpPr/>
            <p:nvPr/>
          </p:nvSpPr>
          <p:spPr>
            <a:xfrm>
              <a:off x="4988240" y="73694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t2112"/>
            <p:cNvSpPr/>
            <p:nvPr/>
          </p:nvSpPr>
          <p:spPr>
            <a:xfrm>
              <a:off x="3631040" y="71628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t2113"/>
            <p:cNvSpPr/>
            <p:nvPr/>
          </p:nvSpPr>
          <p:spPr>
            <a:xfrm>
              <a:off x="3650145" y="72285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t2114"/>
            <p:cNvSpPr/>
            <p:nvPr/>
          </p:nvSpPr>
          <p:spPr>
            <a:xfrm>
              <a:off x="3681742" y="71996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t2115"/>
            <p:cNvSpPr/>
            <p:nvPr/>
          </p:nvSpPr>
          <p:spPr>
            <a:xfrm>
              <a:off x="3617078" y="71181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t2116"/>
            <p:cNvSpPr/>
            <p:nvPr/>
          </p:nvSpPr>
          <p:spPr>
            <a:xfrm>
              <a:off x="3893368" y="73604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t2117"/>
            <p:cNvSpPr/>
            <p:nvPr/>
          </p:nvSpPr>
          <p:spPr>
            <a:xfrm>
              <a:off x="3639122" y="70892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8"/>
            <p:cNvSpPr/>
            <p:nvPr/>
          </p:nvSpPr>
          <p:spPr>
            <a:xfrm>
              <a:off x="3600177" y="71354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9"/>
            <p:cNvSpPr/>
            <p:nvPr/>
          </p:nvSpPr>
          <p:spPr>
            <a:xfrm>
              <a:off x="3563437" y="7123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20"/>
            <p:cNvSpPr/>
            <p:nvPr/>
          </p:nvSpPr>
          <p:spPr>
            <a:xfrm>
              <a:off x="3611934" y="70948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1"/>
            <p:cNvSpPr/>
            <p:nvPr/>
          </p:nvSpPr>
          <p:spPr>
            <a:xfrm>
              <a:off x="3633244" y="71524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2"/>
            <p:cNvSpPr/>
            <p:nvPr/>
          </p:nvSpPr>
          <p:spPr>
            <a:xfrm>
              <a:off x="3716278" y="71909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3"/>
            <p:cNvSpPr/>
            <p:nvPr/>
          </p:nvSpPr>
          <p:spPr>
            <a:xfrm>
              <a:off x="3636183" y="71771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4"/>
            <p:cNvSpPr/>
            <p:nvPr/>
          </p:nvSpPr>
          <p:spPr>
            <a:xfrm>
              <a:off x="3559763" y="71387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5"/>
            <p:cNvSpPr/>
            <p:nvPr/>
          </p:nvSpPr>
          <p:spPr>
            <a:xfrm>
              <a:off x="4188028" y="639650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6"/>
            <p:cNvSpPr/>
            <p:nvPr/>
          </p:nvSpPr>
          <p:spPr>
            <a:xfrm>
              <a:off x="4408472" y="83379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7"/>
            <p:cNvSpPr/>
            <p:nvPr/>
          </p:nvSpPr>
          <p:spPr>
            <a:xfrm>
              <a:off x="3693499" y="71289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8"/>
            <p:cNvSpPr/>
            <p:nvPr/>
          </p:nvSpPr>
          <p:spPr>
            <a:xfrm>
              <a:off x="3661902" y="71037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9"/>
            <p:cNvSpPr/>
            <p:nvPr/>
          </p:nvSpPr>
          <p:spPr>
            <a:xfrm>
              <a:off x="3710399" y="71743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30"/>
            <p:cNvSpPr/>
            <p:nvPr/>
          </p:nvSpPr>
          <p:spPr>
            <a:xfrm>
              <a:off x="3718482" y="678499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4239465" y="72738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3624426" y="72573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l2133"/>
            <p:cNvSpPr/>
            <p:nvPr/>
          </p:nvSpPr>
          <p:spPr>
            <a:xfrm>
              <a:off x="3438838" y="7083782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g2134"/>
            <p:cNvSpPr/>
            <p:nvPr/>
          </p:nvSpPr>
          <p:spPr>
            <a:xfrm>
              <a:off x="3552992" y="7107256"/>
              <a:ext cx="2283065" cy="65258"/>
            </a:xfrm>
            <a:custGeom>
              <a:avLst/>
              <a:pathLst>
                <a:path w="2283065" h="65258">
                  <a:moveTo>
                    <a:pt x="0" y="237"/>
                  </a:moveTo>
                  <a:lnTo>
                    <a:pt x="28899" y="238"/>
                  </a:lnTo>
                  <a:lnTo>
                    <a:pt x="57799" y="240"/>
                  </a:lnTo>
                  <a:lnTo>
                    <a:pt x="86698" y="241"/>
                  </a:lnTo>
                  <a:lnTo>
                    <a:pt x="115598" y="241"/>
                  </a:lnTo>
                  <a:lnTo>
                    <a:pt x="144497" y="242"/>
                  </a:lnTo>
                  <a:lnTo>
                    <a:pt x="173397" y="242"/>
                  </a:lnTo>
                  <a:lnTo>
                    <a:pt x="202296" y="242"/>
                  </a:lnTo>
                  <a:lnTo>
                    <a:pt x="231196" y="242"/>
                  </a:lnTo>
                  <a:lnTo>
                    <a:pt x="260096" y="242"/>
                  </a:lnTo>
                  <a:lnTo>
                    <a:pt x="288995" y="242"/>
                  </a:lnTo>
                  <a:lnTo>
                    <a:pt x="317895" y="242"/>
                  </a:lnTo>
                  <a:lnTo>
                    <a:pt x="346794" y="241"/>
                  </a:lnTo>
                  <a:lnTo>
                    <a:pt x="375694" y="240"/>
                  </a:lnTo>
                  <a:lnTo>
                    <a:pt x="404593" y="239"/>
                  </a:lnTo>
                  <a:lnTo>
                    <a:pt x="433493" y="239"/>
                  </a:lnTo>
                  <a:lnTo>
                    <a:pt x="462393" y="237"/>
                  </a:lnTo>
                  <a:lnTo>
                    <a:pt x="491292" y="236"/>
                  </a:lnTo>
                  <a:lnTo>
                    <a:pt x="520192" y="235"/>
                  </a:lnTo>
                  <a:lnTo>
                    <a:pt x="549091" y="234"/>
                  </a:lnTo>
                  <a:lnTo>
                    <a:pt x="577991" y="232"/>
                  </a:lnTo>
                  <a:lnTo>
                    <a:pt x="606890" y="231"/>
                  </a:lnTo>
                  <a:lnTo>
                    <a:pt x="635790" y="229"/>
                  </a:lnTo>
                  <a:lnTo>
                    <a:pt x="664689" y="227"/>
                  </a:lnTo>
                  <a:lnTo>
                    <a:pt x="693589" y="225"/>
                  </a:lnTo>
                  <a:lnTo>
                    <a:pt x="722489" y="223"/>
                  </a:lnTo>
                  <a:lnTo>
                    <a:pt x="751388" y="221"/>
                  </a:lnTo>
                  <a:lnTo>
                    <a:pt x="780288" y="219"/>
                  </a:lnTo>
                  <a:lnTo>
                    <a:pt x="809187" y="217"/>
                  </a:lnTo>
                  <a:lnTo>
                    <a:pt x="838087" y="215"/>
                  </a:lnTo>
                  <a:lnTo>
                    <a:pt x="866986" y="213"/>
                  </a:lnTo>
                  <a:lnTo>
                    <a:pt x="895886" y="210"/>
                  </a:lnTo>
                  <a:lnTo>
                    <a:pt x="924786" y="208"/>
                  </a:lnTo>
                  <a:lnTo>
                    <a:pt x="953685" y="205"/>
                  </a:lnTo>
                  <a:lnTo>
                    <a:pt x="982585" y="203"/>
                  </a:lnTo>
                  <a:lnTo>
                    <a:pt x="1011484" y="200"/>
                  </a:lnTo>
                  <a:lnTo>
                    <a:pt x="1040384" y="197"/>
                  </a:lnTo>
                  <a:lnTo>
                    <a:pt x="1069283" y="194"/>
                  </a:lnTo>
                  <a:lnTo>
                    <a:pt x="1098183" y="191"/>
                  </a:lnTo>
                  <a:lnTo>
                    <a:pt x="1127083" y="189"/>
                  </a:lnTo>
                  <a:lnTo>
                    <a:pt x="1155982" y="186"/>
                  </a:lnTo>
                  <a:lnTo>
                    <a:pt x="1184882" y="183"/>
                  </a:lnTo>
                  <a:lnTo>
                    <a:pt x="1213781" y="180"/>
                  </a:lnTo>
                  <a:lnTo>
                    <a:pt x="1242681" y="177"/>
                  </a:lnTo>
                  <a:lnTo>
                    <a:pt x="1271580" y="173"/>
                  </a:lnTo>
                  <a:lnTo>
                    <a:pt x="1300480" y="170"/>
                  </a:lnTo>
                  <a:lnTo>
                    <a:pt x="1329379" y="167"/>
                  </a:lnTo>
                  <a:lnTo>
                    <a:pt x="1358279" y="164"/>
                  </a:lnTo>
                  <a:lnTo>
                    <a:pt x="1387179" y="160"/>
                  </a:lnTo>
                  <a:lnTo>
                    <a:pt x="1416078" y="157"/>
                  </a:lnTo>
                  <a:lnTo>
                    <a:pt x="1444978" y="153"/>
                  </a:lnTo>
                  <a:lnTo>
                    <a:pt x="1473877" y="150"/>
                  </a:lnTo>
                  <a:lnTo>
                    <a:pt x="1502777" y="146"/>
                  </a:lnTo>
                  <a:lnTo>
                    <a:pt x="1531676" y="142"/>
                  </a:lnTo>
                  <a:lnTo>
                    <a:pt x="1560576" y="138"/>
                  </a:lnTo>
                  <a:lnTo>
                    <a:pt x="1589476" y="134"/>
                  </a:lnTo>
                  <a:lnTo>
                    <a:pt x="1618375" y="130"/>
                  </a:lnTo>
                  <a:lnTo>
                    <a:pt x="1647275" y="126"/>
                  </a:lnTo>
                  <a:lnTo>
                    <a:pt x="1676174" y="122"/>
                  </a:lnTo>
                  <a:lnTo>
                    <a:pt x="1705074" y="118"/>
                  </a:lnTo>
                  <a:lnTo>
                    <a:pt x="1733973" y="113"/>
                  </a:lnTo>
                  <a:lnTo>
                    <a:pt x="1762873" y="108"/>
                  </a:lnTo>
                  <a:lnTo>
                    <a:pt x="1791773" y="104"/>
                  </a:lnTo>
                  <a:lnTo>
                    <a:pt x="1820672" y="99"/>
                  </a:lnTo>
                  <a:lnTo>
                    <a:pt x="1849572" y="94"/>
                  </a:lnTo>
                  <a:lnTo>
                    <a:pt x="1878471" y="89"/>
                  </a:lnTo>
                  <a:lnTo>
                    <a:pt x="1907371" y="83"/>
                  </a:lnTo>
                  <a:lnTo>
                    <a:pt x="1936270" y="78"/>
                  </a:lnTo>
                  <a:lnTo>
                    <a:pt x="1965170" y="72"/>
                  </a:lnTo>
                  <a:lnTo>
                    <a:pt x="1994069" y="66"/>
                  </a:lnTo>
                  <a:lnTo>
                    <a:pt x="2022969" y="60"/>
                  </a:lnTo>
                  <a:lnTo>
                    <a:pt x="2051869" y="54"/>
                  </a:lnTo>
                  <a:lnTo>
                    <a:pt x="2080768" y="48"/>
                  </a:lnTo>
                  <a:lnTo>
                    <a:pt x="2109668" y="42"/>
                  </a:lnTo>
                  <a:lnTo>
                    <a:pt x="2138567" y="35"/>
                  </a:lnTo>
                  <a:lnTo>
                    <a:pt x="2167467" y="28"/>
                  </a:lnTo>
                  <a:lnTo>
                    <a:pt x="2196366" y="21"/>
                  </a:lnTo>
                  <a:lnTo>
                    <a:pt x="2225266" y="14"/>
                  </a:lnTo>
                  <a:lnTo>
                    <a:pt x="2254166" y="7"/>
                  </a:lnTo>
                  <a:lnTo>
                    <a:pt x="2283065" y="0"/>
                  </a:lnTo>
                  <a:lnTo>
                    <a:pt x="2283065" y="65258"/>
                  </a:lnTo>
                  <a:lnTo>
                    <a:pt x="2254166" y="65251"/>
                  </a:lnTo>
                  <a:lnTo>
                    <a:pt x="2225266" y="65245"/>
                  </a:lnTo>
                  <a:lnTo>
                    <a:pt x="2196366" y="65238"/>
                  </a:lnTo>
                  <a:lnTo>
                    <a:pt x="2167467" y="65232"/>
                  </a:lnTo>
                  <a:lnTo>
                    <a:pt x="2138567" y="65226"/>
                  </a:lnTo>
                  <a:lnTo>
                    <a:pt x="2109668" y="65219"/>
                  </a:lnTo>
                  <a:lnTo>
                    <a:pt x="2080768" y="65214"/>
                  </a:lnTo>
                  <a:lnTo>
                    <a:pt x="2051869" y="65208"/>
                  </a:lnTo>
                  <a:lnTo>
                    <a:pt x="2022969" y="65202"/>
                  </a:lnTo>
                  <a:lnTo>
                    <a:pt x="1994069" y="65197"/>
                  </a:lnTo>
                  <a:lnTo>
                    <a:pt x="1965170" y="65192"/>
                  </a:lnTo>
                  <a:lnTo>
                    <a:pt x="1936270" y="65186"/>
                  </a:lnTo>
                  <a:lnTo>
                    <a:pt x="1907371" y="65182"/>
                  </a:lnTo>
                  <a:lnTo>
                    <a:pt x="1878471" y="65177"/>
                  </a:lnTo>
                  <a:lnTo>
                    <a:pt x="1849572" y="65172"/>
                  </a:lnTo>
                  <a:lnTo>
                    <a:pt x="1820672" y="65168"/>
                  </a:lnTo>
                  <a:lnTo>
                    <a:pt x="1791773" y="65163"/>
                  </a:lnTo>
                  <a:lnTo>
                    <a:pt x="1762873" y="65159"/>
                  </a:lnTo>
                  <a:lnTo>
                    <a:pt x="1733973" y="65155"/>
                  </a:lnTo>
                  <a:lnTo>
                    <a:pt x="1705074" y="65151"/>
                  </a:lnTo>
                  <a:lnTo>
                    <a:pt x="1676174" y="65147"/>
                  </a:lnTo>
                  <a:lnTo>
                    <a:pt x="1647275" y="65143"/>
                  </a:lnTo>
                  <a:lnTo>
                    <a:pt x="1618375" y="65140"/>
                  </a:lnTo>
                  <a:lnTo>
                    <a:pt x="1589476" y="65136"/>
                  </a:lnTo>
                  <a:lnTo>
                    <a:pt x="1560576" y="65133"/>
                  </a:lnTo>
                  <a:lnTo>
                    <a:pt x="1531676" y="65129"/>
                  </a:lnTo>
                  <a:lnTo>
                    <a:pt x="1502777" y="65126"/>
                  </a:lnTo>
                  <a:lnTo>
                    <a:pt x="1473877" y="65123"/>
                  </a:lnTo>
                  <a:lnTo>
                    <a:pt x="1444978" y="65120"/>
                  </a:lnTo>
                  <a:lnTo>
                    <a:pt x="1416078" y="65117"/>
                  </a:lnTo>
                  <a:lnTo>
                    <a:pt x="1387179" y="65114"/>
                  </a:lnTo>
                  <a:lnTo>
                    <a:pt x="1358279" y="65111"/>
                  </a:lnTo>
                  <a:lnTo>
                    <a:pt x="1329379" y="65108"/>
                  </a:lnTo>
                  <a:lnTo>
                    <a:pt x="1300480" y="65105"/>
                  </a:lnTo>
                  <a:lnTo>
                    <a:pt x="1271580" y="65102"/>
                  </a:lnTo>
                  <a:lnTo>
                    <a:pt x="1242681" y="65100"/>
                  </a:lnTo>
                  <a:lnTo>
                    <a:pt x="1213781" y="65097"/>
                  </a:lnTo>
                  <a:lnTo>
                    <a:pt x="1184882" y="65094"/>
                  </a:lnTo>
                  <a:lnTo>
                    <a:pt x="1155982" y="65092"/>
                  </a:lnTo>
                  <a:lnTo>
                    <a:pt x="1127083" y="65089"/>
                  </a:lnTo>
                  <a:lnTo>
                    <a:pt x="1098183" y="65087"/>
                  </a:lnTo>
                  <a:lnTo>
                    <a:pt x="1069283" y="65085"/>
                  </a:lnTo>
                  <a:lnTo>
                    <a:pt x="1040384" y="65082"/>
                  </a:lnTo>
                  <a:lnTo>
                    <a:pt x="1011484" y="65080"/>
                  </a:lnTo>
                  <a:lnTo>
                    <a:pt x="982585" y="65078"/>
                  </a:lnTo>
                  <a:lnTo>
                    <a:pt x="953685" y="65075"/>
                  </a:lnTo>
                  <a:lnTo>
                    <a:pt x="924786" y="65073"/>
                  </a:lnTo>
                  <a:lnTo>
                    <a:pt x="895886" y="65071"/>
                  </a:lnTo>
                  <a:lnTo>
                    <a:pt x="866986" y="65069"/>
                  </a:lnTo>
                  <a:lnTo>
                    <a:pt x="838087" y="65067"/>
                  </a:lnTo>
                  <a:lnTo>
                    <a:pt x="809187" y="65065"/>
                  </a:lnTo>
                  <a:lnTo>
                    <a:pt x="780288" y="65064"/>
                  </a:lnTo>
                  <a:lnTo>
                    <a:pt x="751388" y="65062"/>
                  </a:lnTo>
                  <a:lnTo>
                    <a:pt x="722489" y="65060"/>
                  </a:lnTo>
                  <a:lnTo>
                    <a:pt x="693589" y="65059"/>
                  </a:lnTo>
                  <a:lnTo>
                    <a:pt x="664689" y="65057"/>
                  </a:lnTo>
                  <a:lnTo>
                    <a:pt x="635790" y="65056"/>
                  </a:lnTo>
                  <a:lnTo>
                    <a:pt x="606890" y="65055"/>
                  </a:lnTo>
                  <a:lnTo>
                    <a:pt x="577991" y="65054"/>
                  </a:lnTo>
                  <a:lnTo>
                    <a:pt x="549091" y="65053"/>
                  </a:lnTo>
                  <a:lnTo>
                    <a:pt x="520192" y="65052"/>
                  </a:lnTo>
                  <a:lnTo>
                    <a:pt x="491292" y="65051"/>
                  </a:lnTo>
                  <a:lnTo>
                    <a:pt x="462393" y="65050"/>
                  </a:lnTo>
                  <a:lnTo>
                    <a:pt x="433493" y="65050"/>
                  </a:lnTo>
                  <a:lnTo>
                    <a:pt x="404593" y="65049"/>
                  </a:lnTo>
                  <a:lnTo>
                    <a:pt x="375694" y="65049"/>
                  </a:lnTo>
                  <a:lnTo>
                    <a:pt x="346794" y="65049"/>
                  </a:lnTo>
                  <a:lnTo>
                    <a:pt x="317895" y="65049"/>
                  </a:lnTo>
                  <a:lnTo>
                    <a:pt x="288995" y="65049"/>
                  </a:lnTo>
                  <a:lnTo>
                    <a:pt x="260096" y="65050"/>
                  </a:lnTo>
                  <a:lnTo>
                    <a:pt x="231196" y="65050"/>
                  </a:lnTo>
                  <a:lnTo>
                    <a:pt x="202296" y="65051"/>
                  </a:lnTo>
                  <a:lnTo>
                    <a:pt x="173397" y="65052"/>
                  </a:lnTo>
                  <a:lnTo>
                    <a:pt x="144497" y="65053"/>
                  </a:lnTo>
                  <a:lnTo>
                    <a:pt x="115598" y="65054"/>
                  </a:lnTo>
                  <a:lnTo>
                    <a:pt x="86698" y="65056"/>
                  </a:lnTo>
                  <a:lnTo>
                    <a:pt x="57799" y="65057"/>
                  </a:lnTo>
                  <a:lnTo>
                    <a:pt x="28899" y="65059"/>
                  </a:lnTo>
                  <a:lnTo>
                    <a:pt x="0" y="6506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35" name="pl2135"/>
            <p:cNvSpPr/>
            <p:nvPr/>
          </p:nvSpPr>
          <p:spPr>
            <a:xfrm>
              <a:off x="3552992" y="7107256"/>
              <a:ext cx="2283065" cy="242"/>
            </a:xfrm>
            <a:custGeom>
              <a:avLst/>
              <a:pathLst>
                <a:path w="2283065" h="242">
                  <a:moveTo>
                    <a:pt x="0" y="237"/>
                  </a:moveTo>
                  <a:lnTo>
                    <a:pt x="28899" y="238"/>
                  </a:lnTo>
                  <a:lnTo>
                    <a:pt x="57799" y="240"/>
                  </a:lnTo>
                  <a:lnTo>
                    <a:pt x="86698" y="241"/>
                  </a:lnTo>
                  <a:lnTo>
                    <a:pt x="115598" y="241"/>
                  </a:lnTo>
                  <a:lnTo>
                    <a:pt x="144497" y="242"/>
                  </a:lnTo>
                  <a:lnTo>
                    <a:pt x="173397" y="242"/>
                  </a:lnTo>
                  <a:lnTo>
                    <a:pt x="202296" y="242"/>
                  </a:lnTo>
                  <a:lnTo>
                    <a:pt x="231196" y="242"/>
                  </a:lnTo>
                  <a:lnTo>
                    <a:pt x="260096" y="242"/>
                  </a:lnTo>
                  <a:lnTo>
                    <a:pt x="288995" y="242"/>
                  </a:lnTo>
                  <a:lnTo>
                    <a:pt x="317895" y="242"/>
                  </a:lnTo>
                  <a:lnTo>
                    <a:pt x="346794" y="241"/>
                  </a:lnTo>
                  <a:lnTo>
                    <a:pt x="375694" y="240"/>
                  </a:lnTo>
                  <a:lnTo>
                    <a:pt x="404593" y="239"/>
                  </a:lnTo>
                  <a:lnTo>
                    <a:pt x="433493" y="239"/>
                  </a:lnTo>
                  <a:lnTo>
                    <a:pt x="462393" y="237"/>
                  </a:lnTo>
                  <a:lnTo>
                    <a:pt x="491292" y="236"/>
                  </a:lnTo>
                  <a:lnTo>
                    <a:pt x="520192" y="235"/>
                  </a:lnTo>
                  <a:lnTo>
                    <a:pt x="549091" y="234"/>
                  </a:lnTo>
                  <a:lnTo>
                    <a:pt x="577991" y="232"/>
                  </a:lnTo>
                  <a:lnTo>
                    <a:pt x="606890" y="231"/>
                  </a:lnTo>
                  <a:lnTo>
                    <a:pt x="635790" y="229"/>
                  </a:lnTo>
                  <a:lnTo>
                    <a:pt x="664689" y="227"/>
                  </a:lnTo>
                  <a:lnTo>
                    <a:pt x="693589" y="225"/>
                  </a:lnTo>
                  <a:lnTo>
                    <a:pt x="722489" y="223"/>
                  </a:lnTo>
                  <a:lnTo>
                    <a:pt x="751388" y="221"/>
                  </a:lnTo>
                  <a:lnTo>
                    <a:pt x="780288" y="219"/>
                  </a:lnTo>
                  <a:lnTo>
                    <a:pt x="809187" y="217"/>
                  </a:lnTo>
                  <a:lnTo>
                    <a:pt x="838087" y="215"/>
                  </a:lnTo>
                  <a:lnTo>
                    <a:pt x="866986" y="213"/>
                  </a:lnTo>
                  <a:lnTo>
                    <a:pt x="895886" y="210"/>
                  </a:lnTo>
                  <a:lnTo>
                    <a:pt x="924786" y="208"/>
                  </a:lnTo>
                  <a:lnTo>
                    <a:pt x="953685" y="205"/>
                  </a:lnTo>
                  <a:lnTo>
                    <a:pt x="982585" y="203"/>
                  </a:lnTo>
                  <a:lnTo>
                    <a:pt x="1011484" y="200"/>
                  </a:lnTo>
                  <a:lnTo>
                    <a:pt x="1040384" y="197"/>
                  </a:lnTo>
                  <a:lnTo>
                    <a:pt x="1069283" y="194"/>
                  </a:lnTo>
                  <a:lnTo>
                    <a:pt x="1098183" y="191"/>
                  </a:lnTo>
                  <a:lnTo>
                    <a:pt x="1127083" y="189"/>
                  </a:lnTo>
                  <a:lnTo>
                    <a:pt x="1155982" y="186"/>
                  </a:lnTo>
                  <a:lnTo>
                    <a:pt x="1184882" y="183"/>
                  </a:lnTo>
                  <a:lnTo>
                    <a:pt x="1213781" y="180"/>
                  </a:lnTo>
                  <a:lnTo>
                    <a:pt x="1242681" y="177"/>
                  </a:lnTo>
                  <a:lnTo>
                    <a:pt x="1271580" y="173"/>
                  </a:lnTo>
                  <a:lnTo>
                    <a:pt x="1300480" y="170"/>
                  </a:lnTo>
                  <a:lnTo>
                    <a:pt x="1329379" y="167"/>
                  </a:lnTo>
                  <a:lnTo>
                    <a:pt x="1358279" y="164"/>
                  </a:lnTo>
                  <a:lnTo>
                    <a:pt x="1387179" y="160"/>
                  </a:lnTo>
                  <a:lnTo>
                    <a:pt x="1416078" y="157"/>
                  </a:lnTo>
                  <a:lnTo>
                    <a:pt x="1444978" y="153"/>
                  </a:lnTo>
                  <a:lnTo>
                    <a:pt x="1473877" y="150"/>
                  </a:lnTo>
                  <a:lnTo>
                    <a:pt x="1502777" y="146"/>
                  </a:lnTo>
                  <a:lnTo>
                    <a:pt x="1531676" y="142"/>
                  </a:lnTo>
                  <a:lnTo>
                    <a:pt x="1560576" y="138"/>
                  </a:lnTo>
                  <a:lnTo>
                    <a:pt x="1589476" y="134"/>
                  </a:lnTo>
                  <a:lnTo>
                    <a:pt x="1618375" y="130"/>
                  </a:lnTo>
                  <a:lnTo>
                    <a:pt x="1647275" y="126"/>
                  </a:lnTo>
                  <a:lnTo>
                    <a:pt x="1676174" y="122"/>
                  </a:lnTo>
                  <a:lnTo>
                    <a:pt x="1705074" y="118"/>
                  </a:lnTo>
                  <a:lnTo>
                    <a:pt x="1733973" y="113"/>
                  </a:lnTo>
                  <a:lnTo>
                    <a:pt x="1762873" y="108"/>
                  </a:lnTo>
                  <a:lnTo>
                    <a:pt x="1791773" y="104"/>
                  </a:lnTo>
                  <a:lnTo>
                    <a:pt x="1820672" y="99"/>
                  </a:lnTo>
                  <a:lnTo>
                    <a:pt x="1849572" y="94"/>
                  </a:lnTo>
                  <a:lnTo>
                    <a:pt x="1878471" y="89"/>
                  </a:lnTo>
                  <a:lnTo>
                    <a:pt x="1907371" y="83"/>
                  </a:lnTo>
                  <a:lnTo>
                    <a:pt x="1936270" y="78"/>
                  </a:lnTo>
                  <a:lnTo>
                    <a:pt x="1965170" y="72"/>
                  </a:lnTo>
                  <a:lnTo>
                    <a:pt x="1994069" y="66"/>
                  </a:lnTo>
                  <a:lnTo>
                    <a:pt x="2022969" y="60"/>
                  </a:lnTo>
                  <a:lnTo>
                    <a:pt x="2051869" y="54"/>
                  </a:lnTo>
                  <a:lnTo>
                    <a:pt x="2080768" y="48"/>
                  </a:lnTo>
                  <a:lnTo>
                    <a:pt x="2109668" y="42"/>
                  </a:lnTo>
                  <a:lnTo>
                    <a:pt x="2138567" y="35"/>
                  </a:lnTo>
                  <a:lnTo>
                    <a:pt x="2167467" y="28"/>
                  </a:lnTo>
                  <a:lnTo>
                    <a:pt x="2196366" y="21"/>
                  </a:lnTo>
                  <a:lnTo>
                    <a:pt x="2225266" y="14"/>
                  </a:lnTo>
                  <a:lnTo>
                    <a:pt x="2254166" y="7"/>
                  </a:lnTo>
                  <a:lnTo>
                    <a:pt x="228306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36" name="pl2136"/>
            <p:cNvSpPr/>
            <p:nvPr/>
          </p:nvSpPr>
          <p:spPr>
            <a:xfrm>
              <a:off x="3552992" y="7172306"/>
              <a:ext cx="2283065" cy="209"/>
            </a:xfrm>
            <a:custGeom>
              <a:avLst/>
              <a:pathLst>
                <a:path w="2283065" h="209">
                  <a:moveTo>
                    <a:pt x="2283065" y="209"/>
                  </a:moveTo>
                  <a:lnTo>
                    <a:pt x="2254166" y="202"/>
                  </a:lnTo>
                  <a:lnTo>
                    <a:pt x="2225266" y="195"/>
                  </a:lnTo>
                  <a:lnTo>
                    <a:pt x="2196366" y="189"/>
                  </a:lnTo>
                  <a:lnTo>
                    <a:pt x="2167467" y="182"/>
                  </a:lnTo>
                  <a:lnTo>
                    <a:pt x="2138567" y="176"/>
                  </a:lnTo>
                  <a:lnTo>
                    <a:pt x="2109668" y="170"/>
                  </a:lnTo>
                  <a:lnTo>
                    <a:pt x="2080768" y="164"/>
                  </a:lnTo>
                  <a:lnTo>
                    <a:pt x="2051869" y="158"/>
                  </a:lnTo>
                  <a:lnTo>
                    <a:pt x="2022969" y="153"/>
                  </a:lnTo>
                  <a:lnTo>
                    <a:pt x="1994069" y="147"/>
                  </a:lnTo>
                  <a:lnTo>
                    <a:pt x="1965170" y="142"/>
                  </a:lnTo>
                  <a:lnTo>
                    <a:pt x="1936270" y="137"/>
                  </a:lnTo>
                  <a:lnTo>
                    <a:pt x="1907371" y="132"/>
                  </a:lnTo>
                  <a:lnTo>
                    <a:pt x="1878471" y="127"/>
                  </a:lnTo>
                  <a:lnTo>
                    <a:pt x="1849572" y="122"/>
                  </a:lnTo>
                  <a:lnTo>
                    <a:pt x="1820672" y="118"/>
                  </a:lnTo>
                  <a:lnTo>
                    <a:pt x="1791773" y="114"/>
                  </a:lnTo>
                  <a:lnTo>
                    <a:pt x="1762873" y="109"/>
                  </a:lnTo>
                  <a:lnTo>
                    <a:pt x="1733973" y="105"/>
                  </a:lnTo>
                  <a:lnTo>
                    <a:pt x="1705074" y="101"/>
                  </a:lnTo>
                  <a:lnTo>
                    <a:pt x="1676174" y="97"/>
                  </a:lnTo>
                  <a:lnTo>
                    <a:pt x="1647275" y="94"/>
                  </a:lnTo>
                  <a:lnTo>
                    <a:pt x="1618375" y="90"/>
                  </a:lnTo>
                  <a:lnTo>
                    <a:pt x="1589476" y="86"/>
                  </a:lnTo>
                  <a:lnTo>
                    <a:pt x="1560576" y="83"/>
                  </a:lnTo>
                  <a:lnTo>
                    <a:pt x="1531676" y="80"/>
                  </a:lnTo>
                  <a:lnTo>
                    <a:pt x="1502777" y="76"/>
                  </a:lnTo>
                  <a:lnTo>
                    <a:pt x="1473877" y="73"/>
                  </a:lnTo>
                  <a:lnTo>
                    <a:pt x="1444978" y="70"/>
                  </a:lnTo>
                  <a:lnTo>
                    <a:pt x="1416078" y="67"/>
                  </a:lnTo>
                  <a:lnTo>
                    <a:pt x="1387179" y="64"/>
                  </a:lnTo>
                  <a:lnTo>
                    <a:pt x="1358279" y="61"/>
                  </a:lnTo>
                  <a:lnTo>
                    <a:pt x="1329379" y="58"/>
                  </a:lnTo>
                  <a:lnTo>
                    <a:pt x="1300480" y="55"/>
                  </a:lnTo>
                  <a:lnTo>
                    <a:pt x="1271580" y="53"/>
                  </a:lnTo>
                  <a:lnTo>
                    <a:pt x="1242681" y="50"/>
                  </a:lnTo>
                  <a:lnTo>
                    <a:pt x="1213781" y="47"/>
                  </a:lnTo>
                  <a:lnTo>
                    <a:pt x="1184882" y="45"/>
                  </a:lnTo>
                  <a:lnTo>
                    <a:pt x="1155982" y="42"/>
                  </a:lnTo>
                  <a:lnTo>
                    <a:pt x="1127083" y="40"/>
                  </a:lnTo>
                  <a:lnTo>
                    <a:pt x="1098183" y="37"/>
                  </a:lnTo>
                  <a:lnTo>
                    <a:pt x="1069283" y="35"/>
                  </a:lnTo>
                  <a:lnTo>
                    <a:pt x="1040384" y="33"/>
                  </a:lnTo>
                  <a:lnTo>
                    <a:pt x="1011484" y="30"/>
                  </a:lnTo>
                  <a:lnTo>
                    <a:pt x="982585" y="28"/>
                  </a:lnTo>
                  <a:lnTo>
                    <a:pt x="953685" y="26"/>
                  </a:lnTo>
                  <a:lnTo>
                    <a:pt x="924786" y="24"/>
                  </a:lnTo>
                  <a:lnTo>
                    <a:pt x="895886" y="22"/>
                  </a:lnTo>
                  <a:lnTo>
                    <a:pt x="866986" y="20"/>
                  </a:lnTo>
                  <a:lnTo>
                    <a:pt x="838087" y="18"/>
                  </a:lnTo>
                  <a:lnTo>
                    <a:pt x="809187" y="16"/>
                  </a:lnTo>
                  <a:lnTo>
                    <a:pt x="780288" y="14"/>
                  </a:lnTo>
                  <a:lnTo>
                    <a:pt x="751388" y="12"/>
                  </a:lnTo>
                  <a:lnTo>
                    <a:pt x="722489" y="11"/>
                  </a:lnTo>
                  <a:lnTo>
                    <a:pt x="693589" y="9"/>
                  </a:lnTo>
                  <a:lnTo>
                    <a:pt x="664689" y="8"/>
                  </a:lnTo>
                  <a:lnTo>
                    <a:pt x="635790" y="7"/>
                  </a:lnTo>
                  <a:lnTo>
                    <a:pt x="606890" y="5"/>
                  </a:lnTo>
                  <a:lnTo>
                    <a:pt x="577991" y="4"/>
                  </a:lnTo>
                  <a:lnTo>
                    <a:pt x="549091" y="3"/>
                  </a:lnTo>
                  <a:lnTo>
                    <a:pt x="520192" y="2"/>
                  </a:lnTo>
                  <a:lnTo>
                    <a:pt x="491292" y="1"/>
                  </a:lnTo>
                  <a:lnTo>
                    <a:pt x="462393" y="1"/>
                  </a:lnTo>
                  <a:lnTo>
                    <a:pt x="433493" y="0"/>
                  </a:lnTo>
                  <a:lnTo>
                    <a:pt x="404593" y="0"/>
                  </a:lnTo>
                  <a:lnTo>
                    <a:pt x="375694" y="0"/>
                  </a:lnTo>
                  <a:lnTo>
                    <a:pt x="346794" y="0"/>
                  </a:lnTo>
                  <a:lnTo>
                    <a:pt x="317895" y="0"/>
                  </a:lnTo>
                  <a:lnTo>
                    <a:pt x="288995" y="0"/>
                  </a:lnTo>
                  <a:lnTo>
                    <a:pt x="260096" y="0"/>
                  </a:lnTo>
                  <a:lnTo>
                    <a:pt x="231196" y="1"/>
                  </a:lnTo>
                  <a:lnTo>
                    <a:pt x="202296" y="1"/>
                  </a:lnTo>
                  <a:lnTo>
                    <a:pt x="173397" y="2"/>
                  </a:lnTo>
                  <a:lnTo>
                    <a:pt x="144497" y="3"/>
                  </a:lnTo>
                  <a:lnTo>
                    <a:pt x="115598" y="5"/>
                  </a:lnTo>
                  <a:lnTo>
                    <a:pt x="86698" y="6"/>
                  </a:lnTo>
                  <a:lnTo>
                    <a:pt x="57799" y="8"/>
                  </a:lnTo>
                  <a:lnTo>
                    <a:pt x="28899" y="10"/>
                  </a:lnTo>
                  <a:lnTo>
                    <a:pt x="0" y="1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37" name="pl2137"/>
            <p:cNvSpPr/>
            <p:nvPr/>
          </p:nvSpPr>
          <p:spPr>
            <a:xfrm>
              <a:off x="3552992" y="7139885"/>
              <a:ext cx="2283065" cy="20"/>
            </a:xfrm>
            <a:custGeom>
              <a:avLst/>
              <a:pathLst>
                <a:path w="2283065" h="20">
                  <a:moveTo>
                    <a:pt x="0" y="20"/>
                  </a:moveTo>
                  <a:lnTo>
                    <a:pt x="28899" y="19"/>
                  </a:lnTo>
                  <a:lnTo>
                    <a:pt x="57799" y="19"/>
                  </a:lnTo>
                  <a:lnTo>
                    <a:pt x="86698" y="19"/>
                  </a:lnTo>
                  <a:lnTo>
                    <a:pt x="115598" y="18"/>
                  </a:lnTo>
                  <a:lnTo>
                    <a:pt x="144497" y="18"/>
                  </a:lnTo>
                  <a:lnTo>
                    <a:pt x="173397" y="18"/>
                  </a:lnTo>
                  <a:lnTo>
                    <a:pt x="202296" y="17"/>
                  </a:lnTo>
                  <a:lnTo>
                    <a:pt x="231196" y="17"/>
                  </a:lnTo>
                  <a:lnTo>
                    <a:pt x="260096" y="17"/>
                  </a:lnTo>
                  <a:lnTo>
                    <a:pt x="288995" y="16"/>
                  </a:lnTo>
                  <a:lnTo>
                    <a:pt x="317895" y="16"/>
                  </a:lnTo>
                  <a:lnTo>
                    <a:pt x="346794" y="16"/>
                  </a:lnTo>
                  <a:lnTo>
                    <a:pt x="375694" y="15"/>
                  </a:lnTo>
                  <a:lnTo>
                    <a:pt x="404593" y="15"/>
                  </a:lnTo>
                  <a:lnTo>
                    <a:pt x="433493" y="15"/>
                  </a:lnTo>
                  <a:lnTo>
                    <a:pt x="462393" y="15"/>
                  </a:lnTo>
                  <a:lnTo>
                    <a:pt x="491292" y="14"/>
                  </a:lnTo>
                  <a:lnTo>
                    <a:pt x="520192" y="14"/>
                  </a:lnTo>
                  <a:lnTo>
                    <a:pt x="549091" y="14"/>
                  </a:lnTo>
                  <a:lnTo>
                    <a:pt x="577991" y="14"/>
                  </a:lnTo>
                  <a:lnTo>
                    <a:pt x="606890" y="13"/>
                  </a:lnTo>
                  <a:lnTo>
                    <a:pt x="635790" y="13"/>
                  </a:lnTo>
                  <a:lnTo>
                    <a:pt x="664689" y="13"/>
                  </a:lnTo>
                  <a:lnTo>
                    <a:pt x="693589" y="13"/>
                  </a:lnTo>
                  <a:lnTo>
                    <a:pt x="722489" y="12"/>
                  </a:lnTo>
                  <a:lnTo>
                    <a:pt x="751388" y="12"/>
                  </a:lnTo>
                  <a:lnTo>
                    <a:pt x="780288" y="12"/>
                  </a:lnTo>
                  <a:lnTo>
                    <a:pt x="809187" y="12"/>
                  </a:lnTo>
                  <a:lnTo>
                    <a:pt x="838087" y="12"/>
                  </a:lnTo>
                  <a:lnTo>
                    <a:pt x="866986" y="11"/>
                  </a:lnTo>
                  <a:lnTo>
                    <a:pt x="895886" y="11"/>
                  </a:lnTo>
                  <a:lnTo>
                    <a:pt x="924786" y="11"/>
                  </a:lnTo>
                  <a:lnTo>
                    <a:pt x="953685" y="11"/>
                  </a:lnTo>
                  <a:lnTo>
                    <a:pt x="982585" y="11"/>
                  </a:lnTo>
                  <a:lnTo>
                    <a:pt x="1011484" y="10"/>
                  </a:lnTo>
                  <a:lnTo>
                    <a:pt x="1040384" y="10"/>
                  </a:lnTo>
                  <a:lnTo>
                    <a:pt x="1069283" y="10"/>
                  </a:lnTo>
                  <a:lnTo>
                    <a:pt x="1098183" y="10"/>
                  </a:lnTo>
                  <a:lnTo>
                    <a:pt x="1127083" y="10"/>
                  </a:lnTo>
                  <a:lnTo>
                    <a:pt x="1155982" y="9"/>
                  </a:lnTo>
                  <a:lnTo>
                    <a:pt x="1184882" y="9"/>
                  </a:lnTo>
                  <a:lnTo>
                    <a:pt x="1213781" y="9"/>
                  </a:lnTo>
                  <a:lnTo>
                    <a:pt x="1242681" y="9"/>
                  </a:lnTo>
                  <a:lnTo>
                    <a:pt x="1271580" y="8"/>
                  </a:lnTo>
                  <a:lnTo>
                    <a:pt x="1300480" y="8"/>
                  </a:lnTo>
                  <a:lnTo>
                    <a:pt x="1329379" y="8"/>
                  </a:lnTo>
                  <a:lnTo>
                    <a:pt x="1358279" y="8"/>
                  </a:lnTo>
                  <a:lnTo>
                    <a:pt x="1387179" y="8"/>
                  </a:lnTo>
                  <a:lnTo>
                    <a:pt x="1416078" y="7"/>
                  </a:lnTo>
                  <a:lnTo>
                    <a:pt x="1444978" y="7"/>
                  </a:lnTo>
                  <a:lnTo>
                    <a:pt x="1473877" y="7"/>
                  </a:lnTo>
                  <a:lnTo>
                    <a:pt x="1502777" y="7"/>
                  </a:lnTo>
                  <a:lnTo>
                    <a:pt x="1531676" y="6"/>
                  </a:lnTo>
                  <a:lnTo>
                    <a:pt x="1560576" y="6"/>
                  </a:lnTo>
                  <a:lnTo>
                    <a:pt x="1589476" y="6"/>
                  </a:lnTo>
                  <a:lnTo>
                    <a:pt x="1618375" y="6"/>
                  </a:lnTo>
                  <a:lnTo>
                    <a:pt x="1647275" y="5"/>
                  </a:lnTo>
                  <a:lnTo>
                    <a:pt x="1676174" y="5"/>
                  </a:lnTo>
                  <a:lnTo>
                    <a:pt x="1705074" y="5"/>
                  </a:lnTo>
                  <a:lnTo>
                    <a:pt x="1733973" y="5"/>
                  </a:lnTo>
                  <a:lnTo>
                    <a:pt x="1762873" y="4"/>
                  </a:lnTo>
                  <a:lnTo>
                    <a:pt x="1791773" y="4"/>
                  </a:lnTo>
                  <a:lnTo>
                    <a:pt x="1820672" y="4"/>
                  </a:lnTo>
                  <a:lnTo>
                    <a:pt x="1849572" y="3"/>
                  </a:lnTo>
                  <a:lnTo>
                    <a:pt x="1878471" y="3"/>
                  </a:lnTo>
                  <a:lnTo>
                    <a:pt x="1907371" y="3"/>
                  </a:lnTo>
                  <a:lnTo>
                    <a:pt x="1936270" y="3"/>
                  </a:lnTo>
                  <a:lnTo>
                    <a:pt x="1965170" y="2"/>
                  </a:lnTo>
                  <a:lnTo>
                    <a:pt x="1994069" y="2"/>
                  </a:lnTo>
                  <a:lnTo>
                    <a:pt x="2022969" y="2"/>
                  </a:lnTo>
                  <a:lnTo>
                    <a:pt x="2051869" y="2"/>
                  </a:lnTo>
                  <a:lnTo>
                    <a:pt x="2080768" y="1"/>
                  </a:lnTo>
                  <a:lnTo>
                    <a:pt x="2109668" y="1"/>
                  </a:lnTo>
                  <a:lnTo>
                    <a:pt x="2138567" y="1"/>
                  </a:lnTo>
                  <a:lnTo>
                    <a:pt x="2167467" y="1"/>
                  </a:lnTo>
                  <a:lnTo>
                    <a:pt x="2196366" y="0"/>
                  </a:lnTo>
                  <a:lnTo>
                    <a:pt x="2225266" y="0"/>
                  </a:lnTo>
                  <a:lnTo>
                    <a:pt x="2254166" y="0"/>
                  </a:lnTo>
                  <a:lnTo>
                    <a:pt x="2283065" y="0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rc2138"/>
            <p:cNvSpPr/>
            <p:nvPr/>
          </p:nvSpPr>
          <p:spPr>
            <a:xfrm>
              <a:off x="3438838" y="5418670"/>
              <a:ext cx="2511372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tx2139"/>
            <p:cNvSpPr/>
            <p:nvPr/>
          </p:nvSpPr>
          <p:spPr>
            <a:xfrm>
              <a:off x="3214680" y="7905449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-20</a:t>
              </a:r>
            </a:p>
          </p:txBody>
        </p:sp>
        <p:sp>
          <p:nvSpPr>
            <p:cNvPr id="2140" name="tx2140"/>
            <p:cNvSpPr/>
            <p:nvPr/>
          </p:nvSpPr>
          <p:spPr>
            <a:xfrm>
              <a:off x="3314053" y="713738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41" name="tx2141"/>
            <p:cNvSpPr/>
            <p:nvPr/>
          </p:nvSpPr>
          <p:spPr>
            <a:xfrm>
              <a:off x="3251897" y="636932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142" name="tx2142"/>
            <p:cNvSpPr/>
            <p:nvPr/>
          </p:nvSpPr>
          <p:spPr>
            <a:xfrm>
              <a:off x="3251897" y="560126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143" name="pl2143"/>
            <p:cNvSpPr/>
            <p:nvPr/>
          </p:nvSpPr>
          <p:spPr>
            <a:xfrm>
              <a:off x="3404044" y="794714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l2144"/>
            <p:cNvSpPr/>
            <p:nvPr/>
          </p:nvSpPr>
          <p:spPr>
            <a:xfrm>
              <a:off x="3404044" y="71790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l2145"/>
            <p:cNvSpPr/>
            <p:nvPr/>
          </p:nvSpPr>
          <p:spPr>
            <a:xfrm>
              <a:off x="3404044" y="64110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l2146"/>
            <p:cNvSpPr/>
            <p:nvPr/>
          </p:nvSpPr>
          <p:spPr>
            <a:xfrm>
              <a:off x="3404044" y="56429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l2147"/>
            <p:cNvSpPr/>
            <p:nvPr/>
          </p:nvSpPr>
          <p:spPr>
            <a:xfrm>
              <a:off x="3669742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l2148"/>
            <p:cNvSpPr/>
            <p:nvPr/>
          </p:nvSpPr>
          <p:spPr>
            <a:xfrm>
              <a:off x="4164178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l2149"/>
            <p:cNvSpPr/>
            <p:nvPr/>
          </p:nvSpPr>
          <p:spPr>
            <a:xfrm>
              <a:off x="465861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l2150"/>
            <p:cNvSpPr/>
            <p:nvPr/>
          </p:nvSpPr>
          <p:spPr>
            <a:xfrm>
              <a:off x="5153048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l2151"/>
            <p:cNvSpPr/>
            <p:nvPr/>
          </p:nvSpPr>
          <p:spPr>
            <a:xfrm>
              <a:off x="5647484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tx2152"/>
            <p:cNvSpPr/>
            <p:nvPr/>
          </p:nvSpPr>
          <p:spPr>
            <a:xfrm>
              <a:off x="3638664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53" name="tx2153"/>
            <p:cNvSpPr/>
            <p:nvPr/>
          </p:nvSpPr>
          <p:spPr>
            <a:xfrm>
              <a:off x="4133100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154" name="tx2154"/>
            <p:cNvSpPr/>
            <p:nvPr/>
          </p:nvSpPr>
          <p:spPr>
            <a:xfrm>
              <a:off x="4596457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155" name="tx2155"/>
            <p:cNvSpPr/>
            <p:nvPr/>
          </p:nvSpPr>
          <p:spPr>
            <a:xfrm>
              <a:off x="5090893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156" name="tx2156"/>
            <p:cNvSpPr/>
            <p:nvPr/>
          </p:nvSpPr>
          <p:spPr>
            <a:xfrm>
              <a:off x="5585328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157" name="tx2157"/>
            <p:cNvSpPr/>
            <p:nvPr/>
          </p:nvSpPr>
          <p:spPr>
            <a:xfrm>
              <a:off x="3525935" y="8777412"/>
              <a:ext cx="2337178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Baseline CSF Lumipulse pTau181 (Z)</a:t>
              </a:r>
            </a:p>
          </p:txBody>
        </p:sp>
        <p:sp>
          <p:nvSpPr>
            <p:cNvPr id="2158" name="tx2158"/>
            <p:cNvSpPr/>
            <p:nvPr/>
          </p:nvSpPr>
          <p:spPr>
            <a:xfrm rot="-5400000">
              <a:off x="1872424" y="6942179"/>
              <a:ext cx="2406823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ARC CSF Lumipulse pTau181 (Z/year)</a:t>
              </a:r>
            </a:p>
          </p:txBody>
        </p:sp>
        <p:sp>
          <p:nvSpPr>
            <p:cNvPr id="2159" name="pl2159"/>
            <p:cNvSpPr/>
            <p:nvPr/>
          </p:nvSpPr>
          <p:spPr>
            <a:xfrm>
              <a:off x="6664435" y="775089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l2160"/>
            <p:cNvSpPr/>
            <p:nvPr/>
          </p:nvSpPr>
          <p:spPr>
            <a:xfrm>
              <a:off x="6664435" y="722480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l2161"/>
            <p:cNvSpPr/>
            <p:nvPr/>
          </p:nvSpPr>
          <p:spPr>
            <a:xfrm>
              <a:off x="6664435" y="669871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l2162"/>
            <p:cNvSpPr/>
            <p:nvPr/>
          </p:nvSpPr>
          <p:spPr>
            <a:xfrm>
              <a:off x="6664435" y="6172624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l2163"/>
            <p:cNvSpPr/>
            <p:nvPr/>
          </p:nvSpPr>
          <p:spPr>
            <a:xfrm>
              <a:off x="703269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l2164"/>
            <p:cNvSpPr/>
            <p:nvPr/>
          </p:nvSpPr>
          <p:spPr>
            <a:xfrm>
              <a:off x="755878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l2165"/>
            <p:cNvSpPr/>
            <p:nvPr/>
          </p:nvSpPr>
          <p:spPr>
            <a:xfrm>
              <a:off x="808487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l2166"/>
            <p:cNvSpPr/>
            <p:nvPr/>
          </p:nvSpPr>
          <p:spPr>
            <a:xfrm>
              <a:off x="8610969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l2167"/>
            <p:cNvSpPr/>
            <p:nvPr/>
          </p:nvSpPr>
          <p:spPr>
            <a:xfrm>
              <a:off x="6664435" y="801394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l2168"/>
            <p:cNvSpPr/>
            <p:nvPr/>
          </p:nvSpPr>
          <p:spPr>
            <a:xfrm>
              <a:off x="6664435" y="748785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l2169"/>
            <p:cNvSpPr/>
            <p:nvPr/>
          </p:nvSpPr>
          <p:spPr>
            <a:xfrm>
              <a:off x="6664435" y="696176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l2170"/>
            <p:cNvSpPr/>
            <p:nvPr/>
          </p:nvSpPr>
          <p:spPr>
            <a:xfrm>
              <a:off x="6664435" y="643566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l2171"/>
            <p:cNvSpPr/>
            <p:nvPr/>
          </p:nvSpPr>
          <p:spPr>
            <a:xfrm>
              <a:off x="6664435" y="590957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l2172"/>
            <p:cNvSpPr/>
            <p:nvPr/>
          </p:nvSpPr>
          <p:spPr>
            <a:xfrm>
              <a:off x="676965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l2173"/>
            <p:cNvSpPr/>
            <p:nvPr/>
          </p:nvSpPr>
          <p:spPr>
            <a:xfrm>
              <a:off x="729574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l2174"/>
            <p:cNvSpPr/>
            <p:nvPr/>
          </p:nvSpPr>
          <p:spPr>
            <a:xfrm>
              <a:off x="782183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l2175"/>
            <p:cNvSpPr/>
            <p:nvPr/>
          </p:nvSpPr>
          <p:spPr>
            <a:xfrm>
              <a:off x="834792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l2176"/>
            <p:cNvSpPr/>
            <p:nvPr/>
          </p:nvSpPr>
          <p:spPr>
            <a:xfrm>
              <a:off x="887401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l2177"/>
            <p:cNvSpPr/>
            <p:nvPr/>
          </p:nvSpPr>
          <p:spPr>
            <a:xfrm>
              <a:off x="6769653" y="5909579"/>
              <a:ext cx="2104360" cy="2104360"/>
            </a:xfrm>
            <a:custGeom>
              <a:avLst/>
              <a:pathLst>
                <a:path w="2104360" h="2104360">
                  <a:moveTo>
                    <a:pt x="0" y="2104360"/>
                  </a:moveTo>
                  <a:lnTo>
                    <a:pt x="0" y="2099032"/>
                  </a:lnTo>
                  <a:lnTo>
                    <a:pt x="0" y="2093705"/>
                  </a:lnTo>
                  <a:lnTo>
                    <a:pt x="0" y="2083050"/>
                  </a:lnTo>
                  <a:lnTo>
                    <a:pt x="0" y="2077722"/>
                  </a:lnTo>
                  <a:lnTo>
                    <a:pt x="0" y="2072395"/>
                  </a:lnTo>
                  <a:lnTo>
                    <a:pt x="0" y="2067067"/>
                  </a:lnTo>
                  <a:lnTo>
                    <a:pt x="0" y="2061740"/>
                  </a:lnTo>
                  <a:lnTo>
                    <a:pt x="0" y="2056412"/>
                  </a:lnTo>
                  <a:lnTo>
                    <a:pt x="0" y="2051085"/>
                  </a:lnTo>
                  <a:lnTo>
                    <a:pt x="0" y="2045757"/>
                  </a:lnTo>
                  <a:lnTo>
                    <a:pt x="0" y="2040430"/>
                  </a:lnTo>
                  <a:lnTo>
                    <a:pt x="0" y="2035102"/>
                  </a:lnTo>
                  <a:lnTo>
                    <a:pt x="0" y="2024447"/>
                  </a:lnTo>
                  <a:lnTo>
                    <a:pt x="0" y="2013792"/>
                  </a:lnTo>
                  <a:lnTo>
                    <a:pt x="0" y="2008465"/>
                  </a:lnTo>
                  <a:lnTo>
                    <a:pt x="3554" y="2008465"/>
                  </a:lnTo>
                  <a:lnTo>
                    <a:pt x="3554" y="2003137"/>
                  </a:lnTo>
                  <a:lnTo>
                    <a:pt x="3554" y="1997810"/>
                  </a:lnTo>
                  <a:lnTo>
                    <a:pt x="3554" y="1992482"/>
                  </a:lnTo>
                  <a:lnTo>
                    <a:pt x="3554" y="1987155"/>
                  </a:lnTo>
                  <a:lnTo>
                    <a:pt x="3554" y="1981827"/>
                  </a:lnTo>
                  <a:lnTo>
                    <a:pt x="3554" y="1976500"/>
                  </a:lnTo>
                  <a:lnTo>
                    <a:pt x="3554" y="1965845"/>
                  </a:lnTo>
                  <a:lnTo>
                    <a:pt x="3554" y="1960518"/>
                  </a:lnTo>
                  <a:lnTo>
                    <a:pt x="3554" y="1955190"/>
                  </a:lnTo>
                  <a:lnTo>
                    <a:pt x="3554" y="1949863"/>
                  </a:lnTo>
                  <a:lnTo>
                    <a:pt x="3554" y="1944535"/>
                  </a:lnTo>
                  <a:lnTo>
                    <a:pt x="3554" y="1939208"/>
                  </a:lnTo>
                  <a:lnTo>
                    <a:pt x="3554" y="1928553"/>
                  </a:lnTo>
                  <a:lnTo>
                    <a:pt x="3554" y="1923225"/>
                  </a:lnTo>
                  <a:lnTo>
                    <a:pt x="3554" y="1917898"/>
                  </a:lnTo>
                  <a:lnTo>
                    <a:pt x="3554" y="1912570"/>
                  </a:lnTo>
                  <a:lnTo>
                    <a:pt x="3554" y="1907243"/>
                  </a:lnTo>
                  <a:lnTo>
                    <a:pt x="3554" y="1896588"/>
                  </a:lnTo>
                  <a:lnTo>
                    <a:pt x="3554" y="1891260"/>
                  </a:lnTo>
                  <a:lnTo>
                    <a:pt x="3554" y="1885933"/>
                  </a:lnTo>
                  <a:lnTo>
                    <a:pt x="3554" y="1880605"/>
                  </a:lnTo>
                  <a:lnTo>
                    <a:pt x="3554" y="1875278"/>
                  </a:lnTo>
                  <a:lnTo>
                    <a:pt x="3554" y="1869950"/>
                  </a:lnTo>
                  <a:lnTo>
                    <a:pt x="3554" y="1864623"/>
                  </a:lnTo>
                  <a:lnTo>
                    <a:pt x="3554" y="1859295"/>
                  </a:lnTo>
                  <a:lnTo>
                    <a:pt x="3554" y="1853968"/>
                  </a:lnTo>
                  <a:lnTo>
                    <a:pt x="3554" y="1848640"/>
                  </a:lnTo>
                  <a:lnTo>
                    <a:pt x="3554" y="1843313"/>
                  </a:lnTo>
                  <a:lnTo>
                    <a:pt x="3554" y="1837985"/>
                  </a:lnTo>
                  <a:lnTo>
                    <a:pt x="3554" y="1832658"/>
                  </a:lnTo>
                  <a:lnTo>
                    <a:pt x="3554" y="1827330"/>
                  </a:lnTo>
                  <a:lnTo>
                    <a:pt x="3554" y="1822003"/>
                  </a:lnTo>
                  <a:lnTo>
                    <a:pt x="3554" y="1811348"/>
                  </a:lnTo>
                  <a:lnTo>
                    <a:pt x="3554" y="1806020"/>
                  </a:lnTo>
                  <a:lnTo>
                    <a:pt x="3554" y="1800693"/>
                  </a:lnTo>
                  <a:lnTo>
                    <a:pt x="3554" y="1790038"/>
                  </a:lnTo>
                  <a:lnTo>
                    <a:pt x="3554" y="1784710"/>
                  </a:lnTo>
                  <a:lnTo>
                    <a:pt x="3554" y="1779383"/>
                  </a:lnTo>
                  <a:lnTo>
                    <a:pt x="3554" y="1774055"/>
                  </a:lnTo>
                  <a:lnTo>
                    <a:pt x="3554" y="1768728"/>
                  </a:lnTo>
                  <a:lnTo>
                    <a:pt x="3554" y="1763400"/>
                  </a:lnTo>
                  <a:lnTo>
                    <a:pt x="3554" y="1752745"/>
                  </a:lnTo>
                  <a:lnTo>
                    <a:pt x="3554" y="1747418"/>
                  </a:lnTo>
                  <a:lnTo>
                    <a:pt x="3554" y="1742090"/>
                  </a:lnTo>
                  <a:lnTo>
                    <a:pt x="3554" y="1736763"/>
                  </a:lnTo>
                  <a:lnTo>
                    <a:pt x="3554" y="1731435"/>
                  </a:lnTo>
                  <a:lnTo>
                    <a:pt x="3554" y="1726108"/>
                  </a:lnTo>
                  <a:lnTo>
                    <a:pt x="3554" y="1720780"/>
                  </a:lnTo>
                  <a:lnTo>
                    <a:pt x="3554" y="1715453"/>
                  </a:lnTo>
                  <a:lnTo>
                    <a:pt x="3554" y="1710125"/>
                  </a:lnTo>
                  <a:lnTo>
                    <a:pt x="3554" y="1704798"/>
                  </a:lnTo>
                  <a:lnTo>
                    <a:pt x="3554" y="1694143"/>
                  </a:lnTo>
                  <a:lnTo>
                    <a:pt x="3554" y="1688815"/>
                  </a:lnTo>
                  <a:lnTo>
                    <a:pt x="3554" y="1683488"/>
                  </a:lnTo>
                  <a:lnTo>
                    <a:pt x="3554" y="1678160"/>
                  </a:lnTo>
                  <a:lnTo>
                    <a:pt x="3554" y="1672833"/>
                  </a:lnTo>
                  <a:lnTo>
                    <a:pt x="3554" y="1667505"/>
                  </a:lnTo>
                  <a:lnTo>
                    <a:pt x="3554" y="1662178"/>
                  </a:lnTo>
                  <a:lnTo>
                    <a:pt x="3554" y="1651523"/>
                  </a:lnTo>
                  <a:lnTo>
                    <a:pt x="3554" y="1640868"/>
                  </a:lnTo>
                  <a:lnTo>
                    <a:pt x="3554" y="1635540"/>
                  </a:lnTo>
                  <a:lnTo>
                    <a:pt x="3554" y="1630213"/>
                  </a:lnTo>
                  <a:lnTo>
                    <a:pt x="3554" y="1624885"/>
                  </a:lnTo>
                  <a:lnTo>
                    <a:pt x="3554" y="1619558"/>
                  </a:lnTo>
                  <a:lnTo>
                    <a:pt x="3554" y="1608903"/>
                  </a:lnTo>
                  <a:lnTo>
                    <a:pt x="3554" y="1598248"/>
                  </a:lnTo>
                  <a:lnTo>
                    <a:pt x="3554" y="1592920"/>
                  </a:lnTo>
                  <a:lnTo>
                    <a:pt x="3554" y="1587593"/>
                  </a:lnTo>
                  <a:lnTo>
                    <a:pt x="3554" y="1576938"/>
                  </a:lnTo>
                  <a:lnTo>
                    <a:pt x="3554" y="1571610"/>
                  </a:lnTo>
                  <a:lnTo>
                    <a:pt x="3554" y="1566283"/>
                  </a:lnTo>
                  <a:lnTo>
                    <a:pt x="3554" y="1560955"/>
                  </a:lnTo>
                  <a:lnTo>
                    <a:pt x="3554" y="1555628"/>
                  </a:lnTo>
                  <a:lnTo>
                    <a:pt x="3554" y="1550300"/>
                  </a:lnTo>
                  <a:lnTo>
                    <a:pt x="3554" y="1539645"/>
                  </a:lnTo>
                  <a:lnTo>
                    <a:pt x="3554" y="1534318"/>
                  </a:lnTo>
                  <a:lnTo>
                    <a:pt x="3554" y="1528990"/>
                  </a:lnTo>
                  <a:lnTo>
                    <a:pt x="3554" y="1523663"/>
                  </a:lnTo>
                  <a:lnTo>
                    <a:pt x="3554" y="1518335"/>
                  </a:lnTo>
                  <a:lnTo>
                    <a:pt x="3554" y="1502353"/>
                  </a:lnTo>
                  <a:lnTo>
                    <a:pt x="3554" y="1497025"/>
                  </a:lnTo>
                  <a:lnTo>
                    <a:pt x="3554" y="1491698"/>
                  </a:lnTo>
                  <a:lnTo>
                    <a:pt x="3554" y="1486370"/>
                  </a:lnTo>
                  <a:lnTo>
                    <a:pt x="3554" y="1481043"/>
                  </a:lnTo>
                  <a:lnTo>
                    <a:pt x="3554" y="1475715"/>
                  </a:lnTo>
                  <a:lnTo>
                    <a:pt x="3554" y="1470388"/>
                  </a:lnTo>
                  <a:lnTo>
                    <a:pt x="3554" y="1465061"/>
                  </a:lnTo>
                  <a:lnTo>
                    <a:pt x="3554" y="1459733"/>
                  </a:lnTo>
                  <a:lnTo>
                    <a:pt x="3554" y="1449078"/>
                  </a:lnTo>
                  <a:lnTo>
                    <a:pt x="3554" y="1443751"/>
                  </a:lnTo>
                  <a:lnTo>
                    <a:pt x="3554" y="1438423"/>
                  </a:lnTo>
                  <a:lnTo>
                    <a:pt x="3554" y="1433096"/>
                  </a:lnTo>
                  <a:lnTo>
                    <a:pt x="3554" y="1427768"/>
                  </a:lnTo>
                  <a:lnTo>
                    <a:pt x="3554" y="1422441"/>
                  </a:lnTo>
                  <a:lnTo>
                    <a:pt x="3554" y="1417113"/>
                  </a:lnTo>
                  <a:lnTo>
                    <a:pt x="3554" y="1411786"/>
                  </a:lnTo>
                  <a:lnTo>
                    <a:pt x="3554" y="1406458"/>
                  </a:lnTo>
                  <a:lnTo>
                    <a:pt x="3554" y="1401131"/>
                  </a:lnTo>
                  <a:lnTo>
                    <a:pt x="3554" y="1395803"/>
                  </a:lnTo>
                  <a:lnTo>
                    <a:pt x="3554" y="1390476"/>
                  </a:lnTo>
                  <a:lnTo>
                    <a:pt x="3554" y="1385148"/>
                  </a:lnTo>
                  <a:lnTo>
                    <a:pt x="3554" y="1379821"/>
                  </a:lnTo>
                  <a:lnTo>
                    <a:pt x="3554" y="1374493"/>
                  </a:lnTo>
                  <a:lnTo>
                    <a:pt x="3554" y="1363838"/>
                  </a:lnTo>
                  <a:lnTo>
                    <a:pt x="3554" y="1358511"/>
                  </a:lnTo>
                  <a:lnTo>
                    <a:pt x="3554" y="1353183"/>
                  </a:lnTo>
                  <a:lnTo>
                    <a:pt x="3554" y="1342528"/>
                  </a:lnTo>
                  <a:lnTo>
                    <a:pt x="3554" y="1337201"/>
                  </a:lnTo>
                  <a:lnTo>
                    <a:pt x="3554" y="1315891"/>
                  </a:lnTo>
                  <a:lnTo>
                    <a:pt x="7109" y="1310563"/>
                  </a:lnTo>
                  <a:lnTo>
                    <a:pt x="7109" y="1305236"/>
                  </a:lnTo>
                  <a:lnTo>
                    <a:pt x="7109" y="1299908"/>
                  </a:lnTo>
                  <a:lnTo>
                    <a:pt x="7109" y="1294581"/>
                  </a:lnTo>
                  <a:lnTo>
                    <a:pt x="7109" y="1278598"/>
                  </a:lnTo>
                  <a:lnTo>
                    <a:pt x="7109" y="1273271"/>
                  </a:lnTo>
                  <a:lnTo>
                    <a:pt x="7109" y="1267943"/>
                  </a:lnTo>
                  <a:lnTo>
                    <a:pt x="7109" y="1262616"/>
                  </a:lnTo>
                  <a:lnTo>
                    <a:pt x="7109" y="1251961"/>
                  </a:lnTo>
                  <a:lnTo>
                    <a:pt x="10663" y="1251961"/>
                  </a:lnTo>
                  <a:lnTo>
                    <a:pt x="10663" y="1246633"/>
                  </a:lnTo>
                  <a:lnTo>
                    <a:pt x="10663" y="1241306"/>
                  </a:lnTo>
                  <a:lnTo>
                    <a:pt x="10663" y="1235978"/>
                  </a:lnTo>
                  <a:lnTo>
                    <a:pt x="10663" y="1230651"/>
                  </a:lnTo>
                  <a:lnTo>
                    <a:pt x="10663" y="1225323"/>
                  </a:lnTo>
                  <a:lnTo>
                    <a:pt x="10663" y="1219996"/>
                  </a:lnTo>
                  <a:lnTo>
                    <a:pt x="10663" y="1209341"/>
                  </a:lnTo>
                  <a:lnTo>
                    <a:pt x="14218" y="1209341"/>
                  </a:lnTo>
                  <a:lnTo>
                    <a:pt x="14218" y="1204013"/>
                  </a:lnTo>
                  <a:lnTo>
                    <a:pt x="14218" y="1198686"/>
                  </a:lnTo>
                  <a:lnTo>
                    <a:pt x="14218" y="1193358"/>
                  </a:lnTo>
                  <a:lnTo>
                    <a:pt x="14218" y="1188031"/>
                  </a:lnTo>
                  <a:lnTo>
                    <a:pt x="14218" y="1182703"/>
                  </a:lnTo>
                  <a:lnTo>
                    <a:pt x="14218" y="1177376"/>
                  </a:lnTo>
                  <a:lnTo>
                    <a:pt x="14218" y="1172048"/>
                  </a:lnTo>
                  <a:lnTo>
                    <a:pt x="14218" y="1161393"/>
                  </a:lnTo>
                  <a:lnTo>
                    <a:pt x="14218" y="1156066"/>
                  </a:lnTo>
                  <a:lnTo>
                    <a:pt x="14218" y="1150738"/>
                  </a:lnTo>
                  <a:lnTo>
                    <a:pt x="14218" y="1145411"/>
                  </a:lnTo>
                  <a:lnTo>
                    <a:pt x="14218" y="1134756"/>
                  </a:lnTo>
                  <a:lnTo>
                    <a:pt x="14218" y="1124101"/>
                  </a:lnTo>
                  <a:lnTo>
                    <a:pt x="14218" y="1118773"/>
                  </a:lnTo>
                  <a:lnTo>
                    <a:pt x="14218" y="1113446"/>
                  </a:lnTo>
                  <a:lnTo>
                    <a:pt x="14218" y="1102791"/>
                  </a:lnTo>
                  <a:lnTo>
                    <a:pt x="14218" y="1097463"/>
                  </a:lnTo>
                  <a:lnTo>
                    <a:pt x="14218" y="1076153"/>
                  </a:lnTo>
                  <a:lnTo>
                    <a:pt x="14218" y="1070826"/>
                  </a:lnTo>
                  <a:lnTo>
                    <a:pt x="14218" y="1065498"/>
                  </a:lnTo>
                  <a:lnTo>
                    <a:pt x="14218" y="1060171"/>
                  </a:lnTo>
                  <a:lnTo>
                    <a:pt x="14218" y="1054843"/>
                  </a:lnTo>
                  <a:lnTo>
                    <a:pt x="14218" y="1049516"/>
                  </a:lnTo>
                  <a:lnTo>
                    <a:pt x="14218" y="1044188"/>
                  </a:lnTo>
                  <a:lnTo>
                    <a:pt x="14218" y="1038861"/>
                  </a:lnTo>
                  <a:lnTo>
                    <a:pt x="14218" y="1033533"/>
                  </a:lnTo>
                  <a:lnTo>
                    <a:pt x="14218" y="1028206"/>
                  </a:lnTo>
                  <a:lnTo>
                    <a:pt x="14218" y="1022878"/>
                  </a:lnTo>
                  <a:lnTo>
                    <a:pt x="14218" y="1017551"/>
                  </a:lnTo>
                  <a:lnTo>
                    <a:pt x="14218" y="1012223"/>
                  </a:lnTo>
                  <a:lnTo>
                    <a:pt x="14218" y="1001568"/>
                  </a:lnTo>
                  <a:lnTo>
                    <a:pt x="17773" y="1001568"/>
                  </a:lnTo>
                  <a:lnTo>
                    <a:pt x="17773" y="996241"/>
                  </a:lnTo>
                  <a:lnTo>
                    <a:pt x="21327" y="996241"/>
                  </a:lnTo>
                  <a:lnTo>
                    <a:pt x="21327" y="990913"/>
                  </a:lnTo>
                  <a:lnTo>
                    <a:pt x="21327" y="985586"/>
                  </a:lnTo>
                  <a:lnTo>
                    <a:pt x="24882" y="985586"/>
                  </a:lnTo>
                  <a:lnTo>
                    <a:pt x="24882" y="980259"/>
                  </a:lnTo>
                  <a:lnTo>
                    <a:pt x="24882" y="974931"/>
                  </a:lnTo>
                  <a:lnTo>
                    <a:pt x="24882" y="964276"/>
                  </a:lnTo>
                  <a:lnTo>
                    <a:pt x="24882" y="953621"/>
                  </a:lnTo>
                  <a:lnTo>
                    <a:pt x="24882" y="948294"/>
                  </a:lnTo>
                  <a:lnTo>
                    <a:pt x="24882" y="942966"/>
                  </a:lnTo>
                  <a:lnTo>
                    <a:pt x="24882" y="937639"/>
                  </a:lnTo>
                  <a:lnTo>
                    <a:pt x="24882" y="932311"/>
                  </a:lnTo>
                  <a:lnTo>
                    <a:pt x="24882" y="926984"/>
                  </a:lnTo>
                  <a:lnTo>
                    <a:pt x="24882" y="921656"/>
                  </a:lnTo>
                  <a:lnTo>
                    <a:pt x="28437" y="921656"/>
                  </a:lnTo>
                  <a:lnTo>
                    <a:pt x="28437" y="916329"/>
                  </a:lnTo>
                  <a:lnTo>
                    <a:pt x="28437" y="911001"/>
                  </a:lnTo>
                  <a:lnTo>
                    <a:pt x="28437" y="905674"/>
                  </a:lnTo>
                  <a:lnTo>
                    <a:pt x="28437" y="900346"/>
                  </a:lnTo>
                  <a:lnTo>
                    <a:pt x="28437" y="895019"/>
                  </a:lnTo>
                  <a:lnTo>
                    <a:pt x="28437" y="889691"/>
                  </a:lnTo>
                  <a:lnTo>
                    <a:pt x="28437" y="884364"/>
                  </a:lnTo>
                  <a:lnTo>
                    <a:pt x="28437" y="879036"/>
                  </a:lnTo>
                  <a:lnTo>
                    <a:pt x="28437" y="873709"/>
                  </a:lnTo>
                  <a:lnTo>
                    <a:pt x="28437" y="868381"/>
                  </a:lnTo>
                  <a:lnTo>
                    <a:pt x="28437" y="863054"/>
                  </a:lnTo>
                  <a:lnTo>
                    <a:pt x="28437" y="841744"/>
                  </a:lnTo>
                  <a:lnTo>
                    <a:pt x="28437" y="836416"/>
                  </a:lnTo>
                  <a:lnTo>
                    <a:pt x="28437" y="831089"/>
                  </a:lnTo>
                  <a:lnTo>
                    <a:pt x="28437" y="820434"/>
                  </a:lnTo>
                  <a:lnTo>
                    <a:pt x="28437" y="815106"/>
                  </a:lnTo>
                  <a:lnTo>
                    <a:pt x="31991" y="815106"/>
                  </a:lnTo>
                  <a:lnTo>
                    <a:pt x="31991" y="809779"/>
                  </a:lnTo>
                  <a:lnTo>
                    <a:pt x="31991" y="804451"/>
                  </a:lnTo>
                  <a:lnTo>
                    <a:pt x="31991" y="799124"/>
                  </a:lnTo>
                  <a:lnTo>
                    <a:pt x="31991" y="793796"/>
                  </a:lnTo>
                  <a:lnTo>
                    <a:pt x="31991" y="788469"/>
                  </a:lnTo>
                  <a:lnTo>
                    <a:pt x="31991" y="783141"/>
                  </a:lnTo>
                  <a:lnTo>
                    <a:pt x="31991" y="777814"/>
                  </a:lnTo>
                  <a:lnTo>
                    <a:pt x="35546" y="772486"/>
                  </a:lnTo>
                  <a:lnTo>
                    <a:pt x="35546" y="761831"/>
                  </a:lnTo>
                  <a:lnTo>
                    <a:pt x="35546" y="756504"/>
                  </a:lnTo>
                  <a:lnTo>
                    <a:pt x="35546" y="751176"/>
                  </a:lnTo>
                  <a:lnTo>
                    <a:pt x="35546" y="735194"/>
                  </a:lnTo>
                  <a:lnTo>
                    <a:pt x="35546" y="729866"/>
                  </a:lnTo>
                  <a:lnTo>
                    <a:pt x="35546" y="724539"/>
                  </a:lnTo>
                  <a:lnTo>
                    <a:pt x="35546" y="719211"/>
                  </a:lnTo>
                  <a:lnTo>
                    <a:pt x="39101" y="719211"/>
                  </a:lnTo>
                  <a:lnTo>
                    <a:pt x="39101" y="713884"/>
                  </a:lnTo>
                  <a:lnTo>
                    <a:pt x="39101" y="703229"/>
                  </a:lnTo>
                  <a:lnTo>
                    <a:pt x="39101" y="697901"/>
                  </a:lnTo>
                  <a:lnTo>
                    <a:pt x="39101" y="687246"/>
                  </a:lnTo>
                  <a:lnTo>
                    <a:pt x="39101" y="681919"/>
                  </a:lnTo>
                  <a:lnTo>
                    <a:pt x="39101" y="676591"/>
                  </a:lnTo>
                  <a:lnTo>
                    <a:pt x="42655" y="676591"/>
                  </a:lnTo>
                  <a:lnTo>
                    <a:pt x="42655" y="671264"/>
                  </a:lnTo>
                  <a:lnTo>
                    <a:pt x="42655" y="665936"/>
                  </a:lnTo>
                  <a:lnTo>
                    <a:pt x="42655" y="655281"/>
                  </a:lnTo>
                  <a:lnTo>
                    <a:pt x="42655" y="644626"/>
                  </a:lnTo>
                  <a:lnTo>
                    <a:pt x="42655" y="639299"/>
                  </a:lnTo>
                  <a:lnTo>
                    <a:pt x="42655" y="628644"/>
                  </a:lnTo>
                  <a:lnTo>
                    <a:pt x="42655" y="617989"/>
                  </a:lnTo>
                  <a:lnTo>
                    <a:pt x="42655" y="612661"/>
                  </a:lnTo>
                  <a:lnTo>
                    <a:pt x="42655" y="607334"/>
                  </a:lnTo>
                  <a:lnTo>
                    <a:pt x="42655" y="602006"/>
                  </a:lnTo>
                  <a:lnTo>
                    <a:pt x="42655" y="596679"/>
                  </a:lnTo>
                  <a:lnTo>
                    <a:pt x="46210" y="596679"/>
                  </a:lnTo>
                  <a:lnTo>
                    <a:pt x="49765" y="596679"/>
                  </a:lnTo>
                  <a:lnTo>
                    <a:pt x="53319" y="596679"/>
                  </a:lnTo>
                  <a:lnTo>
                    <a:pt x="53319" y="591351"/>
                  </a:lnTo>
                  <a:lnTo>
                    <a:pt x="56874" y="586024"/>
                  </a:lnTo>
                  <a:lnTo>
                    <a:pt x="63983" y="586024"/>
                  </a:lnTo>
                  <a:lnTo>
                    <a:pt x="63983" y="580696"/>
                  </a:lnTo>
                  <a:lnTo>
                    <a:pt x="63983" y="575369"/>
                  </a:lnTo>
                  <a:lnTo>
                    <a:pt x="63983" y="570041"/>
                  </a:lnTo>
                  <a:lnTo>
                    <a:pt x="63983" y="564714"/>
                  </a:lnTo>
                  <a:lnTo>
                    <a:pt x="63983" y="554059"/>
                  </a:lnTo>
                  <a:lnTo>
                    <a:pt x="67538" y="554059"/>
                  </a:lnTo>
                  <a:lnTo>
                    <a:pt x="67538" y="548731"/>
                  </a:lnTo>
                  <a:lnTo>
                    <a:pt x="71093" y="548731"/>
                  </a:lnTo>
                  <a:lnTo>
                    <a:pt x="74647" y="548731"/>
                  </a:lnTo>
                  <a:lnTo>
                    <a:pt x="78202" y="543404"/>
                  </a:lnTo>
                  <a:lnTo>
                    <a:pt x="81757" y="543404"/>
                  </a:lnTo>
                  <a:lnTo>
                    <a:pt x="85311" y="543404"/>
                  </a:lnTo>
                  <a:lnTo>
                    <a:pt x="85311" y="538076"/>
                  </a:lnTo>
                  <a:lnTo>
                    <a:pt x="85311" y="532749"/>
                  </a:lnTo>
                  <a:lnTo>
                    <a:pt x="88866" y="532749"/>
                  </a:lnTo>
                  <a:lnTo>
                    <a:pt x="88866" y="522094"/>
                  </a:lnTo>
                  <a:lnTo>
                    <a:pt x="92421" y="522094"/>
                  </a:lnTo>
                  <a:lnTo>
                    <a:pt x="92421" y="511439"/>
                  </a:lnTo>
                  <a:lnTo>
                    <a:pt x="95975" y="506111"/>
                  </a:lnTo>
                  <a:lnTo>
                    <a:pt x="95975" y="500784"/>
                  </a:lnTo>
                  <a:lnTo>
                    <a:pt x="95975" y="495456"/>
                  </a:lnTo>
                  <a:lnTo>
                    <a:pt x="95975" y="490129"/>
                  </a:lnTo>
                  <a:lnTo>
                    <a:pt x="95975" y="484802"/>
                  </a:lnTo>
                  <a:lnTo>
                    <a:pt x="99530" y="484802"/>
                  </a:lnTo>
                  <a:lnTo>
                    <a:pt x="99530" y="474147"/>
                  </a:lnTo>
                  <a:lnTo>
                    <a:pt x="103085" y="474147"/>
                  </a:lnTo>
                  <a:lnTo>
                    <a:pt x="103085" y="463492"/>
                  </a:lnTo>
                  <a:lnTo>
                    <a:pt x="106639" y="447509"/>
                  </a:lnTo>
                  <a:lnTo>
                    <a:pt x="106639" y="436854"/>
                  </a:lnTo>
                  <a:lnTo>
                    <a:pt x="110194" y="436854"/>
                  </a:lnTo>
                  <a:lnTo>
                    <a:pt x="113749" y="436854"/>
                  </a:lnTo>
                  <a:lnTo>
                    <a:pt x="120858" y="436854"/>
                  </a:lnTo>
                  <a:lnTo>
                    <a:pt x="120858" y="431527"/>
                  </a:lnTo>
                  <a:lnTo>
                    <a:pt x="124413" y="426199"/>
                  </a:lnTo>
                  <a:lnTo>
                    <a:pt x="135077" y="426199"/>
                  </a:lnTo>
                  <a:lnTo>
                    <a:pt x="135077" y="415544"/>
                  </a:lnTo>
                  <a:lnTo>
                    <a:pt x="138631" y="415544"/>
                  </a:lnTo>
                  <a:lnTo>
                    <a:pt x="138631" y="410217"/>
                  </a:lnTo>
                  <a:lnTo>
                    <a:pt x="138631" y="404889"/>
                  </a:lnTo>
                  <a:lnTo>
                    <a:pt x="145741" y="404889"/>
                  </a:lnTo>
                  <a:lnTo>
                    <a:pt x="149295" y="404889"/>
                  </a:lnTo>
                  <a:lnTo>
                    <a:pt x="149295" y="399562"/>
                  </a:lnTo>
                  <a:lnTo>
                    <a:pt x="156405" y="394234"/>
                  </a:lnTo>
                  <a:lnTo>
                    <a:pt x="163514" y="394234"/>
                  </a:lnTo>
                  <a:lnTo>
                    <a:pt x="170623" y="388907"/>
                  </a:lnTo>
                  <a:lnTo>
                    <a:pt x="174178" y="388907"/>
                  </a:lnTo>
                  <a:lnTo>
                    <a:pt x="177733" y="378252"/>
                  </a:lnTo>
                  <a:lnTo>
                    <a:pt x="181287" y="378252"/>
                  </a:lnTo>
                  <a:lnTo>
                    <a:pt x="181287" y="372924"/>
                  </a:lnTo>
                  <a:lnTo>
                    <a:pt x="184842" y="367597"/>
                  </a:lnTo>
                  <a:lnTo>
                    <a:pt x="188397" y="367597"/>
                  </a:lnTo>
                  <a:lnTo>
                    <a:pt x="191951" y="367597"/>
                  </a:lnTo>
                  <a:lnTo>
                    <a:pt x="191951" y="362269"/>
                  </a:lnTo>
                  <a:lnTo>
                    <a:pt x="195506" y="362269"/>
                  </a:lnTo>
                  <a:lnTo>
                    <a:pt x="199061" y="362269"/>
                  </a:lnTo>
                  <a:lnTo>
                    <a:pt x="202615" y="362269"/>
                  </a:lnTo>
                  <a:lnTo>
                    <a:pt x="209725" y="356942"/>
                  </a:lnTo>
                  <a:lnTo>
                    <a:pt x="216834" y="356942"/>
                  </a:lnTo>
                  <a:lnTo>
                    <a:pt x="223943" y="356942"/>
                  </a:lnTo>
                  <a:lnTo>
                    <a:pt x="227498" y="356942"/>
                  </a:lnTo>
                  <a:lnTo>
                    <a:pt x="231053" y="351614"/>
                  </a:lnTo>
                  <a:lnTo>
                    <a:pt x="231053" y="346287"/>
                  </a:lnTo>
                  <a:lnTo>
                    <a:pt x="234607" y="346287"/>
                  </a:lnTo>
                  <a:lnTo>
                    <a:pt x="238162" y="346287"/>
                  </a:lnTo>
                  <a:lnTo>
                    <a:pt x="241717" y="346287"/>
                  </a:lnTo>
                  <a:lnTo>
                    <a:pt x="248826" y="346287"/>
                  </a:lnTo>
                  <a:lnTo>
                    <a:pt x="252381" y="340959"/>
                  </a:lnTo>
                  <a:lnTo>
                    <a:pt x="263045" y="335632"/>
                  </a:lnTo>
                  <a:lnTo>
                    <a:pt x="266599" y="335632"/>
                  </a:lnTo>
                  <a:lnTo>
                    <a:pt x="270154" y="335632"/>
                  </a:lnTo>
                  <a:lnTo>
                    <a:pt x="270154" y="330304"/>
                  </a:lnTo>
                  <a:lnTo>
                    <a:pt x="273709" y="324977"/>
                  </a:lnTo>
                  <a:lnTo>
                    <a:pt x="273709" y="319649"/>
                  </a:lnTo>
                  <a:lnTo>
                    <a:pt x="280818" y="319649"/>
                  </a:lnTo>
                  <a:lnTo>
                    <a:pt x="287927" y="308994"/>
                  </a:lnTo>
                  <a:lnTo>
                    <a:pt x="298591" y="308994"/>
                  </a:lnTo>
                  <a:lnTo>
                    <a:pt x="305700" y="308994"/>
                  </a:lnTo>
                  <a:lnTo>
                    <a:pt x="309255" y="308994"/>
                  </a:lnTo>
                  <a:lnTo>
                    <a:pt x="312810" y="308994"/>
                  </a:lnTo>
                  <a:lnTo>
                    <a:pt x="316364" y="303667"/>
                  </a:lnTo>
                  <a:lnTo>
                    <a:pt x="323474" y="303667"/>
                  </a:lnTo>
                  <a:lnTo>
                    <a:pt x="323474" y="298339"/>
                  </a:lnTo>
                  <a:lnTo>
                    <a:pt x="330583" y="298339"/>
                  </a:lnTo>
                  <a:lnTo>
                    <a:pt x="341247" y="298339"/>
                  </a:lnTo>
                  <a:lnTo>
                    <a:pt x="344802" y="298339"/>
                  </a:lnTo>
                  <a:lnTo>
                    <a:pt x="351911" y="298339"/>
                  </a:lnTo>
                  <a:lnTo>
                    <a:pt x="351911" y="293012"/>
                  </a:lnTo>
                  <a:lnTo>
                    <a:pt x="359020" y="293012"/>
                  </a:lnTo>
                  <a:lnTo>
                    <a:pt x="362575" y="293012"/>
                  </a:lnTo>
                  <a:lnTo>
                    <a:pt x="369684" y="293012"/>
                  </a:lnTo>
                  <a:lnTo>
                    <a:pt x="373239" y="293012"/>
                  </a:lnTo>
                  <a:lnTo>
                    <a:pt x="376794" y="293012"/>
                  </a:lnTo>
                  <a:lnTo>
                    <a:pt x="380348" y="293012"/>
                  </a:lnTo>
                  <a:lnTo>
                    <a:pt x="380348" y="287684"/>
                  </a:lnTo>
                  <a:lnTo>
                    <a:pt x="387458" y="287684"/>
                  </a:lnTo>
                  <a:lnTo>
                    <a:pt x="394567" y="287684"/>
                  </a:lnTo>
                  <a:lnTo>
                    <a:pt x="405231" y="287684"/>
                  </a:lnTo>
                  <a:lnTo>
                    <a:pt x="412340" y="282357"/>
                  </a:lnTo>
                  <a:lnTo>
                    <a:pt x="415895" y="282357"/>
                  </a:lnTo>
                  <a:lnTo>
                    <a:pt x="419450" y="282357"/>
                  </a:lnTo>
                  <a:lnTo>
                    <a:pt x="423004" y="277029"/>
                  </a:lnTo>
                  <a:lnTo>
                    <a:pt x="433668" y="271702"/>
                  </a:lnTo>
                  <a:lnTo>
                    <a:pt x="437223" y="271702"/>
                  </a:lnTo>
                  <a:lnTo>
                    <a:pt x="437223" y="266374"/>
                  </a:lnTo>
                  <a:lnTo>
                    <a:pt x="437223" y="261047"/>
                  </a:lnTo>
                  <a:lnTo>
                    <a:pt x="440778" y="261047"/>
                  </a:lnTo>
                  <a:lnTo>
                    <a:pt x="444332" y="261047"/>
                  </a:lnTo>
                  <a:lnTo>
                    <a:pt x="447887" y="261047"/>
                  </a:lnTo>
                  <a:lnTo>
                    <a:pt x="462106" y="255719"/>
                  </a:lnTo>
                  <a:lnTo>
                    <a:pt x="472770" y="255719"/>
                  </a:lnTo>
                  <a:lnTo>
                    <a:pt x="479879" y="234409"/>
                  </a:lnTo>
                  <a:lnTo>
                    <a:pt x="483434" y="223754"/>
                  </a:lnTo>
                  <a:lnTo>
                    <a:pt x="490543" y="223754"/>
                  </a:lnTo>
                  <a:lnTo>
                    <a:pt x="494098" y="218427"/>
                  </a:lnTo>
                  <a:lnTo>
                    <a:pt x="501207" y="218427"/>
                  </a:lnTo>
                  <a:lnTo>
                    <a:pt x="504762" y="218427"/>
                  </a:lnTo>
                  <a:lnTo>
                    <a:pt x="511871" y="213099"/>
                  </a:lnTo>
                  <a:lnTo>
                    <a:pt x="522535" y="213099"/>
                  </a:lnTo>
                  <a:lnTo>
                    <a:pt x="526090" y="213099"/>
                  </a:lnTo>
                  <a:lnTo>
                    <a:pt x="533199" y="207772"/>
                  </a:lnTo>
                  <a:lnTo>
                    <a:pt x="536754" y="207772"/>
                  </a:lnTo>
                  <a:lnTo>
                    <a:pt x="540308" y="207772"/>
                  </a:lnTo>
                  <a:lnTo>
                    <a:pt x="547418" y="207772"/>
                  </a:lnTo>
                  <a:lnTo>
                    <a:pt x="550972" y="197117"/>
                  </a:lnTo>
                  <a:lnTo>
                    <a:pt x="554527" y="197117"/>
                  </a:lnTo>
                  <a:lnTo>
                    <a:pt x="561636" y="197117"/>
                  </a:lnTo>
                  <a:lnTo>
                    <a:pt x="568746" y="197117"/>
                  </a:lnTo>
                  <a:lnTo>
                    <a:pt x="572300" y="197117"/>
                  </a:lnTo>
                  <a:lnTo>
                    <a:pt x="579410" y="197117"/>
                  </a:lnTo>
                  <a:lnTo>
                    <a:pt x="590074" y="197117"/>
                  </a:lnTo>
                  <a:lnTo>
                    <a:pt x="604292" y="197117"/>
                  </a:lnTo>
                  <a:lnTo>
                    <a:pt x="611401" y="191789"/>
                  </a:lnTo>
                  <a:lnTo>
                    <a:pt x="614956" y="191789"/>
                  </a:lnTo>
                  <a:lnTo>
                    <a:pt x="629175" y="191789"/>
                  </a:lnTo>
                  <a:lnTo>
                    <a:pt x="636284" y="191789"/>
                  </a:lnTo>
                  <a:lnTo>
                    <a:pt x="650503" y="191789"/>
                  </a:lnTo>
                  <a:lnTo>
                    <a:pt x="661167" y="191789"/>
                  </a:lnTo>
                  <a:lnTo>
                    <a:pt x="675385" y="181134"/>
                  </a:lnTo>
                  <a:lnTo>
                    <a:pt x="686049" y="181134"/>
                  </a:lnTo>
                  <a:lnTo>
                    <a:pt x="693159" y="181134"/>
                  </a:lnTo>
                  <a:lnTo>
                    <a:pt x="710932" y="175807"/>
                  </a:lnTo>
                  <a:lnTo>
                    <a:pt x="728705" y="175807"/>
                  </a:lnTo>
                  <a:lnTo>
                    <a:pt x="732260" y="175807"/>
                  </a:lnTo>
                  <a:lnTo>
                    <a:pt x="742924" y="170479"/>
                  </a:lnTo>
                  <a:lnTo>
                    <a:pt x="753588" y="170479"/>
                  </a:lnTo>
                  <a:lnTo>
                    <a:pt x="767807" y="170479"/>
                  </a:lnTo>
                  <a:lnTo>
                    <a:pt x="771361" y="165152"/>
                  </a:lnTo>
                  <a:lnTo>
                    <a:pt x="782025" y="159824"/>
                  </a:lnTo>
                  <a:lnTo>
                    <a:pt x="792689" y="159824"/>
                  </a:lnTo>
                  <a:lnTo>
                    <a:pt x="796244" y="154497"/>
                  </a:lnTo>
                  <a:lnTo>
                    <a:pt x="803353" y="154497"/>
                  </a:lnTo>
                  <a:lnTo>
                    <a:pt x="814017" y="154497"/>
                  </a:lnTo>
                  <a:lnTo>
                    <a:pt x="821127" y="154497"/>
                  </a:lnTo>
                  <a:lnTo>
                    <a:pt x="824681" y="154497"/>
                  </a:lnTo>
                  <a:lnTo>
                    <a:pt x="828236" y="154497"/>
                  </a:lnTo>
                  <a:lnTo>
                    <a:pt x="838900" y="154497"/>
                  </a:lnTo>
                  <a:lnTo>
                    <a:pt x="838900" y="149169"/>
                  </a:lnTo>
                  <a:lnTo>
                    <a:pt x="863783" y="149169"/>
                  </a:lnTo>
                  <a:lnTo>
                    <a:pt x="878001" y="149169"/>
                  </a:lnTo>
                  <a:lnTo>
                    <a:pt x="885111" y="138514"/>
                  </a:lnTo>
                  <a:lnTo>
                    <a:pt x="892220" y="138514"/>
                  </a:lnTo>
                  <a:lnTo>
                    <a:pt x="902884" y="138514"/>
                  </a:lnTo>
                  <a:lnTo>
                    <a:pt x="906439" y="138514"/>
                  </a:lnTo>
                  <a:lnTo>
                    <a:pt x="913548" y="138514"/>
                  </a:lnTo>
                  <a:lnTo>
                    <a:pt x="927766" y="138514"/>
                  </a:lnTo>
                  <a:lnTo>
                    <a:pt x="945540" y="138514"/>
                  </a:lnTo>
                  <a:lnTo>
                    <a:pt x="945540" y="133187"/>
                  </a:lnTo>
                  <a:lnTo>
                    <a:pt x="952649" y="127859"/>
                  </a:lnTo>
                  <a:lnTo>
                    <a:pt x="973977" y="127859"/>
                  </a:lnTo>
                  <a:lnTo>
                    <a:pt x="988196" y="127859"/>
                  </a:lnTo>
                  <a:lnTo>
                    <a:pt x="1002414" y="127859"/>
                  </a:lnTo>
                  <a:lnTo>
                    <a:pt x="1013078" y="127859"/>
                  </a:lnTo>
                  <a:lnTo>
                    <a:pt x="1020188" y="127859"/>
                  </a:lnTo>
                  <a:lnTo>
                    <a:pt x="1027297" y="127859"/>
                  </a:lnTo>
                  <a:lnTo>
                    <a:pt x="1037961" y="127859"/>
                  </a:lnTo>
                  <a:lnTo>
                    <a:pt x="1052180" y="127859"/>
                  </a:lnTo>
                  <a:lnTo>
                    <a:pt x="1062844" y="127859"/>
                  </a:lnTo>
                  <a:lnTo>
                    <a:pt x="1069953" y="127859"/>
                  </a:lnTo>
                  <a:lnTo>
                    <a:pt x="1073508" y="127859"/>
                  </a:lnTo>
                  <a:lnTo>
                    <a:pt x="1077062" y="122532"/>
                  </a:lnTo>
                  <a:lnTo>
                    <a:pt x="1098390" y="122532"/>
                  </a:lnTo>
                  <a:lnTo>
                    <a:pt x="1105500" y="117204"/>
                  </a:lnTo>
                  <a:lnTo>
                    <a:pt x="1123273" y="106549"/>
                  </a:lnTo>
                  <a:lnTo>
                    <a:pt x="1133937" y="101222"/>
                  </a:lnTo>
                  <a:lnTo>
                    <a:pt x="1148156" y="101222"/>
                  </a:lnTo>
                  <a:lnTo>
                    <a:pt x="1162374" y="101222"/>
                  </a:lnTo>
                  <a:lnTo>
                    <a:pt x="1183702" y="95894"/>
                  </a:lnTo>
                  <a:lnTo>
                    <a:pt x="1190812" y="90567"/>
                  </a:lnTo>
                  <a:lnTo>
                    <a:pt x="1205030" y="90567"/>
                  </a:lnTo>
                  <a:lnTo>
                    <a:pt x="1229913" y="90567"/>
                  </a:lnTo>
                  <a:lnTo>
                    <a:pt x="1240577" y="90567"/>
                  </a:lnTo>
                  <a:lnTo>
                    <a:pt x="1247686" y="90567"/>
                  </a:lnTo>
                  <a:lnTo>
                    <a:pt x="1251241" y="90567"/>
                  </a:lnTo>
                  <a:lnTo>
                    <a:pt x="1261905" y="90567"/>
                  </a:lnTo>
                  <a:lnTo>
                    <a:pt x="1269014" y="85239"/>
                  </a:lnTo>
                  <a:lnTo>
                    <a:pt x="1272569" y="85239"/>
                  </a:lnTo>
                  <a:lnTo>
                    <a:pt x="1279678" y="74584"/>
                  </a:lnTo>
                  <a:lnTo>
                    <a:pt x="1297451" y="74584"/>
                  </a:lnTo>
                  <a:lnTo>
                    <a:pt x="1304561" y="74584"/>
                  </a:lnTo>
                  <a:lnTo>
                    <a:pt x="1311670" y="74584"/>
                  </a:lnTo>
                  <a:lnTo>
                    <a:pt x="1322334" y="74584"/>
                  </a:lnTo>
                  <a:lnTo>
                    <a:pt x="1329443" y="69257"/>
                  </a:lnTo>
                  <a:lnTo>
                    <a:pt x="1343662" y="63929"/>
                  </a:lnTo>
                  <a:lnTo>
                    <a:pt x="1350771" y="63929"/>
                  </a:lnTo>
                  <a:lnTo>
                    <a:pt x="1364990" y="63929"/>
                  </a:lnTo>
                  <a:lnTo>
                    <a:pt x="1375654" y="58602"/>
                  </a:lnTo>
                  <a:lnTo>
                    <a:pt x="1382763" y="47947"/>
                  </a:lnTo>
                  <a:lnTo>
                    <a:pt x="1386318" y="47947"/>
                  </a:lnTo>
                  <a:lnTo>
                    <a:pt x="1400537" y="42619"/>
                  </a:lnTo>
                  <a:lnTo>
                    <a:pt x="1414755" y="42619"/>
                  </a:lnTo>
                  <a:lnTo>
                    <a:pt x="1425419" y="42619"/>
                  </a:lnTo>
                  <a:lnTo>
                    <a:pt x="1443193" y="42619"/>
                  </a:lnTo>
                  <a:lnTo>
                    <a:pt x="1450302" y="42619"/>
                  </a:lnTo>
                  <a:lnTo>
                    <a:pt x="1457411" y="42619"/>
                  </a:lnTo>
                  <a:lnTo>
                    <a:pt x="1475185" y="37292"/>
                  </a:lnTo>
                  <a:lnTo>
                    <a:pt x="1485849" y="37292"/>
                  </a:lnTo>
                  <a:lnTo>
                    <a:pt x="1496513" y="31964"/>
                  </a:lnTo>
                  <a:lnTo>
                    <a:pt x="1510731" y="26637"/>
                  </a:lnTo>
                  <a:lnTo>
                    <a:pt x="1532059" y="26637"/>
                  </a:lnTo>
                  <a:lnTo>
                    <a:pt x="1535614" y="26637"/>
                  </a:lnTo>
                  <a:lnTo>
                    <a:pt x="1560496" y="26637"/>
                  </a:lnTo>
                  <a:lnTo>
                    <a:pt x="1571160" y="26637"/>
                  </a:lnTo>
                  <a:lnTo>
                    <a:pt x="1578270" y="26637"/>
                  </a:lnTo>
                  <a:lnTo>
                    <a:pt x="1585379" y="26637"/>
                  </a:lnTo>
                  <a:lnTo>
                    <a:pt x="1588934" y="26637"/>
                  </a:lnTo>
                  <a:lnTo>
                    <a:pt x="1596043" y="26637"/>
                  </a:lnTo>
                  <a:lnTo>
                    <a:pt x="1610262" y="21309"/>
                  </a:lnTo>
                  <a:lnTo>
                    <a:pt x="1613816" y="15982"/>
                  </a:lnTo>
                  <a:lnTo>
                    <a:pt x="1617371" y="15982"/>
                  </a:lnTo>
                  <a:lnTo>
                    <a:pt x="1635144" y="15982"/>
                  </a:lnTo>
                  <a:lnTo>
                    <a:pt x="1642254" y="15982"/>
                  </a:lnTo>
                  <a:lnTo>
                    <a:pt x="1656472" y="10654"/>
                  </a:lnTo>
                  <a:lnTo>
                    <a:pt x="1663582" y="10654"/>
                  </a:lnTo>
                  <a:lnTo>
                    <a:pt x="1667136" y="10654"/>
                  </a:lnTo>
                  <a:lnTo>
                    <a:pt x="1674246" y="10654"/>
                  </a:lnTo>
                  <a:lnTo>
                    <a:pt x="1681355" y="10654"/>
                  </a:lnTo>
                  <a:lnTo>
                    <a:pt x="1695574" y="10654"/>
                  </a:lnTo>
                  <a:lnTo>
                    <a:pt x="1702683" y="10654"/>
                  </a:lnTo>
                  <a:lnTo>
                    <a:pt x="1713347" y="10654"/>
                  </a:lnTo>
                  <a:lnTo>
                    <a:pt x="1720456" y="10654"/>
                  </a:lnTo>
                  <a:lnTo>
                    <a:pt x="1724011" y="10654"/>
                  </a:lnTo>
                  <a:lnTo>
                    <a:pt x="1727566" y="10654"/>
                  </a:lnTo>
                  <a:lnTo>
                    <a:pt x="1738230" y="10654"/>
                  </a:lnTo>
                  <a:lnTo>
                    <a:pt x="1752448" y="10654"/>
                  </a:lnTo>
                  <a:lnTo>
                    <a:pt x="1759558" y="10654"/>
                  </a:lnTo>
                  <a:lnTo>
                    <a:pt x="1773776" y="10654"/>
                  </a:lnTo>
                  <a:lnTo>
                    <a:pt x="1787995" y="10654"/>
                  </a:lnTo>
                  <a:lnTo>
                    <a:pt x="1798659" y="10654"/>
                  </a:lnTo>
                  <a:lnTo>
                    <a:pt x="1802214" y="10654"/>
                  </a:lnTo>
                  <a:lnTo>
                    <a:pt x="1812878" y="10654"/>
                  </a:lnTo>
                  <a:lnTo>
                    <a:pt x="1816432" y="10654"/>
                  </a:lnTo>
                  <a:lnTo>
                    <a:pt x="1823541" y="10654"/>
                  </a:lnTo>
                  <a:lnTo>
                    <a:pt x="1834205" y="10654"/>
                  </a:lnTo>
                  <a:lnTo>
                    <a:pt x="1848424" y="5327"/>
                  </a:lnTo>
                  <a:lnTo>
                    <a:pt x="1855533" y="5327"/>
                  </a:lnTo>
                  <a:lnTo>
                    <a:pt x="1859088" y="5327"/>
                  </a:lnTo>
                  <a:lnTo>
                    <a:pt x="1862643" y="5327"/>
                  </a:lnTo>
                  <a:lnTo>
                    <a:pt x="1873307" y="5327"/>
                  </a:lnTo>
                  <a:lnTo>
                    <a:pt x="1876861" y="5327"/>
                  </a:lnTo>
                  <a:lnTo>
                    <a:pt x="1891080" y="5327"/>
                  </a:lnTo>
                  <a:lnTo>
                    <a:pt x="1898189" y="5327"/>
                  </a:lnTo>
                  <a:lnTo>
                    <a:pt x="1905299" y="5327"/>
                  </a:lnTo>
                  <a:lnTo>
                    <a:pt x="1908853" y="0"/>
                  </a:lnTo>
                  <a:lnTo>
                    <a:pt x="1912408" y="0"/>
                  </a:lnTo>
                  <a:lnTo>
                    <a:pt x="1923072" y="0"/>
                  </a:lnTo>
                  <a:lnTo>
                    <a:pt x="1926627" y="0"/>
                  </a:lnTo>
                  <a:lnTo>
                    <a:pt x="1933736" y="0"/>
                  </a:lnTo>
                  <a:lnTo>
                    <a:pt x="1940845" y="0"/>
                  </a:lnTo>
                  <a:lnTo>
                    <a:pt x="1947955" y="0"/>
                  </a:lnTo>
                  <a:lnTo>
                    <a:pt x="1951509" y="0"/>
                  </a:lnTo>
                  <a:lnTo>
                    <a:pt x="1958619" y="0"/>
                  </a:lnTo>
                  <a:lnTo>
                    <a:pt x="1965728" y="0"/>
                  </a:lnTo>
                  <a:lnTo>
                    <a:pt x="1969283" y="0"/>
                  </a:lnTo>
                  <a:lnTo>
                    <a:pt x="1972837" y="0"/>
                  </a:lnTo>
                  <a:lnTo>
                    <a:pt x="1979947" y="0"/>
                  </a:lnTo>
                  <a:lnTo>
                    <a:pt x="1983501" y="0"/>
                  </a:lnTo>
                  <a:lnTo>
                    <a:pt x="1987056" y="0"/>
                  </a:lnTo>
                  <a:lnTo>
                    <a:pt x="2001275" y="0"/>
                  </a:lnTo>
                  <a:lnTo>
                    <a:pt x="2004829" y="0"/>
                  </a:lnTo>
                  <a:lnTo>
                    <a:pt x="2011939" y="0"/>
                  </a:lnTo>
                  <a:lnTo>
                    <a:pt x="2015493" y="0"/>
                  </a:lnTo>
                  <a:lnTo>
                    <a:pt x="2022603" y="0"/>
                  </a:lnTo>
                  <a:lnTo>
                    <a:pt x="2029712" y="0"/>
                  </a:lnTo>
                  <a:lnTo>
                    <a:pt x="2043931" y="0"/>
                  </a:lnTo>
                  <a:lnTo>
                    <a:pt x="2047485" y="0"/>
                  </a:lnTo>
                  <a:lnTo>
                    <a:pt x="2051040" y="0"/>
                  </a:lnTo>
                  <a:lnTo>
                    <a:pt x="2058149" y="0"/>
                  </a:lnTo>
                  <a:lnTo>
                    <a:pt x="2061704" y="0"/>
                  </a:lnTo>
                  <a:lnTo>
                    <a:pt x="2072368" y="0"/>
                  </a:lnTo>
                  <a:lnTo>
                    <a:pt x="2075923" y="0"/>
                  </a:lnTo>
                  <a:lnTo>
                    <a:pt x="2079477" y="0"/>
                  </a:lnTo>
                  <a:lnTo>
                    <a:pt x="2083032" y="0"/>
                  </a:lnTo>
                  <a:lnTo>
                    <a:pt x="2097251" y="0"/>
                  </a:lnTo>
                  <a:lnTo>
                    <a:pt x="2100805" y="0"/>
                  </a:lnTo>
                  <a:lnTo>
                    <a:pt x="21043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l2178"/>
            <p:cNvSpPr/>
            <p:nvPr/>
          </p:nvSpPr>
          <p:spPr>
            <a:xfrm>
              <a:off x="6664435" y="5804361"/>
              <a:ext cx="2314796" cy="2314796"/>
            </a:xfrm>
            <a:custGeom>
              <a:avLst/>
              <a:pathLst>
                <a:path w="2314796" h="2314796">
                  <a:moveTo>
                    <a:pt x="0" y="2314796"/>
                  </a:moveTo>
                  <a:lnTo>
                    <a:pt x="0" y="2314796"/>
                  </a:lnTo>
                  <a:lnTo>
                    <a:pt x="2314796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79" name="pg2179"/>
            <p:cNvSpPr/>
            <p:nvPr/>
          </p:nvSpPr>
          <p:spPr>
            <a:xfrm>
              <a:off x="7295743" y="7165402"/>
              <a:ext cx="1683488" cy="855331"/>
            </a:xfrm>
            <a:custGeom>
              <a:avLst/>
              <a:pathLst>
                <a:path w="1683488" h="855331">
                  <a:moveTo>
                    <a:pt x="27318" y="855331"/>
                  </a:moveTo>
                  <a:lnTo>
                    <a:pt x="1683488" y="855331"/>
                  </a:lnTo>
                  <a:lnTo>
                    <a:pt x="168348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828013"/>
                  </a:lnTo>
                  <a:lnTo>
                    <a:pt x="88" y="825815"/>
                  </a:lnTo>
                  <a:lnTo>
                    <a:pt x="88" y="830211"/>
                  </a:lnTo>
                  <a:lnTo>
                    <a:pt x="793" y="834551"/>
                  </a:lnTo>
                  <a:lnTo>
                    <a:pt x="2186" y="838721"/>
                  </a:lnTo>
                  <a:lnTo>
                    <a:pt x="4229" y="842614"/>
                  </a:lnTo>
                  <a:lnTo>
                    <a:pt x="6870" y="846128"/>
                  </a:lnTo>
                  <a:lnTo>
                    <a:pt x="10040" y="849174"/>
                  </a:lnTo>
                  <a:lnTo>
                    <a:pt x="13659" y="851671"/>
                  </a:lnTo>
                  <a:lnTo>
                    <a:pt x="17630" y="853556"/>
                  </a:lnTo>
                  <a:lnTo>
                    <a:pt x="21853" y="854779"/>
                  </a:lnTo>
                  <a:lnTo>
                    <a:pt x="26218" y="855309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tx2180"/>
            <p:cNvSpPr/>
            <p:nvPr/>
          </p:nvSpPr>
          <p:spPr>
            <a:xfrm>
              <a:off x="7341273" y="7180327"/>
              <a:ext cx="2113622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1.12 [0.930, 1.398]</a:t>
              </a:r>
            </a:p>
          </p:txBody>
        </p:sp>
        <p:sp>
          <p:nvSpPr>
            <p:cNvPr id="2181" name="tx2181"/>
            <p:cNvSpPr/>
            <p:nvPr/>
          </p:nvSpPr>
          <p:spPr>
            <a:xfrm>
              <a:off x="7341273" y="7425697"/>
              <a:ext cx="873178" cy="112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0.923</a:t>
              </a:r>
            </a:p>
          </p:txBody>
        </p:sp>
        <p:sp>
          <p:nvSpPr>
            <p:cNvPr id="2182" name="tx2182"/>
            <p:cNvSpPr/>
            <p:nvPr/>
          </p:nvSpPr>
          <p:spPr>
            <a:xfrm>
              <a:off x="7341273" y="7645650"/>
              <a:ext cx="1176935" cy="111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0.913</a:t>
              </a:r>
            </a:p>
          </p:txBody>
        </p:sp>
        <p:sp>
          <p:nvSpPr>
            <p:cNvPr id="2183" name="tx2183"/>
            <p:cNvSpPr/>
            <p:nvPr/>
          </p:nvSpPr>
          <p:spPr>
            <a:xfrm>
              <a:off x="7341273" y="7864268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0.792</a:t>
              </a:r>
            </a:p>
          </p:txBody>
        </p:sp>
        <p:sp>
          <p:nvSpPr>
            <p:cNvPr id="2184" name="tx2184"/>
            <p:cNvSpPr/>
            <p:nvPr/>
          </p:nvSpPr>
          <p:spPr>
            <a:xfrm>
              <a:off x="6307884" y="7960878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85" name="tx2185"/>
            <p:cNvSpPr/>
            <p:nvPr/>
          </p:nvSpPr>
          <p:spPr>
            <a:xfrm>
              <a:off x="6307884" y="743478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186" name="tx2186"/>
            <p:cNvSpPr/>
            <p:nvPr/>
          </p:nvSpPr>
          <p:spPr>
            <a:xfrm>
              <a:off x="6307884" y="690869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187" name="tx2187"/>
            <p:cNvSpPr/>
            <p:nvPr/>
          </p:nvSpPr>
          <p:spPr>
            <a:xfrm>
              <a:off x="6307884" y="638260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188" name="tx2188"/>
            <p:cNvSpPr/>
            <p:nvPr/>
          </p:nvSpPr>
          <p:spPr>
            <a:xfrm>
              <a:off x="6307884" y="585651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189" name="tx2189"/>
            <p:cNvSpPr/>
            <p:nvPr/>
          </p:nvSpPr>
          <p:spPr>
            <a:xfrm>
              <a:off x="663123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90" name="tx2190"/>
            <p:cNvSpPr/>
            <p:nvPr/>
          </p:nvSpPr>
          <p:spPr>
            <a:xfrm>
              <a:off x="715732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191" name="tx2191"/>
            <p:cNvSpPr/>
            <p:nvPr/>
          </p:nvSpPr>
          <p:spPr>
            <a:xfrm>
              <a:off x="768341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192" name="tx2192"/>
            <p:cNvSpPr/>
            <p:nvPr/>
          </p:nvSpPr>
          <p:spPr>
            <a:xfrm>
              <a:off x="820950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193" name="tx2193"/>
            <p:cNvSpPr/>
            <p:nvPr/>
          </p:nvSpPr>
          <p:spPr>
            <a:xfrm>
              <a:off x="8735594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194" name="tx2194"/>
            <p:cNvSpPr/>
            <p:nvPr/>
          </p:nvSpPr>
          <p:spPr>
            <a:xfrm>
              <a:off x="6443449" y="8346439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2195" name="tx2195"/>
            <p:cNvSpPr/>
            <p:nvPr/>
          </p:nvSpPr>
          <p:spPr>
            <a:xfrm rot="-5400000">
              <a:off x="4936867" y="6878329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2196" name="rc2196"/>
            <p:cNvSpPr/>
            <p:nvPr/>
          </p:nvSpPr>
          <p:spPr>
            <a:xfrm>
              <a:off x="9067800" y="5349081"/>
              <a:ext cx="1524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rc2197"/>
            <p:cNvSpPr/>
            <p:nvPr/>
          </p:nvSpPr>
          <p:spPr>
            <a:xfrm>
              <a:off x="9534838" y="5418670"/>
              <a:ext cx="987372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8" name="pl2198"/>
            <p:cNvSpPr/>
            <p:nvPr/>
          </p:nvSpPr>
          <p:spPr>
            <a:xfrm>
              <a:off x="9534838" y="8331171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l2199"/>
            <p:cNvSpPr/>
            <p:nvPr/>
          </p:nvSpPr>
          <p:spPr>
            <a:xfrm>
              <a:off x="9534838" y="7563110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l2200"/>
            <p:cNvSpPr/>
            <p:nvPr/>
          </p:nvSpPr>
          <p:spPr>
            <a:xfrm>
              <a:off x="9534838" y="6795049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l2201"/>
            <p:cNvSpPr/>
            <p:nvPr/>
          </p:nvSpPr>
          <p:spPr>
            <a:xfrm>
              <a:off x="9534838" y="6026988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l2202"/>
            <p:cNvSpPr/>
            <p:nvPr/>
          </p:nvSpPr>
          <p:spPr>
            <a:xfrm>
              <a:off x="972281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l2203"/>
            <p:cNvSpPr/>
            <p:nvPr/>
          </p:nvSpPr>
          <p:spPr>
            <a:xfrm>
              <a:off x="991720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l2204"/>
            <p:cNvSpPr/>
            <p:nvPr/>
          </p:nvSpPr>
          <p:spPr>
            <a:xfrm>
              <a:off x="1011160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l2205"/>
            <p:cNvSpPr/>
            <p:nvPr/>
          </p:nvSpPr>
          <p:spPr>
            <a:xfrm>
              <a:off x="1030599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l2206"/>
            <p:cNvSpPr/>
            <p:nvPr/>
          </p:nvSpPr>
          <p:spPr>
            <a:xfrm>
              <a:off x="1050038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l2207"/>
            <p:cNvSpPr/>
            <p:nvPr/>
          </p:nvSpPr>
          <p:spPr>
            <a:xfrm>
              <a:off x="9534838" y="7947140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l2208"/>
            <p:cNvSpPr/>
            <p:nvPr/>
          </p:nvSpPr>
          <p:spPr>
            <a:xfrm>
              <a:off x="9534838" y="7179079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l2209"/>
            <p:cNvSpPr/>
            <p:nvPr/>
          </p:nvSpPr>
          <p:spPr>
            <a:xfrm>
              <a:off x="9534838" y="6411018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l2210"/>
            <p:cNvSpPr/>
            <p:nvPr/>
          </p:nvSpPr>
          <p:spPr>
            <a:xfrm>
              <a:off x="9534838" y="5642957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l2211"/>
            <p:cNvSpPr/>
            <p:nvPr/>
          </p:nvSpPr>
          <p:spPr>
            <a:xfrm>
              <a:off x="962562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l2212"/>
            <p:cNvSpPr/>
            <p:nvPr/>
          </p:nvSpPr>
          <p:spPr>
            <a:xfrm>
              <a:off x="982001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l2213"/>
            <p:cNvSpPr/>
            <p:nvPr/>
          </p:nvSpPr>
          <p:spPr>
            <a:xfrm>
              <a:off x="1001440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l2214"/>
            <p:cNvSpPr/>
            <p:nvPr/>
          </p:nvSpPr>
          <p:spPr>
            <a:xfrm>
              <a:off x="1020879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l2215"/>
            <p:cNvSpPr/>
            <p:nvPr/>
          </p:nvSpPr>
          <p:spPr>
            <a:xfrm>
              <a:off x="1040319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9591583" y="71585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9621629" y="71144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9569916" y="71621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9613540" y="71651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9725344" y="689150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9629140" y="70785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9710899" y="652142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9624229" y="70629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9678831" y="75173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9578583" y="71502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9574249" y="71507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9567604" y="71713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9967730" y="73410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9841192" y="657737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9565293" y="71618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9657452" y="691709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9621918" y="72193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9633474" y="7132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10182383" y="555809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9563560" y="71485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9666119" y="698778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9618451" y="698373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9604873" y="71716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9642141" y="700513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9606028" y="705237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9605739" y="71066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9585227" y="71750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9592161" y="71491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10128070" y="66256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9875283" y="71720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9841770" y="71086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9568471" y="71364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9585227" y="71890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9572227" y="71320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9614695" y="71968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9596494" y="695899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9629718" y="70974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9575405" y="71616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9681431" y="71839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9844659" y="689086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9617295" y="70727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9620762" y="70928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9620184" y="71614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9592739" y="71359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9614695" y="72169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9596494" y="71755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9606317" y="71389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9593028" y="71279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9565871" y="71232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9778790" y="691110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9604584" y="698261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9620184" y="71491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9621340" y="70851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9610939" y="70958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10086179" y="78439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10399058" y="674826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10191050" y="622680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9584650" y="70687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9581761" y="71373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9631451" y="72026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9573382" y="71978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9622784" y="71507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9581761" y="71732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9571649" y="71581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9570493" y="71206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9699921" y="670580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9854482" y="74886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9737477" y="72557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9607762" y="71780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9655141" y="71295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9989398" y="80738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9830792" y="693464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9742967" y="71542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9559515" y="71430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9613828" y="71037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9641274" y="70763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9648207" y="71276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9674208" y="691177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9574827" y="71198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9955019" y="638949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9603139" y="71409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9632896" y="688578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9841770" y="82407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9591005" y="71347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9803924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9587539" y="71025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9741811" y="77406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9586383" y="71183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9732855" y="703278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10024933" y="681714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9559515" y="71636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9628273" y="73227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9584650" y="71126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9770123" y="685341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9596206" y="71652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9570205" y="71354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9590716" y="71840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9749900" y="693909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10041400" y="81087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9612384" y="71658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9591872" y="698986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9663808" y="70886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9584072" y="698138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9607762" y="71612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9589850" y="71239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9594472" y="703211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9565293" y="71690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9624807" y="71613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9575694" y="71150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9764923" y="72503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9618162" y="72142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9651963" y="71127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9569627" y="71763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9687787" y="680559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9672186" y="71611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9576271" y="71376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9921795" y="82887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9596494" y="71556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9570205" y="71263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9598517" y="71305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9576271" y="71091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9780812" y="676710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9580316" y="71564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9655141" y="72779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9590139" y="71485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9892328" y="671127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9618162" y="696277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9593317" y="72071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9578583" y="71537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9841192" y="694245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9597361" y="71631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9988242" y="70995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9569627" y="71477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9634629" y="73404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10197117" y="642817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9595628" y="70759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9731122" y="659168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9605739" y="71701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9565004" y="71936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9602850" y="71454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9806524" y="70737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9612095" y="71739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9575694" y="71628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9583494" y="71718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9765790" y="687498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9965419" y="74955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9742678" y="648617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9584361" y="71832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9555182" y="71520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9993154" y="594683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9613251" y="699208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9614406" y="70934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9600539" y="71113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9690676" y="73354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9594761" y="71603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9688653" y="71487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9706276" y="71170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9584650" y="71466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9585805" y="71353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9594472" y="70956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9647919" y="71765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9592161" y="71705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10029266" y="83089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9748745" y="71933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9582916" y="71523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9581472" y="71439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9556049" y="71417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9812880" y="76017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9594183" y="71045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9803924" y="651344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9603717" y="71689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9909373" y="74802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9815480" y="75022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9593028" y="71809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9594472" y="71592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9628273" y="71850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9569338" y="72000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10285809" y="72078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9598806" y="71387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9583494" y="71451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10067401" y="72022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9924684" y="72435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9714365" y="663576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9588983" y="71623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9611228" y="71589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9583205" y="72024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9969464" y="77120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9565871" y="71588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9589561" y="71453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10452504" y="74608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9734011" y="682187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9560093" y="71292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9575116" y="71943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9"/>
            <p:cNvSpPr/>
            <p:nvPr/>
          </p:nvSpPr>
          <p:spPr>
            <a:xfrm>
              <a:off x="9764634" y="610868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10"/>
            <p:cNvSpPr/>
            <p:nvPr/>
          </p:nvSpPr>
          <p:spPr>
            <a:xfrm>
              <a:off x="9584072" y="71986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1"/>
            <p:cNvSpPr/>
            <p:nvPr/>
          </p:nvSpPr>
          <p:spPr>
            <a:xfrm>
              <a:off x="9562115" y="661704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2"/>
            <p:cNvSpPr/>
            <p:nvPr/>
          </p:nvSpPr>
          <p:spPr>
            <a:xfrm>
              <a:off x="9699054" y="73630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3"/>
            <p:cNvSpPr/>
            <p:nvPr/>
          </p:nvSpPr>
          <p:spPr>
            <a:xfrm>
              <a:off x="9560093" y="71628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4"/>
            <p:cNvSpPr/>
            <p:nvPr/>
          </p:nvSpPr>
          <p:spPr>
            <a:xfrm>
              <a:off x="9603428" y="71701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5"/>
            <p:cNvSpPr/>
            <p:nvPr/>
          </p:nvSpPr>
          <p:spPr>
            <a:xfrm>
              <a:off x="9603139" y="71431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6"/>
            <p:cNvSpPr/>
            <p:nvPr/>
          </p:nvSpPr>
          <p:spPr>
            <a:xfrm>
              <a:off x="9597650" y="71692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7"/>
            <p:cNvSpPr/>
            <p:nvPr/>
          </p:nvSpPr>
          <p:spPr>
            <a:xfrm>
              <a:off x="9628851" y="703556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8"/>
            <p:cNvSpPr/>
            <p:nvPr/>
          </p:nvSpPr>
          <p:spPr>
            <a:xfrm>
              <a:off x="9569916" y="71490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9"/>
            <p:cNvSpPr/>
            <p:nvPr/>
          </p:nvSpPr>
          <p:spPr>
            <a:xfrm>
              <a:off x="9599672" y="71680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20"/>
            <p:cNvSpPr/>
            <p:nvPr/>
          </p:nvSpPr>
          <p:spPr>
            <a:xfrm>
              <a:off x="9609206" y="71294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1"/>
            <p:cNvSpPr/>
            <p:nvPr/>
          </p:nvSpPr>
          <p:spPr>
            <a:xfrm>
              <a:off x="9686053" y="70599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2"/>
            <p:cNvSpPr/>
            <p:nvPr/>
          </p:nvSpPr>
          <p:spPr>
            <a:xfrm>
              <a:off x="9630007" y="71409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3"/>
            <p:cNvSpPr/>
            <p:nvPr/>
          </p:nvSpPr>
          <p:spPr>
            <a:xfrm>
              <a:off x="9631162" y="71167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4"/>
            <p:cNvSpPr/>
            <p:nvPr/>
          </p:nvSpPr>
          <p:spPr>
            <a:xfrm>
              <a:off x="10117380" y="67584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5"/>
            <p:cNvSpPr/>
            <p:nvPr/>
          </p:nvSpPr>
          <p:spPr>
            <a:xfrm>
              <a:off x="9682298" y="71975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6"/>
            <p:cNvSpPr/>
            <p:nvPr/>
          </p:nvSpPr>
          <p:spPr>
            <a:xfrm>
              <a:off x="9904750" y="72336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7"/>
            <p:cNvSpPr/>
            <p:nvPr/>
          </p:nvSpPr>
          <p:spPr>
            <a:xfrm>
              <a:off x="9586672" y="72529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8"/>
            <p:cNvSpPr/>
            <p:nvPr/>
          </p:nvSpPr>
          <p:spPr>
            <a:xfrm>
              <a:off x="9591294" y="71248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9"/>
            <p:cNvSpPr/>
            <p:nvPr/>
          </p:nvSpPr>
          <p:spPr>
            <a:xfrm>
              <a:off x="9634918" y="702247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9581183" y="73173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9580894" y="71835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9812302" y="702834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9573094" y="71758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10141070" y="689703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9592161" y="71488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9567027" y="71582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9579738" y="71722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9566738" y="72621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9619029" y="72143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9822992" y="72987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9666697" y="700810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9627985" y="691740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9576849" y="71325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9664675" y="70863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9922373" y="74455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9603717" y="698701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10130381" y="690673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9638385" y="68867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10333766" y="80639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9608339" y="72075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9554893" y="71048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9604584" y="695292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9919773" y="73188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9603428" y="72676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9611517" y="70970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9592450" y="72603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10062778" y="685735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9605739" y="72479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9585805" y="71623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9743255" y="667076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9574827" y="71195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9638385" y="71729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9604006" y="71433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9614695" y="70900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9576849" y="71521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9657452" y="705595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9580605" y="70985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9584938" y="71760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9936240" y="694329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9790635" y="70735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9591294" y="71808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9587250" y="71364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9561827" y="71265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10004998" y="77483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10016266" y="606837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9628851" y="695272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9738633" y="72857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9607473" y="71441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9912262" y="76061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9564715" y="71198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9582338" y="71741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9602272" y="695384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9612962" y="72619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9637807" y="71353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9817792" y="66155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9775901" y="694294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9602850" y="71127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9688653" y="68377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9656586" y="689300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9575983" y="71275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9780523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9586383" y="71246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9595339" y="71549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9595917" y="71272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9907928" y="77659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9877594" y="70999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9595917" y="71596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9605450" y="72051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9608917" y="674750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9639540" y="72389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9582338" y="70984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9599383" y="71270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3"/>
            <p:cNvSpPr/>
            <p:nvPr/>
          </p:nvSpPr>
          <p:spPr>
            <a:xfrm>
              <a:off x="9597939" y="71124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4"/>
            <p:cNvSpPr/>
            <p:nvPr/>
          </p:nvSpPr>
          <p:spPr>
            <a:xfrm>
              <a:off x="9651096" y="693827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5"/>
            <p:cNvSpPr/>
            <p:nvPr/>
          </p:nvSpPr>
          <p:spPr>
            <a:xfrm>
              <a:off x="9554893" y="71278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t2506"/>
            <p:cNvSpPr/>
            <p:nvPr/>
          </p:nvSpPr>
          <p:spPr>
            <a:xfrm>
              <a:off x="9568760" y="71293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t2507"/>
            <p:cNvSpPr/>
            <p:nvPr/>
          </p:nvSpPr>
          <p:spPr>
            <a:xfrm>
              <a:off x="9875860" y="74128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9595339" y="71747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9596783" y="71798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9596494" y="71354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9626540" y="71429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9736322" y="687934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9686053" y="71399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9574827" y="71370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t2515"/>
            <p:cNvSpPr/>
            <p:nvPr/>
          </p:nvSpPr>
          <p:spPr>
            <a:xfrm>
              <a:off x="10033022" y="74317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t2516"/>
            <p:cNvSpPr/>
            <p:nvPr/>
          </p:nvSpPr>
          <p:spPr>
            <a:xfrm>
              <a:off x="9571649" y="71638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t2517"/>
            <p:cNvSpPr/>
            <p:nvPr/>
          </p:nvSpPr>
          <p:spPr>
            <a:xfrm>
              <a:off x="10315854" y="672479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t2518"/>
            <p:cNvSpPr/>
            <p:nvPr/>
          </p:nvSpPr>
          <p:spPr>
            <a:xfrm>
              <a:off x="9765212" y="703281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t2519"/>
            <p:cNvSpPr/>
            <p:nvPr/>
          </p:nvSpPr>
          <p:spPr>
            <a:xfrm>
              <a:off x="9632318" y="71076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t2520"/>
            <p:cNvSpPr/>
            <p:nvPr/>
          </p:nvSpPr>
          <p:spPr>
            <a:xfrm>
              <a:off x="9630874" y="672449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t2521"/>
            <p:cNvSpPr/>
            <p:nvPr/>
          </p:nvSpPr>
          <p:spPr>
            <a:xfrm>
              <a:off x="9576849" y="70770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t2522"/>
            <p:cNvSpPr/>
            <p:nvPr/>
          </p:nvSpPr>
          <p:spPr>
            <a:xfrm>
              <a:off x="9619318" y="71535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t2523"/>
            <p:cNvSpPr/>
            <p:nvPr/>
          </p:nvSpPr>
          <p:spPr>
            <a:xfrm>
              <a:off x="9633474" y="71785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t2524"/>
            <p:cNvSpPr/>
            <p:nvPr/>
          </p:nvSpPr>
          <p:spPr>
            <a:xfrm>
              <a:off x="9668719" y="704040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t2525"/>
            <p:cNvSpPr/>
            <p:nvPr/>
          </p:nvSpPr>
          <p:spPr>
            <a:xfrm>
              <a:off x="9575405" y="71555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t2526"/>
            <p:cNvSpPr/>
            <p:nvPr/>
          </p:nvSpPr>
          <p:spPr>
            <a:xfrm>
              <a:off x="10031288" y="671977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t2527"/>
            <p:cNvSpPr/>
            <p:nvPr/>
          </p:nvSpPr>
          <p:spPr>
            <a:xfrm>
              <a:off x="9613540" y="70589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t2528"/>
            <p:cNvSpPr/>
            <p:nvPr/>
          </p:nvSpPr>
          <p:spPr>
            <a:xfrm>
              <a:off x="10140492" y="74939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t2529"/>
            <p:cNvSpPr/>
            <p:nvPr/>
          </p:nvSpPr>
          <p:spPr>
            <a:xfrm>
              <a:off x="9574538" y="71469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t2530"/>
            <p:cNvSpPr/>
            <p:nvPr/>
          </p:nvSpPr>
          <p:spPr>
            <a:xfrm>
              <a:off x="9591294" y="70121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t2531"/>
            <p:cNvSpPr/>
            <p:nvPr/>
          </p:nvSpPr>
          <p:spPr>
            <a:xfrm>
              <a:off x="9574249" y="71810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t2532"/>
            <p:cNvSpPr/>
            <p:nvPr/>
          </p:nvSpPr>
          <p:spPr>
            <a:xfrm>
              <a:off x="9606028" y="71629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t2533"/>
            <p:cNvSpPr/>
            <p:nvPr/>
          </p:nvSpPr>
          <p:spPr>
            <a:xfrm>
              <a:off x="9582627" y="71411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t2534"/>
            <p:cNvSpPr/>
            <p:nvPr/>
          </p:nvSpPr>
          <p:spPr>
            <a:xfrm>
              <a:off x="9603139" y="665903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t2535"/>
            <p:cNvSpPr/>
            <p:nvPr/>
          </p:nvSpPr>
          <p:spPr>
            <a:xfrm>
              <a:off x="9614406" y="71243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t2536"/>
            <p:cNvSpPr/>
            <p:nvPr/>
          </p:nvSpPr>
          <p:spPr>
            <a:xfrm>
              <a:off x="9677964" y="694380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t2537"/>
            <p:cNvSpPr/>
            <p:nvPr/>
          </p:nvSpPr>
          <p:spPr>
            <a:xfrm>
              <a:off x="9597939" y="70896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t2538"/>
            <p:cNvSpPr/>
            <p:nvPr/>
          </p:nvSpPr>
          <p:spPr>
            <a:xfrm>
              <a:off x="9842059" y="635734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t2539"/>
            <p:cNvSpPr/>
            <p:nvPr/>
          </p:nvSpPr>
          <p:spPr>
            <a:xfrm>
              <a:off x="9762323" y="77296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t2540"/>
            <p:cNvSpPr/>
            <p:nvPr/>
          </p:nvSpPr>
          <p:spPr>
            <a:xfrm>
              <a:off x="9631740" y="700158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t2541"/>
            <p:cNvSpPr/>
            <p:nvPr/>
          </p:nvSpPr>
          <p:spPr>
            <a:xfrm>
              <a:off x="9594183" y="72227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t2542"/>
            <p:cNvSpPr/>
            <p:nvPr/>
          </p:nvSpPr>
          <p:spPr>
            <a:xfrm>
              <a:off x="10128936" y="73694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t2543"/>
            <p:cNvSpPr/>
            <p:nvPr/>
          </p:nvSpPr>
          <p:spPr>
            <a:xfrm>
              <a:off x="9595339" y="71628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t2544"/>
            <p:cNvSpPr/>
            <p:nvPr/>
          </p:nvSpPr>
          <p:spPr>
            <a:xfrm>
              <a:off x="9602850" y="72285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t2545"/>
            <p:cNvSpPr/>
            <p:nvPr/>
          </p:nvSpPr>
          <p:spPr>
            <a:xfrm>
              <a:off x="9615273" y="71996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t2546"/>
            <p:cNvSpPr/>
            <p:nvPr/>
          </p:nvSpPr>
          <p:spPr>
            <a:xfrm>
              <a:off x="9589850" y="71181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t2547"/>
            <p:cNvSpPr/>
            <p:nvPr/>
          </p:nvSpPr>
          <p:spPr>
            <a:xfrm>
              <a:off x="9698476" y="73604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t2548"/>
            <p:cNvSpPr/>
            <p:nvPr/>
          </p:nvSpPr>
          <p:spPr>
            <a:xfrm>
              <a:off x="9598517" y="70892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t2549"/>
            <p:cNvSpPr/>
            <p:nvPr/>
          </p:nvSpPr>
          <p:spPr>
            <a:xfrm>
              <a:off x="9583205" y="71354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t2550"/>
            <p:cNvSpPr/>
            <p:nvPr/>
          </p:nvSpPr>
          <p:spPr>
            <a:xfrm>
              <a:off x="9568760" y="7123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t2551"/>
            <p:cNvSpPr/>
            <p:nvPr/>
          </p:nvSpPr>
          <p:spPr>
            <a:xfrm>
              <a:off x="9587827" y="70948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t2552"/>
            <p:cNvSpPr/>
            <p:nvPr/>
          </p:nvSpPr>
          <p:spPr>
            <a:xfrm>
              <a:off x="9596206" y="71524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t2553"/>
            <p:cNvSpPr/>
            <p:nvPr/>
          </p:nvSpPr>
          <p:spPr>
            <a:xfrm>
              <a:off x="9628851" y="71909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t2554"/>
            <p:cNvSpPr/>
            <p:nvPr/>
          </p:nvSpPr>
          <p:spPr>
            <a:xfrm>
              <a:off x="9597361" y="71771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t2555"/>
            <p:cNvSpPr/>
            <p:nvPr/>
          </p:nvSpPr>
          <p:spPr>
            <a:xfrm>
              <a:off x="9567316" y="71387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t2556"/>
            <p:cNvSpPr/>
            <p:nvPr/>
          </p:nvSpPr>
          <p:spPr>
            <a:xfrm>
              <a:off x="9814325" y="639650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t2557"/>
            <p:cNvSpPr/>
            <p:nvPr/>
          </p:nvSpPr>
          <p:spPr>
            <a:xfrm>
              <a:off x="9900995" y="83379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t2558"/>
            <p:cNvSpPr/>
            <p:nvPr/>
          </p:nvSpPr>
          <p:spPr>
            <a:xfrm>
              <a:off x="9619895" y="71289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t2559"/>
            <p:cNvSpPr/>
            <p:nvPr/>
          </p:nvSpPr>
          <p:spPr>
            <a:xfrm>
              <a:off x="9607473" y="71037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t2560"/>
            <p:cNvSpPr/>
            <p:nvPr/>
          </p:nvSpPr>
          <p:spPr>
            <a:xfrm>
              <a:off x="9626540" y="71743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t2561"/>
            <p:cNvSpPr/>
            <p:nvPr/>
          </p:nvSpPr>
          <p:spPr>
            <a:xfrm>
              <a:off x="9629718" y="678499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t2562"/>
            <p:cNvSpPr/>
            <p:nvPr/>
          </p:nvSpPr>
          <p:spPr>
            <a:xfrm>
              <a:off x="9834548" y="72738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t2563"/>
            <p:cNvSpPr/>
            <p:nvPr/>
          </p:nvSpPr>
          <p:spPr>
            <a:xfrm>
              <a:off x="9592739" y="72573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l2564"/>
            <p:cNvSpPr/>
            <p:nvPr/>
          </p:nvSpPr>
          <p:spPr>
            <a:xfrm>
              <a:off x="9534838" y="7083782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g2565"/>
            <p:cNvSpPr/>
            <p:nvPr/>
          </p:nvSpPr>
          <p:spPr>
            <a:xfrm>
              <a:off x="9579719" y="7107256"/>
              <a:ext cx="897611" cy="65258"/>
            </a:xfrm>
            <a:custGeom>
              <a:avLst/>
              <a:pathLst>
                <a:path w="897611" h="65258">
                  <a:moveTo>
                    <a:pt x="0" y="237"/>
                  </a:moveTo>
                  <a:lnTo>
                    <a:pt x="11362" y="238"/>
                  </a:lnTo>
                  <a:lnTo>
                    <a:pt x="22724" y="240"/>
                  </a:lnTo>
                  <a:lnTo>
                    <a:pt x="34086" y="241"/>
                  </a:lnTo>
                  <a:lnTo>
                    <a:pt x="45448" y="241"/>
                  </a:lnTo>
                  <a:lnTo>
                    <a:pt x="56810" y="242"/>
                  </a:lnTo>
                  <a:lnTo>
                    <a:pt x="68172" y="242"/>
                  </a:lnTo>
                  <a:lnTo>
                    <a:pt x="79535" y="242"/>
                  </a:lnTo>
                  <a:lnTo>
                    <a:pt x="90897" y="242"/>
                  </a:lnTo>
                  <a:lnTo>
                    <a:pt x="102259" y="242"/>
                  </a:lnTo>
                  <a:lnTo>
                    <a:pt x="113621" y="242"/>
                  </a:lnTo>
                  <a:lnTo>
                    <a:pt x="124983" y="242"/>
                  </a:lnTo>
                  <a:lnTo>
                    <a:pt x="136345" y="241"/>
                  </a:lnTo>
                  <a:lnTo>
                    <a:pt x="147708" y="240"/>
                  </a:lnTo>
                  <a:lnTo>
                    <a:pt x="159070" y="239"/>
                  </a:lnTo>
                  <a:lnTo>
                    <a:pt x="170432" y="239"/>
                  </a:lnTo>
                  <a:lnTo>
                    <a:pt x="181794" y="237"/>
                  </a:lnTo>
                  <a:lnTo>
                    <a:pt x="193156" y="236"/>
                  </a:lnTo>
                  <a:lnTo>
                    <a:pt x="204518" y="235"/>
                  </a:lnTo>
                  <a:lnTo>
                    <a:pt x="215881" y="234"/>
                  </a:lnTo>
                  <a:lnTo>
                    <a:pt x="227243" y="232"/>
                  </a:lnTo>
                  <a:lnTo>
                    <a:pt x="238605" y="231"/>
                  </a:lnTo>
                  <a:lnTo>
                    <a:pt x="249967" y="229"/>
                  </a:lnTo>
                  <a:lnTo>
                    <a:pt x="261329" y="227"/>
                  </a:lnTo>
                  <a:lnTo>
                    <a:pt x="272691" y="225"/>
                  </a:lnTo>
                  <a:lnTo>
                    <a:pt x="284054" y="223"/>
                  </a:lnTo>
                  <a:lnTo>
                    <a:pt x="295416" y="221"/>
                  </a:lnTo>
                  <a:lnTo>
                    <a:pt x="306778" y="219"/>
                  </a:lnTo>
                  <a:lnTo>
                    <a:pt x="318140" y="217"/>
                  </a:lnTo>
                  <a:lnTo>
                    <a:pt x="329502" y="215"/>
                  </a:lnTo>
                  <a:lnTo>
                    <a:pt x="340864" y="213"/>
                  </a:lnTo>
                  <a:lnTo>
                    <a:pt x="352227" y="210"/>
                  </a:lnTo>
                  <a:lnTo>
                    <a:pt x="363589" y="208"/>
                  </a:lnTo>
                  <a:lnTo>
                    <a:pt x="374951" y="205"/>
                  </a:lnTo>
                  <a:lnTo>
                    <a:pt x="386313" y="203"/>
                  </a:lnTo>
                  <a:lnTo>
                    <a:pt x="397675" y="200"/>
                  </a:lnTo>
                  <a:lnTo>
                    <a:pt x="409037" y="197"/>
                  </a:lnTo>
                  <a:lnTo>
                    <a:pt x="420400" y="194"/>
                  </a:lnTo>
                  <a:lnTo>
                    <a:pt x="431762" y="191"/>
                  </a:lnTo>
                  <a:lnTo>
                    <a:pt x="443124" y="189"/>
                  </a:lnTo>
                  <a:lnTo>
                    <a:pt x="454486" y="186"/>
                  </a:lnTo>
                  <a:lnTo>
                    <a:pt x="465848" y="183"/>
                  </a:lnTo>
                  <a:lnTo>
                    <a:pt x="477210" y="180"/>
                  </a:lnTo>
                  <a:lnTo>
                    <a:pt x="488573" y="177"/>
                  </a:lnTo>
                  <a:lnTo>
                    <a:pt x="499935" y="173"/>
                  </a:lnTo>
                  <a:lnTo>
                    <a:pt x="511297" y="170"/>
                  </a:lnTo>
                  <a:lnTo>
                    <a:pt x="522659" y="167"/>
                  </a:lnTo>
                  <a:lnTo>
                    <a:pt x="534021" y="164"/>
                  </a:lnTo>
                  <a:lnTo>
                    <a:pt x="545383" y="160"/>
                  </a:lnTo>
                  <a:lnTo>
                    <a:pt x="556746" y="157"/>
                  </a:lnTo>
                  <a:lnTo>
                    <a:pt x="568108" y="153"/>
                  </a:lnTo>
                  <a:lnTo>
                    <a:pt x="579470" y="150"/>
                  </a:lnTo>
                  <a:lnTo>
                    <a:pt x="590832" y="146"/>
                  </a:lnTo>
                  <a:lnTo>
                    <a:pt x="602194" y="142"/>
                  </a:lnTo>
                  <a:lnTo>
                    <a:pt x="613556" y="138"/>
                  </a:lnTo>
                  <a:lnTo>
                    <a:pt x="624919" y="134"/>
                  </a:lnTo>
                  <a:lnTo>
                    <a:pt x="636281" y="130"/>
                  </a:lnTo>
                  <a:lnTo>
                    <a:pt x="647643" y="126"/>
                  </a:lnTo>
                  <a:lnTo>
                    <a:pt x="659005" y="122"/>
                  </a:lnTo>
                  <a:lnTo>
                    <a:pt x="670367" y="118"/>
                  </a:lnTo>
                  <a:lnTo>
                    <a:pt x="681729" y="113"/>
                  </a:lnTo>
                  <a:lnTo>
                    <a:pt x="693092" y="108"/>
                  </a:lnTo>
                  <a:lnTo>
                    <a:pt x="704454" y="104"/>
                  </a:lnTo>
                  <a:lnTo>
                    <a:pt x="715816" y="99"/>
                  </a:lnTo>
                  <a:lnTo>
                    <a:pt x="727178" y="94"/>
                  </a:lnTo>
                  <a:lnTo>
                    <a:pt x="738540" y="89"/>
                  </a:lnTo>
                  <a:lnTo>
                    <a:pt x="749902" y="83"/>
                  </a:lnTo>
                  <a:lnTo>
                    <a:pt x="761265" y="78"/>
                  </a:lnTo>
                  <a:lnTo>
                    <a:pt x="772627" y="72"/>
                  </a:lnTo>
                  <a:lnTo>
                    <a:pt x="783989" y="66"/>
                  </a:lnTo>
                  <a:lnTo>
                    <a:pt x="795351" y="60"/>
                  </a:lnTo>
                  <a:lnTo>
                    <a:pt x="806713" y="54"/>
                  </a:lnTo>
                  <a:lnTo>
                    <a:pt x="818075" y="48"/>
                  </a:lnTo>
                  <a:lnTo>
                    <a:pt x="829438" y="42"/>
                  </a:lnTo>
                  <a:lnTo>
                    <a:pt x="840800" y="35"/>
                  </a:lnTo>
                  <a:lnTo>
                    <a:pt x="852162" y="28"/>
                  </a:lnTo>
                  <a:lnTo>
                    <a:pt x="863524" y="21"/>
                  </a:lnTo>
                  <a:lnTo>
                    <a:pt x="874886" y="14"/>
                  </a:lnTo>
                  <a:lnTo>
                    <a:pt x="886248" y="7"/>
                  </a:lnTo>
                  <a:lnTo>
                    <a:pt x="897611" y="0"/>
                  </a:lnTo>
                  <a:lnTo>
                    <a:pt x="897611" y="65258"/>
                  </a:lnTo>
                  <a:lnTo>
                    <a:pt x="886248" y="65251"/>
                  </a:lnTo>
                  <a:lnTo>
                    <a:pt x="874886" y="65245"/>
                  </a:lnTo>
                  <a:lnTo>
                    <a:pt x="863524" y="65238"/>
                  </a:lnTo>
                  <a:lnTo>
                    <a:pt x="852162" y="65232"/>
                  </a:lnTo>
                  <a:lnTo>
                    <a:pt x="840800" y="65226"/>
                  </a:lnTo>
                  <a:lnTo>
                    <a:pt x="829438" y="65219"/>
                  </a:lnTo>
                  <a:lnTo>
                    <a:pt x="818075" y="65214"/>
                  </a:lnTo>
                  <a:lnTo>
                    <a:pt x="806713" y="65208"/>
                  </a:lnTo>
                  <a:lnTo>
                    <a:pt x="795351" y="65202"/>
                  </a:lnTo>
                  <a:lnTo>
                    <a:pt x="783989" y="65197"/>
                  </a:lnTo>
                  <a:lnTo>
                    <a:pt x="772627" y="65192"/>
                  </a:lnTo>
                  <a:lnTo>
                    <a:pt x="761265" y="65186"/>
                  </a:lnTo>
                  <a:lnTo>
                    <a:pt x="749902" y="65182"/>
                  </a:lnTo>
                  <a:lnTo>
                    <a:pt x="738540" y="65177"/>
                  </a:lnTo>
                  <a:lnTo>
                    <a:pt x="727178" y="65172"/>
                  </a:lnTo>
                  <a:lnTo>
                    <a:pt x="715816" y="65168"/>
                  </a:lnTo>
                  <a:lnTo>
                    <a:pt x="704454" y="65163"/>
                  </a:lnTo>
                  <a:lnTo>
                    <a:pt x="693092" y="65159"/>
                  </a:lnTo>
                  <a:lnTo>
                    <a:pt x="681729" y="65155"/>
                  </a:lnTo>
                  <a:lnTo>
                    <a:pt x="670367" y="65151"/>
                  </a:lnTo>
                  <a:lnTo>
                    <a:pt x="659005" y="65147"/>
                  </a:lnTo>
                  <a:lnTo>
                    <a:pt x="647643" y="65143"/>
                  </a:lnTo>
                  <a:lnTo>
                    <a:pt x="636281" y="65140"/>
                  </a:lnTo>
                  <a:lnTo>
                    <a:pt x="624919" y="65136"/>
                  </a:lnTo>
                  <a:lnTo>
                    <a:pt x="613556" y="65133"/>
                  </a:lnTo>
                  <a:lnTo>
                    <a:pt x="602194" y="65129"/>
                  </a:lnTo>
                  <a:lnTo>
                    <a:pt x="590832" y="65126"/>
                  </a:lnTo>
                  <a:lnTo>
                    <a:pt x="579470" y="65123"/>
                  </a:lnTo>
                  <a:lnTo>
                    <a:pt x="568108" y="65120"/>
                  </a:lnTo>
                  <a:lnTo>
                    <a:pt x="556746" y="65117"/>
                  </a:lnTo>
                  <a:lnTo>
                    <a:pt x="545383" y="65114"/>
                  </a:lnTo>
                  <a:lnTo>
                    <a:pt x="534021" y="65111"/>
                  </a:lnTo>
                  <a:lnTo>
                    <a:pt x="522659" y="65108"/>
                  </a:lnTo>
                  <a:lnTo>
                    <a:pt x="511297" y="65105"/>
                  </a:lnTo>
                  <a:lnTo>
                    <a:pt x="499935" y="65102"/>
                  </a:lnTo>
                  <a:lnTo>
                    <a:pt x="488573" y="65100"/>
                  </a:lnTo>
                  <a:lnTo>
                    <a:pt x="477210" y="65097"/>
                  </a:lnTo>
                  <a:lnTo>
                    <a:pt x="465848" y="65094"/>
                  </a:lnTo>
                  <a:lnTo>
                    <a:pt x="454486" y="65092"/>
                  </a:lnTo>
                  <a:lnTo>
                    <a:pt x="443124" y="65089"/>
                  </a:lnTo>
                  <a:lnTo>
                    <a:pt x="431762" y="65087"/>
                  </a:lnTo>
                  <a:lnTo>
                    <a:pt x="420400" y="65085"/>
                  </a:lnTo>
                  <a:lnTo>
                    <a:pt x="409037" y="65082"/>
                  </a:lnTo>
                  <a:lnTo>
                    <a:pt x="397675" y="65080"/>
                  </a:lnTo>
                  <a:lnTo>
                    <a:pt x="386313" y="65078"/>
                  </a:lnTo>
                  <a:lnTo>
                    <a:pt x="374951" y="65075"/>
                  </a:lnTo>
                  <a:lnTo>
                    <a:pt x="363589" y="65073"/>
                  </a:lnTo>
                  <a:lnTo>
                    <a:pt x="352227" y="65071"/>
                  </a:lnTo>
                  <a:lnTo>
                    <a:pt x="340864" y="65069"/>
                  </a:lnTo>
                  <a:lnTo>
                    <a:pt x="329502" y="65067"/>
                  </a:lnTo>
                  <a:lnTo>
                    <a:pt x="318140" y="65065"/>
                  </a:lnTo>
                  <a:lnTo>
                    <a:pt x="306778" y="65064"/>
                  </a:lnTo>
                  <a:lnTo>
                    <a:pt x="295416" y="65062"/>
                  </a:lnTo>
                  <a:lnTo>
                    <a:pt x="284054" y="65060"/>
                  </a:lnTo>
                  <a:lnTo>
                    <a:pt x="272691" y="65059"/>
                  </a:lnTo>
                  <a:lnTo>
                    <a:pt x="261329" y="65057"/>
                  </a:lnTo>
                  <a:lnTo>
                    <a:pt x="249967" y="65056"/>
                  </a:lnTo>
                  <a:lnTo>
                    <a:pt x="238605" y="65055"/>
                  </a:lnTo>
                  <a:lnTo>
                    <a:pt x="227243" y="65054"/>
                  </a:lnTo>
                  <a:lnTo>
                    <a:pt x="215881" y="65053"/>
                  </a:lnTo>
                  <a:lnTo>
                    <a:pt x="204518" y="65052"/>
                  </a:lnTo>
                  <a:lnTo>
                    <a:pt x="193156" y="65051"/>
                  </a:lnTo>
                  <a:lnTo>
                    <a:pt x="181794" y="65050"/>
                  </a:lnTo>
                  <a:lnTo>
                    <a:pt x="170432" y="65050"/>
                  </a:lnTo>
                  <a:lnTo>
                    <a:pt x="159070" y="65049"/>
                  </a:lnTo>
                  <a:lnTo>
                    <a:pt x="147708" y="65049"/>
                  </a:lnTo>
                  <a:lnTo>
                    <a:pt x="136345" y="65049"/>
                  </a:lnTo>
                  <a:lnTo>
                    <a:pt x="124983" y="65049"/>
                  </a:lnTo>
                  <a:lnTo>
                    <a:pt x="113621" y="65049"/>
                  </a:lnTo>
                  <a:lnTo>
                    <a:pt x="102259" y="65050"/>
                  </a:lnTo>
                  <a:lnTo>
                    <a:pt x="90897" y="65050"/>
                  </a:lnTo>
                  <a:lnTo>
                    <a:pt x="79535" y="65051"/>
                  </a:lnTo>
                  <a:lnTo>
                    <a:pt x="68172" y="65052"/>
                  </a:lnTo>
                  <a:lnTo>
                    <a:pt x="56810" y="65053"/>
                  </a:lnTo>
                  <a:lnTo>
                    <a:pt x="45448" y="65054"/>
                  </a:lnTo>
                  <a:lnTo>
                    <a:pt x="34086" y="65056"/>
                  </a:lnTo>
                  <a:lnTo>
                    <a:pt x="22724" y="65057"/>
                  </a:lnTo>
                  <a:lnTo>
                    <a:pt x="11362" y="65059"/>
                  </a:lnTo>
                  <a:lnTo>
                    <a:pt x="0" y="6506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566" name="pl2566"/>
            <p:cNvSpPr/>
            <p:nvPr/>
          </p:nvSpPr>
          <p:spPr>
            <a:xfrm>
              <a:off x="9579719" y="7107256"/>
              <a:ext cx="897611" cy="242"/>
            </a:xfrm>
            <a:custGeom>
              <a:avLst/>
              <a:pathLst>
                <a:path w="897611" h="242">
                  <a:moveTo>
                    <a:pt x="0" y="237"/>
                  </a:moveTo>
                  <a:lnTo>
                    <a:pt x="11362" y="238"/>
                  </a:lnTo>
                  <a:lnTo>
                    <a:pt x="22724" y="240"/>
                  </a:lnTo>
                  <a:lnTo>
                    <a:pt x="34086" y="241"/>
                  </a:lnTo>
                  <a:lnTo>
                    <a:pt x="45448" y="241"/>
                  </a:lnTo>
                  <a:lnTo>
                    <a:pt x="56810" y="242"/>
                  </a:lnTo>
                  <a:lnTo>
                    <a:pt x="68172" y="242"/>
                  </a:lnTo>
                  <a:lnTo>
                    <a:pt x="79535" y="242"/>
                  </a:lnTo>
                  <a:lnTo>
                    <a:pt x="90897" y="242"/>
                  </a:lnTo>
                  <a:lnTo>
                    <a:pt x="102259" y="242"/>
                  </a:lnTo>
                  <a:lnTo>
                    <a:pt x="113621" y="242"/>
                  </a:lnTo>
                  <a:lnTo>
                    <a:pt x="124983" y="242"/>
                  </a:lnTo>
                  <a:lnTo>
                    <a:pt x="136345" y="241"/>
                  </a:lnTo>
                  <a:lnTo>
                    <a:pt x="147708" y="240"/>
                  </a:lnTo>
                  <a:lnTo>
                    <a:pt x="159070" y="239"/>
                  </a:lnTo>
                  <a:lnTo>
                    <a:pt x="170432" y="239"/>
                  </a:lnTo>
                  <a:lnTo>
                    <a:pt x="181794" y="237"/>
                  </a:lnTo>
                  <a:lnTo>
                    <a:pt x="193156" y="236"/>
                  </a:lnTo>
                  <a:lnTo>
                    <a:pt x="204518" y="235"/>
                  </a:lnTo>
                  <a:lnTo>
                    <a:pt x="215881" y="234"/>
                  </a:lnTo>
                  <a:lnTo>
                    <a:pt x="227243" y="232"/>
                  </a:lnTo>
                  <a:lnTo>
                    <a:pt x="238605" y="231"/>
                  </a:lnTo>
                  <a:lnTo>
                    <a:pt x="249967" y="229"/>
                  </a:lnTo>
                  <a:lnTo>
                    <a:pt x="261329" y="227"/>
                  </a:lnTo>
                  <a:lnTo>
                    <a:pt x="272691" y="225"/>
                  </a:lnTo>
                  <a:lnTo>
                    <a:pt x="284054" y="223"/>
                  </a:lnTo>
                  <a:lnTo>
                    <a:pt x="295416" y="221"/>
                  </a:lnTo>
                  <a:lnTo>
                    <a:pt x="306778" y="219"/>
                  </a:lnTo>
                  <a:lnTo>
                    <a:pt x="318140" y="217"/>
                  </a:lnTo>
                  <a:lnTo>
                    <a:pt x="329502" y="215"/>
                  </a:lnTo>
                  <a:lnTo>
                    <a:pt x="340864" y="213"/>
                  </a:lnTo>
                  <a:lnTo>
                    <a:pt x="352227" y="210"/>
                  </a:lnTo>
                  <a:lnTo>
                    <a:pt x="363589" y="208"/>
                  </a:lnTo>
                  <a:lnTo>
                    <a:pt x="374951" y="205"/>
                  </a:lnTo>
                  <a:lnTo>
                    <a:pt x="386313" y="203"/>
                  </a:lnTo>
                  <a:lnTo>
                    <a:pt x="397675" y="200"/>
                  </a:lnTo>
                  <a:lnTo>
                    <a:pt x="409037" y="197"/>
                  </a:lnTo>
                  <a:lnTo>
                    <a:pt x="420400" y="194"/>
                  </a:lnTo>
                  <a:lnTo>
                    <a:pt x="431762" y="191"/>
                  </a:lnTo>
                  <a:lnTo>
                    <a:pt x="443124" y="189"/>
                  </a:lnTo>
                  <a:lnTo>
                    <a:pt x="454486" y="186"/>
                  </a:lnTo>
                  <a:lnTo>
                    <a:pt x="465848" y="183"/>
                  </a:lnTo>
                  <a:lnTo>
                    <a:pt x="477210" y="180"/>
                  </a:lnTo>
                  <a:lnTo>
                    <a:pt x="488573" y="177"/>
                  </a:lnTo>
                  <a:lnTo>
                    <a:pt x="499935" y="173"/>
                  </a:lnTo>
                  <a:lnTo>
                    <a:pt x="511297" y="170"/>
                  </a:lnTo>
                  <a:lnTo>
                    <a:pt x="522659" y="167"/>
                  </a:lnTo>
                  <a:lnTo>
                    <a:pt x="534021" y="164"/>
                  </a:lnTo>
                  <a:lnTo>
                    <a:pt x="545383" y="160"/>
                  </a:lnTo>
                  <a:lnTo>
                    <a:pt x="556746" y="157"/>
                  </a:lnTo>
                  <a:lnTo>
                    <a:pt x="568108" y="153"/>
                  </a:lnTo>
                  <a:lnTo>
                    <a:pt x="579470" y="150"/>
                  </a:lnTo>
                  <a:lnTo>
                    <a:pt x="590832" y="146"/>
                  </a:lnTo>
                  <a:lnTo>
                    <a:pt x="602194" y="142"/>
                  </a:lnTo>
                  <a:lnTo>
                    <a:pt x="613556" y="138"/>
                  </a:lnTo>
                  <a:lnTo>
                    <a:pt x="624919" y="134"/>
                  </a:lnTo>
                  <a:lnTo>
                    <a:pt x="636281" y="130"/>
                  </a:lnTo>
                  <a:lnTo>
                    <a:pt x="647643" y="126"/>
                  </a:lnTo>
                  <a:lnTo>
                    <a:pt x="659005" y="122"/>
                  </a:lnTo>
                  <a:lnTo>
                    <a:pt x="670367" y="118"/>
                  </a:lnTo>
                  <a:lnTo>
                    <a:pt x="681729" y="113"/>
                  </a:lnTo>
                  <a:lnTo>
                    <a:pt x="693092" y="108"/>
                  </a:lnTo>
                  <a:lnTo>
                    <a:pt x="704454" y="104"/>
                  </a:lnTo>
                  <a:lnTo>
                    <a:pt x="715816" y="99"/>
                  </a:lnTo>
                  <a:lnTo>
                    <a:pt x="727178" y="94"/>
                  </a:lnTo>
                  <a:lnTo>
                    <a:pt x="738540" y="89"/>
                  </a:lnTo>
                  <a:lnTo>
                    <a:pt x="749902" y="83"/>
                  </a:lnTo>
                  <a:lnTo>
                    <a:pt x="761265" y="78"/>
                  </a:lnTo>
                  <a:lnTo>
                    <a:pt x="772627" y="72"/>
                  </a:lnTo>
                  <a:lnTo>
                    <a:pt x="783989" y="66"/>
                  </a:lnTo>
                  <a:lnTo>
                    <a:pt x="795351" y="60"/>
                  </a:lnTo>
                  <a:lnTo>
                    <a:pt x="806713" y="54"/>
                  </a:lnTo>
                  <a:lnTo>
                    <a:pt x="818075" y="48"/>
                  </a:lnTo>
                  <a:lnTo>
                    <a:pt x="829438" y="42"/>
                  </a:lnTo>
                  <a:lnTo>
                    <a:pt x="840800" y="35"/>
                  </a:lnTo>
                  <a:lnTo>
                    <a:pt x="852162" y="28"/>
                  </a:lnTo>
                  <a:lnTo>
                    <a:pt x="863524" y="21"/>
                  </a:lnTo>
                  <a:lnTo>
                    <a:pt x="874886" y="14"/>
                  </a:lnTo>
                  <a:lnTo>
                    <a:pt x="886248" y="7"/>
                  </a:lnTo>
                  <a:lnTo>
                    <a:pt x="89761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67" name="pl2567"/>
            <p:cNvSpPr/>
            <p:nvPr/>
          </p:nvSpPr>
          <p:spPr>
            <a:xfrm>
              <a:off x="9579719" y="7172306"/>
              <a:ext cx="897611" cy="209"/>
            </a:xfrm>
            <a:custGeom>
              <a:avLst/>
              <a:pathLst>
                <a:path w="897611" h="209">
                  <a:moveTo>
                    <a:pt x="897611" y="209"/>
                  </a:moveTo>
                  <a:lnTo>
                    <a:pt x="886248" y="202"/>
                  </a:lnTo>
                  <a:lnTo>
                    <a:pt x="874886" y="195"/>
                  </a:lnTo>
                  <a:lnTo>
                    <a:pt x="863524" y="189"/>
                  </a:lnTo>
                  <a:lnTo>
                    <a:pt x="852162" y="182"/>
                  </a:lnTo>
                  <a:lnTo>
                    <a:pt x="840800" y="176"/>
                  </a:lnTo>
                  <a:lnTo>
                    <a:pt x="829438" y="170"/>
                  </a:lnTo>
                  <a:lnTo>
                    <a:pt x="818075" y="164"/>
                  </a:lnTo>
                  <a:lnTo>
                    <a:pt x="806713" y="158"/>
                  </a:lnTo>
                  <a:lnTo>
                    <a:pt x="795351" y="153"/>
                  </a:lnTo>
                  <a:lnTo>
                    <a:pt x="783989" y="147"/>
                  </a:lnTo>
                  <a:lnTo>
                    <a:pt x="772627" y="142"/>
                  </a:lnTo>
                  <a:lnTo>
                    <a:pt x="761265" y="137"/>
                  </a:lnTo>
                  <a:lnTo>
                    <a:pt x="749902" y="132"/>
                  </a:lnTo>
                  <a:lnTo>
                    <a:pt x="738540" y="127"/>
                  </a:lnTo>
                  <a:lnTo>
                    <a:pt x="727178" y="122"/>
                  </a:lnTo>
                  <a:lnTo>
                    <a:pt x="715816" y="118"/>
                  </a:lnTo>
                  <a:lnTo>
                    <a:pt x="704454" y="114"/>
                  </a:lnTo>
                  <a:lnTo>
                    <a:pt x="693092" y="109"/>
                  </a:lnTo>
                  <a:lnTo>
                    <a:pt x="681729" y="105"/>
                  </a:lnTo>
                  <a:lnTo>
                    <a:pt x="670367" y="101"/>
                  </a:lnTo>
                  <a:lnTo>
                    <a:pt x="659005" y="97"/>
                  </a:lnTo>
                  <a:lnTo>
                    <a:pt x="647643" y="94"/>
                  </a:lnTo>
                  <a:lnTo>
                    <a:pt x="636281" y="90"/>
                  </a:lnTo>
                  <a:lnTo>
                    <a:pt x="624919" y="86"/>
                  </a:lnTo>
                  <a:lnTo>
                    <a:pt x="613556" y="83"/>
                  </a:lnTo>
                  <a:lnTo>
                    <a:pt x="602194" y="80"/>
                  </a:lnTo>
                  <a:lnTo>
                    <a:pt x="590832" y="76"/>
                  </a:lnTo>
                  <a:lnTo>
                    <a:pt x="579470" y="73"/>
                  </a:lnTo>
                  <a:lnTo>
                    <a:pt x="568108" y="70"/>
                  </a:lnTo>
                  <a:lnTo>
                    <a:pt x="556746" y="67"/>
                  </a:lnTo>
                  <a:lnTo>
                    <a:pt x="545383" y="64"/>
                  </a:lnTo>
                  <a:lnTo>
                    <a:pt x="534021" y="61"/>
                  </a:lnTo>
                  <a:lnTo>
                    <a:pt x="522659" y="58"/>
                  </a:lnTo>
                  <a:lnTo>
                    <a:pt x="511297" y="55"/>
                  </a:lnTo>
                  <a:lnTo>
                    <a:pt x="499935" y="53"/>
                  </a:lnTo>
                  <a:lnTo>
                    <a:pt x="488573" y="50"/>
                  </a:lnTo>
                  <a:lnTo>
                    <a:pt x="477210" y="47"/>
                  </a:lnTo>
                  <a:lnTo>
                    <a:pt x="465848" y="45"/>
                  </a:lnTo>
                  <a:lnTo>
                    <a:pt x="454486" y="42"/>
                  </a:lnTo>
                  <a:lnTo>
                    <a:pt x="443124" y="40"/>
                  </a:lnTo>
                  <a:lnTo>
                    <a:pt x="431762" y="37"/>
                  </a:lnTo>
                  <a:lnTo>
                    <a:pt x="420400" y="35"/>
                  </a:lnTo>
                  <a:lnTo>
                    <a:pt x="409037" y="33"/>
                  </a:lnTo>
                  <a:lnTo>
                    <a:pt x="397675" y="30"/>
                  </a:lnTo>
                  <a:lnTo>
                    <a:pt x="386313" y="28"/>
                  </a:lnTo>
                  <a:lnTo>
                    <a:pt x="374951" y="26"/>
                  </a:lnTo>
                  <a:lnTo>
                    <a:pt x="363589" y="24"/>
                  </a:lnTo>
                  <a:lnTo>
                    <a:pt x="352227" y="22"/>
                  </a:lnTo>
                  <a:lnTo>
                    <a:pt x="340864" y="20"/>
                  </a:lnTo>
                  <a:lnTo>
                    <a:pt x="329502" y="18"/>
                  </a:lnTo>
                  <a:lnTo>
                    <a:pt x="318140" y="16"/>
                  </a:lnTo>
                  <a:lnTo>
                    <a:pt x="306778" y="14"/>
                  </a:lnTo>
                  <a:lnTo>
                    <a:pt x="295416" y="12"/>
                  </a:lnTo>
                  <a:lnTo>
                    <a:pt x="284054" y="11"/>
                  </a:lnTo>
                  <a:lnTo>
                    <a:pt x="272691" y="9"/>
                  </a:lnTo>
                  <a:lnTo>
                    <a:pt x="261329" y="8"/>
                  </a:lnTo>
                  <a:lnTo>
                    <a:pt x="249967" y="7"/>
                  </a:lnTo>
                  <a:lnTo>
                    <a:pt x="238605" y="5"/>
                  </a:lnTo>
                  <a:lnTo>
                    <a:pt x="227243" y="4"/>
                  </a:lnTo>
                  <a:lnTo>
                    <a:pt x="215881" y="3"/>
                  </a:lnTo>
                  <a:lnTo>
                    <a:pt x="204518" y="2"/>
                  </a:lnTo>
                  <a:lnTo>
                    <a:pt x="193156" y="1"/>
                  </a:lnTo>
                  <a:lnTo>
                    <a:pt x="181794" y="1"/>
                  </a:lnTo>
                  <a:lnTo>
                    <a:pt x="170432" y="0"/>
                  </a:lnTo>
                  <a:lnTo>
                    <a:pt x="159070" y="0"/>
                  </a:lnTo>
                  <a:lnTo>
                    <a:pt x="147708" y="0"/>
                  </a:lnTo>
                  <a:lnTo>
                    <a:pt x="136345" y="0"/>
                  </a:lnTo>
                  <a:lnTo>
                    <a:pt x="124983" y="0"/>
                  </a:lnTo>
                  <a:lnTo>
                    <a:pt x="113621" y="0"/>
                  </a:lnTo>
                  <a:lnTo>
                    <a:pt x="102259" y="0"/>
                  </a:lnTo>
                  <a:lnTo>
                    <a:pt x="90897" y="1"/>
                  </a:lnTo>
                  <a:lnTo>
                    <a:pt x="79535" y="1"/>
                  </a:lnTo>
                  <a:lnTo>
                    <a:pt x="68172" y="2"/>
                  </a:lnTo>
                  <a:lnTo>
                    <a:pt x="56810" y="3"/>
                  </a:lnTo>
                  <a:lnTo>
                    <a:pt x="45448" y="5"/>
                  </a:lnTo>
                  <a:lnTo>
                    <a:pt x="34086" y="6"/>
                  </a:lnTo>
                  <a:lnTo>
                    <a:pt x="22724" y="8"/>
                  </a:lnTo>
                  <a:lnTo>
                    <a:pt x="11362" y="10"/>
                  </a:lnTo>
                  <a:lnTo>
                    <a:pt x="0" y="1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68" name="pl2568"/>
            <p:cNvSpPr/>
            <p:nvPr/>
          </p:nvSpPr>
          <p:spPr>
            <a:xfrm>
              <a:off x="9579719" y="7139885"/>
              <a:ext cx="897611" cy="20"/>
            </a:xfrm>
            <a:custGeom>
              <a:avLst/>
              <a:pathLst>
                <a:path w="897611" h="20">
                  <a:moveTo>
                    <a:pt x="0" y="20"/>
                  </a:moveTo>
                  <a:lnTo>
                    <a:pt x="11362" y="19"/>
                  </a:lnTo>
                  <a:lnTo>
                    <a:pt x="22724" y="19"/>
                  </a:lnTo>
                  <a:lnTo>
                    <a:pt x="34086" y="19"/>
                  </a:lnTo>
                  <a:lnTo>
                    <a:pt x="45448" y="18"/>
                  </a:lnTo>
                  <a:lnTo>
                    <a:pt x="56810" y="18"/>
                  </a:lnTo>
                  <a:lnTo>
                    <a:pt x="68172" y="18"/>
                  </a:lnTo>
                  <a:lnTo>
                    <a:pt x="79535" y="17"/>
                  </a:lnTo>
                  <a:lnTo>
                    <a:pt x="90897" y="17"/>
                  </a:lnTo>
                  <a:lnTo>
                    <a:pt x="102259" y="17"/>
                  </a:lnTo>
                  <a:lnTo>
                    <a:pt x="113621" y="16"/>
                  </a:lnTo>
                  <a:lnTo>
                    <a:pt x="124983" y="16"/>
                  </a:lnTo>
                  <a:lnTo>
                    <a:pt x="136345" y="16"/>
                  </a:lnTo>
                  <a:lnTo>
                    <a:pt x="147708" y="15"/>
                  </a:lnTo>
                  <a:lnTo>
                    <a:pt x="159070" y="15"/>
                  </a:lnTo>
                  <a:lnTo>
                    <a:pt x="170432" y="15"/>
                  </a:lnTo>
                  <a:lnTo>
                    <a:pt x="181794" y="15"/>
                  </a:lnTo>
                  <a:lnTo>
                    <a:pt x="193156" y="14"/>
                  </a:lnTo>
                  <a:lnTo>
                    <a:pt x="204518" y="14"/>
                  </a:lnTo>
                  <a:lnTo>
                    <a:pt x="215881" y="14"/>
                  </a:lnTo>
                  <a:lnTo>
                    <a:pt x="227243" y="14"/>
                  </a:lnTo>
                  <a:lnTo>
                    <a:pt x="238605" y="13"/>
                  </a:lnTo>
                  <a:lnTo>
                    <a:pt x="249967" y="13"/>
                  </a:lnTo>
                  <a:lnTo>
                    <a:pt x="261329" y="13"/>
                  </a:lnTo>
                  <a:lnTo>
                    <a:pt x="272691" y="13"/>
                  </a:lnTo>
                  <a:lnTo>
                    <a:pt x="284054" y="12"/>
                  </a:lnTo>
                  <a:lnTo>
                    <a:pt x="295416" y="12"/>
                  </a:lnTo>
                  <a:lnTo>
                    <a:pt x="306778" y="12"/>
                  </a:lnTo>
                  <a:lnTo>
                    <a:pt x="318140" y="12"/>
                  </a:lnTo>
                  <a:lnTo>
                    <a:pt x="329502" y="12"/>
                  </a:lnTo>
                  <a:lnTo>
                    <a:pt x="340864" y="11"/>
                  </a:lnTo>
                  <a:lnTo>
                    <a:pt x="352227" y="11"/>
                  </a:lnTo>
                  <a:lnTo>
                    <a:pt x="363589" y="11"/>
                  </a:lnTo>
                  <a:lnTo>
                    <a:pt x="374951" y="11"/>
                  </a:lnTo>
                  <a:lnTo>
                    <a:pt x="386313" y="11"/>
                  </a:lnTo>
                  <a:lnTo>
                    <a:pt x="397675" y="10"/>
                  </a:lnTo>
                  <a:lnTo>
                    <a:pt x="409037" y="10"/>
                  </a:lnTo>
                  <a:lnTo>
                    <a:pt x="420400" y="10"/>
                  </a:lnTo>
                  <a:lnTo>
                    <a:pt x="431762" y="10"/>
                  </a:lnTo>
                  <a:lnTo>
                    <a:pt x="443124" y="10"/>
                  </a:lnTo>
                  <a:lnTo>
                    <a:pt x="454486" y="9"/>
                  </a:lnTo>
                  <a:lnTo>
                    <a:pt x="465848" y="9"/>
                  </a:lnTo>
                  <a:lnTo>
                    <a:pt x="477210" y="9"/>
                  </a:lnTo>
                  <a:lnTo>
                    <a:pt x="488573" y="9"/>
                  </a:lnTo>
                  <a:lnTo>
                    <a:pt x="499935" y="8"/>
                  </a:lnTo>
                  <a:lnTo>
                    <a:pt x="511297" y="8"/>
                  </a:lnTo>
                  <a:lnTo>
                    <a:pt x="522659" y="8"/>
                  </a:lnTo>
                  <a:lnTo>
                    <a:pt x="534021" y="8"/>
                  </a:lnTo>
                  <a:lnTo>
                    <a:pt x="545383" y="8"/>
                  </a:lnTo>
                  <a:lnTo>
                    <a:pt x="556746" y="7"/>
                  </a:lnTo>
                  <a:lnTo>
                    <a:pt x="568108" y="7"/>
                  </a:lnTo>
                  <a:lnTo>
                    <a:pt x="579470" y="7"/>
                  </a:lnTo>
                  <a:lnTo>
                    <a:pt x="590832" y="7"/>
                  </a:lnTo>
                  <a:lnTo>
                    <a:pt x="602194" y="6"/>
                  </a:lnTo>
                  <a:lnTo>
                    <a:pt x="613556" y="6"/>
                  </a:lnTo>
                  <a:lnTo>
                    <a:pt x="624919" y="6"/>
                  </a:lnTo>
                  <a:lnTo>
                    <a:pt x="636281" y="6"/>
                  </a:lnTo>
                  <a:lnTo>
                    <a:pt x="647643" y="5"/>
                  </a:lnTo>
                  <a:lnTo>
                    <a:pt x="659005" y="5"/>
                  </a:lnTo>
                  <a:lnTo>
                    <a:pt x="670367" y="5"/>
                  </a:lnTo>
                  <a:lnTo>
                    <a:pt x="681729" y="5"/>
                  </a:lnTo>
                  <a:lnTo>
                    <a:pt x="693092" y="4"/>
                  </a:lnTo>
                  <a:lnTo>
                    <a:pt x="704454" y="4"/>
                  </a:lnTo>
                  <a:lnTo>
                    <a:pt x="715816" y="4"/>
                  </a:lnTo>
                  <a:lnTo>
                    <a:pt x="727178" y="3"/>
                  </a:lnTo>
                  <a:lnTo>
                    <a:pt x="738540" y="3"/>
                  </a:lnTo>
                  <a:lnTo>
                    <a:pt x="749902" y="3"/>
                  </a:lnTo>
                  <a:lnTo>
                    <a:pt x="761265" y="3"/>
                  </a:lnTo>
                  <a:lnTo>
                    <a:pt x="772627" y="2"/>
                  </a:lnTo>
                  <a:lnTo>
                    <a:pt x="783989" y="2"/>
                  </a:lnTo>
                  <a:lnTo>
                    <a:pt x="795351" y="2"/>
                  </a:lnTo>
                  <a:lnTo>
                    <a:pt x="806713" y="2"/>
                  </a:lnTo>
                  <a:lnTo>
                    <a:pt x="818075" y="1"/>
                  </a:lnTo>
                  <a:lnTo>
                    <a:pt x="829438" y="1"/>
                  </a:lnTo>
                  <a:lnTo>
                    <a:pt x="840800" y="1"/>
                  </a:lnTo>
                  <a:lnTo>
                    <a:pt x="852162" y="1"/>
                  </a:lnTo>
                  <a:lnTo>
                    <a:pt x="863524" y="0"/>
                  </a:lnTo>
                  <a:lnTo>
                    <a:pt x="874886" y="0"/>
                  </a:lnTo>
                  <a:lnTo>
                    <a:pt x="886248" y="0"/>
                  </a:lnTo>
                  <a:lnTo>
                    <a:pt x="897611" y="0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l2569"/>
            <p:cNvSpPr/>
            <p:nvPr/>
          </p:nvSpPr>
          <p:spPr>
            <a:xfrm>
              <a:off x="967096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70" name="rc2570"/>
            <p:cNvSpPr/>
            <p:nvPr/>
          </p:nvSpPr>
          <p:spPr>
            <a:xfrm>
              <a:off x="9534838" y="5418670"/>
              <a:ext cx="987372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tx2571"/>
            <p:cNvSpPr/>
            <p:nvPr/>
          </p:nvSpPr>
          <p:spPr>
            <a:xfrm>
              <a:off x="9310680" y="7905449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-20</a:t>
              </a:r>
            </a:p>
          </p:txBody>
        </p:sp>
        <p:sp>
          <p:nvSpPr>
            <p:cNvPr id="2572" name="tx2572"/>
            <p:cNvSpPr/>
            <p:nvPr/>
          </p:nvSpPr>
          <p:spPr>
            <a:xfrm>
              <a:off x="9410053" y="713738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73" name="tx2573"/>
            <p:cNvSpPr/>
            <p:nvPr/>
          </p:nvSpPr>
          <p:spPr>
            <a:xfrm>
              <a:off x="9347897" y="636932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574" name="tx2574"/>
            <p:cNvSpPr/>
            <p:nvPr/>
          </p:nvSpPr>
          <p:spPr>
            <a:xfrm>
              <a:off x="9347897" y="560126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575" name="pl2575"/>
            <p:cNvSpPr/>
            <p:nvPr/>
          </p:nvSpPr>
          <p:spPr>
            <a:xfrm>
              <a:off x="9500044" y="794714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l2576"/>
            <p:cNvSpPr/>
            <p:nvPr/>
          </p:nvSpPr>
          <p:spPr>
            <a:xfrm>
              <a:off x="9500044" y="71790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l2577"/>
            <p:cNvSpPr/>
            <p:nvPr/>
          </p:nvSpPr>
          <p:spPr>
            <a:xfrm>
              <a:off x="9500044" y="64110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l2578"/>
            <p:cNvSpPr/>
            <p:nvPr/>
          </p:nvSpPr>
          <p:spPr>
            <a:xfrm>
              <a:off x="9500044" y="56429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l2579"/>
            <p:cNvSpPr/>
            <p:nvPr/>
          </p:nvSpPr>
          <p:spPr>
            <a:xfrm>
              <a:off x="962562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l2580"/>
            <p:cNvSpPr/>
            <p:nvPr/>
          </p:nvSpPr>
          <p:spPr>
            <a:xfrm>
              <a:off x="982001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l2581"/>
            <p:cNvSpPr/>
            <p:nvPr/>
          </p:nvSpPr>
          <p:spPr>
            <a:xfrm>
              <a:off x="10014405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l2582"/>
            <p:cNvSpPr/>
            <p:nvPr/>
          </p:nvSpPr>
          <p:spPr>
            <a:xfrm>
              <a:off x="10208798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l2583"/>
            <p:cNvSpPr/>
            <p:nvPr/>
          </p:nvSpPr>
          <p:spPr>
            <a:xfrm>
              <a:off x="10403190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tx2584"/>
            <p:cNvSpPr/>
            <p:nvPr/>
          </p:nvSpPr>
          <p:spPr>
            <a:xfrm>
              <a:off x="9594543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85" name="tx2585"/>
            <p:cNvSpPr/>
            <p:nvPr/>
          </p:nvSpPr>
          <p:spPr>
            <a:xfrm>
              <a:off x="9788935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586" name="tx2586"/>
            <p:cNvSpPr/>
            <p:nvPr/>
          </p:nvSpPr>
          <p:spPr>
            <a:xfrm>
              <a:off x="9952250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87" name="tx2587"/>
            <p:cNvSpPr/>
            <p:nvPr/>
          </p:nvSpPr>
          <p:spPr>
            <a:xfrm>
              <a:off x="10146642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588" name="tx2588"/>
            <p:cNvSpPr/>
            <p:nvPr/>
          </p:nvSpPr>
          <p:spPr>
            <a:xfrm>
              <a:off x="10341035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589" name="tx2589"/>
            <p:cNvSpPr/>
            <p:nvPr/>
          </p:nvSpPr>
          <p:spPr>
            <a:xfrm>
              <a:off x="9174465" y="8779049"/>
              <a:ext cx="1708118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LUMIPULSE_CSF_pTau_Z</a:t>
              </a:r>
            </a:p>
          </p:txBody>
        </p:sp>
        <p:sp>
          <p:nvSpPr>
            <p:cNvPr id="2590" name="tx2590"/>
            <p:cNvSpPr/>
            <p:nvPr/>
          </p:nvSpPr>
          <p:spPr>
            <a:xfrm rot="-5400000">
              <a:off x="8237012" y="6942997"/>
              <a:ext cx="1871284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RofC_LumipulseCSFpT181_Z</a:t>
              </a:r>
            </a:p>
          </p:txBody>
        </p:sp>
        <p:sp>
          <p:nvSpPr>
            <p:cNvPr id="2591" name="rc2591"/>
            <p:cNvSpPr/>
            <p:nvPr/>
          </p:nvSpPr>
          <p:spPr>
            <a:xfrm>
              <a:off x="10591800" y="53490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rc2592"/>
            <p:cNvSpPr/>
            <p:nvPr/>
          </p:nvSpPr>
          <p:spPr>
            <a:xfrm>
              <a:off x="11020738" y="5418670"/>
              <a:ext cx="1025472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3" name="pl2593"/>
            <p:cNvSpPr/>
            <p:nvPr/>
          </p:nvSpPr>
          <p:spPr>
            <a:xfrm>
              <a:off x="11020738" y="6509822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l2594"/>
            <p:cNvSpPr/>
            <p:nvPr/>
          </p:nvSpPr>
          <p:spPr>
            <a:xfrm>
              <a:off x="11020738" y="6249777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l2595"/>
            <p:cNvSpPr/>
            <p:nvPr/>
          </p:nvSpPr>
          <p:spPr>
            <a:xfrm>
              <a:off x="11020738" y="5989732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l2596"/>
            <p:cNvSpPr/>
            <p:nvPr/>
          </p:nvSpPr>
          <p:spPr>
            <a:xfrm>
              <a:off x="11020738" y="5729687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l2597"/>
            <p:cNvSpPr/>
            <p:nvPr/>
          </p:nvSpPr>
          <p:spPr>
            <a:xfrm>
              <a:off x="11020738" y="5469642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l2598"/>
            <p:cNvSpPr/>
            <p:nvPr/>
          </p:nvSpPr>
          <p:spPr>
            <a:xfrm>
              <a:off x="11232659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l2599"/>
            <p:cNvSpPr/>
            <p:nvPr/>
          </p:nvSpPr>
          <p:spPr>
            <a:xfrm>
              <a:off x="11563275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l2600"/>
            <p:cNvSpPr/>
            <p:nvPr/>
          </p:nvSpPr>
          <p:spPr>
            <a:xfrm>
              <a:off x="11893891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l2601"/>
            <p:cNvSpPr/>
            <p:nvPr/>
          </p:nvSpPr>
          <p:spPr>
            <a:xfrm>
              <a:off x="11020738" y="6639845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l2602"/>
            <p:cNvSpPr/>
            <p:nvPr/>
          </p:nvSpPr>
          <p:spPr>
            <a:xfrm>
              <a:off x="11020738" y="6379800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l2603"/>
            <p:cNvSpPr/>
            <p:nvPr/>
          </p:nvSpPr>
          <p:spPr>
            <a:xfrm>
              <a:off x="11020738" y="6119755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l2604"/>
            <p:cNvSpPr/>
            <p:nvPr/>
          </p:nvSpPr>
          <p:spPr>
            <a:xfrm>
              <a:off x="11020738" y="5859710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l2605"/>
            <p:cNvSpPr/>
            <p:nvPr/>
          </p:nvSpPr>
          <p:spPr>
            <a:xfrm>
              <a:off x="11020738" y="5599665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l2606"/>
            <p:cNvSpPr/>
            <p:nvPr/>
          </p:nvSpPr>
          <p:spPr>
            <a:xfrm>
              <a:off x="11067351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l2607"/>
            <p:cNvSpPr/>
            <p:nvPr/>
          </p:nvSpPr>
          <p:spPr>
            <a:xfrm>
              <a:off x="11397967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l2608"/>
            <p:cNvSpPr/>
            <p:nvPr/>
          </p:nvSpPr>
          <p:spPr>
            <a:xfrm>
              <a:off x="11728583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t2609"/>
            <p:cNvSpPr/>
            <p:nvPr/>
          </p:nvSpPr>
          <p:spPr>
            <a:xfrm>
              <a:off x="11042525" y="6662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t2610"/>
            <p:cNvSpPr/>
            <p:nvPr/>
          </p:nvSpPr>
          <p:spPr>
            <a:xfrm>
              <a:off x="11042525" y="6627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t2611"/>
            <p:cNvSpPr/>
            <p:nvPr/>
          </p:nvSpPr>
          <p:spPr>
            <a:xfrm>
              <a:off x="11219880" y="6628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t2612"/>
            <p:cNvSpPr/>
            <p:nvPr/>
          </p:nvSpPr>
          <p:spPr>
            <a:xfrm>
              <a:off x="11042525" y="6660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t2613"/>
            <p:cNvSpPr/>
            <p:nvPr/>
          </p:nvSpPr>
          <p:spPr>
            <a:xfrm>
              <a:off x="11042525" y="6637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11042525" y="6587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11240170" y="6575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11042525" y="6632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11042525" y="6656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t2618"/>
            <p:cNvSpPr/>
            <p:nvPr/>
          </p:nvSpPr>
          <p:spPr>
            <a:xfrm>
              <a:off x="11376221" y="6653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t2619"/>
            <p:cNvSpPr/>
            <p:nvPr/>
          </p:nvSpPr>
          <p:spPr>
            <a:xfrm>
              <a:off x="11557380" y="6664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t2620"/>
            <p:cNvSpPr/>
            <p:nvPr/>
          </p:nvSpPr>
          <p:spPr>
            <a:xfrm>
              <a:off x="11643612" y="6661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t2621"/>
            <p:cNvSpPr/>
            <p:nvPr/>
          </p:nvSpPr>
          <p:spPr>
            <a:xfrm>
              <a:off x="11042525" y="6597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t2622"/>
            <p:cNvSpPr/>
            <p:nvPr/>
          </p:nvSpPr>
          <p:spPr>
            <a:xfrm>
              <a:off x="11110850" y="6598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t2623"/>
            <p:cNvSpPr/>
            <p:nvPr/>
          </p:nvSpPr>
          <p:spPr>
            <a:xfrm>
              <a:off x="11183105" y="6600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t2624"/>
            <p:cNvSpPr/>
            <p:nvPr/>
          </p:nvSpPr>
          <p:spPr>
            <a:xfrm>
              <a:off x="11042525" y="6583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t2625"/>
            <p:cNvSpPr/>
            <p:nvPr/>
          </p:nvSpPr>
          <p:spPr>
            <a:xfrm>
              <a:off x="11184295" y="6563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t2626"/>
            <p:cNvSpPr/>
            <p:nvPr/>
          </p:nvSpPr>
          <p:spPr>
            <a:xfrm>
              <a:off x="11042525" y="6644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t2627"/>
            <p:cNvSpPr/>
            <p:nvPr/>
          </p:nvSpPr>
          <p:spPr>
            <a:xfrm>
              <a:off x="11170171" y="6643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t2628"/>
            <p:cNvSpPr/>
            <p:nvPr/>
          </p:nvSpPr>
          <p:spPr>
            <a:xfrm>
              <a:off x="11042525" y="6658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t2629"/>
            <p:cNvSpPr/>
            <p:nvPr/>
          </p:nvSpPr>
          <p:spPr>
            <a:xfrm>
              <a:off x="11042525" y="6650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t2630"/>
            <p:cNvSpPr/>
            <p:nvPr/>
          </p:nvSpPr>
          <p:spPr>
            <a:xfrm>
              <a:off x="11183286" y="6645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t2631"/>
            <p:cNvSpPr/>
            <p:nvPr/>
          </p:nvSpPr>
          <p:spPr>
            <a:xfrm>
              <a:off x="11591620" y="6646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t2632"/>
            <p:cNvSpPr/>
            <p:nvPr/>
          </p:nvSpPr>
          <p:spPr>
            <a:xfrm>
              <a:off x="11042525" y="6659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t2633"/>
            <p:cNvSpPr/>
            <p:nvPr/>
          </p:nvSpPr>
          <p:spPr>
            <a:xfrm>
              <a:off x="11116442" y="6655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t2634"/>
            <p:cNvSpPr/>
            <p:nvPr/>
          </p:nvSpPr>
          <p:spPr>
            <a:xfrm>
              <a:off x="11182022" y="6663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t2635"/>
            <p:cNvSpPr/>
            <p:nvPr/>
          </p:nvSpPr>
          <p:spPr>
            <a:xfrm>
              <a:off x="11042525" y="6606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t2636"/>
            <p:cNvSpPr/>
            <p:nvPr/>
          </p:nvSpPr>
          <p:spPr>
            <a:xfrm>
              <a:off x="11042525" y="6602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t2637"/>
            <p:cNvSpPr/>
            <p:nvPr/>
          </p:nvSpPr>
          <p:spPr>
            <a:xfrm>
              <a:off x="11042525" y="6666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t2638"/>
            <p:cNvSpPr/>
            <p:nvPr/>
          </p:nvSpPr>
          <p:spPr>
            <a:xfrm>
              <a:off x="11241893" y="6662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t2639"/>
            <p:cNvSpPr/>
            <p:nvPr/>
          </p:nvSpPr>
          <p:spPr>
            <a:xfrm>
              <a:off x="11509096" y="6665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t2640"/>
            <p:cNvSpPr/>
            <p:nvPr/>
          </p:nvSpPr>
          <p:spPr>
            <a:xfrm>
              <a:off x="11042525" y="6641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t2641"/>
            <p:cNvSpPr/>
            <p:nvPr/>
          </p:nvSpPr>
          <p:spPr>
            <a:xfrm>
              <a:off x="11042525" y="6586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t2642"/>
            <p:cNvSpPr/>
            <p:nvPr/>
          </p:nvSpPr>
          <p:spPr>
            <a:xfrm>
              <a:off x="11196712" y="6621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t2643"/>
            <p:cNvSpPr/>
            <p:nvPr/>
          </p:nvSpPr>
          <p:spPr>
            <a:xfrm>
              <a:off x="11381857" y="6621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t2644"/>
            <p:cNvSpPr/>
            <p:nvPr/>
          </p:nvSpPr>
          <p:spPr>
            <a:xfrm>
              <a:off x="11042525" y="6664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t2645"/>
            <p:cNvSpPr/>
            <p:nvPr/>
          </p:nvSpPr>
          <p:spPr>
            <a:xfrm>
              <a:off x="11266076" y="6662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t2646"/>
            <p:cNvSpPr/>
            <p:nvPr/>
          </p:nvSpPr>
          <p:spPr>
            <a:xfrm>
              <a:off x="11042525" y="6664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t2647"/>
            <p:cNvSpPr/>
            <p:nvPr/>
          </p:nvSpPr>
          <p:spPr>
            <a:xfrm>
              <a:off x="11042525" y="6591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t2648"/>
            <p:cNvSpPr/>
            <p:nvPr/>
          </p:nvSpPr>
          <p:spPr>
            <a:xfrm>
              <a:off x="11376101" y="6504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t2649"/>
            <p:cNvSpPr/>
            <p:nvPr/>
          </p:nvSpPr>
          <p:spPr>
            <a:xfrm>
              <a:off x="11042525" y="6609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t2650"/>
            <p:cNvSpPr/>
            <p:nvPr/>
          </p:nvSpPr>
          <p:spPr>
            <a:xfrm>
              <a:off x="11202670" y="6613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t2651"/>
            <p:cNvSpPr/>
            <p:nvPr/>
          </p:nvSpPr>
          <p:spPr>
            <a:xfrm>
              <a:off x="11042525" y="6645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t2652"/>
            <p:cNvSpPr/>
            <p:nvPr/>
          </p:nvSpPr>
          <p:spPr>
            <a:xfrm>
              <a:off x="11042525" y="6608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t2653"/>
            <p:cNvSpPr/>
            <p:nvPr/>
          </p:nvSpPr>
          <p:spPr>
            <a:xfrm>
              <a:off x="11259373" y="6574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t2654"/>
            <p:cNvSpPr/>
            <p:nvPr/>
          </p:nvSpPr>
          <p:spPr>
            <a:xfrm>
              <a:off x="11042525" y="6643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t2655"/>
            <p:cNvSpPr/>
            <p:nvPr/>
          </p:nvSpPr>
          <p:spPr>
            <a:xfrm>
              <a:off x="11042525" y="6608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t2656"/>
            <p:cNvSpPr/>
            <p:nvPr/>
          </p:nvSpPr>
          <p:spPr>
            <a:xfrm>
              <a:off x="11241863" y="6580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t2657"/>
            <p:cNvSpPr/>
            <p:nvPr/>
          </p:nvSpPr>
          <p:spPr>
            <a:xfrm>
              <a:off x="11374834" y="6597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t2658"/>
            <p:cNvSpPr/>
            <p:nvPr/>
          </p:nvSpPr>
          <p:spPr>
            <a:xfrm>
              <a:off x="11505450" y="6566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t2659"/>
            <p:cNvSpPr/>
            <p:nvPr/>
          </p:nvSpPr>
          <p:spPr>
            <a:xfrm>
              <a:off x="11042525" y="6642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t2660"/>
            <p:cNvSpPr/>
            <p:nvPr/>
          </p:nvSpPr>
          <p:spPr>
            <a:xfrm>
              <a:off x="11187027" y="6607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t2661"/>
            <p:cNvSpPr/>
            <p:nvPr/>
          </p:nvSpPr>
          <p:spPr>
            <a:xfrm>
              <a:off x="11042525" y="6635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t2662"/>
            <p:cNvSpPr/>
            <p:nvPr/>
          </p:nvSpPr>
          <p:spPr>
            <a:xfrm>
              <a:off x="11112177" y="6642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t2663"/>
            <p:cNvSpPr/>
            <p:nvPr/>
          </p:nvSpPr>
          <p:spPr>
            <a:xfrm>
              <a:off x="11183467" y="6633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t2664"/>
            <p:cNvSpPr/>
            <p:nvPr/>
          </p:nvSpPr>
          <p:spPr>
            <a:xfrm>
              <a:off x="11371070" y="6641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t2665"/>
            <p:cNvSpPr/>
            <p:nvPr/>
          </p:nvSpPr>
          <p:spPr>
            <a:xfrm>
              <a:off x="11505388" y="6653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t2666"/>
            <p:cNvSpPr/>
            <p:nvPr/>
          </p:nvSpPr>
          <p:spPr>
            <a:xfrm>
              <a:off x="11042525" y="6626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t2667"/>
            <p:cNvSpPr/>
            <p:nvPr/>
          </p:nvSpPr>
          <p:spPr>
            <a:xfrm>
              <a:off x="11195800" y="6612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t2668"/>
            <p:cNvSpPr/>
            <p:nvPr/>
          </p:nvSpPr>
          <p:spPr>
            <a:xfrm>
              <a:off x="11273503" y="6608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t2669"/>
            <p:cNvSpPr/>
            <p:nvPr/>
          </p:nvSpPr>
          <p:spPr>
            <a:xfrm>
              <a:off x="11379844" y="6613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t2670"/>
            <p:cNvSpPr/>
            <p:nvPr/>
          </p:nvSpPr>
          <p:spPr>
            <a:xfrm>
              <a:off x="11519156" y="6626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t2671"/>
            <p:cNvSpPr/>
            <p:nvPr/>
          </p:nvSpPr>
          <p:spPr>
            <a:xfrm>
              <a:off x="11644699" y="6605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t2672"/>
            <p:cNvSpPr/>
            <p:nvPr/>
          </p:nvSpPr>
          <p:spPr>
            <a:xfrm>
              <a:off x="11777489" y="6616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t2673"/>
            <p:cNvSpPr/>
            <p:nvPr/>
          </p:nvSpPr>
          <p:spPr>
            <a:xfrm>
              <a:off x="11042525" y="6658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t2674"/>
            <p:cNvSpPr/>
            <p:nvPr/>
          </p:nvSpPr>
          <p:spPr>
            <a:xfrm>
              <a:off x="11178032" y="6659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t2675"/>
            <p:cNvSpPr/>
            <p:nvPr/>
          </p:nvSpPr>
          <p:spPr>
            <a:xfrm>
              <a:off x="11312453" y="6650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t2676"/>
            <p:cNvSpPr/>
            <p:nvPr/>
          </p:nvSpPr>
          <p:spPr>
            <a:xfrm>
              <a:off x="11042525" y="6635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t2677"/>
            <p:cNvSpPr/>
            <p:nvPr/>
          </p:nvSpPr>
          <p:spPr>
            <a:xfrm>
              <a:off x="11378164" y="6653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t2678"/>
            <p:cNvSpPr/>
            <p:nvPr/>
          </p:nvSpPr>
          <p:spPr>
            <a:xfrm>
              <a:off x="11042525" y="6653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t2679"/>
            <p:cNvSpPr/>
            <p:nvPr/>
          </p:nvSpPr>
          <p:spPr>
            <a:xfrm>
              <a:off x="11184430" y="6655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t2680"/>
            <p:cNvSpPr/>
            <p:nvPr/>
          </p:nvSpPr>
          <p:spPr>
            <a:xfrm>
              <a:off x="11355444" y="6640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t2681"/>
            <p:cNvSpPr/>
            <p:nvPr/>
          </p:nvSpPr>
          <p:spPr>
            <a:xfrm>
              <a:off x="11582351" y="6638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t2682"/>
            <p:cNvSpPr/>
            <p:nvPr/>
          </p:nvSpPr>
          <p:spPr>
            <a:xfrm>
              <a:off x="11042525" y="6596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t2683"/>
            <p:cNvSpPr/>
            <p:nvPr/>
          </p:nvSpPr>
          <p:spPr>
            <a:xfrm>
              <a:off x="11239041" y="6609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t2684"/>
            <p:cNvSpPr/>
            <p:nvPr/>
          </p:nvSpPr>
          <p:spPr>
            <a:xfrm>
              <a:off x="11042525" y="6620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t2685"/>
            <p:cNvSpPr/>
            <p:nvPr/>
          </p:nvSpPr>
          <p:spPr>
            <a:xfrm>
              <a:off x="11182001" y="6591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t2686"/>
            <p:cNvSpPr/>
            <p:nvPr/>
          </p:nvSpPr>
          <p:spPr>
            <a:xfrm>
              <a:off x="11451929" y="6501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t2687"/>
            <p:cNvSpPr/>
            <p:nvPr/>
          </p:nvSpPr>
          <p:spPr>
            <a:xfrm>
              <a:off x="11245424" y="66659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t2688"/>
            <p:cNvSpPr/>
            <p:nvPr/>
          </p:nvSpPr>
          <p:spPr>
            <a:xfrm>
              <a:off x="11042525" y="6633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t2689"/>
            <p:cNvSpPr/>
            <p:nvPr/>
          </p:nvSpPr>
          <p:spPr>
            <a:xfrm>
              <a:off x="11042525" y="6648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t2690"/>
            <p:cNvSpPr/>
            <p:nvPr/>
          </p:nvSpPr>
          <p:spPr>
            <a:xfrm>
              <a:off x="11247597" y="6651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t2691"/>
            <p:cNvSpPr/>
            <p:nvPr/>
          </p:nvSpPr>
          <p:spPr>
            <a:xfrm>
              <a:off x="11042525" y="6592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t2692"/>
            <p:cNvSpPr/>
            <p:nvPr/>
          </p:nvSpPr>
          <p:spPr>
            <a:xfrm>
              <a:off x="11245242" y="6551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t2693"/>
            <p:cNvSpPr/>
            <p:nvPr/>
          </p:nvSpPr>
          <p:spPr>
            <a:xfrm>
              <a:off x="11373285" y="6533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t2694"/>
            <p:cNvSpPr/>
            <p:nvPr/>
          </p:nvSpPr>
          <p:spPr>
            <a:xfrm>
              <a:off x="11505025" y="6542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t2695"/>
            <p:cNvSpPr/>
            <p:nvPr/>
          </p:nvSpPr>
          <p:spPr>
            <a:xfrm>
              <a:off x="11714989" y="649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t2696"/>
            <p:cNvSpPr/>
            <p:nvPr/>
          </p:nvSpPr>
          <p:spPr>
            <a:xfrm>
              <a:off x="11830388" y="6464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t2697"/>
            <p:cNvSpPr/>
            <p:nvPr/>
          </p:nvSpPr>
          <p:spPr>
            <a:xfrm>
              <a:off x="11903897" y="6502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t2698"/>
            <p:cNvSpPr/>
            <p:nvPr/>
          </p:nvSpPr>
          <p:spPr>
            <a:xfrm>
              <a:off x="11042525" y="6588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t2699"/>
            <p:cNvSpPr/>
            <p:nvPr/>
          </p:nvSpPr>
          <p:spPr>
            <a:xfrm>
              <a:off x="11187227" y="6574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t2700"/>
            <p:cNvSpPr/>
            <p:nvPr/>
          </p:nvSpPr>
          <p:spPr>
            <a:xfrm>
              <a:off x="11042525" y="6589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t2701"/>
            <p:cNvSpPr/>
            <p:nvPr/>
          </p:nvSpPr>
          <p:spPr>
            <a:xfrm>
              <a:off x="11254300" y="6591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t2702"/>
            <p:cNvSpPr/>
            <p:nvPr/>
          </p:nvSpPr>
          <p:spPr>
            <a:xfrm>
              <a:off x="11042525" y="6632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t2703"/>
            <p:cNvSpPr/>
            <p:nvPr/>
          </p:nvSpPr>
          <p:spPr>
            <a:xfrm>
              <a:off x="11042525" y="6625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t2704"/>
            <p:cNvSpPr/>
            <p:nvPr/>
          </p:nvSpPr>
          <p:spPr>
            <a:xfrm>
              <a:off x="11184538" y="6631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t2705"/>
            <p:cNvSpPr/>
            <p:nvPr/>
          </p:nvSpPr>
          <p:spPr>
            <a:xfrm>
              <a:off x="11320061" y="6624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t2706"/>
            <p:cNvSpPr/>
            <p:nvPr/>
          </p:nvSpPr>
          <p:spPr>
            <a:xfrm>
              <a:off x="11451921" y="6615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t2707"/>
            <p:cNvSpPr/>
            <p:nvPr/>
          </p:nvSpPr>
          <p:spPr>
            <a:xfrm>
              <a:off x="11042525" y="6625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t2708"/>
            <p:cNvSpPr/>
            <p:nvPr/>
          </p:nvSpPr>
          <p:spPr>
            <a:xfrm>
              <a:off x="11042525" y="6596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t2709"/>
            <p:cNvSpPr/>
            <p:nvPr/>
          </p:nvSpPr>
          <p:spPr>
            <a:xfrm>
              <a:off x="11252980" y="6616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t2710"/>
            <p:cNvSpPr/>
            <p:nvPr/>
          </p:nvSpPr>
          <p:spPr>
            <a:xfrm>
              <a:off x="11042525" y="6620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t2711"/>
            <p:cNvSpPr/>
            <p:nvPr/>
          </p:nvSpPr>
          <p:spPr>
            <a:xfrm>
              <a:off x="11400759" y="6632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t2712"/>
            <p:cNvSpPr/>
            <p:nvPr/>
          </p:nvSpPr>
          <p:spPr>
            <a:xfrm>
              <a:off x="11042525" y="6623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t2713"/>
            <p:cNvSpPr/>
            <p:nvPr/>
          </p:nvSpPr>
          <p:spPr>
            <a:xfrm>
              <a:off x="11042525" y="6609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t2714"/>
            <p:cNvSpPr/>
            <p:nvPr/>
          </p:nvSpPr>
          <p:spPr>
            <a:xfrm>
              <a:off x="11042525" y="6607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t2715"/>
            <p:cNvSpPr/>
            <p:nvPr/>
          </p:nvSpPr>
          <p:spPr>
            <a:xfrm>
              <a:off x="11241532" y="6602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t2716"/>
            <p:cNvSpPr/>
            <p:nvPr/>
          </p:nvSpPr>
          <p:spPr>
            <a:xfrm>
              <a:off x="11042525" y="6625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t2717"/>
            <p:cNvSpPr/>
            <p:nvPr/>
          </p:nvSpPr>
          <p:spPr>
            <a:xfrm>
              <a:off x="11310992" y="6617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t2718"/>
            <p:cNvSpPr/>
            <p:nvPr/>
          </p:nvSpPr>
          <p:spPr>
            <a:xfrm>
              <a:off x="11717391" y="6598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t2719"/>
            <p:cNvSpPr/>
            <p:nvPr/>
          </p:nvSpPr>
          <p:spPr>
            <a:xfrm>
              <a:off x="11042525" y="6650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t2720"/>
            <p:cNvSpPr/>
            <p:nvPr/>
          </p:nvSpPr>
          <p:spPr>
            <a:xfrm>
              <a:off x="11042525" y="6609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t2721"/>
            <p:cNvSpPr/>
            <p:nvPr/>
          </p:nvSpPr>
          <p:spPr>
            <a:xfrm>
              <a:off x="11042525" y="6621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t2722"/>
            <p:cNvSpPr/>
            <p:nvPr/>
          </p:nvSpPr>
          <p:spPr>
            <a:xfrm>
              <a:off x="11042525" y="6666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t2723"/>
            <p:cNvSpPr/>
            <p:nvPr/>
          </p:nvSpPr>
          <p:spPr>
            <a:xfrm>
              <a:off x="11042525" y="6661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t2724"/>
            <p:cNvSpPr/>
            <p:nvPr/>
          </p:nvSpPr>
          <p:spPr>
            <a:xfrm>
              <a:off x="11245685" y="6656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t2725"/>
            <p:cNvSpPr/>
            <p:nvPr/>
          </p:nvSpPr>
          <p:spPr>
            <a:xfrm>
              <a:off x="11376120" y="666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t2726"/>
            <p:cNvSpPr/>
            <p:nvPr/>
          </p:nvSpPr>
          <p:spPr>
            <a:xfrm>
              <a:off x="11638077" y="6632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t2727"/>
            <p:cNvSpPr/>
            <p:nvPr/>
          </p:nvSpPr>
          <p:spPr>
            <a:xfrm>
              <a:off x="11042525" y="6609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t2728"/>
            <p:cNvSpPr/>
            <p:nvPr/>
          </p:nvSpPr>
          <p:spPr>
            <a:xfrm>
              <a:off x="11113539" y="6591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t2729"/>
            <p:cNvSpPr/>
            <p:nvPr/>
          </p:nvSpPr>
          <p:spPr>
            <a:xfrm>
              <a:off x="11042525" y="6589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t2730"/>
            <p:cNvSpPr/>
            <p:nvPr/>
          </p:nvSpPr>
          <p:spPr>
            <a:xfrm>
              <a:off x="11180500" y="6608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t2731"/>
            <p:cNvSpPr/>
            <p:nvPr/>
          </p:nvSpPr>
          <p:spPr>
            <a:xfrm>
              <a:off x="11454232" y="6589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t2732"/>
            <p:cNvSpPr/>
            <p:nvPr/>
          </p:nvSpPr>
          <p:spPr>
            <a:xfrm>
              <a:off x="11042525" y="6587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t2733"/>
            <p:cNvSpPr/>
            <p:nvPr/>
          </p:nvSpPr>
          <p:spPr>
            <a:xfrm>
              <a:off x="11115988" y="6579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t2734"/>
            <p:cNvSpPr/>
            <p:nvPr/>
          </p:nvSpPr>
          <p:spPr>
            <a:xfrm>
              <a:off x="11042525" y="6601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t2735"/>
            <p:cNvSpPr/>
            <p:nvPr/>
          </p:nvSpPr>
          <p:spPr>
            <a:xfrm>
              <a:off x="11177194" y="6589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t2736"/>
            <p:cNvSpPr/>
            <p:nvPr/>
          </p:nvSpPr>
          <p:spPr>
            <a:xfrm>
              <a:off x="11042525" y="6640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t2737"/>
            <p:cNvSpPr/>
            <p:nvPr/>
          </p:nvSpPr>
          <p:spPr>
            <a:xfrm>
              <a:off x="11042525" y="6637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t2738"/>
            <p:cNvSpPr/>
            <p:nvPr/>
          </p:nvSpPr>
          <p:spPr>
            <a:xfrm>
              <a:off x="11042525" y="6627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t2739"/>
            <p:cNvSpPr/>
            <p:nvPr/>
          </p:nvSpPr>
          <p:spPr>
            <a:xfrm>
              <a:off x="11042525" y="6636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t2740"/>
            <p:cNvSpPr/>
            <p:nvPr/>
          </p:nvSpPr>
          <p:spPr>
            <a:xfrm>
              <a:off x="11241438" y="6610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t2741"/>
            <p:cNvSpPr/>
            <p:nvPr/>
          </p:nvSpPr>
          <p:spPr>
            <a:xfrm>
              <a:off x="11042525" y="6640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t2742"/>
            <p:cNvSpPr/>
            <p:nvPr/>
          </p:nvSpPr>
          <p:spPr>
            <a:xfrm>
              <a:off x="11241598" y="6622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t2743"/>
            <p:cNvSpPr/>
            <p:nvPr/>
          </p:nvSpPr>
          <p:spPr>
            <a:xfrm>
              <a:off x="11373301" y="6638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t2744"/>
            <p:cNvSpPr/>
            <p:nvPr/>
          </p:nvSpPr>
          <p:spPr>
            <a:xfrm>
              <a:off x="11505185" y="6603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t2745"/>
            <p:cNvSpPr/>
            <p:nvPr/>
          </p:nvSpPr>
          <p:spPr>
            <a:xfrm>
              <a:off x="11770040" y="6625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t2746"/>
            <p:cNvSpPr/>
            <p:nvPr/>
          </p:nvSpPr>
          <p:spPr>
            <a:xfrm>
              <a:off x="11042525" y="6620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t2747"/>
            <p:cNvSpPr/>
            <p:nvPr/>
          </p:nvSpPr>
          <p:spPr>
            <a:xfrm>
              <a:off x="11042525" y="6651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t2748"/>
            <p:cNvSpPr/>
            <p:nvPr/>
          </p:nvSpPr>
          <p:spPr>
            <a:xfrm>
              <a:off x="11170592" y="6660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t2749"/>
            <p:cNvSpPr/>
            <p:nvPr/>
          </p:nvSpPr>
          <p:spPr>
            <a:xfrm>
              <a:off x="11042525" y="6585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t2750"/>
            <p:cNvSpPr/>
            <p:nvPr/>
          </p:nvSpPr>
          <p:spPr>
            <a:xfrm>
              <a:off x="11189540" y="6584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t2751"/>
            <p:cNvSpPr/>
            <p:nvPr/>
          </p:nvSpPr>
          <p:spPr>
            <a:xfrm>
              <a:off x="11042525" y="6617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t2752"/>
            <p:cNvSpPr/>
            <p:nvPr/>
          </p:nvSpPr>
          <p:spPr>
            <a:xfrm>
              <a:off x="11042525" y="6628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t2753"/>
            <p:cNvSpPr/>
            <p:nvPr/>
          </p:nvSpPr>
          <p:spPr>
            <a:xfrm>
              <a:off x="11042525" y="6640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t2754"/>
            <p:cNvSpPr/>
            <p:nvPr/>
          </p:nvSpPr>
          <p:spPr>
            <a:xfrm>
              <a:off x="11109417" y="6642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t2755"/>
            <p:cNvSpPr/>
            <p:nvPr/>
          </p:nvSpPr>
          <p:spPr>
            <a:xfrm>
              <a:off x="11042525" y="6654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t2756"/>
            <p:cNvSpPr/>
            <p:nvPr/>
          </p:nvSpPr>
          <p:spPr>
            <a:xfrm>
              <a:off x="11241575" y="6641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t2757"/>
            <p:cNvSpPr/>
            <p:nvPr/>
          </p:nvSpPr>
          <p:spPr>
            <a:xfrm>
              <a:off x="11379256" y="6656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t2758"/>
            <p:cNvSpPr/>
            <p:nvPr/>
          </p:nvSpPr>
          <p:spPr>
            <a:xfrm>
              <a:off x="11511140" y="6651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t2759"/>
            <p:cNvSpPr/>
            <p:nvPr/>
          </p:nvSpPr>
          <p:spPr>
            <a:xfrm>
              <a:off x="11675814" y="6650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t2760"/>
            <p:cNvSpPr/>
            <p:nvPr/>
          </p:nvSpPr>
          <p:spPr>
            <a:xfrm>
              <a:off x="11800052" y="6656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t2761"/>
            <p:cNvSpPr/>
            <p:nvPr/>
          </p:nvSpPr>
          <p:spPr>
            <a:xfrm>
              <a:off x="11042525" y="6655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t2762"/>
            <p:cNvSpPr/>
            <p:nvPr/>
          </p:nvSpPr>
          <p:spPr>
            <a:xfrm>
              <a:off x="11120102" y="6634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t2763"/>
            <p:cNvSpPr/>
            <p:nvPr/>
          </p:nvSpPr>
          <p:spPr>
            <a:xfrm>
              <a:off x="11190713" y="6629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t2764"/>
            <p:cNvSpPr/>
            <p:nvPr/>
          </p:nvSpPr>
          <p:spPr>
            <a:xfrm>
              <a:off x="11257924" y="6645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t2765"/>
            <p:cNvSpPr/>
            <p:nvPr/>
          </p:nvSpPr>
          <p:spPr>
            <a:xfrm>
              <a:off x="11042525" y="6605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t2766"/>
            <p:cNvSpPr/>
            <p:nvPr/>
          </p:nvSpPr>
          <p:spPr>
            <a:xfrm>
              <a:off x="11181006" y="6610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t2767"/>
            <p:cNvSpPr/>
            <p:nvPr/>
          </p:nvSpPr>
          <p:spPr>
            <a:xfrm>
              <a:off x="11042525" y="6674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t2768"/>
            <p:cNvSpPr/>
            <p:nvPr/>
          </p:nvSpPr>
          <p:spPr>
            <a:xfrm>
              <a:off x="11042525" y="6655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t2769"/>
            <p:cNvSpPr/>
            <p:nvPr/>
          </p:nvSpPr>
          <p:spPr>
            <a:xfrm>
              <a:off x="11042525" y="6670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t2770"/>
            <p:cNvSpPr/>
            <p:nvPr/>
          </p:nvSpPr>
          <p:spPr>
            <a:xfrm>
              <a:off x="11314808" y="6665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t2771"/>
            <p:cNvSpPr/>
            <p:nvPr/>
          </p:nvSpPr>
          <p:spPr>
            <a:xfrm>
              <a:off x="11042525" y="6582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t2772"/>
            <p:cNvSpPr/>
            <p:nvPr/>
          </p:nvSpPr>
          <p:spPr>
            <a:xfrm>
              <a:off x="11042525" y="6597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t2773"/>
            <p:cNvSpPr/>
            <p:nvPr/>
          </p:nvSpPr>
          <p:spPr>
            <a:xfrm>
              <a:off x="11179153" y="6564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t2774"/>
            <p:cNvSpPr/>
            <p:nvPr/>
          </p:nvSpPr>
          <p:spPr>
            <a:xfrm>
              <a:off x="11314786" y="6576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t2775"/>
            <p:cNvSpPr/>
            <p:nvPr/>
          </p:nvSpPr>
          <p:spPr>
            <a:xfrm>
              <a:off x="11042525" y="6649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t2776"/>
            <p:cNvSpPr/>
            <p:nvPr/>
          </p:nvSpPr>
          <p:spPr>
            <a:xfrm>
              <a:off x="11189989" y="6642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t2777"/>
            <p:cNvSpPr/>
            <p:nvPr/>
          </p:nvSpPr>
          <p:spPr>
            <a:xfrm>
              <a:off x="11042525" y="6611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t2778"/>
            <p:cNvSpPr/>
            <p:nvPr/>
          </p:nvSpPr>
          <p:spPr>
            <a:xfrm>
              <a:off x="11123535" y="6622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t2779"/>
            <p:cNvSpPr/>
            <p:nvPr/>
          </p:nvSpPr>
          <p:spPr>
            <a:xfrm>
              <a:off x="11191981" y="6616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t2780"/>
            <p:cNvSpPr/>
            <p:nvPr/>
          </p:nvSpPr>
          <p:spPr>
            <a:xfrm>
              <a:off x="11260641" y="6613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t2781"/>
            <p:cNvSpPr/>
            <p:nvPr/>
          </p:nvSpPr>
          <p:spPr>
            <a:xfrm>
              <a:off x="11377188" y="6608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t2782"/>
            <p:cNvSpPr/>
            <p:nvPr/>
          </p:nvSpPr>
          <p:spPr>
            <a:xfrm>
              <a:off x="11042525" y="6628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t2783"/>
            <p:cNvSpPr/>
            <p:nvPr/>
          </p:nvSpPr>
          <p:spPr>
            <a:xfrm>
              <a:off x="11316257" y="6619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t2784"/>
            <p:cNvSpPr/>
            <p:nvPr/>
          </p:nvSpPr>
          <p:spPr>
            <a:xfrm>
              <a:off x="11042525" y="6640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t2785"/>
            <p:cNvSpPr/>
            <p:nvPr/>
          </p:nvSpPr>
          <p:spPr>
            <a:xfrm>
              <a:off x="11185262" y="6676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t2786"/>
            <p:cNvSpPr/>
            <p:nvPr/>
          </p:nvSpPr>
          <p:spPr>
            <a:xfrm>
              <a:off x="11042525" y="6632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t2787"/>
            <p:cNvSpPr/>
            <p:nvPr/>
          </p:nvSpPr>
          <p:spPr>
            <a:xfrm>
              <a:off x="11176740" y="6610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t2788"/>
            <p:cNvSpPr/>
            <p:nvPr/>
          </p:nvSpPr>
          <p:spPr>
            <a:xfrm>
              <a:off x="11440149" y="6599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t2789"/>
            <p:cNvSpPr/>
            <p:nvPr/>
          </p:nvSpPr>
          <p:spPr>
            <a:xfrm>
              <a:off x="11042525" y="6634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t2790"/>
            <p:cNvSpPr/>
            <p:nvPr/>
          </p:nvSpPr>
          <p:spPr>
            <a:xfrm>
              <a:off x="11197960" y="6625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t2791"/>
            <p:cNvSpPr/>
            <p:nvPr/>
          </p:nvSpPr>
          <p:spPr>
            <a:xfrm>
              <a:off x="11042525" y="6670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t2792"/>
            <p:cNvSpPr/>
            <p:nvPr/>
          </p:nvSpPr>
          <p:spPr>
            <a:xfrm>
              <a:off x="11322570" y="6672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t2793"/>
            <p:cNvSpPr/>
            <p:nvPr/>
          </p:nvSpPr>
          <p:spPr>
            <a:xfrm>
              <a:off x="11451402" y="667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t2794"/>
            <p:cNvSpPr/>
            <p:nvPr/>
          </p:nvSpPr>
          <p:spPr>
            <a:xfrm>
              <a:off x="11042525" y="6636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t2795"/>
            <p:cNvSpPr/>
            <p:nvPr/>
          </p:nvSpPr>
          <p:spPr>
            <a:xfrm>
              <a:off x="11242706" y="6611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t2796"/>
            <p:cNvSpPr/>
            <p:nvPr/>
          </p:nvSpPr>
          <p:spPr>
            <a:xfrm>
              <a:off x="11463253" y="6609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t2797"/>
            <p:cNvSpPr/>
            <p:nvPr/>
          </p:nvSpPr>
          <p:spPr>
            <a:xfrm>
              <a:off x="11186755" y="6621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t2798"/>
            <p:cNvSpPr/>
            <p:nvPr/>
          </p:nvSpPr>
          <p:spPr>
            <a:xfrm>
              <a:off x="11314626" y="6628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t2799"/>
            <p:cNvSpPr/>
            <p:nvPr/>
          </p:nvSpPr>
          <p:spPr>
            <a:xfrm>
              <a:off x="11446370" y="6626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t2800"/>
            <p:cNvSpPr/>
            <p:nvPr/>
          </p:nvSpPr>
          <p:spPr>
            <a:xfrm>
              <a:off x="11572235" y="6629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t2801"/>
            <p:cNvSpPr/>
            <p:nvPr/>
          </p:nvSpPr>
          <p:spPr>
            <a:xfrm>
              <a:off x="11042525" y="6655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t2802"/>
            <p:cNvSpPr/>
            <p:nvPr/>
          </p:nvSpPr>
          <p:spPr>
            <a:xfrm>
              <a:off x="11123617" y="6653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t2803"/>
            <p:cNvSpPr/>
            <p:nvPr/>
          </p:nvSpPr>
          <p:spPr>
            <a:xfrm>
              <a:off x="11042525" y="6628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t2804"/>
            <p:cNvSpPr/>
            <p:nvPr/>
          </p:nvSpPr>
          <p:spPr>
            <a:xfrm>
              <a:off x="11186909" y="6644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t2805"/>
            <p:cNvSpPr/>
            <p:nvPr/>
          </p:nvSpPr>
          <p:spPr>
            <a:xfrm>
              <a:off x="11242706" y="6638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t2806"/>
            <p:cNvSpPr/>
            <p:nvPr/>
          </p:nvSpPr>
          <p:spPr>
            <a:xfrm>
              <a:off x="11320424" y="6641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t2807"/>
            <p:cNvSpPr/>
            <p:nvPr/>
          </p:nvSpPr>
          <p:spPr>
            <a:xfrm>
              <a:off x="11042525" y="6586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t2808"/>
            <p:cNvSpPr/>
            <p:nvPr/>
          </p:nvSpPr>
          <p:spPr>
            <a:xfrm>
              <a:off x="11042525" y="6599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t2809"/>
            <p:cNvSpPr/>
            <p:nvPr/>
          </p:nvSpPr>
          <p:spPr>
            <a:xfrm>
              <a:off x="11376221" y="6602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t2810"/>
            <p:cNvSpPr/>
            <p:nvPr/>
          </p:nvSpPr>
          <p:spPr>
            <a:xfrm>
              <a:off x="11511728" y="6623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t2811"/>
            <p:cNvSpPr/>
            <p:nvPr/>
          </p:nvSpPr>
          <p:spPr>
            <a:xfrm>
              <a:off x="11660098" y="6600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t2812"/>
            <p:cNvSpPr/>
            <p:nvPr/>
          </p:nvSpPr>
          <p:spPr>
            <a:xfrm>
              <a:off x="11837091" y="6616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t2813"/>
            <p:cNvSpPr/>
            <p:nvPr/>
          </p:nvSpPr>
          <p:spPr>
            <a:xfrm>
              <a:off x="11042525" y="6616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t2814"/>
            <p:cNvSpPr/>
            <p:nvPr/>
          </p:nvSpPr>
          <p:spPr>
            <a:xfrm>
              <a:off x="11042525" y="6626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t2815"/>
            <p:cNvSpPr/>
            <p:nvPr/>
          </p:nvSpPr>
          <p:spPr>
            <a:xfrm>
              <a:off x="11244880" y="6576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t2816"/>
            <p:cNvSpPr/>
            <p:nvPr/>
          </p:nvSpPr>
          <p:spPr>
            <a:xfrm>
              <a:off x="11042525" y="6637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t2817"/>
            <p:cNvSpPr/>
            <p:nvPr/>
          </p:nvSpPr>
          <p:spPr>
            <a:xfrm>
              <a:off x="11110097" y="6619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t2818"/>
            <p:cNvSpPr/>
            <p:nvPr/>
          </p:nvSpPr>
          <p:spPr>
            <a:xfrm>
              <a:off x="11042525" y="6605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t2819"/>
            <p:cNvSpPr/>
            <p:nvPr/>
          </p:nvSpPr>
          <p:spPr>
            <a:xfrm>
              <a:off x="11332742" y="6608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t2820"/>
            <p:cNvSpPr/>
            <p:nvPr/>
          </p:nvSpPr>
          <p:spPr>
            <a:xfrm>
              <a:off x="11042525" y="6629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t2821"/>
            <p:cNvSpPr/>
            <p:nvPr/>
          </p:nvSpPr>
          <p:spPr>
            <a:xfrm>
              <a:off x="11174228" y="6633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t2822"/>
            <p:cNvSpPr/>
            <p:nvPr/>
          </p:nvSpPr>
          <p:spPr>
            <a:xfrm>
              <a:off x="11306112" y="6626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t2823"/>
            <p:cNvSpPr/>
            <p:nvPr/>
          </p:nvSpPr>
          <p:spPr>
            <a:xfrm>
              <a:off x="11473322" y="6609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t2824"/>
            <p:cNvSpPr/>
            <p:nvPr/>
          </p:nvSpPr>
          <p:spPr>
            <a:xfrm>
              <a:off x="11577308" y="6610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t2825"/>
            <p:cNvSpPr/>
            <p:nvPr/>
          </p:nvSpPr>
          <p:spPr>
            <a:xfrm>
              <a:off x="11042525" y="6623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t2826"/>
            <p:cNvSpPr/>
            <p:nvPr/>
          </p:nvSpPr>
          <p:spPr>
            <a:xfrm>
              <a:off x="11175587" y="6598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t2827"/>
            <p:cNvSpPr/>
            <p:nvPr/>
          </p:nvSpPr>
          <p:spPr>
            <a:xfrm>
              <a:off x="11042525" y="6589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t2828"/>
            <p:cNvSpPr/>
            <p:nvPr/>
          </p:nvSpPr>
          <p:spPr>
            <a:xfrm>
              <a:off x="11042525" y="6613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t2829"/>
            <p:cNvSpPr/>
            <p:nvPr/>
          </p:nvSpPr>
          <p:spPr>
            <a:xfrm>
              <a:off x="11042525" y="6662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t2830"/>
            <p:cNvSpPr/>
            <p:nvPr/>
          </p:nvSpPr>
          <p:spPr>
            <a:xfrm>
              <a:off x="11265351" y="6667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t2831"/>
            <p:cNvSpPr/>
            <p:nvPr/>
          </p:nvSpPr>
          <p:spPr>
            <a:xfrm>
              <a:off x="11042525" y="6582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t2832"/>
            <p:cNvSpPr/>
            <p:nvPr/>
          </p:nvSpPr>
          <p:spPr>
            <a:xfrm>
              <a:off x="11186728" y="6596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t2833"/>
            <p:cNvSpPr/>
            <p:nvPr/>
          </p:nvSpPr>
          <p:spPr>
            <a:xfrm>
              <a:off x="11313902" y="6595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t2834"/>
            <p:cNvSpPr/>
            <p:nvPr/>
          </p:nvSpPr>
          <p:spPr>
            <a:xfrm>
              <a:off x="11451583" y="6596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t2835"/>
            <p:cNvSpPr/>
            <p:nvPr/>
          </p:nvSpPr>
          <p:spPr>
            <a:xfrm>
              <a:off x="11581656" y="6590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t2836"/>
            <p:cNvSpPr/>
            <p:nvPr/>
          </p:nvSpPr>
          <p:spPr>
            <a:xfrm>
              <a:off x="11042525" y="6648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t2837"/>
            <p:cNvSpPr/>
            <p:nvPr/>
          </p:nvSpPr>
          <p:spPr>
            <a:xfrm>
              <a:off x="11181507" y="6644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t2838"/>
            <p:cNvSpPr/>
            <p:nvPr/>
          </p:nvSpPr>
          <p:spPr>
            <a:xfrm>
              <a:off x="11313358" y="6632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t2839"/>
            <p:cNvSpPr/>
            <p:nvPr/>
          </p:nvSpPr>
          <p:spPr>
            <a:xfrm>
              <a:off x="11042525" y="6616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t2840"/>
            <p:cNvSpPr/>
            <p:nvPr/>
          </p:nvSpPr>
          <p:spPr>
            <a:xfrm>
              <a:off x="11042525" y="6591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t2841"/>
            <p:cNvSpPr/>
            <p:nvPr/>
          </p:nvSpPr>
          <p:spPr>
            <a:xfrm>
              <a:off x="11313540" y="6616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t2842"/>
            <p:cNvSpPr/>
            <p:nvPr/>
          </p:nvSpPr>
          <p:spPr>
            <a:xfrm>
              <a:off x="11042525" y="6596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t2843"/>
            <p:cNvSpPr/>
            <p:nvPr/>
          </p:nvSpPr>
          <p:spPr>
            <a:xfrm>
              <a:off x="11042525" y="6656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t2844"/>
            <p:cNvSpPr/>
            <p:nvPr/>
          </p:nvSpPr>
          <p:spPr>
            <a:xfrm>
              <a:off x="11113508" y="6651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t2845"/>
            <p:cNvSpPr/>
            <p:nvPr/>
          </p:nvSpPr>
          <p:spPr>
            <a:xfrm>
              <a:off x="11364595" y="6665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t2846"/>
            <p:cNvSpPr/>
            <p:nvPr/>
          </p:nvSpPr>
          <p:spPr>
            <a:xfrm>
              <a:off x="11042525" y="6657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t2847"/>
            <p:cNvSpPr/>
            <p:nvPr/>
          </p:nvSpPr>
          <p:spPr>
            <a:xfrm>
              <a:off x="11042525" y="6647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t2848"/>
            <p:cNvSpPr/>
            <p:nvPr/>
          </p:nvSpPr>
          <p:spPr>
            <a:xfrm>
              <a:off x="11241619" y="6642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t2849"/>
            <p:cNvSpPr/>
            <p:nvPr/>
          </p:nvSpPr>
          <p:spPr>
            <a:xfrm>
              <a:off x="11042525" y="6651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t2850"/>
            <p:cNvSpPr/>
            <p:nvPr/>
          </p:nvSpPr>
          <p:spPr>
            <a:xfrm>
              <a:off x="11042525" y="6609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t2851"/>
            <p:cNvSpPr/>
            <p:nvPr/>
          </p:nvSpPr>
          <p:spPr>
            <a:xfrm>
              <a:off x="11109154" y="6654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t2852"/>
            <p:cNvSpPr/>
            <p:nvPr/>
          </p:nvSpPr>
          <p:spPr>
            <a:xfrm>
              <a:off x="11042525" y="6620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t2853"/>
            <p:cNvSpPr/>
            <p:nvPr/>
          </p:nvSpPr>
          <p:spPr>
            <a:xfrm>
              <a:off x="11249047" y="6625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t2854"/>
            <p:cNvSpPr/>
            <p:nvPr/>
          </p:nvSpPr>
          <p:spPr>
            <a:xfrm>
              <a:off x="11377851" y="6620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t2855"/>
            <p:cNvSpPr/>
            <p:nvPr/>
          </p:nvSpPr>
          <p:spPr>
            <a:xfrm>
              <a:off x="11042525" y="6655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t2856"/>
            <p:cNvSpPr/>
            <p:nvPr/>
          </p:nvSpPr>
          <p:spPr>
            <a:xfrm>
              <a:off x="11202489" y="6654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t2857"/>
            <p:cNvSpPr/>
            <p:nvPr/>
          </p:nvSpPr>
          <p:spPr>
            <a:xfrm>
              <a:off x="11316438" y="6647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t2858"/>
            <p:cNvSpPr/>
            <p:nvPr/>
          </p:nvSpPr>
          <p:spPr>
            <a:xfrm>
              <a:off x="11456837" y="6638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t2859"/>
            <p:cNvSpPr/>
            <p:nvPr/>
          </p:nvSpPr>
          <p:spPr>
            <a:xfrm>
              <a:off x="11042525" y="6600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t2860"/>
            <p:cNvSpPr/>
            <p:nvPr/>
          </p:nvSpPr>
          <p:spPr>
            <a:xfrm>
              <a:off x="11042525" y="6618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t2861"/>
            <p:cNvSpPr/>
            <p:nvPr/>
          </p:nvSpPr>
          <p:spPr>
            <a:xfrm>
              <a:off x="11203394" y="6612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t2862"/>
            <p:cNvSpPr/>
            <p:nvPr/>
          </p:nvSpPr>
          <p:spPr>
            <a:xfrm>
              <a:off x="11042525" y="6647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t2863"/>
            <p:cNvSpPr/>
            <p:nvPr/>
          </p:nvSpPr>
          <p:spPr>
            <a:xfrm>
              <a:off x="11177670" y="6638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t2864"/>
            <p:cNvSpPr/>
            <p:nvPr/>
          </p:nvSpPr>
          <p:spPr>
            <a:xfrm>
              <a:off x="11042525" y="6642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t2865"/>
            <p:cNvSpPr/>
            <p:nvPr/>
          </p:nvSpPr>
          <p:spPr>
            <a:xfrm>
              <a:off x="11236366" y="6642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t2866"/>
            <p:cNvSpPr/>
            <p:nvPr/>
          </p:nvSpPr>
          <p:spPr>
            <a:xfrm>
              <a:off x="11379588" y="6639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t2867"/>
            <p:cNvSpPr/>
            <p:nvPr/>
          </p:nvSpPr>
          <p:spPr>
            <a:xfrm>
              <a:off x="11577308" y="6645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t2868"/>
            <p:cNvSpPr/>
            <p:nvPr/>
          </p:nvSpPr>
          <p:spPr>
            <a:xfrm>
              <a:off x="11042525" y="6605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t2869"/>
            <p:cNvSpPr/>
            <p:nvPr/>
          </p:nvSpPr>
          <p:spPr>
            <a:xfrm>
              <a:off x="11042525" y="6629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t2870"/>
            <p:cNvSpPr/>
            <p:nvPr/>
          </p:nvSpPr>
          <p:spPr>
            <a:xfrm>
              <a:off x="11175790" y="6628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t2871"/>
            <p:cNvSpPr/>
            <p:nvPr/>
          </p:nvSpPr>
          <p:spPr>
            <a:xfrm>
              <a:off x="11042525" y="6591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t2872"/>
            <p:cNvSpPr/>
            <p:nvPr/>
          </p:nvSpPr>
          <p:spPr>
            <a:xfrm>
              <a:off x="11176773" y="6579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t2873"/>
            <p:cNvSpPr/>
            <p:nvPr/>
          </p:nvSpPr>
          <p:spPr>
            <a:xfrm>
              <a:off x="11314967" y="6536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t2874"/>
            <p:cNvSpPr/>
            <p:nvPr/>
          </p:nvSpPr>
          <p:spPr>
            <a:xfrm>
              <a:off x="11451411" y="6458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t2875"/>
            <p:cNvSpPr/>
            <p:nvPr/>
          </p:nvSpPr>
          <p:spPr>
            <a:xfrm>
              <a:off x="11581989" y="6455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t2876"/>
            <p:cNvSpPr/>
            <p:nvPr/>
          </p:nvSpPr>
          <p:spPr>
            <a:xfrm>
              <a:off x="11042525" y="6625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t2877"/>
            <p:cNvSpPr/>
            <p:nvPr/>
          </p:nvSpPr>
          <p:spPr>
            <a:xfrm>
              <a:off x="11181836" y="6636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t2878"/>
            <p:cNvSpPr/>
            <p:nvPr/>
          </p:nvSpPr>
          <p:spPr>
            <a:xfrm>
              <a:off x="11042525" y="6644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t2879"/>
            <p:cNvSpPr/>
            <p:nvPr/>
          </p:nvSpPr>
          <p:spPr>
            <a:xfrm>
              <a:off x="11188539" y="6667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t2880"/>
            <p:cNvSpPr/>
            <p:nvPr/>
          </p:nvSpPr>
          <p:spPr>
            <a:xfrm>
              <a:off x="11314083" y="6651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t2881"/>
            <p:cNvSpPr/>
            <p:nvPr/>
          </p:nvSpPr>
          <p:spPr>
            <a:xfrm>
              <a:off x="11444337" y="6648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t2882"/>
            <p:cNvSpPr/>
            <p:nvPr/>
          </p:nvSpPr>
          <p:spPr>
            <a:xfrm>
              <a:off x="11042525" y="6619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t2883"/>
            <p:cNvSpPr/>
            <p:nvPr/>
          </p:nvSpPr>
          <p:spPr>
            <a:xfrm>
              <a:off x="11241076" y="6621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t2884"/>
            <p:cNvSpPr/>
            <p:nvPr/>
          </p:nvSpPr>
          <p:spPr>
            <a:xfrm>
              <a:off x="11373986" y="6624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t2885"/>
            <p:cNvSpPr/>
            <p:nvPr/>
          </p:nvSpPr>
          <p:spPr>
            <a:xfrm>
              <a:off x="11042525" y="6656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t2886"/>
            <p:cNvSpPr/>
            <p:nvPr/>
          </p:nvSpPr>
          <p:spPr>
            <a:xfrm>
              <a:off x="11198411" y="6660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t2887"/>
            <p:cNvSpPr/>
            <p:nvPr/>
          </p:nvSpPr>
          <p:spPr>
            <a:xfrm>
              <a:off x="11422324" y="6653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t2888"/>
            <p:cNvSpPr/>
            <p:nvPr/>
          </p:nvSpPr>
          <p:spPr>
            <a:xfrm>
              <a:off x="11042525" y="6652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t2889"/>
            <p:cNvSpPr/>
            <p:nvPr/>
          </p:nvSpPr>
          <p:spPr>
            <a:xfrm>
              <a:off x="11042525" y="6621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t2890"/>
            <p:cNvSpPr/>
            <p:nvPr/>
          </p:nvSpPr>
          <p:spPr>
            <a:xfrm>
              <a:off x="11178676" y="6605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t2891"/>
            <p:cNvSpPr/>
            <p:nvPr/>
          </p:nvSpPr>
          <p:spPr>
            <a:xfrm>
              <a:off x="11042525" y="6608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t2892"/>
            <p:cNvSpPr/>
            <p:nvPr/>
          </p:nvSpPr>
          <p:spPr>
            <a:xfrm>
              <a:off x="11266076" y="6613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t2893"/>
            <p:cNvSpPr/>
            <p:nvPr/>
          </p:nvSpPr>
          <p:spPr>
            <a:xfrm>
              <a:off x="11042525" y="6662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t2894"/>
            <p:cNvSpPr/>
            <p:nvPr/>
          </p:nvSpPr>
          <p:spPr>
            <a:xfrm>
              <a:off x="11133445" y="6659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t2895"/>
            <p:cNvSpPr/>
            <p:nvPr/>
          </p:nvSpPr>
          <p:spPr>
            <a:xfrm>
              <a:off x="11265284" y="6675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t2896"/>
            <p:cNvSpPr/>
            <p:nvPr/>
          </p:nvSpPr>
          <p:spPr>
            <a:xfrm>
              <a:off x="11042525" y="6632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t2897"/>
            <p:cNvSpPr/>
            <p:nvPr/>
          </p:nvSpPr>
          <p:spPr>
            <a:xfrm>
              <a:off x="11042525" y="6612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t2898"/>
            <p:cNvSpPr/>
            <p:nvPr/>
          </p:nvSpPr>
          <p:spPr>
            <a:xfrm>
              <a:off x="11330513" y="6608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t2899"/>
            <p:cNvSpPr/>
            <p:nvPr/>
          </p:nvSpPr>
          <p:spPr>
            <a:xfrm>
              <a:off x="11042525" y="6646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t2900"/>
            <p:cNvSpPr/>
            <p:nvPr/>
          </p:nvSpPr>
          <p:spPr>
            <a:xfrm>
              <a:off x="11042525" y="6599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t2901"/>
            <p:cNvSpPr/>
            <p:nvPr/>
          </p:nvSpPr>
          <p:spPr>
            <a:xfrm>
              <a:off x="11185709" y="6620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t2902"/>
            <p:cNvSpPr/>
            <p:nvPr/>
          </p:nvSpPr>
          <p:spPr>
            <a:xfrm>
              <a:off x="11311547" y="6607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t2903"/>
            <p:cNvSpPr/>
            <p:nvPr/>
          </p:nvSpPr>
          <p:spPr>
            <a:xfrm>
              <a:off x="11042525" y="6637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t2904"/>
            <p:cNvSpPr/>
            <p:nvPr/>
          </p:nvSpPr>
          <p:spPr>
            <a:xfrm>
              <a:off x="11042525" y="6648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t2905"/>
            <p:cNvSpPr/>
            <p:nvPr/>
          </p:nvSpPr>
          <p:spPr>
            <a:xfrm>
              <a:off x="11190725" y="6662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t2906"/>
            <p:cNvSpPr/>
            <p:nvPr/>
          </p:nvSpPr>
          <p:spPr>
            <a:xfrm>
              <a:off x="11307379" y="6659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t2907"/>
            <p:cNvSpPr/>
            <p:nvPr/>
          </p:nvSpPr>
          <p:spPr>
            <a:xfrm>
              <a:off x="11450689" y="6656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t2908"/>
            <p:cNvSpPr/>
            <p:nvPr/>
          </p:nvSpPr>
          <p:spPr>
            <a:xfrm>
              <a:off x="11579821" y="6660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t2909"/>
            <p:cNvSpPr/>
            <p:nvPr/>
          </p:nvSpPr>
          <p:spPr>
            <a:xfrm>
              <a:off x="11042525" y="6662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t2910"/>
            <p:cNvSpPr/>
            <p:nvPr/>
          </p:nvSpPr>
          <p:spPr>
            <a:xfrm>
              <a:off x="11042525" y="6638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t2911"/>
            <p:cNvSpPr/>
            <p:nvPr/>
          </p:nvSpPr>
          <p:spPr>
            <a:xfrm>
              <a:off x="11120061" y="6651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t2912"/>
            <p:cNvSpPr/>
            <p:nvPr/>
          </p:nvSpPr>
          <p:spPr>
            <a:xfrm>
              <a:off x="11188612" y="6647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t2913"/>
            <p:cNvSpPr/>
            <p:nvPr/>
          </p:nvSpPr>
          <p:spPr>
            <a:xfrm>
              <a:off x="11277308" y="6646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t2914"/>
            <p:cNvSpPr/>
            <p:nvPr/>
          </p:nvSpPr>
          <p:spPr>
            <a:xfrm>
              <a:off x="11042525" y="6642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t2915"/>
            <p:cNvSpPr/>
            <p:nvPr/>
          </p:nvSpPr>
          <p:spPr>
            <a:xfrm>
              <a:off x="11042525" y="6629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t2916"/>
            <p:cNvSpPr/>
            <p:nvPr/>
          </p:nvSpPr>
          <p:spPr>
            <a:xfrm>
              <a:off x="11042525" y="6638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t2917"/>
            <p:cNvSpPr/>
            <p:nvPr/>
          </p:nvSpPr>
          <p:spPr>
            <a:xfrm>
              <a:off x="11042525" y="6637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t2918"/>
            <p:cNvSpPr/>
            <p:nvPr/>
          </p:nvSpPr>
          <p:spPr>
            <a:xfrm>
              <a:off x="11322555" y="6649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t2919"/>
            <p:cNvSpPr/>
            <p:nvPr/>
          </p:nvSpPr>
          <p:spPr>
            <a:xfrm>
              <a:off x="11042525" y="6676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t2920"/>
            <p:cNvSpPr/>
            <p:nvPr/>
          </p:nvSpPr>
          <p:spPr>
            <a:xfrm>
              <a:off x="11511809" y="6674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t2921"/>
            <p:cNvSpPr/>
            <p:nvPr/>
          </p:nvSpPr>
          <p:spPr>
            <a:xfrm>
              <a:off x="11120605" y="6598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t2922"/>
            <p:cNvSpPr/>
            <p:nvPr/>
          </p:nvSpPr>
          <p:spPr>
            <a:xfrm>
              <a:off x="11249771" y="6541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t2923"/>
            <p:cNvSpPr/>
            <p:nvPr/>
          </p:nvSpPr>
          <p:spPr>
            <a:xfrm>
              <a:off x="11395424" y="6529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t2924"/>
            <p:cNvSpPr/>
            <p:nvPr/>
          </p:nvSpPr>
          <p:spPr>
            <a:xfrm>
              <a:off x="11337634" y="6636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t2925"/>
            <p:cNvSpPr/>
            <p:nvPr/>
          </p:nvSpPr>
          <p:spPr>
            <a:xfrm>
              <a:off x="11042525" y="6614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t2926"/>
            <p:cNvSpPr/>
            <p:nvPr/>
          </p:nvSpPr>
          <p:spPr>
            <a:xfrm>
              <a:off x="11042525" y="6596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t2927"/>
            <p:cNvSpPr/>
            <p:nvPr/>
          </p:nvSpPr>
          <p:spPr>
            <a:xfrm>
              <a:off x="11119880" y="6584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t2928"/>
            <p:cNvSpPr/>
            <p:nvPr/>
          </p:nvSpPr>
          <p:spPr>
            <a:xfrm>
              <a:off x="11211003" y="6580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t2929"/>
            <p:cNvSpPr/>
            <p:nvPr/>
          </p:nvSpPr>
          <p:spPr>
            <a:xfrm>
              <a:off x="11042525" y="6626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t2930"/>
            <p:cNvSpPr/>
            <p:nvPr/>
          </p:nvSpPr>
          <p:spPr>
            <a:xfrm>
              <a:off x="11042525" y="6615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t2931"/>
            <p:cNvSpPr/>
            <p:nvPr/>
          </p:nvSpPr>
          <p:spPr>
            <a:xfrm>
              <a:off x="11314626" y="6597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t2932"/>
            <p:cNvSpPr/>
            <p:nvPr/>
          </p:nvSpPr>
          <p:spPr>
            <a:xfrm>
              <a:off x="11042525" y="6623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t2933"/>
            <p:cNvSpPr/>
            <p:nvPr/>
          </p:nvSpPr>
          <p:spPr>
            <a:xfrm>
              <a:off x="11119757" y="6615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t2934"/>
            <p:cNvSpPr/>
            <p:nvPr/>
          </p:nvSpPr>
          <p:spPr>
            <a:xfrm>
              <a:off x="11181836" y="6625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t2935"/>
            <p:cNvSpPr/>
            <p:nvPr/>
          </p:nvSpPr>
          <p:spPr>
            <a:xfrm>
              <a:off x="11042525" y="6591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t2936"/>
            <p:cNvSpPr/>
            <p:nvPr/>
          </p:nvSpPr>
          <p:spPr>
            <a:xfrm>
              <a:off x="11042525" y="6636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t2937"/>
            <p:cNvSpPr/>
            <p:nvPr/>
          </p:nvSpPr>
          <p:spPr>
            <a:xfrm>
              <a:off x="11176221" y="6635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t2938"/>
            <p:cNvSpPr/>
            <p:nvPr/>
          </p:nvSpPr>
          <p:spPr>
            <a:xfrm>
              <a:off x="11042525" y="6599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t2939"/>
            <p:cNvSpPr/>
            <p:nvPr/>
          </p:nvSpPr>
          <p:spPr>
            <a:xfrm>
              <a:off x="11042525" y="6635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t2940"/>
            <p:cNvSpPr/>
            <p:nvPr/>
          </p:nvSpPr>
          <p:spPr>
            <a:xfrm>
              <a:off x="11244155" y="6629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t2941"/>
            <p:cNvSpPr/>
            <p:nvPr/>
          </p:nvSpPr>
          <p:spPr>
            <a:xfrm>
              <a:off x="11042525" y="6592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t2942"/>
            <p:cNvSpPr/>
            <p:nvPr/>
          </p:nvSpPr>
          <p:spPr>
            <a:xfrm>
              <a:off x="11042525" y="6623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t2943"/>
            <p:cNvSpPr/>
            <p:nvPr/>
          </p:nvSpPr>
          <p:spPr>
            <a:xfrm>
              <a:off x="11170516" y="6619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t2944"/>
            <p:cNvSpPr/>
            <p:nvPr/>
          </p:nvSpPr>
          <p:spPr>
            <a:xfrm>
              <a:off x="11330143" y="6598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t2945"/>
            <p:cNvSpPr/>
            <p:nvPr/>
          </p:nvSpPr>
          <p:spPr>
            <a:xfrm>
              <a:off x="11042525" y="6638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t2946"/>
            <p:cNvSpPr/>
            <p:nvPr/>
          </p:nvSpPr>
          <p:spPr>
            <a:xfrm>
              <a:off x="11042525" y="6626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t2947"/>
            <p:cNvSpPr/>
            <p:nvPr/>
          </p:nvSpPr>
          <p:spPr>
            <a:xfrm>
              <a:off x="11185641" y="6635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t2948"/>
            <p:cNvSpPr/>
            <p:nvPr/>
          </p:nvSpPr>
          <p:spPr>
            <a:xfrm>
              <a:off x="11250858" y="6624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t2949"/>
            <p:cNvSpPr/>
            <p:nvPr/>
          </p:nvSpPr>
          <p:spPr>
            <a:xfrm>
              <a:off x="11382199" y="6637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t2950"/>
            <p:cNvSpPr/>
            <p:nvPr/>
          </p:nvSpPr>
          <p:spPr>
            <a:xfrm>
              <a:off x="11042525" y="6638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t2951"/>
            <p:cNvSpPr/>
            <p:nvPr/>
          </p:nvSpPr>
          <p:spPr>
            <a:xfrm>
              <a:off x="11170558" y="6640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t2952"/>
            <p:cNvSpPr/>
            <p:nvPr/>
          </p:nvSpPr>
          <p:spPr>
            <a:xfrm>
              <a:off x="11345014" y="6631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t2953"/>
            <p:cNvSpPr/>
            <p:nvPr/>
          </p:nvSpPr>
          <p:spPr>
            <a:xfrm>
              <a:off x="11506065" y="6640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t2954"/>
            <p:cNvSpPr/>
            <p:nvPr/>
          </p:nvSpPr>
          <p:spPr>
            <a:xfrm>
              <a:off x="11042525" y="6640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t2955"/>
            <p:cNvSpPr/>
            <p:nvPr/>
          </p:nvSpPr>
          <p:spPr>
            <a:xfrm>
              <a:off x="11175315" y="6640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t2956"/>
            <p:cNvSpPr/>
            <p:nvPr/>
          </p:nvSpPr>
          <p:spPr>
            <a:xfrm>
              <a:off x="11316076" y="6636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t2957"/>
            <p:cNvSpPr/>
            <p:nvPr/>
          </p:nvSpPr>
          <p:spPr>
            <a:xfrm>
              <a:off x="11042525" y="6674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t2958"/>
            <p:cNvSpPr/>
            <p:nvPr/>
          </p:nvSpPr>
          <p:spPr>
            <a:xfrm>
              <a:off x="11187008" y="6677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t2959"/>
            <p:cNvSpPr/>
            <p:nvPr/>
          </p:nvSpPr>
          <p:spPr>
            <a:xfrm>
              <a:off x="11346610" y="6672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t2960"/>
            <p:cNvSpPr/>
            <p:nvPr/>
          </p:nvSpPr>
          <p:spPr>
            <a:xfrm>
              <a:off x="11456936" y="6667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t2961"/>
            <p:cNvSpPr/>
            <p:nvPr/>
          </p:nvSpPr>
          <p:spPr>
            <a:xfrm>
              <a:off x="11042525" y="6645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t2962"/>
            <p:cNvSpPr/>
            <p:nvPr/>
          </p:nvSpPr>
          <p:spPr>
            <a:xfrm>
              <a:off x="11042525" y="6629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t2963"/>
            <p:cNvSpPr/>
            <p:nvPr/>
          </p:nvSpPr>
          <p:spPr>
            <a:xfrm>
              <a:off x="11042525" y="6596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t2964"/>
            <p:cNvSpPr/>
            <p:nvPr/>
          </p:nvSpPr>
          <p:spPr>
            <a:xfrm>
              <a:off x="11042525" y="6652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t2965"/>
            <p:cNvSpPr/>
            <p:nvPr/>
          </p:nvSpPr>
          <p:spPr>
            <a:xfrm>
              <a:off x="11042525" y="6623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t2966"/>
            <p:cNvSpPr/>
            <p:nvPr/>
          </p:nvSpPr>
          <p:spPr>
            <a:xfrm>
              <a:off x="11181500" y="6604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t2967"/>
            <p:cNvSpPr/>
            <p:nvPr/>
          </p:nvSpPr>
          <p:spPr>
            <a:xfrm>
              <a:off x="11307018" y="6604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t2968"/>
            <p:cNvSpPr/>
            <p:nvPr/>
          </p:nvSpPr>
          <p:spPr>
            <a:xfrm>
              <a:off x="11042525" y="6611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t2969"/>
            <p:cNvSpPr/>
            <p:nvPr/>
          </p:nvSpPr>
          <p:spPr>
            <a:xfrm>
              <a:off x="11254119" y="6622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t2970"/>
            <p:cNvSpPr/>
            <p:nvPr/>
          </p:nvSpPr>
          <p:spPr>
            <a:xfrm>
              <a:off x="11548141" y="6623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t2971"/>
            <p:cNvSpPr/>
            <p:nvPr/>
          </p:nvSpPr>
          <p:spPr>
            <a:xfrm>
              <a:off x="11042525" y="6621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t2972"/>
            <p:cNvSpPr/>
            <p:nvPr/>
          </p:nvSpPr>
          <p:spPr>
            <a:xfrm>
              <a:off x="11042525" y="6600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t2973"/>
            <p:cNvSpPr/>
            <p:nvPr/>
          </p:nvSpPr>
          <p:spPr>
            <a:xfrm>
              <a:off x="11042525" y="6625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t2974"/>
            <p:cNvSpPr/>
            <p:nvPr/>
          </p:nvSpPr>
          <p:spPr>
            <a:xfrm>
              <a:off x="11241893" y="6637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t2975"/>
            <p:cNvSpPr/>
            <p:nvPr/>
          </p:nvSpPr>
          <p:spPr>
            <a:xfrm>
              <a:off x="11509096" y="6644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t2976"/>
            <p:cNvSpPr/>
            <p:nvPr/>
          </p:nvSpPr>
          <p:spPr>
            <a:xfrm>
              <a:off x="11042525" y="6587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t2977"/>
            <p:cNvSpPr/>
            <p:nvPr/>
          </p:nvSpPr>
          <p:spPr>
            <a:xfrm>
              <a:off x="11042525" y="6641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t2978"/>
            <p:cNvSpPr/>
            <p:nvPr/>
          </p:nvSpPr>
          <p:spPr>
            <a:xfrm>
              <a:off x="11042525" y="6583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t2979"/>
            <p:cNvSpPr/>
            <p:nvPr/>
          </p:nvSpPr>
          <p:spPr>
            <a:xfrm>
              <a:off x="11042525" y="6623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t2980"/>
            <p:cNvSpPr/>
            <p:nvPr/>
          </p:nvSpPr>
          <p:spPr>
            <a:xfrm>
              <a:off x="11246578" y="6625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t2981"/>
            <p:cNvSpPr/>
            <p:nvPr/>
          </p:nvSpPr>
          <p:spPr>
            <a:xfrm>
              <a:off x="11042525" y="6658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t2982"/>
            <p:cNvSpPr/>
            <p:nvPr/>
          </p:nvSpPr>
          <p:spPr>
            <a:xfrm>
              <a:off x="11042525" y="6657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t2983"/>
            <p:cNvSpPr/>
            <p:nvPr/>
          </p:nvSpPr>
          <p:spPr>
            <a:xfrm>
              <a:off x="11181112" y="6666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t2984"/>
            <p:cNvSpPr/>
            <p:nvPr/>
          </p:nvSpPr>
          <p:spPr>
            <a:xfrm>
              <a:off x="11042525" y="6638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t2985"/>
            <p:cNvSpPr/>
            <p:nvPr/>
          </p:nvSpPr>
          <p:spPr>
            <a:xfrm>
              <a:off x="11042525" y="6617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t2986"/>
            <p:cNvSpPr/>
            <p:nvPr/>
          </p:nvSpPr>
          <p:spPr>
            <a:xfrm>
              <a:off x="11175571" y="6618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t2987"/>
            <p:cNvSpPr/>
            <p:nvPr/>
          </p:nvSpPr>
          <p:spPr>
            <a:xfrm>
              <a:off x="11376658" y="6610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t2988"/>
            <p:cNvSpPr/>
            <p:nvPr/>
          </p:nvSpPr>
          <p:spPr>
            <a:xfrm>
              <a:off x="11042525" y="6640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t2989"/>
            <p:cNvSpPr/>
            <p:nvPr/>
          </p:nvSpPr>
          <p:spPr>
            <a:xfrm>
              <a:off x="11513721" y="6664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t2990"/>
            <p:cNvSpPr/>
            <p:nvPr/>
          </p:nvSpPr>
          <p:spPr>
            <a:xfrm>
              <a:off x="11042525" y="6638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t2991"/>
            <p:cNvSpPr/>
            <p:nvPr/>
          </p:nvSpPr>
          <p:spPr>
            <a:xfrm>
              <a:off x="11236440" y="6642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t2992"/>
            <p:cNvSpPr/>
            <p:nvPr/>
          </p:nvSpPr>
          <p:spPr>
            <a:xfrm>
              <a:off x="11501295" y="6631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t2993"/>
            <p:cNvSpPr/>
            <p:nvPr/>
          </p:nvSpPr>
          <p:spPr>
            <a:xfrm>
              <a:off x="11630100" y="6623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t2994"/>
            <p:cNvSpPr/>
            <p:nvPr/>
          </p:nvSpPr>
          <p:spPr>
            <a:xfrm>
              <a:off x="11797491" y="6635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t2995"/>
            <p:cNvSpPr/>
            <p:nvPr/>
          </p:nvSpPr>
          <p:spPr>
            <a:xfrm>
              <a:off x="11042525" y="6673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t2996"/>
            <p:cNvSpPr/>
            <p:nvPr/>
          </p:nvSpPr>
          <p:spPr>
            <a:xfrm>
              <a:off x="11042525" y="6630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t2997"/>
            <p:cNvSpPr/>
            <p:nvPr/>
          </p:nvSpPr>
          <p:spPr>
            <a:xfrm>
              <a:off x="11042525" y="6645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t2998"/>
            <p:cNvSpPr/>
            <p:nvPr/>
          </p:nvSpPr>
          <p:spPr>
            <a:xfrm>
              <a:off x="11042525" y="6618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t2999"/>
            <p:cNvSpPr/>
            <p:nvPr/>
          </p:nvSpPr>
          <p:spPr>
            <a:xfrm>
              <a:off x="11042525" y="6597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t3000"/>
            <p:cNvSpPr/>
            <p:nvPr/>
          </p:nvSpPr>
          <p:spPr>
            <a:xfrm>
              <a:off x="11042525" y="6641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t3001"/>
            <p:cNvSpPr/>
            <p:nvPr/>
          </p:nvSpPr>
          <p:spPr>
            <a:xfrm>
              <a:off x="11042525" y="6630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t3002"/>
            <p:cNvSpPr/>
            <p:nvPr/>
          </p:nvSpPr>
          <p:spPr>
            <a:xfrm>
              <a:off x="11242525" y="6629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t3003"/>
            <p:cNvSpPr/>
            <p:nvPr/>
          </p:nvSpPr>
          <p:spPr>
            <a:xfrm>
              <a:off x="11381902" y="6627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t3004"/>
            <p:cNvSpPr/>
            <p:nvPr/>
          </p:nvSpPr>
          <p:spPr>
            <a:xfrm>
              <a:off x="11516257" y="6638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t3005"/>
            <p:cNvSpPr/>
            <p:nvPr/>
          </p:nvSpPr>
          <p:spPr>
            <a:xfrm>
              <a:off x="11195967" y="6601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t3006"/>
            <p:cNvSpPr/>
            <p:nvPr/>
          </p:nvSpPr>
          <p:spPr>
            <a:xfrm>
              <a:off x="11311184" y="6606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t3007"/>
            <p:cNvSpPr/>
            <p:nvPr/>
          </p:nvSpPr>
          <p:spPr>
            <a:xfrm>
              <a:off x="11469683" y="6608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t3008"/>
            <p:cNvSpPr/>
            <p:nvPr/>
          </p:nvSpPr>
          <p:spPr>
            <a:xfrm>
              <a:off x="11573504" y="6592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t3009"/>
            <p:cNvSpPr/>
            <p:nvPr/>
          </p:nvSpPr>
          <p:spPr>
            <a:xfrm>
              <a:off x="11704120" y="6612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t3010"/>
            <p:cNvSpPr/>
            <p:nvPr/>
          </p:nvSpPr>
          <p:spPr>
            <a:xfrm>
              <a:off x="11042525" y="6631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t3011"/>
            <p:cNvSpPr/>
            <p:nvPr/>
          </p:nvSpPr>
          <p:spPr>
            <a:xfrm>
              <a:off x="11042525" y="6638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t3012"/>
            <p:cNvSpPr/>
            <p:nvPr/>
          </p:nvSpPr>
          <p:spPr>
            <a:xfrm>
              <a:off x="11242806" y="6653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t3013"/>
            <p:cNvSpPr/>
            <p:nvPr/>
          </p:nvSpPr>
          <p:spPr>
            <a:xfrm>
              <a:off x="11042525" y="6661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t3014"/>
            <p:cNvSpPr/>
            <p:nvPr/>
          </p:nvSpPr>
          <p:spPr>
            <a:xfrm>
              <a:off x="11268068" y="6662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t3015"/>
            <p:cNvSpPr/>
            <p:nvPr/>
          </p:nvSpPr>
          <p:spPr>
            <a:xfrm>
              <a:off x="11386909" y="6671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t3016"/>
            <p:cNvSpPr/>
            <p:nvPr/>
          </p:nvSpPr>
          <p:spPr>
            <a:xfrm>
              <a:off x="11514989" y="6662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t3017"/>
            <p:cNvSpPr/>
            <p:nvPr/>
          </p:nvSpPr>
          <p:spPr>
            <a:xfrm>
              <a:off x="11042525" y="6650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t3018"/>
            <p:cNvSpPr/>
            <p:nvPr/>
          </p:nvSpPr>
          <p:spPr>
            <a:xfrm>
              <a:off x="11042525" y="6630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t3019"/>
            <p:cNvSpPr/>
            <p:nvPr/>
          </p:nvSpPr>
          <p:spPr>
            <a:xfrm>
              <a:off x="11241503" y="6627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t3020"/>
            <p:cNvSpPr/>
            <p:nvPr/>
          </p:nvSpPr>
          <p:spPr>
            <a:xfrm>
              <a:off x="11042525" y="6648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t3021"/>
            <p:cNvSpPr/>
            <p:nvPr/>
          </p:nvSpPr>
          <p:spPr>
            <a:xfrm>
              <a:off x="11042525" y="6669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t3022"/>
            <p:cNvSpPr/>
            <p:nvPr/>
          </p:nvSpPr>
          <p:spPr>
            <a:xfrm>
              <a:off x="11122416" y="6669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t3023"/>
            <p:cNvSpPr/>
            <p:nvPr/>
          </p:nvSpPr>
          <p:spPr>
            <a:xfrm>
              <a:off x="11254405" y="6648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t3024"/>
            <p:cNvSpPr/>
            <p:nvPr/>
          </p:nvSpPr>
          <p:spPr>
            <a:xfrm>
              <a:off x="11385822" y="6661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t3025"/>
            <p:cNvSpPr/>
            <p:nvPr/>
          </p:nvSpPr>
          <p:spPr>
            <a:xfrm>
              <a:off x="11042525" y="6649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t3026"/>
            <p:cNvSpPr/>
            <p:nvPr/>
          </p:nvSpPr>
          <p:spPr>
            <a:xfrm>
              <a:off x="11308286" y="6665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t3027"/>
            <p:cNvSpPr/>
            <p:nvPr/>
          </p:nvSpPr>
          <p:spPr>
            <a:xfrm>
              <a:off x="11042525" y="6617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t3028"/>
            <p:cNvSpPr/>
            <p:nvPr/>
          </p:nvSpPr>
          <p:spPr>
            <a:xfrm>
              <a:off x="11042525" y="6637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t3029"/>
            <p:cNvSpPr/>
            <p:nvPr/>
          </p:nvSpPr>
          <p:spPr>
            <a:xfrm>
              <a:off x="11268068" y="6654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t3030"/>
            <p:cNvSpPr/>
            <p:nvPr/>
          </p:nvSpPr>
          <p:spPr>
            <a:xfrm>
              <a:off x="11522054" y="6669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t3031"/>
            <p:cNvSpPr/>
            <p:nvPr/>
          </p:nvSpPr>
          <p:spPr>
            <a:xfrm>
              <a:off x="11042525" y="6666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t3032"/>
            <p:cNvSpPr/>
            <p:nvPr/>
          </p:nvSpPr>
          <p:spPr>
            <a:xfrm>
              <a:off x="11113902" y="6608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t3033"/>
            <p:cNvSpPr/>
            <p:nvPr/>
          </p:nvSpPr>
          <p:spPr>
            <a:xfrm>
              <a:off x="11042525" y="6669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t3034"/>
            <p:cNvSpPr/>
            <p:nvPr/>
          </p:nvSpPr>
          <p:spPr>
            <a:xfrm>
              <a:off x="11175762" y="6671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t3035"/>
            <p:cNvSpPr/>
            <p:nvPr/>
          </p:nvSpPr>
          <p:spPr>
            <a:xfrm>
              <a:off x="11308644" y="6672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t3036"/>
            <p:cNvSpPr/>
            <p:nvPr/>
          </p:nvSpPr>
          <p:spPr>
            <a:xfrm>
              <a:off x="11042525" y="6611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t3037"/>
            <p:cNvSpPr/>
            <p:nvPr/>
          </p:nvSpPr>
          <p:spPr>
            <a:xfrm>
              <a:off x="11179434" y="6629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t3038"/>
            <p:cNvSpPr/>
            <p:nvPr/>
          </p:nvSpPr>
          <p:spPr>
            <a:xfrm>
              <a:off x="11338674" y="6609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t3039"/>
            <p:cNvSpPr/>
            <p:nvPr/>
          </p:nvSpPr>
          <p:spPr>
            <a:xfrm>
              <a:off x="11508601" y="6630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t3040"/>
            <p:cNvSpPr/>
            <p:nvPr/>
          </p:nvSpPr>
          <p:spPr>
            <a:xfrm>
              <a:off x="11042525" y="6611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t3041"/>
            <p:cNvSpPr/>
            <p:nvPr/>
          </p:nvSpPr>
          <p:spPr>
            <a:xfrm>
              <a:off x="11121329" y="6605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t3042"/>
            <p:cNvSpPr/>
            <p:nvPr/>
          </p:nvSpPr>
          <p:spPr>
            <a:xfrm>
              <a:off x="11278442" y="6606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t3043"/>
            <p:cNvSpPr/>
            <p:nvPr/>
          </p:nvSpPr>
          <p:spPr>
            <a:xfrm>
              <a:off x="11042525" y="6619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t3044"/>
            <p:cNvSpPr/>
            <p:nvPr/>
          </p:nvSpPr>
          <p:spPr>
            <a:xfrm>
              <a:off x="11118608" y="6616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t3045"/>
            <p:cNvSpPr/>
            <p:nvPr/>
          </p:nvSpPr>
          <p:spPr>
            <a:xfrm>
              <a:off x="11204844" y="6607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t3046"/>
            <p:cNvSpPr/>
            <p:nvPr/>
          </p:nvSpPr>
          <p:spPr>
            <a:xfrm>
              <a:off x="11318793" y="6626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t3047"/>
            <p:cNvSpPr/>
            <p:nvPr/>
          </p:nvSpPr>
          <p:spPr>
            <a:xfrm>
              <a:off x="11450677" y="6626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t3048"/>
            <p:cNvSpPr/>
            <p:nvPr/>
          </p:nvSpPr>
          <p:spPr>
            <a:xfrm>
              <a:off x="11631294" y="6629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t3049"/>
            <p:cNvSpPr/>
            <p:nvPr/>
          </p:nvSpPr>
          <p:spPr>
            <a:xfrm>
              <a:off x="11715533" y="6628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t3050"/>
            <p:cNvSpPr/>
            <p:nvPr/>
          </p:nvSpPr>
          <p:spPr>
            <a:xfrm>
              <a:off x="11042525" y="6656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t3051"/>
            <p:cNvSpPr/>
            <p:nvPr/>
          </p:nvSpPr>
          <p:spPr>
            <a:xfrm>
              <a:off x="11285641" y="6654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t3052"/>
            <p:cNvSpPr/>
            <p:nvPr/>
          </p:nvSpPr>
          <p:spPr>
            <a:xfrm>
              <a:off x="11042525" y="6647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t3053"/>
            <p:cNvSpPr/>
            <p:nvPr/>
          </p:nvSpPr>
          <p:spPr>
            <a:xfrm>
              <a:off x="11042525" y="6616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t3054"/>
            <p:cNvSpPr/>
            <p:nvPr/>
          </p:nvSpPr>
          <p:spPr>
            <a:xfrm>
              <a:off x="11258123" y="6631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t3055"/>
            <p:cNvSpPr/>
            <p:nvPr/>
          </p:nvSpPr>
          <p:spPr>
            <a:xfrm>
              <a:off x="11378956" y="6627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t3056"/>
            <p:cNvSpPr/>
            <p:nvPr/>
          </p:nvSpPr>
          <p:spPr>
            <a:xfrm>
              <a:off x="11515188" y="6645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t3057"/>
            <p:cNvSpPr/>
            <p:nvPr/>
          </p:nvSpPr>
          <p:spPr>
            <a:xfrm>
              <a:off x="11686384" y="6630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t3058"/>
            <p:cNvSpPr/>
            <p:nvPr/>
          </p:nvSpPr>
          <p:spPr>
            <a:xfrm>
              <a:off x="11775152" y="6633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t3059"/>
            <p:cNvSpPr/>
            <p:nvPr/>
          </p:nvSpPr>
          <p:spPr>
            <a:xfrm>
              <a:off x="11042525" y="6603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t3060"/>
            <p:cNvSpPr/>
            <p:nvPr/>
          </p:nvSpPr>
          <p:spPr>
            <a:xfrm>
              <a:off x="11185641" y="6598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t3061"/>
            <p:cNvSpPr/>
            <p:nvPr/>
          </p:nvSpPr>
          <p:spPr>
            <a:xfrm>
              <a:off x="11265895" y="6635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t3062"/>
            <p:cNvSpPr/>
            <p:nvPr/>
          </p:nvSpPr>
          <p:spPr>
            <a:xfrm>
              <a:off x="11307199" y="6674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t3063"/>
            <p:cNvSpPr/>
            <p:nvPr/>
          </p:nvSpPr>
          <p:spPr>
            <a:xfrm>
              <a:off x="11042525" y="6633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t3064"/>
            <p:cNvSpPr/>
            <p:nvPr/>
          </p:nvSpPr>
          <p:spPr>
            <a:xfrm>
              <a:off x="11124882" y="6646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t3065"/>
            <p:cNvSpPr/>
            <p:nvPr/>
          </p:nvSpPr>
          <p:spPr>
            <a:xfrm>
              <a:off x="11042525" y="6627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t3066"/>
            <p:cNvSpPr/>
            <p:nvPr/>
          </p:nvSpPr>
          <p:spPr>
            <a:xfrm>
              <a:off x="11275496" y="6617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t3067"/>
            <p:cNvSpPr/>
            <p:nvPr/>
          </p:nvSpPr>
          <p:spPr>
            <a:xfrm>
              <a:off x="11042525" y="6626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t3068"/>
            <p:cNvSpPr/>
            <p:nvPr/>
          </p:nvSpPr>
          <p:spPr>
            <a:xfrm>
              <a:off x="11042525" y="6641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t3069"/>
            <p:cNvSpPr/>
            <p:nvPr/>
          </p:nvSpPr>
          <p:spPr>
            <a:xfrm>
              <a:off x="11115682" y="6659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t3070"/>
            <p:cNvSpPr/>
            <p:nvPr/>
          </p:nvSpPr>
          <p:spPr>
            <a:xfrm>
              <a:off x="11042525" y="6641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t3071"/>
            <p:cNvSpPr/>
            <p:nvPr/>
          </p:nvSpPr>
          <p:spPr>
            <a:xfrm>
              <a:off x="11258957" y="6651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t3072"/>
            <p:cNvSpPr/>
            <p:nvPr/>
          </p:nvSpPr>
          <p:spPr>
            <a:xfrm>
              <a:off x="11042525" y="6650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t3073"/>
            <p:cNvSpPr/>
            <p:nvPr/>
          </p:nvSpPr>
          <p:spPr>
            <a:xfrm>
              <a:off x="11042525" y="66771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t3074"/>
            <p:cNvSpPr/>
            <p:nvPr/>
          </p:nvSpPr>
          <p:spPr>
            <a:xfrm>
              <a:off x="11042525" y="6591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t3075"/>
            <p:cNvSpPr/>
            <p:nvPr/>
          </p:nvSpPr>
          <p:spPr>
            <a:xfrm>
              <a:off x="11042525" y="6607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t3076"/>
            <p:cNvSpPr/>
            <p:nvPr/>
          </p:nvSpPr>
          <p:spPr>
            <a:xfrm>
              <a:off x="11042525" y="6652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t3077"/>
            <p:cNvSpPr/>
            <p:nvPr/>
          </p:nvSpPr>
          <p:spPr>
            <a:xfrm>
              <a:off x="11042525" y="6652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t3078"/>
            <p:cNvSpPr/>
            <p:nvPr/>
          </p:nvSpPr>
          <p:spPr>
            <a:xfrm>
              <a:off x="11124882" y="6654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t3079"/>
            <p:cNvSpPr/>
            <p:nvPr/>
          </p:nvSpPr>
          <p:spPr>
            <a:xfrm>
              <a:off x="11042525" y="6626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t3080"/>
            <p:cNvSpPr/>
            <p:nvPr/>
          </p:nvSpPr>
          <p:spPr>
            <a:xfrm>
              <a:off x="11176821" y="6631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t3081"/>
            <p:cNvSpPr/>
            <p:nvPr/>
          </p:nvSpPr>
          <p:spPr>
            <a:xfrm>
              <a:off x="11312438" y="6630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t3082"/>
            <p:cNvSpPr/>
            <p:nvPr/>
          </p:nvSpPr>
          <p:spPr>
            <a:xfrm>
              <a:off x="11441676" y="6619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t3083"/>
            <p:cNvSpPr/>
            <p:nvPr/>
          </p:nvSpPr>
          <p:spPr>
            <a:xfrm>
              <a:off x="11581086" y="6627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t3084"/>
            <p:cNvSpPr/>
            <p:nvPr/>
          </p:nvSpPr>
          <p:spPr>
            <a:xfrm>
              <a:off x="11042525" y="6660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t3085"/>
            <p:cNvSpPr/>
            <p:nvPr/>
          </p:nvSpPr>
          <p:spPr>
            <a:xfrm>
              <a:off x="11241800" y="666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t3086"/>
            <p:cNvSpPr/>
            <p:nvPr/>
          </p:nvSpPr>
          <p:spPr>
            <a:xfrm>
              <a:off x="11373557" y="6659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t3087"/>
            <p:cNvSpPr/>
            <p:nvPr/>
          </p:nvSpPr>
          <p:spPr>
            <a:xfrm>
              <a:off x="11506656" y="6670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t3088"/>
            <p:cNvSpPr/>
            <p:nvPr/>
          </p:nvSpPr>
          <p:spPr>
            <a:xfrm>
              <a:off x="11705207" y="6662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t3089"/>
            <p:cNvSpPr/>
            <p:nvPr/>
          </p:nvSpPr>
          <p:spPr>
            <a:xfrm>
              <a:off x="11835823" y="6664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t3090"/>
            <p:cNvSpPr/>
            <p:nvPr/>
          </p:nvSpPr>
          <p:spPr>
            <a:xfrm>
              <a:off x="11042525" y="6643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t3091"/>
            <p:cNvSpPr/>
            <p:nvPr/>
          </p:nvSpPr>
          <p:spPr>
            <a:xfrm>
              <a:off x="11254119" y="6648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t3092"/>
            <p:cNvSpPr/>
            <p:nvPr/>
          </p:nvSpPr>
          <p:spPr>
            <a:xfrm>
              <a:off x="11042525" y="666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t3093"/>
            <p:cNvSpPr/>
            <p:nvPr/>
          </p:nvSpPr>
          <p:spPr>
            <a:xfrm>
              <a:off x="11124882" y="6674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t3094"/>
            <p:cNvSpPr/>
            <p:nvPr/>
          </p:nvSpPr>
          <p:spPr>
            <a:xfrm>
              <a:off x="11042525" y="6590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t3095"/>
            <p:cNvSpPr/>
            <p:nvPr/>
          </p:nvSpPr>
          <p:spPr>
            <a:xfrm>
              <a:off x="11184340" y="6626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t3096"/>
            <p:cNvSpPr/>
            <p:nvPr/>
          </p:nvSpPr>
          <p:spPr>
            <a:xfrm>
              <a:off x="11312271" y="6626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t3097"/>
            <p:cNvSpPr/>
            <p:nvPr/>
          </p:nvSpPr>
          <p:spPr>
            <a:xfrm>
              <a:off x="11439077" y="6630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t3098"/>
            <p:cNvSpPr/>
            <p:nvPr/>
          </p:nvSpPr>
          <p:spPr>
            <a:xfrm>
              <a:off x="11042525" y="6647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t3099"/>
            <p:cNvSpPr/>
            <p:nvPr/>
          </p:nvSpPr>
          <p:spPr>
            <a:xfrm>
              <a:off x="11182923" y="6642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t3100"/>
            <p:cNvSpPr/>
            <p:nvPr/>
          </p:nvSpPr>
          <p:spPr>
            <a:xfrm>
              <a:off x="11042525" y="6664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t3101"/>
            <p:cNvSpPr/>
            <p:nvPr/>
          </p:nvSpPr>
          <p:spPr>
            <a:xfrm>
              <a:off x="11042525" y="6611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t3102"/>
            <p:cNvSpPr/>
            <p:nvPr/>
          </p:nvSpPr>
          <p:spPr>
            <a:xfrm>
              <a:off x="11241438" y="6560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t3103"/>
            <p:cNvSpPr/>
            <p:nvPr/>
          </p:nvSpPr>
          <p:spPr>
            <a:xfrm>
              <a:off x="11042525" y="6604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t3104"/>
            <p:cNvSpPr/>
            <p:nvPr/>
          </p:nvSpPr>
          <p:spPr>
            <a:xfrm>
              <a:off x="11247416" y="6621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t3105"/>
            <p:cNvSpPr/>
            <p:nvPr/>
          </p:nvSpPr>
          <p:spPr>
            <a:xfrm>
              <a:off x="11042525" y="667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t3106"/>
            <p:cNvSpPr/>
            <p:nvPr/>
          </p:nvSpPr>
          <p:spPr>
            <a:xfrm>
              <a:off x="11129984" y="6669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t3107"/>
            <p:cNvSpPr/>
            <p:nvPr/>
          </p:nvSpPr>
          <p:spPr>
            <a:xfrm>
              <a:off x="11042525" y="6609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t3108"/>
            <p:cNvSpPr/>
            <p:nvPr/>
          </p:nvSpPr>
          <p:spPr>
            <a:xfrm>
              <a:off x="11111849" y="6613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t3109"/>
            <p:cNvSpPr/>
            <p:nvPr/>
          </p:nvSpPr>
          <p:spPr>
            <a:xfrm>
              <a:off x="11182923" y="6574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t3110"/>
            <p:cNvSpPr/>
            <p:nvPr/>
          </p:nvSpPr>
          <p:spPr>
            <a:xfrm>
              <a:off x="11251583" y="6551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t3111"/>
            <p:cNvSpPr/>
            <p:nvPr/>
          </p:nvSpPr>
          <p:spPr>
            <a:xfrm>
              <a:off x="11042525" y="6611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t3112"/>
            <p:cNvSpPr/>
            <p:nvPr/>
          </p:nvSpPr>
          <p:spPr>
            <a:xfrm>
              <a:off x="11114166" y="6623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t3113"/>
            <p:cNvSpPr/>
            <p:nvPr/>
          </p:nvSpPr>
          <p:spPr>
            <a:xfrm>
              <a:off x="11042525" y="66006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t3114"/>
            <p:cNvSpPr/>
            <p:nvPr/>
          </p:nvSpPr>
          <p:spPr>
            <a:xfrm>
              <a:off x="11193401" y="6602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t3115"/>
            <p:cNvSpPr/>
            <p:nvPr/>
          </p:nvSpPr>
          <p:spPr>
            <a:xfrm>
              <a:off x="11297235" y="6617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t3116"/>
            <p:cNvSpPr/>
            <p:nvPr/>
          </p:nvSpPr>
          <p:spPr>
            <a:xfrm>
              <a:off x="11440532" y="6584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t3117"/>
            <p:cNvSpPr/>
            <p:nvPr/>
          </p:nvSpPr>
          <p:spPr>
            <a:xfrm>
              <a:off x="11572235" y="6553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t3118"/>
            <p:cNvSpPr/>
            <p:nvPr/>
          </p:nvSpPr>
          <p:spPr>
            <a:xfrm>
              <a:off x="11042525" y="6626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t3119"/>
            <p:cNvSpPr/>
            <p:nvPr/>
          </p:nvSpPr>
          <p:spPr>
            <a:xfrm>
              <a:off x="11242743" y="5986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t3120"/>
            <p:cNvSpPr/>
            <p:nvPr/>
          </p:nvSpPr>
          <p:spPr>
            <a:xfrm>
              <a:off x="11365388" y="6605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t3121"/>
            <p:cNvSpPr/>
            <p:nvPr/>
          </p:nvSpPr>
          <p:spPr>
            <a:xfrm>
              <a:off x="11511221" y="6599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t3122"/>
            <p:cNvSpPr/>
            <p:nvPr/>
          </p:nvSpPr>
          <p:spPr>
            <a:xfrm>
              <a:off x="11652707" y="6562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t3123"/>
            <p:cNvSpPr/>
            <p:nvPr/>
          </p:nvSpPr>
          <p:spPr>
            <a:xfrm>
              <a:off x="11773540" y="6488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t3124"/>
            <p:cNvSpPr/>
            <p:nvPr/>
          </p:nvSpPr>
          <p:spPr>
            <a:xfrm>
              <a:off x="11042525" y="6653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t3125"/>
            <p:cNvSpPr/>
            <p:nvPr/>
          </p:nvSpPr>
          <p:spPr>
            <a:xfrm>
              <a:off x="11042525" y="6608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t3126"/>
            <p:cNvSpPr/>
            <p:nvPr/>
          </p:nvSpPr>
          <p:spPr>
            <a:xfrm>
              <a:off x="11121148" y="6619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t3127"/>
            <p:cNvSpPr/>
            <p:nvPr/>
          </p:nvSpPr>
          <p:spPr>
            <a:xfrm>
              <a:off x="11042525" y="6635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t3128"/>
            <p:cNvSpPr/>
            <p:nvPr/>
          </p:nvSpPr>
          <p:spPr>
            <a:xfrm>
              <a:off x="11341794" y="6636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t3129"/>
            <p:cNvSpPr/>
            <p:nvPr/>
          </p:nvSpPr>
          <p:spPr>
            <a:xfrm>
              <a:off x="11445424" y="6640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t3130"/>
            <p:cNvSpPr/>
            <p:nvPr/>
          </p:nvSpPr>
          <p:spPr>
            <a:xfrm>
              <a:off x="11042525" y="6605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t3131"/>
            <p:cNvSpPr/>
            <p:nvPr/>
          </p:nvSpPr>
          <p:spPr>
            <a:xfrm>
              <a:off x="11042525" y="6655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t3132"/>
            <p:cNvSpPr/>
            <p:nvPr/>
          </p:nvSpPr>
          <p:spPr>
            <a:xfrm>
              <a:off x="11042525" y="6649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t3133"/>
            <p:cNvSpPr/>
            <p:nvPr/>
          </p:nvSpPr>
          <p:spPr>
            <a:xfrm>
              <a:off x="11174305" y="6642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t3134"/>
            <p:cNvSpPr/>
            <p:nvPr/>
          </p:nvSpPr>
          <p:spPr>
            <a:xfrm>
              <a:off x="11042525" y="6610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t3135"/>
            <p:cNvSpPr/>
            <p:nvPr/>
          </p:nvSpPr>
          <p:spPr>
            <a:xfrm>
              <a:off x="11379482" y="6623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t3136"/>
            <p:cNvSpPr/>
            <p:nvPr/>
          </p:nvSpPr>
          <p:spPr>
            <a:xfrm>
              <a:off x="11639265" y="6599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t3137"/>
            <p:cNvSpPr/>
            <p:nvPr/>
          </p:nvSpPr>
          <p:spPr>
            <a:xfrm>
              <a:off x="11042525" y="6596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t3138"/>
            <p:cNvSpPr/>
            <p:nvPr/>
          </p:nvSpPr>
          <p:spPr>
            <a:xfrm>
              <a:off x="11252851" y="6575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t3139"/>
            <p:cNvSpPr/>
            <p:nvPr/>
          </p:nvSpPr>
          <p:spPr>
            <a:xfrm>
              <a:off x="11635090" y="6538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t3140"/>
            <p:cNvSpPr/>
            <p:nvPr/>
          </p:nvSpPr>
          <p:spPr>
            <a:xfrm>
              <a:off x="11042525" y="6647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t3141"/>
            <p:cNvSpPr/>
            <p:nvPr/>
          </p:nvSpPr>
          <p:spPr>
            <a:xfrm>
              <a:off x="11400134" y="6645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t3142"/>
            <p:cNvSpPr/>
            <p:nvPr/>
          </p:nvSpPr>
          <p:spPr>
            <a:xfrm>
              <a:off x="11042525" y="6619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t3143"/>
            <p:cNvSpPr/>
            <p:nvPr/>
          </p:nvSpPr>
          <p:spPr>
            <a:xfrm>
              <a:off x="11042525" y="6642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t3144"/>
            <p:cNvSpPr/>
            <p:nvPr/>
          </p:nvSpPr>
          <p:spPr>
            <a:xfrm>
              <a:off x="11170171" y="6631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t3145"/>
            <p:cNvSpPr/>
            <p:nvPr/>
          </p:nvSpPr>
          <p:spPr>
            <a:xfrm>
              <a:off x="11042525" y="6619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t3146"/>
            <p:cNvSpPr/>
            <p:nvPr/>
          </p:nvSpPr>
          <p:spPr>
            <a:xfrm>
              <a:off x="11042525" y="6636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t3147"/>
            <p:cNvSpPr/>
            <p:nvPr/>
          </p:nvSpPr>
          <p:spPr>
            <a:xfrm>
              <a:off x="11205931" y="6656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t3148"/>
            <p:cNvSpPr/>
            <p:nvPr/>
          </p:nvSpPr>
          <p:spPr>
            <a:xfrm>
              <a:off x="11459392" y="6652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t3149"/>
            <p:cNvSpPr/>
            <p:nvPr/>
          </p:nvSpPr>
          <p:spPr>
            <a:xfrm>
              <a:off x="11042525" y="6627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t3150"/>
            <p:cNvSpPr/>
            <p:nvPr/>
          </p:nvSpPr>
          <p:spPr>
            <a:xfrm>
              <a:off x="11185581" y="6633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t3151"/>
            <p:cNvSpPr/>
            <p:nvPr/>
          </p:nvSpPr>
          <p:spPr>
            <a:xfrm>
              <a:off x="11042525" y="6633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t3152"/>
            <p:cNvSpPr/>
            <p:nvPr/>
          </p:nvSpPr>
          <p:spPr>
            <a:xfrm>
              <a:off x="11255568" y="6627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t3153"/>
            <p:cNvSpPr/>
            <p:nvPr/>
          </p:nvSpPr>
          <p:spPr>
            <a:xfrm>
              <a:off x="11379585" y="6626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t3154"/>
            <p:cNvSpPr/>
            <p:nvPr/>
          </p:nvSpPr>
          <p:spPr>
            <a:xfrm>
              <a:off x="11509011" y="6633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t3155"/>
            <p:cNvSpPr/>
            <p:nvPr/>
          </p:nvSpPr>
          <p:spPr>
            <a:xfrm>
              <a:off x="11643355" y="6609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t3156"/>
            <p:cNvSpPr/>
            <p:nvPr/>
          </p:nvSpPr>
          <p:spPr>
            <a:xfrm>
              <a:off x="11042525" y="6667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t3157"/>
            <p:cNvSpPr/>
            <p:nvPr/>
          </p:nvSpPr>
          <p:spPr>
            <a:xfrm>
              <a:off x="11168250" y="6659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t3158"/>
            <p:cNvSpPr/>
            <p:nvPr/>
          </p:nvSpPr>
          <p:spPr>
            <a:xfrm>
              <a:off x="11310279" y="6668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t3159"/>
            <p:cNvSpPr/>
            <p:nvPr/>
          </p:nvSpPr>
          <p:spPr>
            <a:xfrm>
              <a:off x="11441801" y="6656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t3160"/>
            <p:cNvSpPr/>
            <p:nvPr/>
          </p:nvSpPr>
          <p:spPr>
            <a:xfrm>
              <a:off x="11573685" y="6643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t3161"/>
            <p:cNvSpPr/>
            <p:nvPr/>
          </p:nvSpPr>
          <p:spPr>
            <a:xfrm>
              <a:off x="11705388" y="6639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t3162"/>
            <p:cNvSpPr/>
            <p:nvPr/>
          </p:nvSpPr>
          <p:spPr>
            <a:xfrm>
              <a:off x="11042525" y="6626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t3163"/>
            <p:cNvSpPr/>
            <p:nvPr/>
          </p:nvSpPr>
          <p:spPr>
            <a:xfrm>
              <a:off x="11042525" y="6641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t3164"/>
            <p:cNvSpPr/>
            <p:nvPr/>
          </p:nvSpPr>
          <p:spPr>
            <a:xfrm>
              <a:off x="11042525" y="6606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t3165"/>
            <p:cNvSpPr/>
            <p:nvPr/>
          </p:nvSpPr>
          <p:spPr>
            <a:xfrm>
              <a:off x="11243793" y="6602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t3166"/>
            <p:cNvSpPr/>
            <p:nvPr/>
          </p:nvSpPr>
          <p:spPr>
            <a:xfrm>
              <a:off x="11042525" y="6663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t3167"/>
            <p:cNvSpPr/>
            <p:nvPr/>
          </p:nvSpPr>
          <p:spPr>
            <a:xfrm>
              <a:off x="11182824" y="6655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t3168"/>
            <p:cNvSpPr/>
            <p:nvPr/>
          </p:nvSpPr>
          <p:spPr>
            <a:xfrm>
              <a:off x="11042525" y="6639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t3169"/>
            <p:cNvSpPr/>
            <p:nvPr/>
          </p:nvSpPr>
          <p:spPr>
            <a:xfrm>
              <a:off x="11176764" y="6634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t3170"/>
            <p:cNvSpPr/>
            <p:nvPr/>
          </p:nvSpPr>
          <p:spPr>
            <a:xfrm>
              <a:off x="11308829" y="6647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t3171"/>
            <p:cNvSpPr/>
            <p:nvPr/>
          </p:nvSpPr>
          <p:spPr>
            <a:xfrm>
              <a:off x="11042525" y="6613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t3172"/>
            <p:cNvSpPr/>
            <p:nvPr/>
          </p:nvSpPr>
          <p:spPr>
            <a:xfrm>
              <a:off x="11200909" y="6564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t3173"/>
            <p:cNvSpPr/>
            <p:nvPr/>
          </p:nvSpPr>
          <p:spPr>
            <a:xfrm>
              <a:off x="11042525" y="6627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t3174"/>
            <p:cNvSpPr/>
            <p:nvPr/>
          </p:nvSpPr>
          <p:spPr>
            <a:xfrm>
              <a:off x="11042525" y="6614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t3175"/>
            <p:cNvSpPr/>
            <p:nvPr/>
          </p:nvSpPr>
          <p:spPr>
            <a:xfrm>
              <a:off x="11042525" y="6597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t3176"/>
            <p:cNvSpPr/>
            <p:nvPr/>
          </p:nvSpPr>
          <p:spPr>
            <a:xfrm>
              <a:off x="11444880" y="6607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t3177"/>
            <p:cNvSpPr/>
            <p:nvPr/>
          </p:nvSpPr>
          <p:spPr>
            <a:xfrm>
              <a:off x="11042525" y="6598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t3178"/>
            <p:cNvSpPr/>
            <p:nvPr/>
          </p:nvSpPr>
          <p:spPr>
            <a:xfrm>
              <a:off x="11190783" y="6663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t3179"/>
            <p:cNvSpPr/>
            <p:nvPr/>
          </p:nvSpPr>
          <p:spPr>
            <a:xfrm>
              <a:off x="11245242" y="6664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t3180"/>
            <p:cNvSpPr/>
            <p:nvPr/>
          </p:nvSpPr>
          <p:spPr>
            <a:xfrm>
              <a:off x="11320424" y="6666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t3181"/>
            <p:cNvSpPr/>
            <p:nvPr/>
          </p:nvSpPr>
          <p:spPr>
            <a:xfrm>
              <a:off x="11435403" y="6666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t3182"/>
            <p:cNvSpPr/>
            <p:nvPr/>
          </p:nvSpPr>
          <p:spPr>
            <a:xfrm>
              <a:off x="11042525" y="6606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t3183"/>
            <p:cNvSpPr/>
            <p:nvPr/>
          </p:nvSpPr>
          <p:spPr>
            <a:xfrm>
              <a:off x="11042525" y="6635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t3184"/>
            <p:cNvSpPr/>
            <p:nvPr/>
          </p:nvSpPr>
          <p:spPr>
            <a:xfrm>
              <a:off x="11042525" y="6640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t3185"/>
            <p:cNvSpPr/>
            <p:nvPr/>
          </p:nvSpPr>
          <p:spPr>
            <a:xfrm>
              <a:off x="11042525" y="6642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t3186"/>
            <p:cNvSpPr/>
            <p:nvPr/>
          </p:nvSpPr>
          <p:spPr>
            <a:xfrm>
              <a:off x="11042525" y="6640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t3187"/>
            <p:cNvSpPr/>
            <p:nvPr/>
          </p:nvSpPr>
          <p:spPr>
            <a:xfrm>
              <a:off x="11042525" y="6612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t3188"/>
            <p:cNvSpPr/>
            <p:nvPr/>
          </p:nvSpPr>
          <p:spPr>
            <a:xfrm>
              <a:off x="11108729" y="6613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t3189"/>
            <p:cNvSpPr/>
            <p:nvPr/>
          </p:nvSpPr>
          <p:spPr>
            <a:xfrm>
              <a:off x="11178757" y="6603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t3190"/>
            <p:cNvSpPr/>
            <p:nvPr/>
          </p:nvSpPr>
          <p:spPr>
            <a:xfrm>
              <a:off x="11042525" y="6630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t3191"/>
            <p:cNvSpPr/>
            <p:nvPr/>
          </p:nvSpPr>
          <p:spPr>
            <a:xfrm>
              <a:off x="11042525" y="6653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t3192"/>
            <p:cNvSpPr/>
            <p:nvPr/>
          </p:nvSpPr>
          <p:spPr>
            <a:xfrm>
              <a:off x="11042525" y="6635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t3193"/>
            <p:cNvSpPr/>
            <p:nvPr/>
          </p:nvSpPr>
          <p:spPr>
            <a:xfrm>
              <a:off x="11042525" y="6648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t3194"/>
            <p:cNvSpPr/>
            <p:nvPr/>
          </p:nvSpPr>
          <p:spPr>
            <a:xfrm>
              <a:off x="11709554" y="6643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t3195"/>
            <p:cNvSpPr/>
            <p:nvPr/>
          </p:nvSpPr>
          <p:spPr>
            <a:xfrm>
              <a:off x="11841076" y="6633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t3196"/>
            <p:cNvSpPr/>
            <p:nvPr/>
          </p:nvSpPr>
          <p:spPr>
            <a:xfrm>
              <a:off x="11969337" y="6595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t3197"/>
            <p:cNvSpPr/>
            <p:nvPr/>
          </p:nvSpPr>
          <p:spPr>
            <a:xfrm>
              <a:off x="11042525" y="6634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t3198"/>
            <p:cNvSpPr/>
            <p:nvPr/>
          </p:nvSpPr>
          <p:spPr>
            <a:xfrm>
              <a:off x="11188177" y="6627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t3199"/>
            <p:cNvSpPr/>
            <p:nvPr/>
          </p:nvSpPr>
          <p:spPr>
            <a:xfrm>
              <a:off x="11184378" y="6622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t3200"/>
            <p:cNvSpPr/>
            <p:nvPr/>
          </p:nvSpPr>
          <p:spPr>
            <a:xfrm>
              <a:off x="11314967" y="6623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t3201"/>
            <p:cNvSpPr/>
            <p:nvPr/>
          </p:nvSpPr>
          <p:spPr>
            <a:xfrm>
              <a:off x="11491081" y="6622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t3202"/>
            <p:cNvSpPr/>
            <p:nvPr/>
          </p:nvSpPr>
          <p:spPr>
            <a:xfrm>
              <a:off x="11042525" y="6621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t3203"/>
            <p:cNvSpPr/>
            <p:nvPr/>
          </p:nvSpPr>
          <p:spPr>
            <a:xfrm>
              <a:off x="11247825" y="6590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t3204"/>
            <p:cNvSpPr/>
            <p:nvPr/>
          </p:nvSpPr>
          <p:spPr>
            <a:xfrm>
              <a:off x="11502536" y="6601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t3205"/>
            <p:cNvSpPr/>
            <p:nvPr/>
          </p:nvSpPr>
          <p:spPr>
            <a:xfrm>
              <a:off x="11042525" y="6606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t3206"/>
            <p:cNvSpPr/>
            <p:nvPr/>
          </p:nvSpPr>
          <p:spPr>
            <a:xfrm>
              <a:off x="11042525" y="6644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t3207"/>
            <p:cNvSpPr/>
            <p:nvPr/>
          </p:nvSpPr>
          <p:spPr>
            <a:xfrm>
              <a:off x="11042525" y="6621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t3208"/>
            <p:cNvSpPr/>
            <p:nvPr/>
          </p:nvSpPr>
          <p:spPr>
            <a:xfrm>
              <a:off x="11192439" y="6604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t3209"/>
            <p:cNvSpPr/>
            <p:nvPr/>
          </p:nvSpPr>
          <p:spPr>
            <a:xfrm>
              <a:off x="11306474" y="6625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t3210"/>
            <p:cNvSpPr/>
            <p:nvPr/>
          </p:nvSpPr>
          <p:spPr>
            <a:xfrm>
              <a:off x="11042525" y="6608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t3211"/>
            <p:cNvSpPr/>
            <p:nvPr/>
          </p:nvSpPr>
          <p:spPr>
            <a:xfrm>
              <a:off x="11351561" y="6632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t3212"/>
            <p:cNvSpPr/>
            <p:nvPr/>
          </p:nvSpPr>
          <p:spPr>
            <a:xfrm>
              <a:off x="11042525" y="6604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t3213"/>
            <p:cNvSpPr/>
            <p:nvPr/>
          </p:nvSpPr>
          <p:spPr>
            <a:xfrm>
              <a:off x="11164264" y="6528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t3214"/>
            <p:cNvSpPr/>
            <p:nvPr/>
          </p:nvSpPr>
          <p:spPr>
            <a:xfrm>
              <a:off x="11042525" y="6610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t3215"/>
            <p:cNvSpPr/>
            <p:nvPr/>
          </p:nvSpPr>
          <p:spPr>
            <a:xfrm>
              <a:off x="11180793" y="6639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t3216"/>
            <p:cNvSpPr/>
            <p:nvPr/>
          </p:nvSpPr>
          <p:spPr>
            <a:xfrm>
              <a:off x="11316076" y="6626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t3217"/>
            <p:cNvSpPr/>
            <p:nvPr/>
          </p:nvSpPr>
          <p:spPr>
            <a:xfrm>
              <a:off x="11448899" y="6623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t3218"/>
            <p:cNvSpPr/>
            <p:nvPr/>
          </p:nvSpPr>
          <p:spPr>
            <a:xfrm>
              <a:off x="11586004" y="6602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t3219"/>
            <p:cNvSpPr/>
            <p:nvPr/>
          </p:nvSpPr>
          <p:spPr>
            <a:xfrm>
              <a:off x="11042525" y="6616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t3220"/>
            <p:cNvSpPr/>
            <p:nvPr/>
          </p:nvSpPr>
          <p:spPr>
            <a:xfrm>
              <a:off x="11277308" y="6628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t3221"/>
            <p:cNvSpPr/>
            <p:nvPr/>
          </p:nvSpPr>
          <p:spPr>
            <a:xfrm>
              <a:off x="11504119" y="6597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t3222"/>
            <p:cNvSpPr/>
            <p:nvPr/>
          </p:nvSpPr>
          <p:spPr>
            <a:xfrm>
              <a:off x="11042525" y="6625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t3223"/>
            <p:cNvSpPr/>
            <p:nvPr/>
          </p:nvSpPr>
          <p:spPr>
            <a:xfrm>
              <a:off x="11208574" y="6618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t3224"/>
            <p:cNvSpPr/>
            <p:nvPr/>
          </p:nvSpPr>
          <p:spPr>
            <a:xfrm>
              <a:off x="11307380" y="6614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t3225"/>
            <p:cNvSpPr/>
            <p:nvPr/>
          </p:nvSpPr>
          <p:spPr>
            <a:xfrm>
              <a:off x="11450664" y="6609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t3226"/>
            <p:cNvSpPr/>
            <p:nvPr/>
          </p:nvSpPr>
          <p:spPr>
            <a:xfrm>
              <a:off x="11641982" y="6590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t3227"/>
            <p:cNvSpPr/>
            <p:nvPr/>
          </p:nvSpPr>
          <p:spPr>
            <a:xfrm>
              <a:off x="11042525" y="6637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t3228"/>
            <p:cNvSpPr/>
            <p:nvPr/>
          </p:nvSpPr>
          <p:spPr>
            <a:xfrm>
              <a:off x="11042525" y="6596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t3229"/>
            <p:cNvSpPr/>
            <p:nvPr/>
          </p:nvSpPr>
          <p:spPr>
            <a:xfrm>
              <a:off x="11188358" y="667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t3230"/>
            <p:cNvSpPr/>
            <p:nvPr/>
          </p:nvSpPr>
          <p:spPr>
            <a:xfrm>
              <a:off x="11342525" y="6670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t3231"/>
            <p:cNvSpPr/>
            <p:nvPr/>
          </p:nvSpPr>
          <p:spPr>
            <a:xfrm>
              <a:off x="11042525" y="6657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t3232"/>
            <p:cNvSpPr/>
            <p:nvPr/>
          </p:nvSpPr>
          <p:spPr>
            <a:xfrm>
              <a:off x="11388532" y="6644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t3233"/>
            <p:cNvSpPr/>
            <p:nvPr/>
          </p:nvSpPr>
          <p:spPr>
            <a:xfrm>
              <a:off x="11042525" y="667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t3234"/>
            <p:cNvSpPr/>
            <p:nvPr/>
          </p:nvSpPr>
          <p:spPr>
            <a:xfrm>
              <a:off x="11042525" y="6582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t3235"/>
            <p:cNvSpPr/>
            <p:nvPr/>
          </p:nvSpPr>
          <p:spPr>
            <a:xfrm>
              <a:off x="11042525" y="6622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t3236"/>
            <p:cNvSpPr/>
            <p:nvPr/>
          </p:nvSpPr>
          <p:spPr>
            <a:xfrm>
              <a:off x="11240688" y="6628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t3237"/>
            <p:cNvSpPr/>
            <p:nvPr/>
          </p:nvSpPr>
          <p:spPr>
            <a:xfrm>
              <a:off x="11042525" y="6620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t3238"/>
            <p:cNvSpPr/>
            <p:nvPr/>
          </p:nvSpPr>
          <p:spPr>
            <a:xfrm>
              <a:off x="11179316" y="6636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t3239"/>
            <p:cNvSpPr/>
            <p:nvPr/>
          </p:nvSpPr>
          <p:spPr>
            <a:xfrm>
              <a:off x="11351642" y="6639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t3240"/>
            <p:cNvSpPr/>
            <p:nvPr/>
          </p:nvSpPr>
          <p:spPr>
            <a:xfrm>
              <a:off x="11454316" y="6638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t3241"/>
            <p:cNvSpPr/>
            <p:nvPr/>
          </p:nvSpPr>
          <p:spPr>
            <a:xfrm>
              <a:off x="11592468" y="6645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t3242"/>
            <p:cNvSpPr/>
            <p:nvPr/>
          </p:nvSpPr>
          <p:spPr>
            <a:xfrm>
              <a:off x="11042525" y="6620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t3243"/>
            <p:cNvSpPr/>
            <p:nvPr/>
          </p:nvSpPr>
          <p:spPr>
            <a:xfrm>
              <a:off x="11299771" y="6613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t3244"/>
            <p:cNvSpPr/>
            <p:nvPr/>
          </p:nvSpPr>
          <p:spPr>
            <a:xfrm>
              <a:off x="11042525" y="6645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t3245"/>
            <p:cNvSpPr/>
            <p:nvPr/>
          </p:nvSpPr>
          <p:spPr>
            <a:xfrm>
              <a:off x="11042525" y="658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t3246"/>
            <p:cNvSpPr/>
            <p:nvPr/>
          </p:nvSpPr>
          <p:spPr>
            <a:xfrm>
              <a:off x="11109700" y="6579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t3247"/>
            <p:cNvSpPr/>
            <p:nvPr/>
          </p:nvSpPr>
          <p:spPr>
            <a:xfrm>
              <a:off x="11042525" y="6649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t3248"/>
            <p:cNvSpPr/>
            <p:nvPr/>
          </p:nvSpPr>
          <p:spPr>
            <a:xfrm>
              <a:off x="11221238" y="6632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t3249"/>
            <p:cNvSpPr/>
            <p:nvPr/>
          </p:nvSpPr>
          <p:spPr>
            <a:xfrm>
              <a:off x="11307380" y="6649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t3250"/>
            <p:cNvSpPr/>
            <p:nvPr/>
          </p:nvSpPr>
          <p:spPr>
            <a:xfrm>
              <a:off x="11454476" y="6613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t3251"/>
            <p:cNvSpPr/>
            <p:nvPr/>
          </p:nvSpPr>
          <p:spPr>
            <a:xfrm>
              <a:off x="11584917" y="6628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t3252"/>
            <p:cNvSpPr/>
            <p:nvPr/>
          </p:nvSpPr>
          <p:spPr>
            <a:xfrm>
              <a:off x="11701583" y="6637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t3253"/>
            <p:cNvSpPr/>
            <p:nvPr/>
          </p:nvSpPr>
          <p:spPr>
            <a:xfrm>
              <a:off x="11042525" y="6654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t3254"/>
            <p:cNvSpPr/>
            <p:nvPr/>
          </p:nvSpPr>
          <p:spPr>
            <a:xfrm>
              <a:off x="11175473" y="6655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t3255"/>
            <p:cNvSpPr/>
            <p:nvPr/>
          </p:nvSpPr>
          <p:spPr>
            <a:xfrm>
              <a:off x="11042525" y="6594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t3256"/>
            <p:cNvSpPr/>
            <p:nvPr/>
          </p:nvSpPr>
          <p:spPr>
            <a:xfrm>
              <a:off x="11042525" y="6608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t3257"/>
            <p:cNvSpPr/>
            <p:nvPr/>
          </p:nvSpPr>
          <p:spPr>
            <a:xfrm>
              <a:off x="11042525" y="6631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t3258"/>
            <p:cNvSpPr/>
            <p:nvPr/>
          </p:nvSpPr>
          <p:spPr>
            <a:xfrm>
              <a:off x="11042525" y="6647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t3259"/>
            <p:cNvSpPr/>
            <p:nvPr/>
          </p:nvSpPr>
          <p:spPr>
            <a:xfrm>
              <a:off x="11174260" y="6610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t3260"/>
            <p:cNvSpPr/>
            <p:nvPr/>
          </p:nvSpPr>
          <p:spPr>
            <a:xfrm>
              <a:off x="11339083" y="6610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t3261"/>
            <p:cNvSpPr/>
            <p:nvPr/>
          </p:nvSpPr>
          <p:spPr>
            <a:xfrm>
              <a:off x="11235036" y="6590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t3262"/>
            <p:cNvSpPr/>
            <p:nvPr/>
          </p:nvSpPr>
          <p:spPr>
            <a:xfrm>
              <a:off x="11371992" y="6614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t3263"/>
            <p:cNvSpPr/>
            <p:nvPr/>
          </p:nvSpPr>
          <p:spPr>
            <a:xfrm>
              <a:off x="11501340" y="6589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t3264"/>
            <p:cNvSpPr/>
            <p:nvPr/>
          </p:nvSpPr>
          <p:spPr>
            <a:xfrm>
              <a:off x="11633949" y="6594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t3265"/>
            <p:cNvSpPr/>
            <p:nvPr/>
          </p:nvSpPr>
          <p:spPr>
            <a:xfrm>
              <a:off x="11767101" y="6599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t3266"/>
            <p:cNvSpPr/>
            <p:nvPr/>
          </p:nvSpPr>
          <p:spPr>
            <a:xfrm>
              <a:off x="11042525" y="6625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t3267"/>
            <p:cNvSpPr/>
            <p:nvPr/>
          </p:nvSpPr>
          <p:spPr>
            <a:xfrm>
              <a:off x="11042525" y="6648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t3268"/>
            <p:cNvSpPr/>
            <p:nvPr/>
          </p:nvSpPr>
          <p:spPr>
            <a:xfrm>
              <a:off x="11242163" y="6627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t3269"/>
            <p:cNvSpPr/>
            <p:nvPr/>
          </p:nvSpPr>
          <p:spPr>
            <a:xfrm>
              <a:off x="11639627" y="6645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t3270"/>
            <p:cNvSpPr/>
            <p:nvPr/>
          </p:nvSpPr>
          <p:spPr>
            <a:xfrm>
              <a:off x="11042525" y="6647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t3271"/>
            <p:cNvSpPr/>
            <p:nvPr/>
          </p:nvSpPr>
          <p:spPr>
            <a:xfrm>
              <a:off x="11042525" y="6597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t3272"/>
            <p:cNvSpPr/>
            <p:nvPr/>
          </p:nvSpPr>
          <p:spPr>
            <a:xfrm>
              <a:off x="11175629" y="6593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t3273"/>
            <p:cNvSpPr/>
            <p:nvPr/>
          </p:nvSpPr>
          <p:spPr>
            <a:xfrm>
              <a:off x="11313702" y="6563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t3274"/>
            <p:cNvSpPr/>
            <p:nvPr/>
          </p:nvSpPr>
          <p:spPr>
            <a:xfrm>
              <a:off x="11449361" y="6542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t3275"/>
            <p:cNvSpPr/>
            <p:nvPr/>
          </p:nvSpPr>
          <p:spPr>
            <a:xfrm>
              <a:off x="11042525" y="6605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t3276"/>
            <p:cNvSpPr/>
            <p:nvPr/>
          </p:nvSpPr>
          <p:spPr>
            <a:xfrm>
              <a:off x="11042525" y="6650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t3277"/>
            <p:cNvSpPr/>
            <p:nvPr/>
          </p:nvSpPr>
          <p:spPr>
            <a:xfrm>
              <a:off x="11124952" y="6645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t3278"/>
            <p:cNvSpPr/>
            <p:nvPr/>
          </p:nvSpPr>
          <p:spPr>
            <a:xfrm>
              <a:off x="11426764" y="6659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t3279"/>
            <p:cNvSpPr/>
            <p:nvPr/>
          </p:nvSpPr>
          <p:spPr>
            <a:xfrm>
              <a:off x="11738359" y="6637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t3280"/>
            <p:cNvSpPr/>
            <p:nvPr/>
          </p:nvSpPr>
          <p:spPr>
            <a:xfrm>
              <a:off x="11042525" y="6627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t3281"/>
            <p:cNvSpPr/>
            <p:nvPr/>
          </p:nvSpPr>
          <p:spPr>
            <a:xfrm>
              <a:off x="11227605" y="6620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t3282"/>
            <p:cNvSpPr/>
            <p:nvPr/>
          </p:nvSpPr>
          <p:spPr>
            <a:xfrm>
              <a:off x="11373322" y="6615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t3283"/>
            <p:cNvSpPr/>
            <p:nvPr/>
          </p:nvSpPr>
          <p:spPr>
            <a:xfrm>
              <a:off x="11529134" y="6572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t3284"/>
            <p:cNvSpPr/>
            <p:nvPr/>
          </p:nvSpPr>
          <p:spPr>
            <a:xfrm>
              <a:off x="11649228" y="6498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t3285"/>
            <p:cNvSpPr/>
            <p:nvPr/>
          </p:nvSpPr>
          <p:spPr>
            <a:xfrm>
              <a:off x="11763276" y="6485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t3286"/>
            <p:cNvSpPr/>
            <p:nvPr/>
          </p:nvSpPr>
          <p:spPr>
            <a:xfrm>
              <a:off x="11042525" y="6650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t3287"/>
            <p:cNvSpPr/>
            <p:nvPr/>
          </p:nvSpPr>
          <p:spPr>
            <a:xfrm>
              <a:off x="11241619" y="6658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t3288"/>
            <p:cNvSpPr/>
            <p:nvPr/>
          </p:nvSpPr>
          <p:spPr>
            <a:xfrm>
              <a:off x="11042525" y="6608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t3289"/>
            <p:cNvSpPr/>
            <p:nvPr/>
          </p:nvSpPr>
          <p:spPr>
            <a:xfrm>
              <a:off x="11255206" y="6616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t3290"/>
            <p:cNvSpPr/>
            <p:nvPr/>
          </p:nvSpPr>
          <p:spPr>
            <a:xfrm>
              <a:off x="11427821" y="6612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t3291"/>
            <p:cNvSpPr/>
            <p:nvPr/>
          </p:nvSpPr>
          <p:spPr>
            <a:xfrm>
              <a:off x="11042525" y="6647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t3292"/>
            <p:cNvSpPr/>
            <p:nvPr/>
          </p:nvSpPr>
          <p:spPr>
            <a:xfrm>
              <a:off x="11042525" y="6639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t3293"/>
            <p:cNvSpPr/>
            <p:nvPr/>
          </p:nvSpPr>
          <p:spPr>
            <a:xfrm>
              <a:off x="11185802" y="6647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t3294"/>
            <p:cNvSpPr/>
            <p:nvPr/>
          </p:nvSpPr>
          <p:spPr>
            <a:xfrm>
              <a:off x="11317525" y="6633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t3295"/>
            <p:cNvSpPr/>
            <p:nvPr/>
          </p:nvSpPr>
          <p:spPr>
            <a:xfrm>
              <a:off x="11042525" y="6611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t3296"/>
            <p:cNvSpPr/>
            <p:nvPr/>
          </p:nvSpPr>
          <p:spPr>
            <a:xfrm>
              <a:off x="11107199" y="6109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t3297"/>
            <p:cNvSpPr/>
            <p:nvPr/>
          </p:nvSpPr>
          <p:spPr>
            <a:xfrm>
              <a:off x="11179397" y="6125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t3298"/>
            <p:cNvSpPr/>
            <p:nvPr/>
          </p:nvSpPr>
          <p:spPr>
            <a:xfrm>
              <a:off x="11241257" y="6164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t3299"/>
            <p:cNvSpPr/>
            <p:nvPr/>
          </p:nvSpPr>
          <p:spPr>
            <a:xfrm>
              <a:off x="11318612" y="6315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t3300"/>
            <p:cNvSpPr/>
            <p:nvPr/>
          </p:nvSpPr>
          <p:spPr>
            <a:xfrm>
              <a:off x="11042525" y="6596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t3301"/>
            <p:cNvSpPr/>
            <p:nvPr/>
          </p:nvSpPr>
          <p:spPr>
            <a:xfrm>
              <a:off x="11268068" y="6558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t3302"/>
            <p:cNvSpPr/>
            <p:nvPr/>
          </p:nvSpPr>
          <p:spPr>
            <a:xfrm>
              <a:off x="11385420" y="6559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t3303"/>
            <p:cNvSpPr/>
            <p:nvPr/>
          </p:nvSpPr>
          <p:spPr>
            <a:xfrm>
              <a:off x="11515351" y="6579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t3304"/>
            <p:cNvSpPr/>
            <p:nvPr/>
          </p:nvSpPr>
          <p:spPr>
            <a:xfrm>
              <a:off x="11042525" y="6618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t3305"/>
            <p:cNvSpPr/>
            <p:nvPr/>
          </p:nvSpPr>
          <p:spPr>
            <a:xfrm>
              <a:off x="11179300" y="6606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t3306"/>
            <p:cNvSpPr/>
            <p:nvPr/>
          </p:nvSpPr>
          <p:spPr>
            <a:xfrm>
              <a:off x="11308648" y="6611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t3307"/>
            <p:cNvSpPr/>
            <p:nvPr/>
          </p:nvSpPr>
          <p:spPr>
            <a:xfrm>
              <a:off x="11445061" y="6608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t3308"/>
            <p:cNvSpPr/>
            <p:nvPr/>
          </p:nvSpPr>
          <p:spPr>
            <a:xfrm>
              <a:off x="11569337" y="6552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t3309"/>
            <p:cNvSpPr/>
            <p:nvPr/>
          </p:nvSpPr>
          <p:spPr>
            <a:xfrm>
              <a:off x="11371873" y="6640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t3310"/>
            <p:cNvSpPr/>
            <p:nvPr/>
          </p:nvSpPr>
          <p:spPr>
            <a:xfrm>
              <a:off x="11042525" y="6665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t3311"/>
            <p:cNvSpPr/>
            <p:nvPr/>
          </p:nvSpPr>
          <p:spPr>
            <a:xfrm>
              <a:off x="11042525" y="6659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t3312"/>
            <p:cNvSpPr/>
            <p:nvPr/>
          </p:nvSpPr>
          <p:spPr>
            <a:xfrm>
              <a:off x="11042525" y="6623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t3313"/>
            <p:cNvSpPr/>
            <p:nvPr/>
          </p:nvSpPr>
          <p:spPr>
            <a:xfrm>
              <a:off x="11239041" y="6644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t3314"/>
            <p:cNvSpPr/>
            <p:nvPr/>
          </p:nvSpPr>
          <p:spPr>
            <a:xfrm>
              <a:off x="11042525" y="6607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t3315"/>
            <p:cNvSpPr/>
            <p:nvPr/>
          </p:nvSpPr>
          <p:spPr>
            <a:xfrm>
              <a:off x="11042525" y="6622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t3316"/>
            <p:cNvSpPr/>
            <p:nvPr/>
          </p:nvSpPr>
          <p:spPr>
            <a:xfrm>
              <a:off x="11186547" y="6614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t3317"/>
            <p:cNvSpPr/>
            <p:nvPr/>
          </p:nvSpPr>
          <p:spPr>
            <a:xfrm>
              <a:off x="11323141" y="6626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t3318"/>
            <p:cNvSpPr/>
            <p:nvPr/>
          </p:nvSpPr>
          <p:spPr>
            <a:xfrm>
              <a:off x="11042525" y="6612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t3319"/>
            <p:cNvSpPr/>
            <p:nvPr/>
          </p:nvSpPr>
          <p:spPr>
            <a:xfrm>
              <a:off x="11177194" y="6618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t3320"/>
            <p:cNvSpPr/>
            <p:nvPr/>
          </p:nvSpPr>
          <p:spPr>
            <a:xfrm>
              <a:off x="11299771" y="6641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t3321"/>
            <p:cNvSpPr/>
            <p:nvPr/>
          </p:nvSpPr>
          <p:spPr>
            <a:xfrm>
              <a:off x="11042525" y="6595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t3322"/>
            <p:cNvSpPr/>
            <p:nvPr/>
          </p:nvSpPr>
          <p:spPr>
            <a:xfrm>
              <a:off x="11244120" y="6609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t3323"/>
            <p:cNvSpPr/>
            <p:nvPr/>
          </p:nvSpPr>
          <p:spPr>
            <a:xfrm>
              <a:off x="11042525" y="6629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t3324"/>
            <p:cNvSpPr/>
            <p:nvPr/>
          </p:nvSpPr>
          <p:spPr>
            <a:xfrm>
              <a:off x="11317163" y="6614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t3325"/>
            <p:cNvSpPr/>
            <p:nvPr/>
          </p:nvSpPr>
          <p:spPr>
            <a:xfrm>
              <a:off x="11178975" y="6604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t3326"/>
            <p:cNvSpPr/>
            <p:nvPr/>
          </p:nvSpPr>
          <p:spPr>
            <a:xfrm>
              <a:off x="11042525" y="6655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t3327"/>
            <p:cNvSpPr/>
            <p:nvPr/>
          </p:nvSpPr>
          <p:spPr>
            <a:xfrm>
              <a:off x="11042525" y="6641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t3328"/>
            <p:cNvSpPr/>
            <p:nvPr/>
          </p:nvSpPr>
          <p:spPr>
            <a:xfrm>
              <a:off x="11042525" y="6618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t3329"/>
            <p:cNvSpPr/>
            <p:nvPr/>
          </p:nvSpPr>
          <p:spPr>
            <a:xfrm>
              <a:off x="11187047" y="6603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t3330"/>
            <p:cNvSpPr/>
            <p:nvPr/>
          </p:nvSpPr>
          <p:spPr>
            <a:xfrm>
              <a:off x="11042525" y="6638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t3331"/>
            <p:cNvSpPr/>
            <p:nvPr/>
          </p:nvSpPr>
          <p:spPr>
            <a:xfrm>
              <a:off x="11394447" y="6628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t3332"/>
            <p:cNvSpPr/>
            <p:nvPr/>
          </p:nvSpPr>
          <p:spPr>
            <a:xfrm>
              <a:off x="11042525" y="6657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t3333"/>
            <p:cNvSpPr/>
            <p:nvPr/>
          </p:nvSpPr>
          <p:spPr>
            <a:xfrm>
              <a:off x="11182923" y="6651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t3334"/>
            <p:cNvSpPr/>
            <p:nvPr/>
          </p:nvSpPr>
          <p:spPr>
            <a:xfrm>
              <a:off x="11042525" y="6640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t3335"/>
            <p:cNvSpPr/>
            <p:nvPr/>
          </p:nvSpPr>
          <p:spPr>
            <a:xfrm>
              <a:off x="11042525" y="6632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t3336"/>
            <p:cNvSpPr/>
            <p:nvPr/>
          </p:nvSpPr>
          <p:spPr>
            <a:xfrm>
              <a:off x="11181112" y="6588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t3337"/>
            <p:cNvSpPr/>
            <p:nvPr/>
          </p:nvSpPr>
          <p:spPr>
            <a:xfrm>
              <a:off x="11320242" y="6577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t3338"/>
            <p:cNvSpPr/>
            <p:nvPr/>
          </p:nvSpPr>
          <p:spPr>
            <a:xfrm>
              <a:off x="11459724" y="6594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t3339"/>
            <p:cNvSpPr/>
            <p:nvPr/>
          </p:nvSpPr>
          <p:spPr>
            <a:xfrm>
              <a:off x="11042525" y="6621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t3340"/>
            <p:cNvSpPr/>
            <p:nvPr/>
          </p:nvSpPr>
          <p:spPr>
            <a:xfrm>
              <a:off x="11180692" y="6626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t3341"/>
            <p:cNvSpPr/>
            <p:nvPr/>
          </p:nvSpPr>
          <p:spPr>
            <a:xfrm>
              <a:off x="11499714" y="6621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t3342"/>
            <p:cNvSpPr/>
            <p:nvPr/>
          </p:nvSpPr>
          <p:spPr>
            <a:xfrm>
              <a:off x="11042525" y="6645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t3343"/>
            <p:cNvSpPr/>
            <p:nvPr/>
          </p:nvSpPr>
          <p:spPr>
            <a:xfrm>
              <a:off x="11042525" y="6635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t3344"/>
            <p:cNvSpPr/>
            <p:nvPr/>
          </p:nvSpPr>
          <p:spPr>
            <a:xfrm>
              <a:off x="11042525" y="6619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t3345"/>
            <p:cNvSpPr/>
            <p:nvPr/>
          </p:nvSpPr>
          <p:spPr>
            <a:xfrm>
              <a:off x="11175571" y="6624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t3346"/>
            <p:cNvSpPr/>
            <p:nvPr/>
          </p:nvSpPr>
          <p:spPr>
            <a:xfrm>
              <a:off x="11042525" y="6607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t3347"/>
            <p:cNvSpPr/>
            <p:nvPr/>
          </p:nvSpPr>
          <p:spPr>
            <a:xfrm>
              <a:off x="11640672" y="6681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t3348"/>
            <p:cNvSpPr/>
            <p:nvPr/>
          </p:nvSpPr>
          <p:spPr>
            <a:xfrm>
              <a:off x="11042525" y="6636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t3349"/>
            <p:cNvSpPr/>
            <p:nvPr/>
          </p:nvSpPr>
          <p:spPr>
            <a:xfrm>
              <a:off x="11042525" y="6659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t3350"/>
            <p:cNvSpPr/>
            <p:nvPr/>
          </p:nvSpPr>
          <p:spPr>
            <a:xfrm>
              <a:off x="11185641" y="6667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t3351"/>
            <p:cNvSpPr/>
            <p:nvPr/>
          </p:nvSpPr>
          <p:spPr>
            <a:xfrm>
              <a:off x="11388358" y="6652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t3352"/>
            <p:cNvSpPr/>
            <p:nvPr/>
          </p:nvSpPr>
          <p:spPr>
            <a:xfrm>
              <a:off x="11042525" y="6589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t3353"/>
            <p:cNvSpPr/>
            <p:nvPr/>
          </p:nvSpPr>
          <p:spPr>
            <a:xfrm>
              <a:off x="11188539" y="6600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t3354"/>
            <p:cNvSpPr/>
            <p:nvPr/>
          </p:nvSpPr>
          <p:spPr>
            <a:xfrm>
              <a:off x="11320061" y="6593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t3355"/>
            <p:cNvSpPr/>
            <p:nvPr/>
          </p:nvSpPr>
          <p:spPr>
            <a:xfrm>
              <a:off x="11472054" y="6573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t3356"/>
            <p:cNvSpPr/>
            <p:nvPr/>
          </p:nvSpPr>
          <p:spPr>
            <a:xfrm>
              <a:off x="11042525" y="6606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t3357"/>
            <p:cNvSpPr/>
            <p:nvPr/>
          </p:nvSpPr>
          <p:spPr>
            <a:xfrm>
              <a:off x="11245786" y="6562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t3358"/>
            <p:cNvSpPr/>
            <p:nvPr/>
          </p:nvSpPr>
          <p:spPr>
            <a:xfrm>
              <a:off x="11384574" y="6547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t3359"/>
            <p:cNvSpPr/>
            <p:nvPr/>
          </p:nvSpPr>
          <p:spPr>
            <a:xfrm>
              <a:off x="11498685" y="6568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t3360"/>
            <p:cNvSpPr/>
            <p:nvPr/>
          </p:nvSpPr>
          <p:spPr>
            <a:xfrm>
              <a:off x="11670967" y="6549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t3361"/>
            <p:cNvSpPr/>
            <p:nvPr/>
          </p:nvSpPr>
          <p:spPr>
            <a:xfrm>
              <a:off x="11042525" y="658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t3362"/>
            <p:cNvSpPr/>
            <p:nvPr/>
          </p:nvSpPr>
          <p:spPr>
            <a:xfrm>
              <a:off x="11093746" y="6574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t3363"/>
            <p:cNvSpPr/>
            <p:nvPr/>
          </p:nvSpPr>
          <p:spPr>
            <a:xfrm>
              <a:off x="11253032" y="6577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t3364"/>
            <p:cNvSpPr/>
            <p:nvPr/>
          </p:nvSpPr>
          <p:spPr>
            <a:xfrm>
              <a:off x="11382267" y="6590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t3365"/>
            <p:cNvSpPr/>
            <p:nvPr/>
          </p:nvSpPr>
          <p:spPr>
            <a:xfrm>
              <a:off x="11309916" y="6625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t3366"/>
            <p:cNvSpPr/>
            <p:nvPr/>
          </p:nvSpPr>
          <p:spPr>
            <a:xfrm>
              <a:off x="11442887" y="6646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t3367"/>
            <p:cNvSpPr/>
            <p:nvPr/>
          </p:nvSpPr>
          <p:spPr>
            <a:xfrm>
              <a:off x="11252489" y="6602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t3368"/>
            <p:cNvSpPr/>
            <p:nvPr/>
          </p:nvSpPr>
          <p:spPr>
            <a:xfrm>
              <a:off x="11042525" y="6640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t3369"/>
            <p:cNvSpPr/>
            <p:nvPr/>
          </p:nvSpPr>
          <p:spPr>
            <a:xfrm>
              <a:off x="11042525" y="6653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t3370"/>
            <p:cNvSpPr/>
            <p:nvPr/>
          </p:nvSpPr>
          <p:spPr>
            <a:xfrm>
              <a:off x="11042525" y="6655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t3371"/>
            <p:cNvSpPr/>
            <p:nvPr/>
          </p:nvSpPr>
          <p:spPr>
            <a:xfrm>
              <a:off x="11042525" y="6641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t3372"/>
            <p:cNvSpPr/>
            <p:nvPr/>
          </p:nvSpPr>
          <p:spPr>
            <a:xfrm>
              <a:off x="11042525" y="6609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l3373"/>
            <p:cNvSpPr/>
            <p:nvPr/>
          </p:nvSpPr>
          <p:spPr>
            <a:xfrm>
              <a:off x="11067351" y="6652167"/>
              <a:ext cx="177355" cy="1159"/>
            </a:xfrm>
            <a:custGeom>
              <a:avLst/>
              <a:pathLst>
                <a:path w="177355" h="1159">
                  <a:moveTo>
                    <a:pt x="0" y="0"/>
                  </a:moveTo>
                  <a:lnTo>
                    <a:pt x="177355" y="11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l3374"/>
            <p:cNvSpPr/>
            <p:nvPr/>
          </p:nvSpPr>
          <p:spPr>
            <a:xfrm>
              <a:off x="11067351" y="6599994"/>
              <a:ext cx="197645" cy="11980"/>
            </a:xfrm>
            <a:custGeom>
              <a:avLst/>
              <a:pathLst>
                <a:path w="197645" h="11980">
                  <a:moveTo>
                    <a:pt x="0" y="11980"/>
                  </a:moveTo>
                  <a:lnTo>
                    <a:pt x="1976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l3375"/>
            <p:cNvSpPr/>
            <p:nvPr/>
          </p:nvSpPr>
          <p:spPr>
            <a:xfrm>
              <a:off x="11067351" y="6678447"/>
              <a:ext cx="601087" cy="10434"/>
            </a:xfrm>
            <a:custGeom>
              <a:avLst/>
              <a:pathLst>
                <a:path w="601087" h="10434">
                  <a:moveTo>
                    <a:pt x="0" y="2705"/>
                  </a:moveTo>
                  <a:lnTo>
                    <a:pt x="333696" y="0"/>
                  </a:lnTo>
                  <a:lnTo>
                    <a:pt x="514855" y="10434"/>
                  </a:lnTo>
                  <a:lnTo>
                    <a:pt x="601087" y="81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l3376"/>
            <p:cNvSpPr/>
            <p:nvPr/>
          </p:nvSpPr>
          <p:spPr>
            <a:xfrm>
              <a:off x="11067351" y="6622795"/>
              <a:ext cx="140579" cy="2318"/>
            </a:xfrm>
            <a:custGeom>
              <a:avLst/>
              <a:pathLst>
                <a:path w="140579" h="2318">
                  <a:moveTo>
                    <a:pt x="0" y="0"/>
                  </a:moveTo>
                  <a:lnTo>
                    <a:pt x="68325" y="772"/>
                  </a:lnTo>
                  <a:lnTo>
                    <a:pt x="140579" y="23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l3377"/>
            <p:cNvSpPr/>
            <p:nvPr/>
          </p:nvSpPr>
          <p:spPr>
            <a:xfrm>
              <a:off x="11067351" y="6588786"/>
              <a:ext cx="141769" cy="19709"/>
            </a:xfrm>
            <a:custGeom>
              <a:avLst/>
              <a:pathLst>
                <a:path w="141769" h="19709">
                  <a:moveTo>
                    <a:pt x="0" y="19709"/>
                  </a:moveTo>
                  <a:lnTo>
                    <a:pt x="1417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l3378"/>
            <p:cNvSpPr/>
            <p:nvPr/>
          </p:nvSpPr>
          <p:spPr>
            <a:xfrm>
              <a:off x="11067351" y="6668785"/>
              <a:ext cx="127646" cy="772"/>
            </a:xfrm>
            <a:custGeom>
              <a:avLst/>
              <a:pathLst>
                <a:path w="127646" h="772">
                  <a:moveTo>
                    <a:pt x="0" y="772"/>
                  </a:moveTo>
                  <a:lnTo>
                    <a:pt x="1276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l3379"/>
            <p:cNvSpPr/>
            <p:nvPr/>
          </p:nvSpPr>
          <p:spPr>
            <a:xfrm>
              <a:off x="11067351" y="6669945"/>
              <a:ext cx="549094" cy="5410"/>
            </a:xfrm>
            <a:custGeom>
              <a:avLst/>
              <a:pathLst>
                <a:path w="549094" h="5410">
                  <a:moveTo>
                    <a:pt x="0" y="5410"/>
                  </a:moveTo>
                  <a:lnTo>
                    <a:pt x="140761" y="0"/>
                  </a:lnTo>
                  <a:lnTo>
                    <a:pt x="549094" y="11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l3380"/>
            <p:cNvSpPr/>
            <p:nvPr/>
          </p:nvSpPr>
          <p:spPr>
            <a:xfrm>
              <a:off x="11067351" y="6680379"/>
              <a:ext cx="139496" cy="7729"/>
            </a:xfrm>
            <a:custGeom>
              <a:avLst/>
              <a:pathLst>
                <a:path w="139496" h="7729">
                  <a:moveTo>
                    <a:pt x="0" y="3864"/>
                  </a:moveTo>
                  <a:lnTo>
                    <a:pt x="73917" y="0"/>
                  </a:lnTo>
                  <a:lnTo>
                    <a:pt x="139496" y="77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l3381"/>
            <p:cNvSpPr/>
            <p:nvPr/>
          </p:nvSpPr>
          <p:spPr>
            <a:xfrm>
              <a:off x="11266719" y="6687336"/>
              <a:ext cx="267203" cy="3091"/>
            </a:xfrm>
            <a:custGeom>
              <a:avLst/>
              <a:pathLst>
                <a:path w="267203" h="3091">
                  <a:moveTo>
                    <a:pt x="0" y="0"/>
                  </a:moveTo>
                  <a:lnTo>
                    <a:pt x="267203" y="30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l3382"/>
            <p:cNvSpPr/>
            <p:nvPr/>
          </p:nvSpPr>
          <p:spPr>
            <a:xfrm>
              <a:off x="11067351" y="6611588"/>
              <a:ext cx="339332" cy="35168"/>
            </a:xfrm>
            <a:custGeom>
              <a:avLst/>
              <a:pathLst>
                <a:path w="339332" h="35168">
                  <a:moveTo>
                    <a:pt x="0" y="0"/>
                  </a:moveTo>
                  <a:lnTo>
                    <a:pt x="154187" y="35168"/>
                  </a:lnTo>
                  <a:lnTo>
                    <a:pt x="339332" y="347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l3383"/>
            <p:cNvSpPr/>
            <p:nvPr/>
          </p:nvSpPr>
          <p:spPr>
            <a:xfrm>
              <a:off x="11067351" y="6687722"/>
              <a:ext cx="223550" cy="1932"/>
            </a:xfrm>
            <a:custGeom>
              <a:avLst/>
              <a:pathLst>
                <a:path w="223550" h="1932">
                  <a:moveTo>
                    <a:pt x="0" y="1932"/>
                  </a:moveTo>
                  <a:lnTo>
                    <a:pt x="2235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l3384"/>
            <p:cNvSpPr/>
            <p:nvPr/>
          </p:nvSpPr>
          <p:spPr>
            <a:xfrm>
              <a:off x="11067351" y="6634389"/>
              <a:ext cx="160145" cy="4251"/>
            </a:xfrm>
            <a:custGeom>
              <a:avLst/>
              <a:pathLst>
                <a:path w="160145" h="4251">
                  <a:moveTo>
                    <a:pt x="0" y="0"/>
                  </a:moveTo>
                  <a:lnTo>
                    <a:pt x="160145" y="42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l3385"/>
            <p:cNvSpPr/>
            <p:nvPr/>
          </p:nvSpPr>
          <p:spPr>
            <a:xfrm>
              <a:off x="11067351" y="6599221"/>
              <a:ext cx="216848" cy="33622"/>
            </a:xfrm>
            <a:custGeom>
              <a:avLst/>
              <a:pathLst>
                <a:path w="216848" h="33622">
                  <a:moveTo>
                    <a:pt x="0" y="33622"/>
                  </a:moveTo>
                  <a:lnTo>
                    <a:pt x="2168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l3386"/>
            <p:cNvSpPr/>
            <p:nvPr/>
          </p:nvSpPr>
          <p:spPr>
            <a:xfrm>
              <a:off x="11067351" y="6591491"/>
              <a:ext cx="462925" cy="41738"/>
            </a:xfrm>
            <a:custGeom>
              <a:avLst/>
              <a:pathLst>
                <a:path w="462925" h="41738">
                  <a:moveTo>
                    <a:pt x="0" y="41738"/>
                  </a:moveTo>
                  <a:lnTo>
                    <a:pt x="199338" y="14299"/>
                  </a:lnTo>
                  <a:lnTo>
                    <a:pt x="332309" y="30917"/>
                  </a:lnTo>
                  <a:lnTo>
                    <a:pt x="4629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l3387"/>
            <p:cNvSpPr/>
            <p:nvPr/>
          </p:nvSpPr>
          <p:spPr>
            <a:xfrm>
              <a:off x="11067351" y="6658737"/>
              <a:ext cx="140942" cy="8888"/>
            </a:xfrm>
            <a:custGeom>
              <a:avLst/>
              <a:pathLst>
                <a:path w="140942" h="8888">
                  <a:moveTo>
                    <a:pt x="0" y="1932"/>
                  </a:moveTo>
                  <a:lnTo>
                    <a:pt x="69652" y="8888"/>
                  </a:lnTo>
                  <a:lnTo>
                    <a:pt x="1409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l3388"/>
            <p:cNvSpPr/>
            <p:nvPr/>
          </p:nvSpPr>
          <p:spPr>
            <a:xfrm>
              <a:off x="11395896" y="6666466"/>
              <a:ext cx="134317" cy="11980"/>
            </a:xfrm>
            <a:custGeom>
              <a:avLst/>
              <a:pathLst>
                <a:path w="134317" h="11980">
                  <a:moveTo>
                    <a:pt x="0" y="0"/>
                  </a:moveTo>
                  <a:lnTo>
                    <a:pt x="134317" y="119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l3389"/>
            <p:cNvSpPr/>
            <p:nvPr/>
          </p:nvSpPr>
          <p:spPr>
            <a:xfrm>
              <a:off x="11067351" y="6630525"/>
              <a:ext cx="734964" cy="21255"/>
            </a:xfrm>
            <a:custGeom>
              <a:avLst/>
              <a:pathLst>
                <a:path w="734964" h="21255">
                  <a:moveTo>
                    <a:pt x="0" y="20869"/>
                  </a:moveTo>
                  <a:lnTo>
                    <a:pt x="153275" y="6956"/>
                  </a:lnTo>
                  <a:lnTo>
                    <a:pt x="230978" y="3091"/>
                  </a:lnTo>
                  <a:lnTo>
                    <a:pt x="337319" y="7729"/>
                  </a:lnTo>
                  <a:lnTo>
                    <a:pt x="476630" y="21255"/>
                  </a:lnTo>
                  <a:lnTo>
                    <a:pt x="602174" y="0"/>
                  </a:lnTo>
                  <a:lnTo>
                    <a:pt x="734964" y="108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l3390"/>
            <p:cNvSpPr/>
            <p:nvPr/>
          </p:nvSpPr>
          <p:spPr>
            <a:xfrm>
              <a:off x="11067351" y="6675742"/>
              <a:ext cx="269927" cy="8888"/>
            </a:xfrm>
            <a:custGeom>
              <a:avLst/>
              <a:pathLst>
                <a:path w="269927" h="8888">
                  <a:moveTo>
                    <a:pt x="0" y="7342"/>
                  </a:moveTo>
                  <a:lnTo>
                    <a:pt x="135507" y="8888"/>
                  </a:lnTo>
                  <a:lnTo>
                    <a:pt x="2699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l3391"/>
            <p:cNvSpPr/>
            <p:nvPr/>
          </p:nvSpPr>
          <p:spPr>
            <a:xfrm>
              <a:off x="11067351" y="6665694"/>
              <a:ext cx="312919" cy="15072"/>
            </a:xfrm>
            <a:custGeom>
              <a:avLst/>
              <a:pathLst>
                <a:path w="312919" h="15072">
                  <a:moveTo>
                    <a:pt x="0" y="12367"/>
                  </a:moveTo>
                  <a:lnTo>
                    <a:pt x="141904" y="15072"/>
                  </a:lnTo>
                  <a:lnTo>
                    <a:pt x="3129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l3392"/>
            <p:cNvSpPr/>
            <p:nvPr/>
          </p:nvSpPr>
          <p:spPr>
            <a:xfrm>
              <a:off x="11067351" y="6621249"/>
              <a:ext cx="196516" cy="12753"/>
            </a:xfrm>
            <a:custGeom>
              <a:avLst/>
              <a:pathLst>
                <a:path w="196516" h="12753">
                  <a:moveTo>
                    <a:pt x="0" y="0"/>
                  </a:moveTo>
                  <a:lnTo>
                    <a:pt x="196516" y="127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l3393"/>
            <p:cNvSpPr/>
            <p:nvPr/>
          </p:nvSpPr>
          <p:spPr>
            <a:xfrm>
              <a:off x="11067351" y="6615839"/>
              <a:ext cx="139476" cy="29758"/>
            </a:xfrm>
            <a:custGeom>
              <a:avLst/>
              <a:pathLst>
                <a:path w="139476" h="29758">
                  <a:moveTo>
                    <a:pt x="0" y="29758"/>
                  </a:moveTo>
                  <a:lnTo>
                    <a:pt x="1394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l3394"/>
            <p:cNvSpPr/>
            <p:nvPr/>
          </p:nvSpPr>
          <p:spPr>
            <a:xfrm>
              <a:off x="11067351" y="6673809"/>
              <a:ext cx="205072" cy="2318"/>
            </a:xfrm>
            <a:custGeom>
              <a:avLst/>
              <a:pathLst>
                <a:path w="205072" h="2318">
                  <a:moveTo>
                    <a:pt x="0" y="0"/>
                  </a:moveTo>
                  <a:lnTo>
                    <a:pt x="205072" y="23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l3395"/>
            <p:cNvSpPr/>
            <p:nvPr/>
          </p:nvSpPr>
          <p:spPr>
            <a:xfrm>
              <a:off x="11067351" y="6489463"/>
              <a:ext cx="861372" cy="128308"/>
            </a:xfrm>
            <a:custGeom>
              <a:avLst/>
              <a:pathLst>
                <a:path w="861372" h="128308">
                  <a:moveTo>
                    <a:pt x="0" y="128308"/>
                  </a:moveTo>
                  <a:lnTo>
                    <a:pt x="202717" y="86955"/>
                  </a:lnTo>
                  <a:lnTo>
                    <a:pt x="330760" y="68791"/>
                  </a:lnTo>
                  <a:lnTo>
                    <a:pt x="462500" y="77680"/>
                  </a:lnTo>
                  <a:lnTo>
                    <a:pt x="672464" y="25507"/>
                  </a:lnTo>
                  <a:lnTo>
                    <a:pt x="787863" y="0"/>
                  </a:lnTo>
                  <a:lnTo>
                    <a:pt x="861372" y="382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l3396"/>
            <p:cNvSpPr/>
            <p:nvPr/>
          </p:nvSpPr>
          <p:spPr>
            <a:xfrm>
              <a:off x="11067351" y="6599607"/>
              <a:ext cx="144701" cy="13526"/>
            </a:xfrm>
            <a:custGeom>
              <a:avLst/>
              <a:pathLst>
                <a:path w="144701" h="13526">
                  <a:moveTo>
                    <a:pt x="0" y="13526"/>
                  </a:moveTo>
                  <a:lnTo>
                    <a:pt x="1447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l3397"/>
            <p:cNvSpPr/>
            <p:nvPr/>
          </p:nvSpPr>
          <p:spPr>
            <a:xfrm>
              <a:off x="11067351" y="6613907"/>
              <a:ext cx="211775" cy="2318"/>
            </a:xfrm>
            <a:custGeom>
              <a:avLst/>
              <a:pathLst>
                <a:path w="211775" h="2318">
                  <a:moveTo>
                    <a:pt x="0" y="0"/>
                  </a:moveTo>
                  <a:lnTo>
                    <a:pt x="211775" y="23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l3398"/>
            <p:cNvSpPr/>
            <p:nvPr/>
          </p:nvSpPr>
          <p:spPr>
            <a:xfrm>
              <a:off x="11067351" y="6640186"/>
              <a:ext cx="409396" cy="16231"/>
            </a:xfrm>
            <a:custGeom>
              <a:avLst/>
              <a:pathLst>
                <a:path w="409396" h="16231">
                  <a:moveTo>
                    <a:pt x="0" y="10434"/>
                  </a:moveTo>
                  <a:lnTo>
                    <a:pt x="142012" y="16231"/>
                  </a:lnTo>
                  <a:lnTo>
                    <a:pt x="277536" y="8888"/>
                  </a:lnTo>
                  <a:lnTo>
                    <a:pt x="4093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l3399"/>
            <p:cNvSpPr/>
            <p:nvPr/>
          </p:nvSpPr>
          <p:spPr>
            <a:xfrm>
              <a:off x="11067351" y="6621249"/>
              <a:ext cx="210455" cy="20096"/>
            </a:xfrm>
            <a:custGeom>
              <a:avLst/>
              <a:pathLst>
                <a:path w="210455" h="20096">
                  <a:moveTo>
                    <a:pt x="0" y="0"/>
                  </a:moveTo>
                  <a:lnTo>
                    <a:pt x="210455" y="200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l3400"/>
            <p:cNvSpPr/>
            <p:nvPr/>
          </p:nvSpPr>
          <p:spPr>
            <a:xfrm>
              <a:off x="11067351" y="6645597"/>
              <a:ext cx="358234" cy="11594"/>
            </a:xfrm>
            <a:custGeom>
              <a:avLst/>
              <a:pathLst>
                <a:path w="358234" h="11594">
                  <a:moveTo>
                    <a:pt x="0" y="0"/>
                  </a:moveTo>
                  <a:lnTo>
                    <a:pt x="358234" y="1159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l3401"/>
            <p:cNvSpPr/>
            <p:nvPr/>
          </p:nvSpPr>
          <p:spPr>
            <a:xfrm>
              <a:off x="11067351" y="6627819"/>
              <a:ext cx="199007" cy="4637"/>
            </a:xfrm>
            <a:custGeom>
              <a:avLst/>
              <a:pathLst>
                <a:path w="199007" h="4637">
                  <a:moveTo>
                    <a:pt x="0" y="4637"/>
                  </a:moveTo>
                  <a:lnTo>
                    <a:pt x="199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l3402"/>
            <p:cNvSpPr/>
            <p:nvPr/>
          </p:nvSpPr>
          <p:spPr>
            <a:xfrm>
              <a:off x="11067351" y="6642505"/>
              <a:ext cx="268467" cy="7729"/>
            </a:xfrm>
            <a:custGeom>
              <a:avLst/>
              <a:pathLst>
                <a:path w="268467" h="7729">
                  <a:moveTo>
                    <a:pt x="0" y="7729"/>
                  </a:moveTo>
                  <a:lnTo>
                    <a:pt x="2684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l3403"/>
            <p:cNvSpPr/>
            <p:nvPr/>
          </p:nvSpPr>
          <p:spPr>
            <a:xfrm>
              <a:off x="11067351" y="6681152"/>
              <a:ext cx="333595" cy="5410"/>
            </a:xfrm>
            <a:custGeom>
              <a:avLst/>
              <a:pathLst>
                <a:path w="333595" h="5410">
                  <a:moveTo>
                    <a:pt x="0" y="5410"/>
                  </a:moveTo>
                  <a:lnTo>
                    <a:pt x="203160" y="0"/>
                  </a:lnTo>
                  <a:lnTo>
                    <a:pt x="333595" y="42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l3404"/>
            <p:cNvSpPr/>
            <p:nvPr/>
          </p:nvSpPr>
          <p:spPr>
            <a:xfrm>
              <a:off x="11067351" y="6616225"/>
              <a:ext cx="71014" cy="18550"/>
            </a:xfrm>
            <a:custGeom>
              <a:avLst/>
              <a:pathLst>
                <a:path w="71014" h="18550">
                  <a:moveTo>
                    <a:pt x="0" y="18550"/>
                  </a:moveTo>
                  <a:lnTo>
                    <a:pt x="710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l3405"/>
            <p:cNvSpPr/>
            <p:nvPr/>
          </p:nvSpPr>
          <p:spPr>
            <a:xfrm>
              <a:off x="11067351" y="6613907"/>
              <a:ext cx="411707" cy="18937"/>
            </a:xfrm>
            <a:custGeom>
              <a:avLst/>
              <a:pathLst>
                <a:path w="411707" h="18937">
                  <a:moveTo>
                    <a:pt x="0" y="0"/>
                  </a:moveTo>
                  <a:lnTo>
                    <a:pt x="137975" y="18937"/>
                  </a:lnTo>
                  <a:lnTo>
                    <a:pt x="411707" y="7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l3406"/>
            <p:cNvSpPr/>
            <p:nvPr/>
          </p:nvSpPr>
          <p:spPr>
            <a:xfrm>
              <a:off x="11067351" y="6604631"/>
              <a:ext cx="73463" cy="7729"/>
            </a:xfrm>
            <a:custGeom>
              <a:avLst/>
              <a:pathLst>
                <a:path w="73463" h="7729">
                  <a:moveTo>
                    <a:pt x="0" y="7729"/>
                  </a:moveTo>
                  <a:lnTo>
                    <a:pt x="734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l3407"/>
            <p:cNvSpPr/>
            <p:nvPr/>
          </p:nvSpPr>
          <p:spPr>
            <a:xfrm>
              <a:off x="11067351" y="6614293"/>
              <a:ext cx="134669" cy="11980"/>
            </a:xfrm>
            <a:custGeom>
              <a:avLst/>
              <a:pathLst>
                <a:path w="134669" h="11980">
                  <a:moveTo>
                    <a:pt x="0" y="11980"/>
                  </a:moveTo>
                  <a:lnTo>
                    <a:pt x="1346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l3408"/>
            <p:cNvSpPr/>
            <p:nvPr/>
          </p:nvSpPr>
          <p:spPr>
            <a:xfrm>
              <a:off x="11067351" y="6635549"/>
              <a:ext cx="198913" cy="25893"/>
            </a:xfrm>
            <a:custGeom>
              <a:avLst/>
              <a:pathLst>
                <a:path w="198913" h="25893">
                  <a:moveTo>
                    <a:pt x="0" y="25893"/>
                  </a:moveTo>
                  <a:lnTo>
                    <a:pt x="1989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l3409"/>
            <p:cNvSpPr/>
            <p:nvPr/>
          </p:nvSpPr>
          <p:spPr>
            <a:xfrm>
              <a:off x="11067351" y="6628206"/>
              <a:ext cx="727515" cy="37101"/>
            </a:xfrm>
            <a:custGeom>
              <a:avLst/>
              <a:pathLst>
                <a:path w="727515" h="37101">
                  <a:moveTo>
                    <a:pt x="0" y="37101"/>
                  </a:moveTo>
                  <a:lnTo>
                    <a:pt x="199073" y="19323"/>
                  </a:lnTo>
                  <a:lnTo>
                    <a:pt x="330776" y="34782"/>
                  </a:lnTo>
                  <a:lnTo>
                    <a:pt x="462660" y="0"/>
                  </a:lnTo>
                  <a:lnTo>
                    <a:pt x="727515" y="216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l3410"/>
            <p:cNvSpPr/>
            <p:nvPr/>
          </p:nvSpPr>
          <p:spPr>
            <a:xfrm>
              <a:off x="11067351" y="6676515"/>
              <a:ext cx="128067" cy="8502"/>
            </a:xfrm>
            <a:custGeom>
              <a:avLst/>
              <a:pathLst>
                <a:path w="128067" h="8502">
                  <a:moveTo>
                    <a:pt x="0" y="0"/>
                  </a:moveTo>
                  <a:lnTo>
                    <a:pt x="128067" y="85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l3411"/>
            <p:cNvSpPr/>
            <p:nvPr/>
          </p:nvSpPr>
          <p:spPr>
            <a:xfrm>
              <a:off x="11067351" y="6609655"/>
              <a:ext cx="147015" cy="772"/>
            </a:xfrm>
            <a:custGeom>
              <a:avLst/>
              <a:pathLst>
                <a:path w="147015" h="772">
                  <a:moveTo>
                    <a:pt x="0" y="772"/>
                  </a:moveTo>
                  <a:lnTo>
                    <a:pt x="1470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l3412"/>
            <p:cNvSpPr/>
            <p:nvPr/>
          </p:nvSpPr>
          <p:spPr>
            <a:xfrm>
              <a:off x="11067351" y="6665307"/>
              <a:ext cx="66892" cy="1932"/>
            </a:xfrm>
            <a:custGeom>
              <a:avLst/>
              <a:pathLst>
                <a:path w="66892" h="1932">
                  <a:moveTo>
                    <a:pt x="0" y="0"/>
                  </a:moveTo>
                  <a:lnTo>
                    <a:pt x="66892" y="19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l3413"/>
            <p:cNvSpPr/>
            <p:nvPr/>
          </p:nvSpPr>
          <p:spPr>
            <a:xfrm>
              <a:off x="11067351" y="6666080"/>
              <a:ext cx="757526" cy="15072"/>
            </a:xfrm>
            <a:custGeom>
              <a:avLst/>
              <a:pathLst>
                <a:path w="757526" h="15072">
                  <a:moveTo>
                    <a:pt x="0" y="12753"/>
                  </a:moveTo>
                  <a:lnTo>
                    <a:pt x="199049" y="0"/>
                  </a:lnTo>
                  <a:lnTo>
                    <a:pt x="336731" y="15072"/>
                  </a:lnTo>
                  <a:lnTo>
                    <a:pt x="468615" y="10048"/>
                  </a:lnTo>
                  <a:lnTo>
                    <a:pt x="633289" y="9661"/>
                  </a:lnTo>
                  <a:lnTo>
                    <a:pt x="757526" y="150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l3414"/>
            <p:cNvSpPr/>
            <p:nvPr/>
          </p:nvSpPr>
          <p:spPr>
            <a:xfrm>
              <a:off x="11067351" y="6654099"/>
              <a:ext cx="215398" cy="26279"/>
            </a:xfrm>
            <a:custGeom>
              <a:avLst/>
              <a:pathLst>
                <a:path w="215398" h="26279">
                  <a:moveTo>
                    <a:pt x="0" y="26279"/>
                  </a:moveTo>
                  <a:lnTo>
                    <a:pt x="77577" y="5024"/>
                  </a:lnTo>
                  <a:lnTo>
                    <a:pt x="148188" y="0"/>
                  </a:lnTo>
                  <a:lnTo>
                    <a:pt x="215398" y="166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l3415"/>
            <p:cNvSpPr/>
            <p:nvPr/>
          </p:nvSpPr>
          <p:spPr>
            <a:xfrm>
              <a:off x="11067351" y="6630525"/>
              <a:ext cx="138481" cy="5024"/>
            </a:xfrm>
            <a:custGeom>
              <a:avLst/>
              <a:pathLst>
                <a:path w="138481" h="5024">
                  <a:moveTo>
                    <a:pt x="0" y="0"/>
                  </a:moveTo>
                  <a:lnTo>
                    <a:pt x="138481" y="50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l3416"/>
            <p:cNvSpPr/>
            <p:nvPr/>
          </p:nvSpPr>
          <p:spPr>
            <a:xfrm>
              <a:off x="11067351" y="6690428"/>
              <a:ext cx="272282" cy="4637"/>
            </a:xfrm>
            <a:custGeom>
              <a:avLst/>
              <a:pathLst>
                <a:path w="272282" h="4637">
                  <a:moveTo>
                    <a:pt x="0" y="4637"/>
                  </a:moveTo>
                  <a:lnTo>
                    <a:pt x="2722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l3417"/>
            <p:cNvSpPr/>
            <p:nvPr/>
          </p:nvSpPr>
          <p:spPr>
            <a:xfrm>
              <a:off x="11067351" y="6589172"/>
              <a:ext cx="272261" cy="33236"/>
            </a:xfrm>
            <a:custGeom>
              <a:avLst/>
              <a:pathLst>
                <a:path w="272261" h="33236">
                  <a:moveTo>
                    <a:pt x="0" y="33236"/>
                  </a:moveTo>
                  <a:lnTo>
                    <a:pt x="136628" y="0"/>
                  </a:lnTo>
                  <a:lnTo>
                    <a:pt x="272261" y="123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l3418"/>
            <p:cNvSpPr/>
            <p:nvPr/>
          </p:nvSpPr>
          <p:spPr>
            <a:xfrm>
              <a:off x="11067351" y="6666853"/>
              <a:ext cx="147463" cy="7729"/>
            </a:xfrm>
            <a:custGeom>
              <a:avLst/>
              <a:pathLst>
                <a:path w="147463" h="7729">
                  <a:moveTo>
                    <a:pt x="0" y="7729"/>
                  </a:moveTo>
                  <a:lnTo>
                    <a:pt x="1474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l3419"/>
            <p:cNvSpPr/>
            <p:nvPr/>
          </p:nvSpPr>
          <p:spPr>
            <a:xfrm>
              <a:off x="11067351" y="6633617"/>
              <a:ext cx="334663" cy="13912"/>
            </a:xfrm>
            <a:custGeom>
              <a:avLst/>
              <a:pathLst>
                <a:path w="334663" h="13912">
                  <a:moveTo>
                    <a:pt x="0" y="3091"/>
                  </a:moveTo>
                  <a:lnTo>
                    <a:pt x="81010" y="13912"/>
                  </a:lnTo>
                  <a:lnTo>
                    <a:pt x="149456" y="8115"/>
                  </a:lnTo>
                  <a:lnTo>
                    <a:pt x="218116" y="4251"/>
                  </a:lnTo>
                  <a:lnTo>
                    <a:pt x="3346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l3420"/>
            <p:cNvSpPr/>
            <p:nvPr/>
          </p:nvSpPr>
          <p:spPr>
            <a:xfrm>
              <a:off x="11067351" y="6623955"/>
              <a:ext cx="397624" cy="33622"/>
            </a:xfrm>
            <a:custGeom>
              <a:avLst/>
              <a:pathLst>
                <a:path w="397624" h="33622">
                  <a:moveTo>
                    <a:pt x="0" y="33622"/>
                  </a:moveTo>
                  <a:lnTo>
                    <a:pt x="134215" y="11207"/>
                  </a:lnTo>
                  <a:lnTo>
                    <a:pt x="3976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l3421"/>
            <p:cNvSpPr/>
            <p:nvPr/>
          </p:nvSpPr>
          <p:spPr>
            <a:xfrm>
              <a:off x="11067351" y="6650621"/>
              <a:ext cx="155434" cy="8502"/>
            </a:xfrm>
            <a:custGeom>
              <a:avLst/>
              <a:pathLst>
                <a:path w="155434" h="8502">
                  <a:moveTo>
                    <a:pt x="0" y="8502"/>
                  </a:moveTo>
                  <a:lnTo>
                    <a:pt x="1554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l3422"/>
            <p:cNvSpPr/>
            <p:nvPr/>
          </p:nvSpPr>
          <p:spPr>
            <a:xfrm>
              <a:off x="11347396" y="6697771"/>
              <a:ext cx="128832" cy="3478"/>
            </a:xfrm>
            <a:custGeom>
              <a:avLst/>
              <a:pathLst>
                <a:path w="128832" h="3478">
                  <a:moveTo>
                    <a:pt x="0" y="0"/>
                  </a:moveTo>
                  <a:lnTo>
                    <a:pt x="128832" y="34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l3423"/>
            <p:cNvSpPr/>
            <p:nvPr/>
          </p:nvSpPr>
          <p:spPr>
            <a:xfrm>
              <a:off x="11067351" y="6634389"/>
              <a:ext cx="420728" cy="27052"/>
            </a:xfrm>
            <a:custGeom>
              <a:avLst/>
              <a:pathLst>
                <a:path w="420728" h="27052">
                  <a:moveTo>
                    <a:pt x="0" y="27052"/>
                  </a:moveTo>
                  <a:lnTo>
                    <a:pt x="200181" y="1545"/>
                  </a:lnTo>
                  <a:lnTo>
                    <a:pt x="4207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l3424"/>
            <p:cNvSpPr/>
            <p:nvPr/>
          </p:nvSpPr>
          <p:spPr>
            <a:xfrm>
              <a:off x="11211580" y="6645984"/>
              <a:ext cx="385480" cy="8115"/>
            </a:xfrm>
            <a:custGeom>
              <a:avLst/>
              <a:pathLst>
                <a:path w="385480" h="8115">
                  <a:moveTo>
                    <a:pt x="0" y="0"/>
                  </a:moveTo>
                  <a:lnTo>
                    <a:pt x="127871" y="7729"/>
                  </a:lnTo>
                  <a:lnTo>
                    <a:pt x="259615" y="5024"/>
                  </a:lnTo>
                  <a:lnTo>
                    <a:pt x="385480" y="81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l3425"/>
            <p:cNvSpPr/>
            <p:nvPr/>
          </p:nvSpPr>
          <p:spPr>
            <a:xfrm>
              <a:off x="11067351" y="6678447"/>
              <a:ext cx="81092" cy="2318"/>
            </a:xfrm>
            <a:custGeom>
              <a:avLst/>
              <a:pathLst>
                <a:path w="81092" h="2318">
                  <a:moveTo>
                    <a:pt x="0" y="2318"/>
                  </a:moveTo>
                  <a:lnTo>
                    <a:pt x="810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l3426"/>
            <p:cNvSpPr/>
            <p:nvPr/>
          </p:nvSpPr>
          <p:spPr>
            <a:xfrm>
              <a:off x="11067351" y="6653326"/>
              <a:ext cx="277898" cy="16231"/>
            </a:xfrm>
            <a:custGeom>
              <a:avLst/>
              <a:pathLst>
                <a:path w="277898" h="16231">
                  <a:moveTo>
                    <a:pt x="0" y="0"/>
                  </a:moveTo>
                  <a:lnTo>
                    <a:pt x="144384" y="16231"/>
                  </a:lnTo>
                  <a:lnTo>
                    <a:pt x="200181" y="10048"/>
                  </a:lnTo>
                  <a:lnTo>
                    <a:pt x="277898" y="131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l3427"/>
            <p:cNvSpPr/>
            <p:nvPr/>
          </p:nvSpPr>
          <p:spPr>
            <a:xfrm>
              <a:off x="11067351" y="6624341"/>
              <a:ext cx="794566" cy="23961"/>
            </a:xfrm>
            <a:custGeom>
              <a:avLst/>
              <a:pathLst>
                <a:path w="794566" h="23961">
                  <a:moveTo>
                    <a:pt x="0" y="0"/>
                  </a:moveTo>
                  <a:lnTo>
                    <a:pt x="333696" y="3091"/>
                  </a:lnTo>
                  <a:lnTo>
                    <a:pt x="469203" y="23961"/>
                  </a:lnTo>
                  <a:lnTo>
                    <a:pt x="617573" y="772"/>
                  </a:lnTo>
                  <a:lnTo>
                    <a:pt x="794566" y="170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l3428"/>
            <p:cNvSpPr/>
            <p:nvPr/>
          </p:nvSpPr>
          <p:spPr>
            <a:xfrm>
              <a:off x="11067351" y="6601153"/>
              <a:ext cx="202355" cy="50627"/>
            </a:xfrm>
            <a:custGeom>
              <a:avLst/>
              <a:pathLst>
                <a:path w="202355" h="50627">
                  <a:moveTo>
                    <a:pt x="0" y="50627"/>
                  </a:moveTo>
                  <a:lnTo>
                    <a:pt x="2023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l3429"/>
            <p:cNvSpPr/>
            <p:nvPr/>
          </p:nvSpPr>
          <p:spPr>
            <a:xfrm>
              <a:off x="11067351" y="6644438"/>
              <a:ext cx="67572" cy="17777"/>
            </a:xfrm>
            <a:custGeom>
              <a:avLst/>
              <a:pathLst>
                <a:path w="67572" h="17777">
                  <a:moveTo>
                    <a:pt x="0" y="17777"/>
                  </a:moveTo>
                  <a:lnTo>
                    <a:pt x="675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l3430"/>
            <p:cNvSpPr/>
            <p:nvPr/>
          </p:nvSpPr>
          <p:spPr>
            <a:xfrm>
              <a:off x="11067351" y="6630525"/>
              <a:ext cx="290217" cy="3091"/>
            </a:xfrm>
            <a:custGeom>
              <a:avLst/>
              <a:pathLst>
                <a:path w="290217" h="3091">
                  <a:moveTo>
                    <a:pt x="0" y="0"/>
                  </a:moveTo>
                  <a:lnTo>
                    <a:pt x="290217" y="30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l3431"/>
            <p:cNvSpPr/>
            <p:nvPr/>
          </p:nvSpPr>
          <p:spPr>
            <a:xfrm>
              <a:off x="11067351" y="6634389"/>
              <a:ext cx="534783" cy="23961"/>
            </a:xfrm>
            <a:custGeom>
              <a:avLst/>
              <a:pathLst>
                <a:path w="534783" h="23961">
                  <a:moveTo>
                    <a:pt x="0" y="20096"/>
                  </a:moveTo>
                  <a:lnTo>
                    <a:pt x="131703" y="23961"/>
                  </a:lnTo>
                  <a:lnTo>
                    <a:pt x="263587" y="17391"/>
                  </a:lnTo>
                  <a:lnTo>
                    <a:pt x="430797" y="0"/>
                  </a:lnTo>
                  <a:lnTo>
                    <a:pt x="534783" y="11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l3432"/>
            <p:cNvSpPr/>
            <p:nvPr/>
          </p:nvSpPr>
          <p:spPr>
            <a:xfrm>
              <a:off x="11067351" y="6623568"/>
              <a:ext cx="133062" cy="24734"/>
            </a:xfrm>
            <a:custGeom>
              <a:avLst/>
              <a:pathLst>
                <a:path w="133062" h="24734">
                  <a:moveTo>
                    <a:pt x="0" y="24734"/>
                  </a:moveTo>
                  <a:lnTo>
                    <a:pt x="1330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l3433"/>
            <p:cNvSpPr/>
            <p:nvPr/>
          </p:nvSpPr>
          <p:spPr>
            <a:xfrm>
              <a:off x="11067351" y="6687336"/>
              <a:ext cx="222826" cy="5024"/>
            </a:xfrm>
            <a:custGeom>
              <a:avLst/>
              <a:pathLst>
                <a:path w="222826" h="5024">
                  <a:moveTo>
                    <a:pt x="0" y="0"/>
                  </a:moveTo>
                  <a:lnTo>
                    <a:pt x="222826" y="50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l3434"/>
            <p:cNvSpPr/>
            <p:nvPr/>
          </p:nvSpPr>
          <p:spPr>
            <a:xfrm>
              <a:off x="11067351" y="6607723"/>
              <a:ext cx="539131" cy="13912"/>
            </a:xfrm>
            <a:custGeom>
              <a:avLst/>
              <a:pathLst>
                <a:path w="539131" h="13912">
                  <a:moveTo>
                    <a:pt x="0" y="0"/>
                  </a:moveTo>
                  <a:lnTo>
                    <a:pt x="144203" y="13912"/>
                  </a:lnTo>
                  <a:lnTo>
                    <a:pt x="271377" y="12753"/>
                  </a:lnTo>
                  <a:lnTo>
                    <a:pt x="409058" y="13139"/>
                  </a:lnTo>
                  <a:lnTo>
                    <a:pt x="539131" y="73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l3435"/>
            <p:cNvSpPr/>
            <p:nvPr/>
          </p:nvSpPr>
          <p:spPr>
            <a:xfrm>
              <a:off x="11067351" y="6657191"/>
              <a:ext cx="270833" cy="16231"/>
            </a:xfrm>
            <a:custGeom>
              <a:avLst/>
              <a:pathLst>
                <a:path w="270833" h="16231">
                  <a:moveTo>
                    <a:pt x="0" y="16231"/>
                  </a:moveTo>
                  <a:lnTo>
                    <a:pt x="138982" y="11980"/>
                  </a:lnTo>
                  <a:lnTo>
                    <a:pt x="2708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l3436"/>
            <p:cNvSpPr/>
            <p:nvPr/>
          </p:nvSpPr>
          <p:spPr>
            <a:xfrm>
              <a:off x="11067351" y="6616612"/>
              <a:ext cx="271014" cy="24734"/>
            </a:xfrm>
            <a:custGeom>
              <a:avLst/>
              <a:pathLst>
                <a:path w="271014" h="24734">
                  <a:moveTo>
                    <a:pt x="0" y="0"/>
                  </a:moveTo>
                  <a:lnTo>
                    <a:pt x="271014" y="247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l3437"/>
            <p:cNvSpPr/>
            <p:nvPr/>
          </p:nvSpPr>
          <p:spPr>
            <a:xfrm>
              <a:off x="11067351" y="6676515"/>
              <a:ext cx="70982" cy="5024"/>
            </a:xfrm>
            <a:custGeom>
              <a:avLst/>
              <a:pathLst>
                <a:path w="70982" h="5024">
                  <a:moveTo>
                    <a:pt x="0" y="5024"/>
                  </a:moveTo>
                  <a:lnTo>
                    <a:pt x="709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l3438"/>
            <p:cNvSpPr/>
            <p:nvPr/>
          </p:nvSpPr>
          <p:spPr>
            <a:xfrm>
              <a:off x="11067351" y="6667626"/>
              <a:ext cx="199094" cy="5024"/>
            </a:xfrm>
            <a:custGeom>
              <a:avLst/>
              <a:pathLst>
                <a:path w="199094" h="5024">
                  <a:moveTo>
                    <a:pt x="0" y="5024"/>
                  </a:moveTo>
                  <a:lnTo>
                    <a:pt x="1990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l3439"/>
            <p:cNvSpPr/>
            <p:nvPr/>
          </p:nvSpPr>
          <p:spPr>
            <a:xfrm>
              <a:off x="11067351" y="6645597"/>
              <a:ext cx="335326" cy="4637"/>
            </a:xfrm>
            <a:custGeom>
              <a:avLst/>
              <a:pathLst>
                <a:path w="335326" h="4637">
                  <a:moveTo>
                    <a:pt x="0" y="0"/>
                  </a:moveTo>
                  <a:lnTo>
                    <a:pt x="206521" y="4637"/>
                  </a:lnTo>
                  <a:lnTo>
                    <a:pt x="3353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l3440"/>
            <p:cNvSpPr/>
            <p:nvPr/>
          </p:nvSpPr>
          <p:spPr>
            <a:xfrm>
              <a:off x="11067351" y="6663375"/>
              <a:ext cx="414312" cy="17391"/>
            </a:xfrm>
            <a:custGeom>
              <a:avLst/>
              <a:pathLst>
                <a:path w="414312" h="17391">
                  <a:moveTo>
                    <a:pt x="0" y="17391"/>
                  </a:moveTo>
                  <a:lnTo>
                    <a:pt x="159963" y="15458"/>
                  </a:lnTo>
                  <a:lnTo>
                    <a:pt x="273913" y="9275"/>
                  </a:lnTo>
                  <a:lnTo>
                    <a:pt x="4143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l3441"/>
            <p:cNvSpPr/>
            <p:nvPr/>
          </p:nvSpPr>
          <p:spPr>
            <a:xfrm>
              <a:off x="11067351" y="6637095"/>
              <a:ext cx="160869" cy="5797"/>
            </a:xfrm>
            <a:custGeom>
              <a:avLst/>
              <a:pathLst>
                <a:path w="160869" h="5797">
                  <a:moveTo>
                    <a:pt x="0" y="5797"/>
                  </a:moveTo>
                  <a:lnTo>
                    <a:pt x="1608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l3442"/>
            <p:cNvSpPr/>
            <p:nvPr/>
          </p:nvSpPr>
          <p:spPr>
            <a:xfrm>
              <a:off x="11067351" y="6663375"/>
              <a:ext cx="135145" cy="9275"/>
            </a:xfrm>
            <a:custGeom>
              <a:avLst/>
              <a:pathLst>
                <a:path w="135145" h="9275">
                  <a:moveTo>
                    <a:pt x="0" y="9275"/>
                  </a:moveTo>
                  <a:lnTo>
                    <a:pt x="1351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l3443"/>
            <p:cNvSpPr/>
            <p:nvPr/>
          </p:nvSpPr>
          <p:spPr>
            <a:xfrm>
              <a:off x="11067351" y="6664148"/>
              <a:ext cx="534783" cy="5797"/>
            </a:xfrm>
            <a:custGeom>
              <a:avLst/>
              <a:pathLst>
                <a:path w="534783" h="5797">
                  <a:moveTo>
                    <a:pt x="0" y="3091"/>
                  </a:moveTo>
                  <a:lnTo>
                    <a:pt x="193840" y="3091"/>
                  </a:lnTo>
                  <a:lnTo>
                    <a:pt x="337062" y="0"/>
                  </a:lnTo>
                  <a:lnTo>
                    <a:pt x="534783" y="57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l3444"/>
            <p:cNvSpPr/>
            <p:nvPr/>
          </p:nvSpPr>
          <p:spPr>
            <a:xfrm>
              <a:off x="11067351" y="6652940"/>
              <a:ext cx="133265" cy="1159"/>
            </a:xfrm>
            <a:custGeom>
              <a:avLst/>
              <a:pathLst>
                <a:path w="133265" h="1159">
                  <a:moveTo>
                    <a:pt x="0" y="1159"/>
                  </a:moveTo>
                  <a:lnTo>
                    <a:pt x="1332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l3445"/>
            <p:cNvSpPr/>
            <p:nvPr/>
          </p:nvSpPr>
          <p:spPr>
            <a:xfrm>
              <a:off x="11067351" y="6480188"/>
              <a:ext cx="539464" cy="136423"/>
            </a:xfrm>
            <a:custGeom>
              <a:avLst/>
              <a:pathLst>
                <a:path w="539464" h="136423">
                  <a:moveTo>
                    <a:pt x="0" y="136423"/>
                  </a:moveTo>
                  <a:lnTo>
                    <a:pt x="134248" y="124443"/>
                  </a:lnTo>
                  <a:lnTo>
                    <a:pt x="272442" y="80772"/>
                  </a:lnTo>
                  <a:lnTo>
                    <a:pt x="408886" y="3478"/>
                  </a:lnTo>
                  <a:lnTo>
                    <a:pt x="5394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l3446"/>
            <p:cNvSpPr/>
            <p:nvPr/>
          </p:nvSpPr>
          <p:spPr>
            <a:xfrm>
              <a:off x="11067351" y="6669558"/>
              <a:ext cx="401812" cy="22801"/>
            </a:xfrm>
            <a:custGeom>
              <a:avLst/>
              <a:pathLst>
                <a:path w="401812" h="22801">
                  <a:moveTo>
                    <a:pt x="0" y="0"/>
                  </a:moveTo>
                  <a:lnTo>
                    <a:pt x="146014" y="22801"/>
                  </a:lnTo>
                  <a:lnTo>
                    <a:pt x="271558" y="6569"/>
                  </a:lnTo>
                  <a:lnTo>
                    <a:pt x="401812" y="42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l3447"/>
            <p:cNvSpPr/>
            <p:nvPr/>
          </p:nvSpPr>
          <p:spPr>
            <a:xfrm>
              <a:off x="11067351" y="6644438"/>
              <a:ext cx="331461" cy="4637"/>
            </a:xfrm>
            <a:custGeom>
              <a:avLst/>
              <a:pathLst>
                <a:path w="331461" h="4637">
                  <a:moveTo>
                    <a:pt x="0" y="0"/>
                  </a:moveTo>
                  <a:lnTo>
                    <a:pt x="198550" y="1545"/>
                  </a:lnTo>
                  <a:lnTo>
                    <a:pt x="331461" y="46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l3448"/>
            <p:cNvSpPr/>
            <p:nvPr/>
          </p:nvSpPr>
          <p:spPr>
            <a:xfrm>
              <a:off x="11067351" y="6678447"/>
              <a:ext cx="379799" cy="7342"/>
            </a:xfrm>
            <a:custGeom>
              <a:avLst/>
              <a:pathLst>
                <a:path w="379799" h="7342">
                  <a:moveTo>
                    <a:pt x="0" y="3091"/>
                  </a:moveTo>
                  <a:lnTo>
                    <a:pt x="155886" y="7342"/>
                  </a:lnTo>
                  <a:lnTo>
                    <a:pt x="3797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l3449"/>
            <p:cNvSpPr/>
            <p:nvPr/>
          </p:nvSpPr>
          <p:spPr>
            <a:xfrm>
              <a:off x="11067351" y="6630525"/>
              <a:ext cx="136151" cy="16231"/>
            </a:xfrm>
            <a:custGeom>
              <a:avLst/>
              <a:pathLst>
                <a:path w="136151" h="16231">
                  <a:moveTo>
                    <a:pt x="0" y="16231"/>
                  </a:moveTo>
                  <a:lnTo>
                    <a:pt x="1361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l3450"/>
            <p:cNvSpPr/>
            <p:nvPr/>
          </p:nvSpPr>
          <p:spPr>
            <a:xfrm>
              <a:off x="11067351" y="6633230"/>
              <a:ext cx="223550" cy="5410"/>
            </a:xfrm>
            <a:custGeom>
              <a:avLst/>
              <a:pathLst>
                <a:path w="223550" h="5410">
                  <a:moveTo>
                    <a:pt x="0" y="0"/>
                  </a:moveTo>
                  <a:lnTo>
                    <a:pt x="223550" y="54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l3451"/>
            <p:cNvSpPr/>
            <p:nvPr/>
          </p:nvSpPr>
          <p:spPr>
            <a:xfrm>
              <a:off x="11067351" y="6684631"/>
              <a:ext cx="222759" cy="15458"/>
            </a:xfrm>
            <a:custGeom>
              <a:avLst/>
              <a:pathLst>
                <a:path w="222759" h="15458">
                  <a:moveTo>
                    <a:pt x="0" y="3091"/>
                  </a:moveTo>
                  <a:lnTo>
                    <a:pt x="90920" y="0"/>
                  </a:lnTo>
                  <a:lnTo>
                    <a:pt x="222759" y="154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l3452"/>
            <p:cNvSpPr/>
            <p:nvPr/>
          </p:nvSpPr>
          <p:spPr>
            <a:xfrm>
              <a:off x="11067351" y="6633230"/>
              <a:ext cx="287987" cy="3864"/>
            </a:xfrm>
            <a:custGeom>
              <a:avLst/>
              <a:pathLst>
                <a:path w="287987" h="3864">
                  <a:moveTo>
                    <a:pt x="0" y="3864"/>
                  </a:moveTo>
                  <a:lnTo>
                    <a:pt x="2879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l3453"/>
            <p:cNvSpPr/>
            <p:nvPr/>
          </p:nvSpPr>
          <p:spPr>
            <a:xfrm>
              <a:off x="11067351" y="6624728"/>
              <a:ext cx="269022" cy="20869"/>
            </a:xfrm>
            <a:custGeom>
              <a:avLst/>
              <a:pathLst>
                <a:path w="269022" h="20869">
                  <a:moveTo>
                    <a:pt x="0" y="0"/>
                  </a:moveTo>
                  <a:lnTo>
                    <a:pt x="143184" y="20869"/>
                  </a:lnTo>
                  <a:lnTo>
                    <a:pt x="269022" y="73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l3454"/>
            <p:cNvSpPr/>
            <p:nvPr/>
          </p:nvSpPr>
          <p:spPr>
            <a:xfrm>
              <a:off x="11067351" y="6673423"/>
              <a:ext cx="537296" cy="13912"/>
            </a:xfrm>
            <a:custGeom>
              <a:avLst/>
              <a:pathLst>
                <a:path w="537296" h="13912">
                  <a:moveTo>
                    <a:pt x="0" y="0"/>
                  </a:moveTo>
                  <a:lnTo>
                    <a:pt x="148200" y="13912"/>
                  </a:lnTo>
                  <a:lnTo>
                    <a:pt x="264854" y="10434"/>
                  </a:lnTo>
                  <a:lnTo>
                    <a:pt x="408164" y="7729"/>
                  </a:lnTo>
                  <a:lnTo>
                    <a:pt x="537296" y="1159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l3455"/>
            <p:cNvSpPr/>
            <p:nvPr/>
          </p:nvSpPr>
          <p:spPr>
            <a:xfrm>
              <a:off x="11067351" y="6662988"/>
              <a:ext cx="234782" cy="13526"/>
            </a:xfrm>
            <a:custGeom>
              <a:avLst/>
              <a:pathLst>
                <a:path w="234782" h="13526">
                  <a:moveTo>
                    <a:pt x="0" y="0"/>
                  </a:moveTo>
                  <a:lnTo>
                    <a:pt x="77536" y="13526"/>
                  </a:lnTo>
                  <a:lnTo>
                    <a:pt x="146086" y="8888"/>
                  </a:lnTo>
                  <a:lnTo>
                    <a:pt x="234782" y="85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l3456"/>
            <p:cNvSpPr/>
            <p:nvPr/>
          </p:nvSpPr>
          <p:spPr>
            <a:xfrm>
              <a:off x="11067351" y="6661829"/>
              <a:ext cx="280030" cy="12367"/>
            </a:xfrm>
            <a:custGeom>
              <a:avLst/>
              <a:pathLst>
                <a:path w="280030" h="12367">
                  <a:moveTo>
                    <a:pt x="0" y="0"/>
                  </a:moveTo>
                  <a:lnTo>
                    <a:pt x="280030" y="123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l3457"/>
            <p:cNvSpPr/>
            <p:nvPr/>
          </p:nvSpPr>
          <p:spPr>
            <a:xfrm>
              <a:off x="11067351" y="6699316"/>
              <a:ext cx="469284" cy="1545"/>
            </a:xfrm>
            <a:custGeom>
              <a:avLst/>
              <a:pathLst>
                <a:path w="469284" h="1545">
                  <a:moveTo>
                    <a:pt x="0" y="1545"/>
                  </a:moveTo>
                  <a:lnTo>
                    <a:pt x="4692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l3458"/>
            <p:cNvSpPr/>
            <p:nvPr/>
          </p:nvSpPr>
          <p:spPr>
            <a:xfrm>
              <a:off x="11274597" y="6554390"/>
              <a:ext cx="145652" cy="12367"/>
            </a:xfrm>
            <a:custGeom>
              <a:avLst/>
              <a:pathLst>
                <a:path w="145652" h="12367">
                  <a:moveTo>
                    <a:pt x="0" y="12367"/>
                  </a:moveTo>
                  <a:lnTo>
                    <a:pt x="1456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l3459"/>
            <p:cNvSpPr/>
            <p:nvPr/>
          </p:nvSpPr>
          <p:spPr>
            <a:xfrm>
              <a:off x="11067351" y="6605791"/>
              <a:ext cx="168478" cy="15845"/>
            </a:xfrm>
            <a:custGeom>
              <a:avLst/>
              <a:pathLst>
                <a:path w="168478" h="15845">
                  <a:moveTo>
                    <a:pt x="0" y="15845"/>
                  </a:moveTo>
                  <a:lnTo>
                    <a:pt x="77355" y="3864"/>
                  </a:lnTo>
                  <a:lnTo>
                    <a:pt x="1684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l3460"/>
            <p:cNvSpPr/>
            <p:nvPr/>
          </p:nvSpPr>
          <p:spPr>
            <a:xfrm>
              <a:off x="11067351" y="6640186"/>
              <a:ext cx="139311" cy="9661"/>
            </a:xfrm>
            <a:custGeom>
              <a:avLst/>
              <a:pathLst>
                <a:path w="139311" h="9661">
                  <a:moveTo>
                    <a:pt x="0" y="7729"/>
                  </a:moveTo>
                  <a:lnTo>
                    <a:pt x="77232" y="0"/>
                  </a:lnTo>
                  <a:lnTo>
                    <a:pt x="139311" y="96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l3461"/>
            <p:cNvSpPr/>
            <p:nvPr/>
          </p:nvSpPr>
          <p:spPr>
            <a:xfrm>
              <a:off x="11067351" y="6659896"/>
              <a:ext cx="133695" cy="1545"/>
            </a:xfrm>
            <a:custGeom>
              <a:avLst/>
              <a:pathLst>
                <a:path w="133695" h="1545">
                  <a:moveTo>
                    <a:pt x="0" y="1545"/>
                  </a:moveTo>
                  <a:lnTo>
                    <a:pt x="1336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l3462"/>
            <p:cNvSpPr/>
            <p:nvPr/>
          </p:nvSpPr>
          <p:spPr>
            <a:xfrm>
              <a:off x="11067351" y="6654099"/>
              <a:ext cx="201630" cy="5797"/>
            </a:xfrm>
            <a:custGeom>
              <a:avLst/>
              <a:pathLst>
                <a:path w="201630" h="5797">
                  <a:moveTo>
                    <a:pt x="0" y="5797"/>
                  </a:moveTo>
                  <a:lnTo>
                    <a:pt x="2016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l3463"/>
            <p:cNvSpPr/>
            <p:nvPr/>
          </p:nvSpPr>
          <p:spPr>
            <a:xfrm>
              <a:off x="11067351" y="6623182"/>
              <a:ext cx="287618" cy="25120"/>
            </a:xfrm>
            <a:custGeom>
              <a:avLst/>
              <a:pathLst>
                <a:path w="287618" h="25120">
                  <a:moveTo>
                    <a:pt x="0" y="25120"/>
                  </a:moveTo>
                  <a:lnTo>
                    <a:pt x="127991" y="21255"/>
                  </a:lnTo>
                  <a:lnTo>
                    <a:pt x="2876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l3464"/>
            <p:cNvSpPr/>
            <p:nvPr/>
          </p:nvSpPr>
          <p:spPr>
            <a:xfrm>
              <a:off x="11067351" y="6649462"/>
              <a:ext cx="339674" cy="12753"/>
            </a:xfrm>
            <a:custGeom>
              <a:avLst/>
              <a:pathLst>
                <a:path w="339674" h="12753">
                  <a:moveTo>
                    <a:pt x="0" y="1932"/>
                  </a:moveTo>
                  <a:lnTo>
                    <a:pt x="143116" y="10434"/>
                  </a:lnTo>
                  <a:lnTo>
                    <a:pt x="208333" y="0"/>
                  </a:lnTo>
                  <a:lnTo>
                    <a:pt x="339674" y="127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l3465"/>
            <p:cNvSpPr/>
            <p:nvPr/>
          </p:nvSpPr>
          <p:spPr>
            <a:xfrm>
              <a:off x="11067351" y="6656032"/>
              <a:ext cx="463540" cy="9275"/>
            </a:xfrm>
            <a:custGeom>
              <a:avLst/>
              <a:pathLst>
                <a:path w="463540" h="9275">
                  <a:moveTo>
                    <a:pt x="0" y="7729"/>
                  </a:moveTo>
                  <a:lnTo>
                    <a:pt x="128032" y="8888"/>
                  </a:lnTo>
                  <a:lnTo>
                    <a:pt x="302489" y="0"/>
                  </a:lnTo>
                  <a:lnTo>
                    <a:pt x="463540" y="927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l3466"/>
            <p:cNvSpPr/>
            <p:nvPr/>
          </p:nvSpPr>
          <p:spPr>
            <a:xfrm>
              <a:off x="11067351" y="6661442"/>
              <a:ext cx="273551" cy="4251"/>
            </a:xfrm>
            <a:custGeom>
              <a:avLst/>
              <a:pathLst>
                <a:path w="273551" h="4251">
                  <a:moveTo>
                    <a:pt x="0" y="4251"/>
                  </a:moveTo>
                  <a:lnTo>
                    <a:pt x="132790" y="3478"/>
                  </a:lnTo>
                  <a:lnTo>
                    <a:pt x="2735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l3467"/>
            <p:cNvSpPr/>
            <p:nvPr/>
          </p:nvSpPr>
          <p:spPr>
            <a:xfrm>
              <a:off x="11067351" y="6692360"/>
              <a:ext cx="414411" cy="10434"/>
            </a:xfrm>
            <a:custGeom>
              <a:avLst/>
              <a:pathLst>
                <a:path w="414411" h="10434">
                  <a:moveTo>
                    <a:pt x="0" y="7342"/>
                  </a:moveTo>
                  <a:lnTo>
                    <a:pt x="144483" y="10434"/>
                  </a:lnTo>
                  <a:lnTo>
                    <a:pt x="304084" y="5024"/>
                  </a:lnTo>
                  <a:lnTo>
                    <a:pt x="4144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l3468"/>
            <p:cNvSpPr/>
            <p:nvPr/>
          </p:nvSpPr>
          <p:spPr>
            <a:xfrm>
              <a:off x="11067351" y="6628979"/>
              <a:ext cx="264493" cy="19709"/>
            </a:xfrm>
            <a:custGeom>
              <a:avLst/>
              <a:pathLst>
                <a:path w="264493" h="19709">
                  <a:moveTo>
                    <a:pt x="0" y="19709"/>
                  </a:moveTo>
                  <a:lnTo>
                    <a:pt x="138975" y="0"/>
                  </a:lnTo>
                  <a:lnTo>
                    <a:pt x="2644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l3469"/>
            <p:cNvSpPr/>
            <p:nvPr/>
          </p:nvSpPr>
          <p:spPr>
            <a:xfrm>
              <a:off x="11067351" y="6635935"/>
              <a:ext cx="505616" cy="11980"/>
            </a:xfrm>
            <a:custGeom>
              <a:avLst/>
              <a:pathLst>
                <a:path w="505616" h="11980">
                  <a:moveTo>
                    <a:pt x="0" y="0"/>
                  </a:moveTo>
                  <a:lnTo>
                    <a:pt x="211594" y="11207"/>
                  </a:lnTo>
                  <a:lnTo>
                    <a:pt x="505616" y="119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l3470"/>
            <p:cNvSpPr/>
            <p:nvPr/>
          </p:nvSpPr>
          <p:spPr>
            <a:xfrm>
              <a:off x="11067351" y="6650235"/>
              <a:ext cx="466571" cy="19323"/>
            </a:xfrm>
            <a:custGeom>
              <a:avLst/>
              <a:pathLst>
                <a:path w="466571" h="19323">
                  <a:moveTo>
                    <a:pt x="0" y="0"/>
                  </a:moveTo>
                  <a:lnTo>
                    <a:pt x="199368" y="12367"/>
                  </a:lnTo>
                  <a:lnTo>
                    <a:pt x="466571" y="193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l3471"/>
            <p:cNvSpPr/>
            <p:nvPr/>
          </p:nvSpPr>
          <p:spPr>
            <a:xfrm>
              <a:off x="11067351" y="6648302"/>
              <a:ext cx="204053" cy="1545"/>
            </a:xfrm>
            <a:custGeom>
              <a:avLst/>
              <a:pathLst>
                <a:path w="204053" h="1545">
                  <a:moveTo>
                    <a:pt x="0" y="0"/>
                  </a:moveTo>
                  <a:lnTo>
                    <a:pt x="204053" y="15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l3472"/>
            <p:cNvSpPr/>
            <p:nvPr/>
          </p:nvSpPr>
          <p:spPr>
            <a:xfrm>
              <a:off x="11067351" y="6681925"/>
              <a:ext cx="138587" cy="9661"/>
            </a:xfrm>
            <a:custGeom>
              <a:avLst/>
              <a:pathLst>
                <a:path w="138587" h="9661">
                  <a:moveTo>
                    <a:pt x="0" y="0"/>
                  </a:moveTo>
                  <a:lnTo>
                    <a:pt x="138587" y="96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l3473"/>
            <p:cNvSpPr/>
            <p:nvPr/>
          </p:nvSpPr>
          <p:spPr>
            <a:xfrm>
              <a:off x="11067351" y="6635162"/>
              <a:ext cx="334133" cy="8502"/>
            </a:xfrm>
            <a:custGeom>
              <a:avLst/>
              <a:pathLst>
                <a:path w="334133" h="8502">
                  <a:moveTo>
                    <a:pt x="0" y="7342"/>
                  </a:moveTo>
                  <a:lnTo>
                    <a:pt x="133046" y="8502"/>
                  </a:lnTo>
                  <a:lnTo>
                    <a:pt x="3341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l3474"/>
            <p:cNvSpPr/>
            <p:nvPr/>
          </p:nvSpPr>
          <p:spPr>
            <a:xfrm>
              <a:off x="11067351" y="6662988"/>
              <a:ext cx="193915" cy="4251"/>
            </a:xfrm>
            <a:custGeom>
              <a:avLst/>
              <a:pathLst>
                <a:path w="193915" h="4251">
                  <a:moveTo>
                    <a:pt x="0" y="0"/>
                  </a:moveTo>
                  <a:lnTo>
                    <a:pt x="193915" y="42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l3475"/>
            <p:cNvSpPr/>
            <p:nvPr/>
          </p:nvSpPr>
          <p:spPr>
            <a:xfrm>
              <a:off x="11526121" y="6647916"/>
              <a:ext cx="296195" cy="12367"/>
            </a:xfrm>
            <a:custGeom>
              <a:avLst/>
              <a:pathLst>
                <a:path w="296195" h="12367">
                  <a:moveTo>
                    <a:pt x="0" y="8502"/>
                  </a:moveTo>
                  <a:lnTo>
                    <a:pt x="128804" y="0"/>
                  </a:lnTo>
                  <a:lnTo>
                    <a:pt x="296195" y="123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l3476"/>
            <p:cNvSpPr/>
            <p:nvPr/>
          </p:nvSpPr>
          <p:spPr>
            <a:xfrm>
              <a:off x="11067351" y="6652554"/>
              <a:ext cx="473732" cy="10821"/>
            </a:xfrm>
            <a:custGeom>
              <a:avLst/>
              <a:pathLst>
                <a:path w="473732" h="10821">
                  <a:moveTo>
                    <a:pt x="0" y="3091"/>
                  </a:moveTo>
                  <a:lnTo>
                    <a:pt x="200000" y="1545"/>
                  </a:lnTo>
                  <a:lnTo>
                    <a:pt x="339377" y="0"/>
                  </a:lnTo>
                  <a:lnTo>
                    <a:pt x="473732" y="108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l3477"/>
            <p:cNvSpPr/>
            <p:nvPr/>
          </p:nvSpPr>
          <p:spPr>
            <a:xfrm>
              <a:off x="11220793" y="6617771"/>
              <a:ext cx="508152" cy="19323"/>
            </a:xfrm>
            <a:custGeom>
              <a:avLst/>
              <a:pathLst>
                <a:path w="508152" h="19323">
                  <a:moveTo>
                    <a:pt x="0" y="8115"/>
                  </a:moveTo>
                  <a:lnTo>
                    <a:pt x="115217" y="13912"/>
                  </a:lnTo>
                  <a:lnTo>
                    <a:pt x="273715" y="15072"/>
                  </a:lnTo>
                  <a:lnTo>
                    <a:pt x="377536" y="0"/>
                  </a:lnTo>
                  <a:lnTo>
                    <a:pt x="508152" y="193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l3478"/>
            <p:cNvSpPr/>
            <p:nvPr/>
          </p:nvSpPr>
          <p:spPr>
            <a:xfrm>
              <a:off x="11067351" y="6663375"/>
              <a:ext cx="200281" cy="14685"/>
            </a:xfrm>
            <a:custGeom>
              <a:avLst/>
              <a:pathLst>
                <a:path w="200281" h="14685">
                  <a:moveTo>
                    <a:pt x="0" y="0"/>
                  </a:moveTo>
                  <a:lnTo>
                    <a:pt x="200281" y="146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l3479"/>
            <p:cNvSpPr/>
            <p:nvPr/>
          </p:nvSpPr>
          <p:spPr>
            <a:xfrm>
              <a:off x="11067351" y="6686563"/>
              <a:ext cx="472464" cy="9275"/>
            </a:xfrm>
            <a:custGeom>
              <a:avLst/>
              <a:pathLst>
                <a:path w="472464" h="9275">
                  <a:moveTo>
                    <a:pt x="0" y="0"/>
                  </a:moveTo>
                  <a:lnTo>
                    <a:pt x="225543" y="386"/>
                  </a:lnTo>
                  <a:lnTo>
                    <a:pt x="344384" y="9275"/>
                  </a:lnTo>
                  <a:lnTo>
                    <a:pt x="472464" y="3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l3480"/>
            <p:cNvSpPr/>
            <p:nvPr/>
          </p:nvSpPr>
          <p:spPr>
            <a:xfrm>
              <a:off x="11067351" y="6652167"/>
              <a:ext cx="198978" cy="2705"/>
            </a:xfrm>
            <a:custGeom>
              <a:avLst/>
              <a:pathLst>
                <a:path w="198978" h="2705">
                  <a:moveTo>
                    <a:pt x="0" y="2705"/>
                  </a:moveTo>
                  <a:lnTo>
                    <a:pt x="1989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l3481"/>
            <p:cNvSpPr/>
            <p:nvPr/>
          </p:nvSpPr>
          <p:spPr>
            <a:xfrm>
              <a:off x="11067351" y="6673036"/>
              <a:ext cx="343297" cy="21255"/>
            </a:xfrm>
            <a:custGeom>
              <a:avLst/>
              <a:pathLst>
                <a:path w="343297" h="21255">
                  <a:moveTo>
                    <a:pt x="0" y="21255"/>
                  </a:moveTo>
                  <a:lnTo>
                    <a:pt x="79891" y="20869"/>
                  </a:lnTo>
                  <a:lnTo>
                    <a:pt x="211880" y="0"/>
                  </a:lnTo>
                  <a:lnTo>
                    <a:pt x="343297" y="131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l3482"/>
            <p:cNvSpPr/>
            <p:nvPr/>
          </p:nvSpPr>
          <p:spPr>
            <a:xfrm>
              <a:off x="11067351" y="6674196"/>
              <a:ext cx="265761" cy="16231"/>
            </a:xfrm>
            <a:custGeom>
              <a:avLst/>
              <a:pathLst>
                <a:path w="265761" h="16231">
                  <a:moveTo>
                    <a:pt x="0" y="0"/>
                  </a:moveTo>
                  <a:lnTo>
                    <a:pt x="265761" y="162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l3483"/>
            <p:cNvSpPr/>
            <p:nvPr/>
          </p:nvSpPr>
          <p:spPr>
            <a:xfrm>
              <a:off x="11067351" y="6662215"/>
              <a:ext cx="479529" cy="32463"/>
            </a:xfrm>
            <a:custGeom>
              <a:avLst/>
              <a:pathLst>
                <a:path w="479529" h="32463">
                  <a:moveTo>
                    <a:pt x="0" y="0"/>
                  </a:moveTo>
                  <a:lnTo>
                    <a:pt x="225543" y="17391"/>
                  </a:lnTo>
                  <a:lnTo>
                    <a:pt x="479529" y="324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l3484"/>
            <p:cNvSpPr/>
            <p:nvPr/>
          </p:nvSpPr>
          <p:spPr>
            <a:xfrm>
              <a:off x="11067351" y="6633230"/>
              <a:ext cx="71376" cy="58357"/>
            </a:xfrm>
            <a:custGeom>
              <a:avLst/>
              <a:pathLst>
                <a:path w="71376" h="58357">
                  <a:moveTo>
                    <a:pt x="0" y="58357"/>
                  </a:moveTo>
                  <a:lnTo>
                    <a:pt x="713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l3485"/>
            <p:cNvSpPr/>
            <p:nvPr/>
          </p:nvSpPr>
          <p:spPr>
            <a:xfrm>
              <a:off x="11067351" y="6694292"/>
              <a:ext cx="266119" cy="3478"/>
            </a:xfrm>
            <a:custGeom>
              <a:avLst/>
              <a:pathLst>
                <a:path w="266119" h="3478">
                  <a:moveTo>
                    <a:pt x="0" y="0"/>
                  </a:moveTo>
                  <a:lnTo>
                    <a:pt x="133237" y="2318"/>
                  </a:lnTo>
                  <a:lnTo>
                    <a:pt x="266119" y="34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l3486"/>
            <p:cNvSpPr/>
            <p:nvPr/>
          </p:nvSpPr>
          <p:spPr>
            <a:xfrm>
              <a:off x="11067351" y="6634003"/>
              <a:ext cx="466076" cy="21642"/>
            </a:xfrm>
            <a:custGeom>
              <a:avLst/>
              <a:pathLst>
                <a:path w="466076" h="21642">
                  <a:moveTo>
                    <a:pt x="0" y="2318"/>
                  </a:moveTo>
                  <a:lnTo>
                    <a:pt x="136909" y="20096"/>
                  </a:lnTo>
                  <a:lnTo>
                    <a:pt x="296148" y="0"/>
                  </a:lnTo>
                  <a:lnTo>
                    <a:pt x="466076" y="216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l3487"/>
            <p:cNvSpPr/>
            <p:nvPr/>
          </p:nvSpPr>
          <p:spPr>
            <a:xfrm>
              <a:off x="11067351" y="6630138"/>
              <a:ext cx="235917" cy="6569"/>
            </a:xfrm>
            <a:custGeom>
              <a:avLst/>
              <a:pathLst>
                <a:path w="235917" h="6569">
                  <a:moveTo>
                    <a:pt x="0" y="6569"/>
                  </a:moveTo>
                  <a:lnTo>
                    <a:pt x="78804" y="0"/>
                  </a:lnTo>
                  <a:lnTo>
                    <a:pt x="235917" y="15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l3488"/>
            <p:cNvSpPr/>
            <p:nvPr/>
          </p:nvSpPr>
          <p:spPr>
            <a:xfrm>
              <a:off x="11067351" y="6632071"/>
              <a:ext cx="673007" cy="22415"/>
            </a:xfrm>
            <a:custGeom>
              <a:avLst/>
              <a:pathLst>
                <a:path w="673007" h="22415">
                  <a:moveTo>
                    <a:pt x="0" y="11980"/>
                  </a:moveTo>
                  <a:lnTo>
                    <a:pt x="76083" y="9275"/>
                  </a:lnTo>
                  <a:lnTo>
                    <a:pt x="162319" y="0"/>
                  </a:lnTo>
                  <a:lnTo>
                    <a:pt x="276268" y="18937"/>
                  </a:lnTo>
                  <a:lnTo>
                    <a:pt x="408152" y="18937"/>
                  </a:lnTo>
                  <a:lnTo>
                    <a:pt x="588768" y="22415"/>
                  </a:lnTo>
                  <a:lnTo>
                    <a:pt x="673007" y="208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l3489"/>
            <p:cNvSpPr/>
            <p:nvPr/>
          </p:nvSpPr>
          <p:spPr>
            <a:xfrm>
              <a:off x="11067351" y="6679220"/>
              <a:ext cx="243116" cy="1932"/>
            </a:xfrm>
            <a:custGeom>
              <a:avLst/>
              <a:pathLst>
                <a:path w="243116" h="1932">
                  <a:moveTo>
                    <a:pt x="0" y="1932"/>
                  </a:moveTo>
                  <a:lnTo>
                    <a:pt x="2431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l3490"/>
            <p:cNvSpPr/>
            <p:nvPr/>
          </p:nvSpPr>
          <p:spPr>
            <a:xfrm>
              <a:off x="11067351" y="6641346"/>
              <a:ext cx="732627" cy="29371"/>
            </a:xfrm>
            <a:custGeom>
              <a:avLst/>
              <a:pathLst>
                <a:path w="732627" h="29371">
                  <a:moveTo>
                    <a:pt x="0" y="0"/>
                  </a:moveTo>
                  <a:lnTo>
                    <a:pt x="215597" y="15458"/>
                  </a:lnTo>
                  <a:lnTo>
                    <a:pt x="336431" y="10821"/>
                  </a:lnTo>
                  <a:lnTo>
                    <a:pt x="472663" y="29371"/>
                  </a:lnTo>
                  <a:lnTo>
                    <a:pt x="643859" y="14299"/>
                  </a:lnTo>
                  <a:lnTo>
                    <a:pt x="732627" y="173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l3491"/>
            <p:cNvSpPr/>
            <p:nvPr/>
          </p:nvSpPr>
          <p:spPr>
            <a:xfrm>
              <a:off x="11067351" y="6623182"/>
              <a:ext cx="143116" cy="5410"/>
            </a:xfrm>
            <a:custGeom>
              <a:avLst/>
              <a:pathLst>
                <a:path w="143116" h="5410">
                  <a:moveTo>
                    <a:pt x="0" y="5410"/>
                  </a:moveTo>
                  <a:lnTo>
                    <a:pt x="1431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l3492"/>
            <p:cNvSpPr/>
            <p:nvPr/>
          </p:nvSpPr>
          <p:spPr>
            <a:xfrm>
              <a:off x="11067351" y="6658737"/>
              <a:ext cx="82356" cy="12367"/>
            </a:xfrm>
            <a:custGeom>
              <a:avLst/>
              <a:pathLst>
                <a:path w="82356" h="12367">
                  <a:moveTo>
                    <a:pt x="0" y="0"/>
                  </a:moveTo>
                  <a:lnTo>
                    <a:pt x="82356" y="123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l3493"/>
            <p:cNvSpPr/>
            <p:nvPr/>
          </p:nvSpPr>
          <p:spPr>
            <a:xfrm>
              <a:off x="11067351" y="6642119"/>
              <a:ext cx="232971" cy="10434"/>
            </a:xfrm>
            <a:custGeom>
              <a:avLst/>
              <a:pathLst>
                <a:path w="232971" h="10434">
                  <a:moveTo>
                    <a:pt x="0" y="10434"/>
                  </a:moveTo>
                  <a:lnTo>
                    <a:pt x="2329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l3494"/>
            <p:cNvSpPr/>
            <p:nvPr/>
          </p:nvSpPr>
          <p:spPr>
            <a:xfrm>
              <a:off x="11067351" y="6666080"/>
              <a:ext cx="73156" cy="18164"/>
            </a:xfrm>
            <a:custGeom>
              <a:avLst/>
              <a:pathLst>
                <a:path w="73156" h="18164">
                  <a:moveTo>
                    <a:pt x="0" y="0"/>
                  </a:moveTo>
                  <a:lnTo>
                    <a:pt x="73156" y="181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l3495"/>
            <p:cNvSpPr/>
            <p:nvPr/>
          </p:nvSpPr>
          <p:spPr>
            <a:xfrm>
              <a:off x="11067351" y="6666466"/>
              <a:ext cx="216431" cy="9661"/>
            </a:xfrm>
            <a:custGeom>
              <a:avLst/>
              <a:pathLst>
                <a:path w="216431" h="9661">
                  <a:moveTo>
                    <a:pt x="0" y="0"/>
                  </a:moveTo>
                  <a:lnTo>
                    <a:pt x="216431" y="96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l3496"/>
            <p:cNvSpPr/>
            <p:nvPr/>
          </p:nvSpPr>
          <p:spPr>
            <a:xfrm>
              <a:off x="11067351" y="6676901"/>
              <a:ext cx="82356" cy="2705"/>
            </a:xfrm>
            <a:custGeom>
              <a:avLst/>
              <a:pathLst>
                <a:path w="82356" h="2705">
                  <a:moveTo>
                    <a:pt x="0" y="0"/>
                  </a:moveTo>
                  <a:lnTo>
                    <a:pt x="82356" y="27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l3497"/>
            <p:cNvSpPr/>
            <p:nvPr/>
          </p:nvSpPr>
          <p:spPr>
            <a:xfrm>
              <a:off x="11067351" y="6644051"/>
              <a:ext cx="538561" cy="12753"/>
            </a:xfrm>
            <a:custGeom>
              <a:avLst/>
              <a:pathLst>
                <a:path w="538561" h="12753">
                  <a:moveTo>
                    <a:pt x="0" y="7342"/>
                  </a:moveTo>
                  <a:lnTo>
                    <a:pt x="134296" y="12753"/>
                  </a:lnTo>
                  <a:lnTo>
                    <a:pt x="269912" y="10821"/>
                  </a:lnTo>
                  <a:lnTo>
                    <a:pt x="399151" y="0"/>
                  </a:lnTo>
                  <a:lnTo>
                    <a:pt x="538561" y="81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l3498"/>
            <p:cNvSpPr/>
            <p:nvPr/>
          </p:nvSpPr>
          <p:spPr>
            <a:xfrm>
              <a:off x="11067351" y="6684244"/>
              <a:ext cx="793297" cy="11207"/>
            </a:xfrm>
            <a:custGeom>
              <a:avLst/>
              <a:pathLst>
                <a:path w="793297" h="11207">
                  <a:moveTo>
                    <a:pt x="0" y="772"/>
                  </a:moveTo>
                  <a:lnTo>
                    <a:pt x="199275" y="1159"/>
                  </a:lnTo>
                  <a:lnTo>
                    <a:pt x="331032" y="0"/>
                  </a:lnTo>
                  <a:lnTo>
                    <a:pt x="464130" y="11207"/>
                  </a:lnTo>
                  <a:lnTo>
                    <a:pt x="662681" y="3091"/>
                  </a:lnTo>
                  <a:lnTo>
                    <a:pt x="793297" y="46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l3499"/>
            <p:cNvSpPr/>
            <p:nvPr/>
          </p:nvSpPr>
          <p:spPr>
            <a:xfrm>
              <a:off x="11067351" y="6668012"/>
              <a:ext cx="211594" cy="5797"/>
            </a:xfrm>
            <a:custGeom>
              <a:avLst/>
              <a:pathLst>
                <a:path w="211594" h="5797">
                  <a:moveTo>
                    <a:pt x="0" y="0"/>
                  </a:moveTo>
                  <a:lnTo>
                    <a:pt x="211594" y="57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l3500"/>
            <p:cNvSpPr/>
            <p:nvPr/>
          </p:nvSpPr>
          <p:spPr>
            <a:xfrm>
              <a:off x="11067351" y="6685404"/>
              <a:ext cx="82356" cy="13526"/>
            </a:xfrm>
            <a:custGeom>
              <a:avLst/>
              <a:pathLst>
                <a:path w="82356" h="13526">
                  <a:moveTo>
                    <a:pt x="0" y="0"/>
                  </a:moveTo>
                  <a:lnTo>
                    <a:pt x="82356" y="135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l3501"/>
            <p:cNvSpPr/>
            <p:nvPr/>
          </p:nvSpPr>
          <p:spPr>
            <a:xfrm>
              <a:off x="11067351" y="6615452"/>
              <a:ext cx="396552" cy="39419"/>
            </a:xfrm>
            <a:custGeom>
              <a:avLst/>
              <a:pathLst>
                <a:path w="396552" h="39419">
                  <a:moveTo>
                    <a:pt x="0" y="0"/>
                  </a:moveTo>
                  <a:lnTo>
                    <a:pt x="141815" y="36328"/>
                  </a:lnTo>
                  <a:lnTo>
                    <a:pt x="269746" y="36328"/>
                  </a:lnTo>
                  <a:lnTo>
                    <a:pt x="396552" y="394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l3502"/>
            <p:cNvSpPr/>
            <p:nvPr/>
          </p:nvSpPr>
          <p:spPr>
            <a:xfrm>
              <a:off x="11067351" y="6667239"/>
              <a:ext cx="140398" cy="4637"/>
            </a:xfrm>
            <a:custGeom>
              <a:avLst/>
              <a:pathLst>
                <a:path w="140398" h="4637">
                  <a:moveTo>
                    <a:pt x="0" y="4637"/>
                  </a:moveTo>
                  <a:lnTo>
                    <a:pt x="1403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l3503"/>
            <p:cNvSpPr/>
            <p:nvPr/>
          </p:nvSpPr>
          <p:spPr>
            <a:xfrm>
              <a:off x="11067351" y="6585308"/>
              <a:ext cx="198913" cy="50627"/>
            </a:xfrm>
            <a:custGeom>
              <a:avLst/>
              <a:pathLst>
                <a:path w="198913" h="50627">
                  <a:moveTo>
                    <a:pt x="0" y="50627"/>
                  </a:moveTo>
                  <a:lnTo>
                    <a:pt x="1989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l3504"/>
            <p:cNvSpPr/>
            <p:nvPr/>
          </p:nvSpPr>
          <p:spPr>
            <a:xfrm>
              <a:off x="11067351" y="6629752"/>
              <a:ext cx="204891" cy="16618"/>
            </a:xfrm>
            <a:custGeom>
              <a:avLst/>
              <a:pathLst>
                <a:path w="204891" h="16618">
                  <a:moveTo>
                    <a:pt x="0" y="0"/>
                  </a:moveTo>
                  <a:lnTo>
                    <a:pt x="204891" y="166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l3505"/>
            <p:cNvSpPr/>
            <p:nvPr/>
          </p:nvSpPr>
          <p:spPr>
            <a:xfrm>
              <a:off x="11067351" y="6694679"/>
              <a:ext cx="87459" cy="6569"/>
            </a:xfrm>
            <a:custGeom>
              <a:avLst/>
              <a:pathLst>
                <a:path w="87459" h="6569">
                  <a:moveTo>
                    <a:pt x="0" y="6569"/>
                  </a:moveTo>
                  <a:lnTo>
                    <a:pt x="874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l3506"/>
            <p:cNvSpPr/>
            <p:nvPr/>
          </p:nvSpPr>
          <p:spPr>
            <a:xfrm>
              <a:off x="11067351" y="6576805"/>
              <a:ext cx="209058" cy="61835"/>
            </a:xfrm>
            <a:custGeom>
              <a:avLst/>
              <a:pathLst>
                <a:path w="209058" h="61835">
                  <a:moveTo>
                    <a:pt x="0" y="57970"/>
                  </a:moveTo>
                  <a:lnTo>
                    <a:pt x="69324" y="61835"/>
                  </a:lnTo>
                  <a:lnTo>
                    <a:pt x="140398" y="22028"/>
                  </a:lnTo>
                  <a:lnTo>
                    <a:pt x="2090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l3507"/>
            <p:cNvSpPr/>
            <p:nvPr/>
          </p:nvSpPr>
          <p:spPr>
            <a:xfrm>
              <a:off x="11067351" y="6636322"/>
              <a:ext cx="71641" cy="12367"/>
            </a:xfrm>
            <a:custGeom>
              <a:avLst/>
              <a:pathLst>
                <a:path w="71641" h="12367">
                  <a:moveTo>
                    <a:pt x="0" y="0"/>
                  </a:moveTo>
                  <a:lnTo>
                    <a:pt x="71641" y="123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l3508"/>
            <p:cNvSpPr/>
            <p:nvPr/>
          </p:nvSpPr>
          <p:spPr>
            <a:xfrm>
              <a:off x="11067351" y="6578738"/>
              <a:ext cx="529710" cy="63381"/>
            </a:xfrm>
            <a:custGeom>
              <a:avLst/>
              <a:pathLst>
                <a:path w="529710" h="63381">
                  <a:moveTo>
                    <a:pt x="0" y="46762"/>
                  </a:moveTo>
                  <a:lnTo>
                    <a:pt x="150876" y="49081"/>
                  </a:lnTo>
                  <a:lnTo>
                    <a:pt x="254710" y="63381"/>
                  </a:lnTo>
                  <a:lnTo>
                    <a:pt x="398007" y="30531"/>
                  </a:lnTo>
                  <a:lnTo>
                    <a:pt x="5297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l3509"/>
            <p:cNvSpPr/>
            <p:nvPr/>
          </p:nvSpPr>
          <p:spPr>
            <a:xfrm>
              <a:off x="11067351" y="6011786"/>
              <a:ext cx="731015" cy="639221"/>
            </a:xfrm>
            <a:custGeom>
              <a:avLst/>
              <a:pathLst>
                <a:path w="731015" h="639221">
                  <a:moveTo>
                    <a:pt x="0" y="639221"/>
                  </a:moveTo>
                  <a:lnTo>
                    <a:pt x="200218" y="0"/>
                  </a:lnTo>
                  <a:lnTo>
                    <a:pt x="322863" y="618352"/>
                  </a:lnTo>
                  <a:lnTo>
                    <a:pt x="468696" y="612941"/>
                  </a:lnTo>
                  <a:lnTo>
                    <a:pt x="610182" y="575840"/>
                  </a:lnTo>
                  <a:lnTo>
                    <a:pt x="731015" y="5016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l3510"/>
            <p:cNvSpPr/>
            <p:nvPr/>
          </p:nvSpPr>
          <p:spPr>
            <a:xfrm>
              <a:off x="11067351" y="6633230"/>
              <a:ext cx="78623" cy="11207"/>
            </a:xfrm>
            <a:custGeom>
              <a:avLst/>
              <a:pathLst>
                <a:path w="78623" h="11207">
                  <a:moveTo>
                    <a:pt x="0" y="0"/>
                  </a:moveTo>
                  <a:lnTo>
                    <a:pt x="78623" y="112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l3511"/>
            <p:cNvSpPr/>
            <p:nvPr/>
          </p:nvSpPr>
          <p:spPr>
            <a:xfrm>
              <a:off x="11067351" y="6659896"/>
              <a:ext cx="402899" cy="5797"/>
            </a:xfrm>
            <a:custGeom>
              <a:avLst/>
              <a:pathLst>
                <a:path w="402899" h="5797">
                  <a:moveTo>
                    <a:pt x="0" y="0"/>
                  </a:moveTo>
                  <a:lnTo>
                    <a:pt x="299269" y="1545"/>
                  </a:lnTo>
                  <a:lnTo>
                    <a:pt x="402899" y="57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l3512"/>
            <p:cNvSpPr/>
            <p:nvPr/>
          </p:nvSpPr>
          <p:spPr>
            <a:xfrm>
              <a:off x="11067351" y="6667626"/>
              <a:ext cx="131780" cy="6956"/>
            </a:xfrm>
            <a:custGeom>
              <a:avLst/>
              <a:pathLst>
                <a:path w="131780" h="6956">
                  <a:moveTo>
                    <a:pt x="0" y="6956"/>
                  </a:moveTo>
                  <a:lnTo>
                    <a:pt x="1317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l3513"/>
            <p:cNvSpPr/>
            <p:nvPr/>
          </p:nvSpPr>
          <p:spPr>
            <a:xfrm>
              <a:off x="11067351" y="6563279"/>
              <a:ext cx="592565" cy="57970"/>
            </a:xfrm>
            <a:custGeom>
              <a:avLst/>
              <a:pathLst>
                <a:path w="592565" h="57970">
                  <a:moveTo>
                    <a:pt x="0" y="57970"/>
                  </a:moveTo>
                  <a:lnTo>
                    <a:pt x="210326" y="37101"/>
                  </a:lnTo>
                  <a:lnTo>
                    <a:pt x="5925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l3514"/>
            <p:cNvSpPr/>
            <p:nvPr/>
          </p:nvSpPr>
          <p:spPr>
            <a:xfrm>
              <a:off x="11067351" y="6670718"/>
              <a:ext cx="357609" cy="1159"/>
            </a:xfrm>
            <a:custGeom>
              <a:avLst/>
              <a:pathLst>
                <a:path w="357609" h="1159">
                  <a:moveTo>
                    <a:pt x="0" y="1159"/>
                  </a:moveTo>
                  <a:lnTo>
                    <a:pt x="3576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l3515"/>
            <p:cNvSpPr/>
            <p:nvPr/>
          </p:nvSpPr>
          <p:spPr>
            <a:xfrm>
              <a:off x="11067351" y="6656032"/>
              <a:ext cx="127646" cy="10821"/>
            </a:xfrm>
            <a:custGeom>
              <a:avLst/>
              <a:pathLst>
                <a:path w="127646" h="10821">
                  <a:moveTo>
                    <a:pt x="0" y="10821"/>
                  </a:moveTo>
                  <a:lnTo>
                    <a:pt x="1276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l3516"/>
            <p:cNvSpPr/>
            <p:nvPr/>
          </p:nvSpPr>
          <p:spPr>
            <a:xfrm>
              <a:off x="11067351" y="6661056"/>
              <a:ext cx="163405" cy="20482"/>
            </a:xfrm>
            <a:custGeom>
              <a:avLst/>
              <a:pathLst>
                <a:path w="163405" h="20482">
                  <a:moveTo>
                    <a:pt x="0" y="0"/>
                  </a:moveTo>
                  <a:lnTo>
                    <a:pt x="163405" y="204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l3517"/>
            <p:cNvSpPr/>
            <p:nvPr/>
          </p:nvSpPr>
          <p:spPr>
            <a:xfrm>
              <a:off x="11067351" y="6652554"/>
              <a:ext cx="143056" cy="5797"/>
            </a:xfrm>
            <a:custGeom>
              <a:avLst/>
              <a:pathLst>
                <a:path w="143056" h="5797">
                  <a:moveTo>
                    <a:pt x="0" y="0"/>
                  </a:moveTo>
                  <a:lnTo>
                    <a:pt x="143056" y="57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l3518"/>
            <p:cNvSpPr/>
            <p:nvPr/>
          </p:nvSpPr>
          <p:spPr>
            <a:xfrm>
              <a:off x="11067351" y="6634776"/>
              <a:ext cx="600830" cy="23961"/>
            </a:xfrm>
            <a:custGeom>
              <a:avLst/>
              <a:pathLst>
                <a:path w="600830" h="23961">
                  <a:moveTo>
                    <a:pt x="0" y="23188"/>
                  </a:moveTo>
                  <a:lnTo>
                    <a:pt x="213043" y="17777"/>
                  </a:lnTo>
                  <a:lnTo>
                    <a:pt x="337060" y="16231"/>
                  </a:lnTo>
                  <a:lnTo>
                    <a:pt x="466486" y="23961"/>
                  </a:lnTo>
                  <a:lnTo>
                    <a:pt x="6008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l3519"/>
            <p:cNvSpPr/>
            <p:nvPr/>
          </p:nvSpPr>
          <p:spPr>
            <a:xfrm>
              <a:off x="11067351" y="6664534"/>
              <a:ext cx="662863" cy="28985"/>
            </a:xfrm>
            <a:custGeom>
              <a:avLst/>
              <a:pathLst>
                <a:path w="662863" h="28985">
                  <a:moveTo>
                    <a:pt x="0" y="27439"/>
                  </a:moveTo>
                  <a:lnTo>
                    <a:pt x="125724" y="19709"/>
                  </a:lnTo>
                  <a:lnTo>
                    <a:pt x="267753" y="28985"/>
                  </a:lnTo>
                  <a:lnTo>
                    <a:pt x="399275" y="17004"/>
                  </a:lnTo>
                  <a:lnTo>
                    <a:pt x="531160" y="3478"/>
                  </a:lnTo>
                  <a:lnTo>
                    <a:pt x="6628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l3520"/>
            <p:cNvSpPr/>
            <p:nvPr/>
          </p:nvSpPr>
          <p:spPr>
            <a:xfrm>
              <a:off x="11067351" y="6627819"/>
              <a:ext cx="201268" cy="3091"/>
            </a:xfrm>
            <a:custGeom>
              <a:avLst/>
              <a:pathLst>
                <a:path w="201268" h="3091">
                  <a:moveTo>
                    <a:pt x="0" y="3091"/>
                  </a:moveTo>
                  <a:lnTo>
                    <a:pt x="2012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l3521"/>
            <p:cNvSpPr/>
            <p:nvPr/>
          </p:nvSpPr>
          <p:spPr>
            <a:xfrm>
              <a:off x="11067351" y="6680766"/>
              <a:ext cx="140299" cy="7342"/>
            </a:xfrm>
            <a:custGeom>
              <a:avLst/>
              <a:pathLst>
                <a:path w="140299" h="7342">
                  <a:moveTo>
                    <a:pt x="0" y="7342"/>
                  </a:moveTo>
                  <a:lnTo>
                    <a:pt x="1402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l3522"/>
            <p:cNvSpPr/>
            <p:nvPr/>
          </p:nvSpPr>
          <p:spPr>
            <a:xfrm>
              <a:off x="11067351" y="6659124"/>
              <a:ext cx="266304" cy="13526"/>
            </a:xfrm>
            <a:custGeom>
              <a:avLst/>
              <a:pathLst>
                <a:path w="266304" h="13526">
                  <a:moveTo>
                    <a:pt x="0" y="5410"/>
                  </a:moveTo>
                  <a:lnTo>
                    <a:pt x="134239" y="0"/>
                  </a:lnTo>
                  <a:lnTo>
                    <a:pt x="266304" y="135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l3523"/>
            <p:cNvSpPr/>
            <p:nvPr/>
          </p:nvSpPr>
          <p:spPr>
            <a:xfrm>
              <a:off x="11067351" y="6589559"/>
              <a:ext cx="158384" cy="48308"/>
            </a:xfrm>
            <a:custGeom>
              <a:avLst/>
              <a:pathLst>
                <a:path w="158384" h="48308">
                  <a:moveTo>
                    <a:pt x="0" y="48308"/>
                  </a:moveTo>
                  <a:lnTo>
                    <a:pt x="1583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l3524"/>
            <p:cNvSpPr/>
            <p:nvPr/>
          </p:nvSpPr>
          <p:spPr>
            <a:xfrm>
              <a:off x="11067351" y="6623568"/>
              <a:ext cx="392878" cy="68018"/>
            </a:xfrm>
            <a:custGeom>
              <a:avLst/>
              <a:pathLst>
                <a:path w="392878" h="68018">
                  <a:moveTo>
                    <a:pt x="0" y="0"/>
                  </a:moveTo>
                  <a:lnTo>
                    <a:pt x="148258" y="64926"/>
                  </a:lnTo>
                  <a:lnTo>
                    <a:pt x="202717" y="66086"/>
                  </a:lnTo>
                  <a:lnTo>
                    <a:pt x="277898" y="68018"/>
                  </a:lnTo>
                  <a:lnTo>
                    <a:pt x="392878" y="680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l3525"/>
            <p:cNvSpPr/>
            <p:nvPr/>
          </p:nvSpPr>
          <p:spPr>
            <a:xfrm>
              <a:off x="11067351" y="6628592"/>
              <a:ext cx="136232" cy="10048"/>
            </a:xfrm>
            <a:custGeom>
              <a:avLst/>
              <a:pathLst>
                <a:path w="136232" h="10048">
                  <a:moveTo>
                    <a:pt x="0" y="8502"/>
                  </a:moveTo>
                  <a:lnTo>
                    <a:pt x="66203" y="10048"/>
                  </a:lnTo>
                  <a:lnTo>
                    <a:pt x="1362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l3526"/>
            <p:cNvSpPr/>
            <p:nvPr/>
          </p:nvSpPr>
          <p:spPr>
            <a:xfrm>
              <a:off x="11734380" y="6620090"/>
              <a:ext cx="259782" cy="48308"/>
            </a:xfrm>
            <a:custGeom>
              <a:avLst/>
              <a:pathLst>
                <a:path w="259782" h="48308">
                  <a:moveTo>
                    <a:pt x="0" y="48308"/>
                  </a:moveTo>
                  <a:lnTo>
                    <a:pt x="131521" y="37874"/>
                  </a:lnTo>
                  <a:lnTo>
                    <a:pt x="2597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l3527"/>
            <p:cNvSpPr/>
            <p:nvPr/>
          </p:nvSpPr>
          <p:spPr>
            <a:xfrm>
              <a:off x="11067351" y="6652554"/>
              <a:ext cx="145652" cy="6569"/>
            </a:xfrm>
            <a:custGeom>
              <a:avLst/>
              <a:pathLst>
                <a:path w="145652" h="6569">
                  <a:moveTo>
                    <a:pt x="0" y="6569"/>
                  </a:moveTo>
                  <a:lnTo>
                    <a:pt x="1456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l3528"/>
            <p:cNvSpPr/>
            <p:nvPr/>
          </p:nvSpPr>
          <p:spPr>
            <a:xfrm>
              <a:off x="11209204" y="6647143"/>
              <a:ext cx="306703" cy="772"/>
            </a:xfrm>
            <a:custGeom>
              <a:avLst/>
              <a:pathLst>
                <a:path w="306703" h="772">
                  <a:moveTo>
                    <a:pt x="0" y="0"/>
                  </a:moveTo>
                  <a:lnTo>
                    <a:pt x="130589" y="772"/>
                  </a:lnTo>
                  <a:lnTo>
                    <a:pt x="306703" y="3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l3529"/>
            <p:cNvSpPr/>
            <p:nvPr/>
          </p:nvSpPr>
          <p:spPr>
            <a:xfrm>
              <a:off x="11067351" y="6615066"/>
              <a:ext cx="205300" cy="31304"/>
            </a:xfrm>
            <a:custGeom>
              <a:avLst/>
              <a:pathLst>
                <a:path w="205300" h="31304">
                  <a:moveTo>
                    <a:pt x="0" y="31304"/>
                  </a:moveTo>
                  <a:lnTo>
                    <a:pt x="2053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l3530"/>
            <p:cNvSpPr/>
            <p:nvPr/>
          </p:nvSpPr>
          <p:spPr>
            <a:xfrm>
              <a:off x="11067351" y="6629752"/>
              <a:ext cx="263949" cy="20482"/>
            </a:xfrm>
            <a:custGeom>
              <a:avLst/>
              <a:pathLst>
                <a:path w="263949" h="20482">
                  <a:moveTo>
                    <a:pt x="0" y="16618"/>
                  </a:moveTo>
                  <a:lnTo>
                    <a:pt x="149914" y="0"/>
                  </a:lnTo>
                  <a:lnTo>
                    <a:pt x="263949" y="204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l3531"/>
            <p:cNvSpPr/>
            <p:nvPr/>
          </p:nvSpPr>
          <p:spPr>
            <a:xfrm>
              <a:off x="11067351" y="6633617"/>
              <a:ext cx="309036" cy="23961"/>
            </a:xfrm>
            <a:custGeom>
              <a:avLst/>
              <a:pathLst>
                <a:path w="309036" h="23961">
                  <a:moveTo>
                    <a:pt x="0" y="0"/>
                  </a:moveTo>
                  <a:lnTo>
                    <a:pt x="309036" y="239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l3532"/>
            <p:cNvSpPr/>
            <p:nvPr/>
          </p:nvSpPr>
          <p:spPr>
            <a:xfrm>
              <a:off x="11067351" y="6553617"/>
              <a:ext cx="121739" cy="75361"/>
            </a:xfrm>
            <a:custGeom>
              <a:avLst/>
              <a:pathLst>
                <a:path w="121739" h="75361">
                  <a:moveTo>
                    <a:pt x="0" y="75361"/>
                  </a:moveTo>
                  <a:lnTo>
                    <a:pt x="1217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l3533"/>
            <p:cNvSpPr/>
            <p:nvPr/>
          </p:nvSpPr>
          <p:spPr>
            <a:xfrm>
              <a:off x="11205619" y="6627433"/>
              <a:ext cx="405211" cy="37101"/>
            </a:xfrm>
            <a:custGeom>
              <a:avLst/>
              <a:pathLst>
                <a:path w="405211" h="37101">
                  <a:moveTo>
                    <a:pt x="0" y="37101"/>
                  </a:moveTo>
                  <a:lnTo>
                    <a:pt x="135283" y="23961"/>
                  </a:lnTo>
                  <a:lnTo>
                    <a:pt x="268106" y="20869"/>
                  </a:lnTo>
                  <a:lnTo>
                    <a:pt x="4052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l3534"/>
            <p:cNvSpPr/>
            <p:nvPr/>
          </p:nvSpPr>
          <p:spPr>
            <a:xfrm>
              <a:off x="11067351" y="6622409"/>
              <a:ext cx="461594" cy="30531"/>
            </a:xfrm>
            <a:custGeom>
              <a:avLst/>
              <a:pathLst>
                <a:path w="461594" h="30531">
                  <a:moveTo>
                    <a:pt x="0" y="19323"/>
                  </a:moveTo>
                  <a:lnTo>
                    <a:pt x="234782" y="30531"/>
                  </a:lnTo>
                  <a:lnTo>
                    <a:pt x="4615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l3535"/>
            <p:cNvSpPr/>
            <p:nvPr/>
          </p:nvSpPr>
          <p:spPr>
            <a:xfrm>
              <a:off x="11233400" y="6615452"/>
              <a:ext cx="433408" cy="28212"/>
            </a:xfrm>
            <a:custGeom>
              <a:avLst/>
              <a:pathLst>
                <a:path w="433408" h="28212">
                  <a:moveTo>
                    <a:pt x="0" y="28212"/>
                  </a:moveTo>
                  <a:lnTo>
                    <a:pt x="98806" y="23574"/>
                  </a:lnTo>
                  <a:lnTo>
                    <a:pt x="242090" y="19323"/>
                  </a:lnTo>
                  <a:lnTo>
                    <a:pt x="4334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l3536"/>
            <p:cNvSpPr/>
            <p:nvPr/>
          </p:nvSpPr>
          <p:spPr>
            <a:xfrm>
              <a:off x="11213184" y="6695065"/>
              <a:ext cx="154166" cy="6183"/>
            </a:xfrm>
            <a:custGeom>
              <a:avLst/>
              <a:pathLst>
                <a:path w="154166" h="6183">
                  <a:moveTo>
                    <a:pt x="0" y="6183"/>
                  </a:moveTo>
                  <a:lnTo>
                    <a:pt x="1541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l3537"/>
            <p:cNvSpPr/>
            <p:nvPr/>
          </p:nvSpPr>
          <p:spPr>
            <a:xfrm>
              <a:off x="11067351" y="6669558"/>
              <a:ext cx="346007" cy="13139"/>
            </a:xfrm>
            <a:custGeom>
              <a:avLst/>
              <a:pathLst>
                <a:path w="346007" h="13139">
                  <a:moveTo>
                    <a:pt x="0" y="13139"/>
                  </a:moveTo>
                  <a:lnTo>
                    <a:pt x="346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l3538"/>
            <p:cNvSpPr/>
            <p:nvPr/>
          </p:nvSpPr>
          <p:spPr>
            <a:xfrm>
              <a:off x="11067351" y="6647143"/>
              <a:ext cx="198162" cy="6183"/>
            </a:xfrm>
            <a:custGeom>
              <a:avLst/>
              <a:pathLst>
                <a:path w="198162" h="6183">
                  <a:moveTo>
                    <a:pt x="0" y="0"/>
                  </a:moveTo>
                  <a:lnTo>
                    <a:pt x="198162" y="61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l3539"/>
            <p:cNvSpPr/>
            <p:nvPr/>
          </p:nvSpPr>
          <p:spPr>
            <a:xfrm>
              <a:off x="11067351" y="6645211"/>
              <a:ext cx="549943" cy="25507"/>
            </a:xfrm>
            <a:custGeom>
              <a:avLst/>
              <a:pathLst>
                <a:path w="549943" h="25507">
                  <a:moveTo>
                    <a:pt x="0" y="0"/>
                  </a:moveTo>
                  <a:lnTo>
                    <a:pt x="136790" y="16231"/>
                  </a:lnTo>
                  <a:lnTo>
                    <a:pt x="309117" y="19323"/>
                  </a:lnTo>
                  <a:lnTo>
                    <a:pt x="411791" y="18164"/>
                  </a:lnTo>
                  <a:lnTo>
                    <a:pt x="549943" y="255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l3540"/>
            <p:cNvSpPr/>
            <p:nvPr/>
          </p:nvSpPr>
          <p:spPr>
            <a:xfrm>
              <a:off x="11067351" y="6638254"/>
              <a:ext cx="257246" cy="7342"/>
            </a:xfrm>
            <a:custGeom>
              <a:avLst/>
              <a:pathLst>
                <a:path w="257246" h="7342">
                  <a:moveTo>
                    <a:pt x="0" y="7342"/>
                  </a:moveTo>
                  <a:lnTo>
                    <a:pt x="2572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l3541"/>
            <p:cNvSpPr/>
            <p:nvPr/>
          </p:nvSpPr>
          <p:spPr>
            <a:xfrm>
              <a:off x="11067351" y="6604245"/>
              <a:ext cx="67175" cy="1159"/>
            </a:xfrm>
            <a:custGeom>
              <a:avLst/>
              <a:pathLst>
                <a:path w="67175" h="1159">
                  <a:moveTo>
                    <a:pt x="0" y="1159"/>
                  </a:moveTo>
                  <a:lnTo>
                    <a:pt x="671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l3542"/>
            <p:cNvSpPr/>
            <p:nvPr/>
          </p:nvSpPr>
          <p:spPr>
            <a:xfrm>
              <a:off x="11067351" y="6637868"/>
              <a:ext cx="659058" cy="36714"/>
            </a:xfrm>
            <a:custGeom>
              <a:avLst/>
              <a:pathLst>
                <a:path w="659058" h="36714">
                  <a:moveTo>
                    <a:pt x="0" y="36714"/>
                  </a:moveTo>
                  <a:lnTo>
                    <a:pt x="178712" y="19323"/>
                  </a:lnTo>
                  <a:lnTo>
                    <a:pt x="264855" y="36328"/>
                  </a:lnTo>
                  <a:lnTo>
                    <a:pt x="411951" y="0"/>
                  </a:lnTo>
                  <a:lnTo>
                    <a:pt x="542391" y="15845"/>
                  </a:lnTo>
                  <a:lnTo>
                    <a:pt x="659058" y="243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l3543"/>
            <p:cNvSpPr/>
            <p:nvPr/>
          </p:nvSpPr>
          <p:spPr>
            <a:xfrm>
              <a:off x="11067351" y="6678834"/>
              <a:ext cx="132948" cy="1932"/>
            </a:xfrm>
            <a:custGeom>
              <a:avLst/>
              <a:pathLst>
                <a:path w="132948" h="1932">
                  <a:moveTo>
                    <a:pt x="0" y="0"/>
                  </a:moveTo>
                  <a:lnTo>
                    <a:pt x="132948" y="19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l3544"/>
            <p:cNvSpPr/>
            <p:nvPr/>
          </p:nvSpPr>
          <p:spPr>
            <a:xfrm>
              <a:off x="11067351" y="6635549"/>
              <a:ext cx="296558" cy="36328"/>
            </a:xfrm>
            <a:custGeom>
              <a:avLst/>
              <a:pathLst>
                <a:path w="296558" h="36328">
                  <a:moveTo>
                    <a:pt x="0" y="36328"/>
                  </a:moveTo>
                  <a:lnTo>
                    <a:pt x="131735" y="0"/>
                  </a:lnTo>
                  <a:lnTo>
                    <a:pt x="2965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l3545"/>
            <p:cNvSpPr/>
            <p:nvPr/>
          </p:nvSpPr>
          <p:spPr>
            <a:xfrm>
              <a:off x="11259861" y="6614679"/>
              <a:ext cx="532065" cy="24347"/>
            </a:xfrm>
            <a:custGeom>
              <a:avLst/>
              <a:pathLst>
                <a:path w="532065" h="24347">
                  <a:moveTo>
                    <a:pt x="0" y="386"/>
                  </a:moveTo>
                  <a:lnTo>
                    <a:pt x="136956" y="24347"/>
                  </a:lnTo>
                  <a:lnTo>
                    <a:pt x="266304" y="0"/>
                  </a:lnTo>
                  <a:lnTo>
                    <a:pt x="398913" y="4637"/>
                  </a:lnTo>
                  <a:lnTo>
                    <a:pt x="532065" y="927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l3546"/>
            <p:cNvSpPr/>
            <p:nvPr/>
          </p:nvSpPr>
          <p:spPr>
            <a:xfrm>
              <a:off x="11067351" y="6652554"/>
              <a:ext cx="199637" cy="21255"/>
            </a:xfrm>
            <a:custGeom>
              <a:avLst/>
              <a:pathLst>
                <a:path w="199637" h="21255">
                  <a:moveTo>
                    <a:pt x="0" y="21255"/>
                  </a:moveTo>
                  <a:lnTo>
                    <a:pt x="1996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l3547"/>
            <p:cNvSpPr/>
            <p:nvPr/>
          </p:nvSpPr>
          <p:spPr>
            <a:xfrm>
              <a:off x="11067351" y="6567144"/>
              <a:ext cx="406836" cy="55651"/>
            </a:xfrm>
            <a:custGeom>
              <a:avLst/>
              <a:pathLst>
                <a:path w="406836" h="55651">
                  <a:moveTo>
                    <a:pt x="0" y="55651"/>
                  </a:moveTo>
                  <a:lnTo>
                    <a:pt x="133104" y="51014"/>
                  </a:lnTo>
                  <a:lnTo>
                    <a:pt x="271177" y="21255"/>
                  </a:lnTo>
                  <a:lnTo>
                    <a:pt x="4068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l3548"/>
            <p:cNvSpPr/>
            <p:nvPr/>
          </p:nvSpPr>
          <p:spPr>
            <a:xfrm>
              <a:off x="11067351" y="6662215"/>
              <a:ext cx="695834" cy="22028"/>
            </a:xfrm>
            <a:custGeom>
              <a:avLst/>
              <a:pathLst>
                <a:path w="695834" h="22028">
                  <a:moveTo>
                    <a:pt x="0" y="12753"/>
                  </a:moveTo>
                  <a:lnTo>
                    <a:pt x="82427" y="8115"/>
                  </a:lnTo>
                  <a:lnTo>
                    <a:pt x="384239" y="22028"/>
                  </a:lnTo>
                  <a:lnTo>
                    <a:pt x="6958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l3549"/>
            <p:cNvSpPr/>
            <p:nvPr/>
          </p:nvSpPr>
          <p:spPr>
            <a:xfrm>
              <a:off x="11067351" y="6510719"/>
              <a:ext cx="720750" cy="141834"/>
            </a:xfrm>
            <a:custGeom>
              <a:avLst/>
              <a:pathLst>
                <a:path w="720750" h="141834">
                  <a:moveTo>
                    <a:pt x="0" y="141834"/>
                  </a:moveTo>
                  <a:lnTo>
                    <a:pt x="185080" y="134491"/>
                  </a:lnTo>
                  <a:lnTo>
                    <a:pt x="330797" y="129853"/>
                  </a:lnTo>
                  <a:lnTo>
                    <a:pt x="486609" y="86569"/>
                  </a:lnTo>
                  <a:lnTo>
                    <a:pt x="606703" y="12753"/>
                  </a:lnTo>
                  <a:lnTo>
                    <a:pt x="7207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l3550"/>
            <p:cNvSpPr/>
            <p:nvPr/>
          </p:nvSpPr>
          <p:spPr>
            <a:xfrm>
              <a:off x="11067351" y="6675355"/>
              <a:ext cx="199094" cy="8115"/>
            </a:xfrm>
            <a:custGeom>
              <a:avLst/>
              <a:pathLst>
                <a:path w="199094" h="8115">
                  <a:moveTo>
                    <a:pt x="0" y="0"/>
                  </a:moveTo>
                  <a:lnTo>
                    <a:pt x="199094" y="81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l3551"/>
            <p:cNvSpPr/>
            <p:nvPr/>
          </p:nvSpPr>
          <p:spPr>
            <a:xfrm>
              <a:off x="11067351" y="6632844"/>
              <a:ext cx="385296" cy="8888"/>
            </a:xfrm>
            <a:custGeom>
              <a:avLst/>
              <a:pathLst>
                <a:path w="385296" h="8888">
                  <a:moveTo>
                    <a:pt x="0" y="0"/>
                  </a:moveTo>
                  <a:lnTo>
                    <a:pt x="212681" y="8888"/>
                  </a:lnTo>
                  <a:lnTo>
                    <a:pt x="385296" y="46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l3552"/>
            <p:cNvSpPr/>
            <p:nvPr/>
          </p:nvSpPr>
          <p:spPr>
            <a:xfrm>
              <a:off x="11067351" y="6658351"/>
              <a:ext cx="275000" cy="13526"/>
            </a:xfrm>
            <a:custGeom>
              <a:avLst/>
              <a:pathLst>
                <a:path w="275000" h="13526">
                  <a:moveTo>
                    <a:pt x="0" y="5797"/>
                  </a:moveTo>
                  <a:lnTo>
                    <a:pt x="143277" y="13526"/>
                  </a:lnTo>
                  <a:lnTo>
                    <a:pt x="2750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l3553"/>
            <p:cNvSpPr/>
            <p:nvPr/>
          </p:nvSpPr>
          <p:spPr>
            <a:xfrm>
              <a:off x="11067351" y="6134683"/>
              <a:ext cx="276087" cy="502024"/>
            </a:xfrm>
            <a:custGeom>
              <a:avLst/>
              <a:pathLst>
                <a:path w="276087" h="502024">
                  <a:moveTo>
                    <a:pt x="0" y="502024"/>
                  </a:moveTo>
                  <a:lnTo>
                    <a:pt x="64673" y="0"/>
                  </a:lnTo>
                  <a:lnTo>
                    <a:pt x="136872" y="15845"/>
                  </a:lnTo>
                  <a:lnTo>
                    <a:pt x="198732" y="54492"/>
                  </a:lnTo>
                  <a:lnTo>
                    <a:pt x="276087" y="2052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l3554"/>
            <p:cNvSpPr/>
            <p:nvPr/>
          </p:nvSpPr>
          <p:spPr>
            <a:xfrm>
              <a:off x="11067351" y="6582989"/>
              <a:ext cx="472826" cy="38647"/>
            </a:xfrm>
            <a:custGeom>
              <a:avLst/>
              <a:pathLst>
                <a:path w="472826" h="38647">
                  <a:moveTo>
                    <a:pt x="0" y="38647"/>
                  </a:moveTo>
                  <a:lnTo>
                    <a:pt x="225543" y="0"/>
                  </a:lnTo>
                  <a:lnTo>
                    <a:pt x="342895" y="1545"/>
                  </a:lnTo>
                  <a:lnTo>
                    <a:pt x="472826" y="208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l3555"/>
            <p:cNvSpPr/>
            <p:nvPr/>
          </p:nvSpPr>
          <p:spPr>
            <a:xfrm>
              <a:off x="11067351" y="6577192"/>
              <a:ext cx="526812" cy="66472"/>
            </a:xfrm>
            <a:custGeom>
              <a:avLst/>
              <a:pathLst>
                <a:path w="526812" h="66472">
                  <a:moveTo>
                    <a:pt x="0" y="66472"/>
                  </a:moveTo>
                  <a:lnTo>
                    <a:pt x="136775" y="54105"/>
                  </a:lnTo>
                  <a:lnTo>
                    <a:pt x="266123" y="59129"/>
                  </a:lnTo>
                  <a:lnTo>
                    <a:pt x="402536" y="56038"/>
                  </a:lnTo>
                  <a:lnTo>
                    <a:pt x="5268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l3556"/>
            <p:cNvSpPr/>
            <p:nvPr/>
          </p:nvSpPr>
          <p:spPr>
            <a:xfrm>
              <a:off x="11067351" y="6648689"/>
              <a:ext cx="196516" cy="20482"/>
            </a:xfrm>
            <a:custGeom>
              <a:avLst/>
              <a:pathLst>
                <a:path w="196516" h="20482">
                  <a:moveTo>
                    <a:pt x="0" y="0"/>
                  </a:moveTo>
                  <a:lnTo>
                    <a:pt x="196516" y="204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l3557"/>
            <p:cNvSpPr/>
            <p:nvPr/>
          </p:nvSpPr>
          <p:spPr>
            <a:xfrm>
              <a:off x="11067351" y="6639027"/>
              <a:ext cx="280616" cy="11980"/>
            </a:xfrm>
            <a:custGeom>
              <a:avLst/>
              <a:pathLst>
                <a:path w="280616" h="11980">
                  <a:moveTo>
                    <a:pt x="0" y="8115"/>
                  </a:moveTo>
                  <a:lnTo>
                    <a:pt x="144021" y="0"/>
                  </a:lnTo>
                  <a:lnTo>
                    <a:pt x="280616" y="119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l3558"/>
            <p:cNvSpPr/>
            <p:nvPr/>
          </p:nvSpPr>
          <p:spPr>
            <a:xfrm>
              <a:off x="11067351" y="6637095"/>
              <a:ext cx="257246" cy="29371"/>
            </a:xfrm>
            <a:custGeom>
              <a:avLst/>
              <a:pathLst>
                <a:path w="257246" h="29371">
                  <a:moveTo>
                    <a:pt x="0" y="0"/>
                  </a:moveTo>
                  <a:lnTo>
                    <a:pt x="134669" y="5797"/>
                  </a:lnTo>
                  <a:lnTo>
                    <a:pt x="257246" y="293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l3559"/>
            <p:cNvSpPr/>
            <p:nvPr/>
          </p:nvSpPr>
          <p:spPr>
            <a:xfrm>
              <a:off x="11067351" y="6620477"/>
              <a:ext cx="201595" cy="13912"/>
            </a:xfrm>
            <a:custGeom>
              <a:avLst/>
              <a:pathLst>
                <a:path w="201595" h="13912">
                  <a:moveTo>
                    <a:pt x="0" y="0"/>
                  </a:moveTo>
                  <a:lnTo>
                    <a:pt x="201595" y="139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l3560"/>
            <p:cNvSpPr/>
            <p:nvPr/>
          </p:nvSpPr>
          <p:spPr>
            <a:xfrm>
              <a:off x="11067351" y="6639414"/>
              <a:ext cx="274637" cy="15072"/>
            </a:xfrm>
            <a:custGeom>
              <a:avLst/>
              <a:pathLst>
                <a:path w="274637" h="15072">
                  <a:moveTo>
                    <a:pt x="0" y="15072"/>
                  </a:moveTo>
                  <a:lnTo>
                    <a:pt x="2746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l3561"/>
            <p:cNvSpPr/>
            <p:nvPr/>
          </p:nvSpPr>
          <p:spPr>
            <a:xfrm>
              <a:off x="11067351" y="6628592"/>
              <a:ext cx="144521" cy="14299"/>
            </a:xfrm>
            <a:custGeom>
              <a:avLst/>
              <a:pathLst>
                <a:path w="144521" h="14299">
                  <a:moveTo>
                    <a:pt x="0" y="14299"/>
                  </a:moveTo>
                  <a:lnTo>
                    <a:pt x="1445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l3562"/>
            <p:cNvSpPr/>
            <p:nvPr/>
          </p:nvSpPr>
          <p:spPr>
            <a:xfrm>
              <a:off x="11067351" y="6653326"/>
              <a:ext cx="351921" cy="10048"/>
            </a:xfrm>
            <a:custGeom>
              <a:avLst/>
              <a:pathLst>
                <a:path w="351921" h="10048">
                  <a:moveTo>
                    <a:pt x="0" y="10048"/>
                  </a:moveTo>
                  <a:lnTo>
                    <a:pt x="3519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l3563"/>
            <p:cNvSpPr/>
            <p:nvPr/>
          </p:nvSpPr>
          <p:spPr>
            <a:xfrm>
              <a:off x="11067351" y="6676128"/>
              <a:ext cx="140398" cy="6569"/>
            </a:xfrm>
            <a:custGeom>
              <a:avLst/>
              <a:pathLst>
                <a:path w="140398" h="6569">
                  <a:moveTo>
                    <a:pt x="0" y="6569"/>
                  </a:moveTo>
                  <a:lnTo>
                    <a:pt x="1403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l3564"/>
            <p:cNvSpPr/>
            <p:nvPr/>
          </p:nvSpPr>
          <p:spPr>
            <a:xfrm>
              <a:off x="11067351" y="6602312"/>
              <a:ext cx="417199" cy="54878"/>
            </a:xfrm>
            <a:custGeom>
              <a:avLst/>
              <a:pathLst>
                <a:path w="417199" h="54878">
                  <a:moveTo>
                    <a:pt x="0" y="54878"/>
                  </a:moveTo>
                  <a:lnTo>
                    <a:pt x="138587" y="11207"/>
                  </a:lnTo>
                  <a:lnTo>
                    <a:pt x="277717" y="0"/>
                  </a:lnTo>
                  <a:lnTo>
                    <a:pt x="417199" y="166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l3565"/>
            <p:cNvSpPr/>
            <p:nvPr/>
          </p:nvSpPr>
          <p:spPr>
            <a:xfrm>
              <a:off x="11067351" y="6645984"/>
              <a:ext cx="457189" cy="5024"/>
            </a:xfrm>
            <a:custGeom>
              <a:avLst/>
              <a:pathLst>
                <a:path w="457189" h="5024">
                  <a:moveTo>
                    <a:pt x="0" y="0"/>
                  </a:moveTo>
                  <a:lnTo>
                    <a:pt x="138167" y="5024"/>
                  </a:lnTo>
                  <a:lnTo>
                    <a:pt x="4571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l3566"/>
            <p:cNvSpPr/>
            <p:nvPr/>
          </p:nvSpPr>
          <p:spPr>
            <a:xfrm>
              <a:off x="11067351" y="6644438"/>
              <a:ext cx="133045" cy="4637"/>
            </a:xfrm>
            <a:custGeom>
              <a:avLst/>
              <a:pathLst>
                <a:path w="133045" h="4637">
                  <a:moveTo>
                    <a:pt x="0" y="0"/>
                  </a:moveTo>
                  <a:lnTo>
                    <a:pt x="133045" y="46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l3567"/>
            <p:cNvSpPr/>
            <p:nvPr/>
          </p:nvSpPr>
          <p:spPr>
            <a:xfrm>
              <a:off x="11067351" y="6677674"/>
              <a:ext cx="345833" cy="14685"/>
            </a:xfrm>
            <a:custGeom>
              <a:avLst/>
              <a:pathLst>
                <a:path w="345833" h="14685">
                  <a:moveTo>
                    <a:pt x="0" y="6956"/>
                  </a:moveTo>
                  <a:lnTo>
                    <a:pt x="143116" y="14685"/>
                  </a:lnTo>
                  <a:lnTo>
                    <a:pt x="3458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l3568"/>
            <p:cNvSpPr/>
            <p:nvPr/>
          </p:nvSpPr>
          <p:spPr>
            <a:xfrm>
              <a:off x="11067351" y="6598448"/>
              <a:ext cx="429529" cy="26666"/>
            </a:xfrm>
            <a:custGeom>
              <a:avLst/>
              <a:pathLst>
                <a:path w="429529" h="26666">
                  <a:moveTo>
                    <a:pt x="0" y="15845"/>
                  </a:moveTo>
                  <a:lnTo>
                    <a:pt x="146014" y="26666"/>
                  </a:lnTo>
                  <a:lnTo>
                    <a:pt x="277536" y="20096"/>
                  </a:lnTo>
                  <a:lnTo>
                    <a:pt x="4295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l3569"/>
            <p:cNvSpPr/>
            <p:nvPr/>
          </p:nvSpPr>
          <p:spPr>
            <a:xfrm>
              <a:off x="11067351" y="6572554"/>
              <a:ext cx="628442" cy="58357"/>
            </a:xfrm>
            <a:custGeom>
              <a:avLst/>
              <a:pathLst>
                <a:path w="628442" h="58357">
                  <a:moveTo>
                    <a:pt x="0" y="58357"/>
                  </a:moveTo>
                  <a:lnTo>
                    <a:pt x="203261" y="14685"/>
                  </a:lnTo>
                  <a:lnTo>
                    <a:pt x="342049" y="0"/>
                  </a:lnTo>
                  <a:lnTo>
                    <a:pt x="456159" y="20482"/>
                  </a:lnTo>
                  <a:lnTo>
                    <a:pt x="628442" y="15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l3570"/>
            <p:cNvSpPr/>
            <p:nvPr/>
          </p:nvSpPr>
          <p:spPr>
            <a:xfrm>
              <a:off x="11067351" y="6599607"/>
              <a:ext cx="339742" cy="15458"/>
            </a:xfrm>
            <a:custGeom>
              <a:avLst/>
              <a:pathLst>
                <a:path w="339742" h="15458">
                  <a:moveTo>
                    <a:pt x="0" y="5797"/>
                  </a:moveTo>
                  <a:lnTo>
                    <a:pt x="51221" y="0"/>
                  </a:lnTo>
                  <a:lnTo>
                    <a:pt x="210507" y="2318"/>
                  </a:lnTo>
                  <a:lnTo>
                    <a:pt x="339742" y="154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l3571"/>
            <p:cNvSpPr/>
            <p:nvPr/>
          </p:nvSpPr>
          <p:spPr>
            <a:xfrm>
              <a:off x="11334742" y="6650621"/>
              <a:ext cx="132971" cy="20869"/>
            </a:xfrm>
            <a:custGeom>
              <a:avLst/>
              <a:pathLst>
                <a:path w="132971" h="20869">
                  <a:moveTo>
                    <a:pt x="0" y="0"/>
                  </a:moveTo>
                  <a:lnTo>
                    <a:pt x="132971" y="208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l3572"/>
            <p:cNvSpPr/>
            <p:nvPr/>
          </p:nvSpPr>
          <p:spPr>
            <a:xfrm>
              <a:off x="11067351" y="6627842"/>
              <a:ext cx="932247" cy="25058"/>
            </a:xfrm>
            <a:custGeom>
              <a:avLst/>
              <a:pathLst>
                <a:path w="932247" h="25058">
                  <a:moveTo>
                    <a:pt x="0" y="25058"/>
                  </a:moveTo>
                  <a:lnTo>
                    <a:pt x="9416" y="24805"/>
                  </a:lnTo>
                  <a:lnTo>
                    <a:pt x="18833" y="24552"/>
                  </a:lnTo>
                  <a:lnTo>
                    <a:pt x="28249" y="24299"/>
                  </a:lnTo>
                  <a:lnTo>
                    <a:pt x="37666" y="24046"/>
                  </a:lnTo>
                  <a:lnTo>
                    <a:pt x="47083" y="23793"/>
                  </a:lnTo>
                  <a:lnTo>
                    <a:pt x="56499" y="23540"/>
                  </a:lnTo>
                  <a:lnTo>
                    <a:pt x="65916" y="23287"/>
                  </a:lnTo>
                  <a:lnTo>
                    <a:pt x="75333" y="23034"/>
                  </a:lnTo>
                  <a:lnTo>
                    <a:pt x="84749" y="22780"/>
                  </a:lnTo>
                  <a:lnTo>
                    <a:pt x="94166" y="22527"/>
                  </a:lnTo>
                  <a:lnTo>
                    <a:pt x="103583" y="22274"/>
                  </a:lnTo>
                  <a:lnTo>
                    <a:pt x="112999" y="22021"/>
                  </a:lnTo>
                  <a:lnTo>
                    <a:pt x="122416" y="21768"/>
                  </a:lnTo>
                  <a:lnTo>
                    <a:pt x="131832" y="21515"/>
                  </a:lnTo>
                  <a:lnTo>
                    <a:pt x="141249" y="21262"/>
                  </a:lnTo>
                  <a:lnTo>
                    <a:pt x="150666" y="21009"/>
                  </a:lnTo>
                  <a:lnTo>
                    <a:pt x="160082" y="20755"/>
                  </a:lnTo>
                  <a:lnTo>
                    <a:pt x="169499" y="20502"/>
                  </a:lnTo>
                  <a:lnTo>
                    <a:pt x="178916" y="20249"/>
                  </a:lnTo>
                  <a:lnTo>
                    <a:pt x="188332" y="19996"/>
                  </a:lnTo>
                  <a:lnTo>
                    <a:pt x="197749" y="19743"/>
                  </a:lnTo>
                  <a:lnTo>
                    <a:pt x="207166" y="19490"/>
                  </a:lnTo>
                  <a:lnTo>
                    <a:pt x="216582" y="19237"/>
                  </a:lnTo>
                  <a:lnTo>
                    <a:pt x="225999" y="18984"/>
                  </a:lnTo>
                  <a:lnTo>
                    <a:pt x="235416" y="18730"/>
                  </a:lnTo>
                  <a:lnTo>
                    <a:pt x="244832" y="18477"/>
                  </a:lnTo>
                  <a:lnTo>
                    <a:pt x="254249" y="18224"/>
                  </a:lnTo>
                  <a:lnTo>
                    <a:pt x="263665" y="17971"/>
                  </a:lnTo>
                  <a:lnTo>
                    <a:pt x="273082" y="17718"/>
                  </a:lnTo>
                  <a:lnTo>
                    <a:pt x="282499" y="17465"/>
                  </a:lnTo>
                  <a:lnTo>
                    <a:pt x="291915" y="17212"/>
                  </a:lnTo>
                  <a:lnTo>
                    <a:pt x="301332" y="16959"/>
                  </a:lnTo>
                  <a:lnTo>
                    <a:pt x="310749" y="16705"/>
                  </a:lnTo>
                  <a:lnTo>
                    <a:pt x="320165" y="16452"/>
                  </a:lnTo>
                  <a:lnTo>
                    <a:pt x="329582" y="16199"/>
                  </a:lnTo>
                  <a:lnTo>
                    <a:pt x="338999" y="15946"/>
                  </a:lnTo>
                  <a:lnTo>
                    <a:pt x="348415" y="15693"/>
                  </a:lnTo>
                  <a:lnTo>
                    <a:pt x="357832" y="15440"/>
                  </a:lnTo>
                  <a:lnTo>
                    <a:pt x="367248" y="15187"/>
                  </a:lnTo>
                  <a:lnTo>
                    <a:pt x="376665" y="14934"/>
                  </a:lnTo>
                  <a:lnTo>
                    <a:pt x="386082" y="14681"/>
                  </a:lnTo>
                  <a:lnTo>
                    <a:pt x="395498" y="14427"/>
                  </a:lnTo>
                  <a:lnTo>
                    <a:pt x="404915" y="14174"/>
                  </a:lnTo>
                  <a:lnTo>
                    <a:pt x="414332" y="13921"/>
                  </a:lnTo>
                  <a:lnTo>
                    <a:pt x="423748" y="13668"/>
                  </a:lnTo>
                  <a:lnTo>
                    <a:pt x="433165" y="13415"/>
                  </a:lnTo>
                  <a:lnTo>
                    <a:pt x="442582" y="13162"/>
                  </a:lnTo>
                  <a:lnTo>
                    <a:pt x="451998" y="12909"/>
                  </a:lnTo>
                  <a:lnTo>
                    <a:pt x="461415" y="12656"/>
                  </a:lnTo>
                  <a:lnTo>
                    <a:pt x="470832" y="12402"/>
                  </a:lnTo>
                  <a:lnTo>
                    <a:pt x="480248" y="12149"/>
                  </a:lnTo>
                  <a:lnTo>
                    <a:pt x="489665" y="11896"/>
                  </a:lnTo>
                  <a:lnTo>
                    <a:pt x="499081" y="11643"/>
                  </a:lnTo>
                  <a:lnTo>
                    <a:pt x="508498" y="11390"/>
                  </a:lnTo>
                  <a:lnTo>
                    <a:pt x="517915" y="11137"/>
                  </a:lnTo>
                  <a:lnTo>
                    <a:pt x="527331" y="10884"/>
                  </a:lnTo>
                  <a:lnTo>
                    <a:pt x="536748" y="10631"/>
                  </a:lnTo>
                  <a:lnTo>
                    <a:pt x="546165" y="10377"/>
                  </a:lnTo>
                  <a:lnTo>
                    <a:pt x="555581" y="10124"/>
                  </a:lnTo>
                  <a:lnTo>
                    <a:pt x="564998" y="9871"/>
                  </a:lnTo>
                  <a:lnTo>
                    <a:pt x="574415" y="9618"/>
                  </a:lnTo>
                  <a:lnTo>
                    <a:pt x="583831" y="9365"/>
                  </a:lnTo>
                  <a:lnTo>
                    <a:pt x="593248" y="9112"/>
                  </a:lnTo>
                  <a:lnTo>
                    <a:pt x="602664" y="8859"/>
                  </a:lnTo>
                  <a:lnTo>
                    <a:pt x="612081" y="8606"/>
                  </a:lnTo>
                  <a:lnTo>
                    <a:pt x="621498" y="8352"/>
                  </a:lnTo>
                  <a:lnTo>
                    <a:pt x="630914" y="8099"/>
                  </a:lnTo>
                  <a:lnTo>
                    <a:pt x="640331" y="7846"/>
                  </a:lnTo>
                  <a:lnTo>
                    <a:pt x="649748" y="7593"/>
                  </a:lnTo>
                  <a:lnTo>
                    <a:pt x="659164" y="7340"/>
                  </a:lnTo>
                  <a:lnTo>
                    <a:pt x="668581" y="7087"/>
                  </a:lnTo>
                  <a:lnTo>
                    <a:pt x="677998" y="6834"/>
                  </a:lnTo>
                  <a:lnTo>
                    <a:pt x="687414" y="6581"/>
                  </a:lnTo>
                  <a:lnTo>
                    <a:pt x="696831" y="6328"/>
                  </a:lnTo>
                  <a:lnTo>
                    <a:pt x="706248" y="6074"/>
                  </a:lnTo>
                  <a:lnTo>
                    <a:pt x="715664" y="5821"/>
                  </a:lnTo>
                  <a:lnTo>
                    <a:pt x="725081" y="5568"/>
                  </a:lnTo>
                  <a:lnTo>
                    <a:pt x="734497" y="5315"/>
                  </a:lnTo>
                  <a:lnTo>
                    <a:pt x="743914" y="5062"/>
                  </a:lnTo>
                  <a:lnTo>
                    <a:pt x="753331" y="4809"/>
                  </a:lnTo>
                  <a:lnTo>
                    <a:pt x="762747" y="4556"/>
                  </a:lnTo>
                  <a:lnTo>
                    <a:pt x="772164" y="4303"/>
                  </a:lnTo>
                  <a:lnTo>
                    <a:pt x="781581" y="4049"/>
                  </a:lnTo>
                  <a:lnTo>
                    <a:pt x="790997" y="3796"/>
                  </a:lnTo>
                  <a:lnTo>
                    <a:pt x="800414" y="3543"/>
                  </a:lnTo>
                  <a:lnTo>
                    <a:pt x="809831" y="3290"/>
                  </a:lnTo>
                  <a:lnTo>
                    <a:pt x="819247" y="3037"/>
                  </a:lnTo>
                  <a:lnTo>
                    <a:pt x="828664" y="2784"/>
                  </a:lnTo>
                  <a:lnTo>
                    <a:pt x="838081" y="2531"/>
                  </a:lnTo>
                  <a:lnTo>
                    <a:pt x="847497" y="2278"/>
                  </a:lnTo>
                  <a:lnTo>
                    <a:pt x="856914" y="2024"/>
                  </a:lnTo>
                  <a:lnTo>
                    <a:pt x="866330" y="1771"/>
                  </a:lnTo>
                  <a:lnTo>
                    <a:pt x="875747" y="1518"/>
                  </a:lnTo>
                  <a:lnTo>
                    <a:pt x="885164" y="1265"/>
                  </a:lnTo>
                  <a:lnTo>
                    <a:pt x="894580" y="1012"/>
                  </a:lnTo>
                  <a:lnTo>
                    <a:pt x="903997" y="759"/>
                  </a:lnTo>
                  <a:lnTo>
                    <a:pt x="913414" y="506"/>
                  </a:lnTo>
                  <a:lnTo>
                    <a:pt x="922830" y="253"/>
                  </a:lnTo>
                  <a:lnTo>
                    <a:pt x="932247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73" name="tx3573"/>
            <p:cNvSpPr/>
            <p:nvPr/>
          </p:nvSpPr>
          <p:spPr>
            <a:xfrm>
              <a:off x="10985242" y="5439774"/>
              <a:ext cx="1014356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0.034 Z/year</a:t>
              </a:r>
            </a:p>
          </p:txBody>
        </p:sp>
        <p:sp>
          <p:nvSpPr>
            <p:cNvPr id="3574" name="rc3574"/>
            <p:cNvSpPr/>
            <p:nvPr/>
          </p:nvSpPr>
          <p:spPr>
            <a:xfrm>
              <a:off x="11020738" y="5418670"/>
              <a:ext cx="1025472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tx3575"/>
            <p:cNvSpPr/>
            <p:nvPr/>
          </p:nvSpPr>
          <p:spPr>
            <a:xfrm>
              <a:off x="10895953" y="6598153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76" name="tx3576"/>
            <p:cNvSpPr/>
            <p:nvPr/>
          </p:nvSpPr>
          <p:spPr>
            <a:xfrm>
              <a:off x="10895953" y="6339527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577" name="tx3577"/>
            <p:cNvSpPr/>
            <p:nvPr/>
          </p:nvSpPr>
          <p:spPr>
            <a:xfrm>
              <a:off x="10833797" y="6078063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578" name="tx3578"/>
            <p:cNvSpPr/>
            <p:nvPr/>
          </p:nvSpPr>
          <p:spPr>
            <a:xfrm>
              <a:off x="10833797" y="581801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3579" name="tx3579"/>
            <p:cNvSpPr/>
            <p:nvPr/>
          </p:nvSpPr>
          <p:spPr>
            <a:xfrm>
              <a:off x="10833797" y="5557973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580" name="pl3580"/>
            <p:cNvSpPr/>
            <p:nvPr/>
          </p:nvSpPr>
          <p:spPr>
            <a:xfrm>
              <a:off x="10985944" y="66398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l3581"/>
            <p:cNvSpPr/>
            <p:nvPr/>
          </p:nvSpPr>
          <p:spPr>
            <a:xfrm>
              <a:off x="10985944" y="63798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l3582"/>
            <p:cNvSpPr/>
            <p:nvPr/>
          </p:nvSpPr>
          <p:spPr>
            <a:xfrm>
              <a:off x="10985944" y="61197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l3583"/>
            <p:cNvSpPr/>
            <p:nvPr/>
          </p:nvSpPr>
          <p:spPr>
            <a:xfrm>
              <a:off x="10985944" y="585971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l3584"/>
            <p:cNvSpPr/>
            <p:nvPr/>
          </p:nvSpPr>
          <p:spPr>
            <a:xfrm>
              <a:off x="10985944" y="559966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l3585"/>
            <p:cNvSpPr/>
            <p:nvPr/>
          </p:nvSpPr>
          <p:spPr>
            <a:xfrm>
              <a:off x="11067351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l3586"/>
            <p:cNvSpPr/>
            <p:nvPr/>
          </p:nvSpPr>
          <p:spPr>
            <a:xfrm>
              <a:off x="11397967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l3587"/>
            <p:cNvSpPr/>
            <p:nvPr/>
          </p:nvSpPr>
          <p:spPr>
            <a:xfrm>
              <a:off x="11728583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tx3588"/>
            <p:cNvSpPr/>
            <p:nvPr/>
          </p:nvSpPr>
          <p:spPr>
            <a:xfrm>
              <a:off x="11036273" y="68289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89" name="tx3589"/>
            <p:cNvSpPr/>
            <p:nvPr/>
          </p:nvSpPr>
          <p:spPr>
            <a:xfrm>
              <a:off x="11366889" y="68303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590" name="tx3590"/>
            <p:cNvSpPr/>
            <p:nvPr/>
          </p:nvSpPr>
          <p:spPr>
            <a:xfrm>
              <a:off x="11666428" y="68289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591" name="tx3591"/>
            <p:cNvSpPr/>
            <p:nvPr/>
          </p:nvSpPr>
          <p:spPr>
            <a:xfrm>
              <a:off x="10912294" y="69763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3592" name="tx3592"/>
            <p:cNvSpPr/>
            <p:nvPr/>
          </p:nvSpPr>
          <p:spPr>
            <a:xfrm rot="-5400000">
              <a:off x="10152384" y="6027779"/>
              <a:ext cx="108690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pTau181 (Z)</a:t>
              </a:r>
            </a:p>
          </p:txBody>
        </p:sp>
        <p:sp>
          <p:nvSpPr>
            <p:cNvPr id="3593" name="rc3593"/>
            <p:cNvSpPr/>
            <p:nvPr/>
          </p:nvSpPr>
          <p:spPr>
            <a:xfrm>
              <a:off x="10591800" y="71778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rc3594"/>
            <p:cNvSpPr/>
            <p:nvPr/>
          </p:nvSpPr>
          <p:spPr>
            <a:xfrm>
              <a:off x="11020738" y="7247470"/>
              <a:ext cx="1025472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5" name="pl3595"/>
            <p:cNvSpPr/>
            <p:nvPr/>
          </p:nvSpPr>
          <p:spPr>
            <a:xfrm>
              <a:off x="11020738" y="8361846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l3596"/>
            <p:cNvSpPr/>
            <p:nvPr/>
          </p:nvSpPr>
          <p:spPr>
            <a:xfrm>
              <a:off x="11020738" y="8095937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l3597"/>
            <p:cNvSpPr/>
            <p:nvPr/>
          </p:nvSpPr>
          <p:spPr>
            <a:xfrm>
              <a:off x="11020738" y="7830027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l3598"/>
            <p:cNvSpPr/>
            <p:nvPr/>
          </p:nvSpPr>
          <p:spPr>
            <a:xfrm>
              <a:off x="11020738" y="7564118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l3599"/>
            <p:cNvSpPr/>
            <p:nvPr/>
          </p:nvSpPr>
          <p:spPr>
            <a:xfrm>
              <a:off x="11020738" y="7298209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l3600"/>
            <p:cNvSpPr/>
            <p:nvPr/>
          </p:nvSpPr>
          <p:spPr>
            <a:xfrm>
              <a:off x="11232659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l3601"/>
            <p:cNvSpPr/>
            <p:nvPr/>
          </p:nvSpPr>
          <p:spPr>
            <a:xfrm>
              <a:off x="11563275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l3602"/>
            <p:cNvSpPr/>
            <p:nvPr/>
          </p:nvSpPr>
          <p:spPr>
            <a:xfrm>
              <a:off x="11893891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l3603"/>
            <p:cNvSpPr/>
            <p:nvPr/>
          </p:nvSpPr>
          <p:spPr>
            <a:xfrm>
              <a:off x="11020738" y="8494801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l3604"/>
            <p:cNvSpPr/>
            <p:nvPr/>
          </p:nvSpPr>
          <p:spPr>
            <a:xfrm>
              <a:off x="11020738" y="8228891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l3605"/>
            <p:cNvSpPr/>
            <p:nvPr/>
          </p:nvSpPr>
          <p:spPr>
            <a:xfrm>
              <a:off x="11020738" y="7962982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l3606"/>
            <p:cNvSpPr/>
            <p:nvPr/>
          </p:nvSpPr>
          <p:spPr>
            <a:xfrm>
              <a:off x="11020738" y="7697073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l3607"/>
            <p:cNvSpPr/>
            <p:nvPr/>
          </p:nvSpPr>
          <p:spPr>
            <a:xfrm>
              <a:off x="11020738" y="7431163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l3608"/>
            <p:cNvSpPr/>
            <p:nvPr/>
          </p:nvSpPr>
          <p:spPr>
            <a:xfrm>
              <a:off x="11067351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l3609"/>
            <p:cNvSpPr/>
            <p:nvPr/>
          </p:nvSpPr>
          <p:spPr>
            <a:xfrm>
              <a:off x="11397967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l3610"/>
            <p:cNvSpPr/>
            <p:nvPr/>
          </p:nvSpPr>
          <p:spPr>
            <a:xfrm>
              <a:off x="11728583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t3611"/>
            <p:cNvSpPr/>
            <p:nvPr/>
          </p:nvSpPr>
          <p:spPr>
            <a:xfrm>
              <a:off x="11042525" y="8200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t3612"/>
            <p:cNvSpPr/>
            <p:nvPr/>
          </p:nvSpPr>
          <p:spPr>
            <a:xfrm>
              <a:off x="11042525" y="8299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t3613"/>
            <p:cNvSpPr/>
            <p:nvPr/>
          </p:nvSpPr>
          <p:spPr>
            <a:xfrm>
              <a:off x="11118515" y="8235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t3614"/>
            <p:cNvSpPr/>
            <p:nvPr/>
          </p:nvSpPr>
          <p:spPr>
            <a:xfrm>
              <a:off x="11176583" y="8201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t3615"/>
            <p:cNvSpPr/>
            <p:nvPr/>
          </p:nvSpPr>
          <p:spPr>
            <a:xfrm>
              <a:off x="11313540" y="8183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t3616"/>
            <p:cNvSpPr/>
            <p:nvPr/>
          </p:nvSpPr>
          <p:spPr>
            <a:xfrm>
              <a:off x="11042525" y="8431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t3617"/>
            <p:cNvSpPr/>
            <p:nvPr/>
          </p:nvSpPr>
          <p:spPr>
            <a:xfrm>
              <a:off x="11221057" y="8411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t3618"/>
            <p:cNvSpPr/>
            <p:nvPr/>
          </p:nvSpPr>
          <p:spPr>
            <a:xfrm>
              <a:off x="11307199" y="8422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t3619"/>
            <p:cNvSpPr/>
            <p:nvPr/>
          </p:nvSpPr>
          <p:spPr>
            <a:xfrm>
              <a:off x="11441619" y="8406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0" name="pt3620"/>
            <p:cNvSpPr/>
            <p:nvPr/>
          </p:nvSpPr>
          <p:spPr>
            <a:xfrm>
              <a:off x="11726737" y="8347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pt3621"/>
            <p:cNvSpPr/>
            <p:nvPr/>
          </p:nvSpPr>
          <p:spPr>
            <a:xfrm>
              <a:off x="11042525" y="8319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2" name="pt3622"/>
            <p:cNvSpPr/>
            <p:nvPr/>
          </p:nvSpPr>
          <p:spPr>
            <a:xfrm>
              <a:off x="11174140" y="8189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3" name="pt3623"/>
            <p:cNvSpPr/>
            <p:nvPr/>
          </p:nvSpPr>
          <p:spPr>
            <a:xfrm>
              <a:off x="11042525" y="8020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4" name="pt3624"/>
            <p:cNvSpPr/>
            <p:nvPr/>
          </p:nvSpPr>
          <p:spPr>
            <a:xfrm>
              <a:off x="11042525" y="8363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5" name="pt3625"/>
            <p:cNvSpPr/>
            <p:nvPr/>
          </p:nvSpPr>
          <p:spPr>
            <a:xfrm>
              <a:off x="11169098" y="8434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6" name="pt3626"/>
            <p:cNvSpPr/>
            <p:nvPr/>
          </p:nvSpPr>
          <p:spPr>
            <a:xfrm>
              <a:off x="11042525" y="7968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7" name="pt3627"/>
            <p:cNvSpPr/>
            <p:nvPr/>
          </p:nvSpPr>
          <p:spPr>
            <a:xfrm>
              <a:off x="11121148" y="8035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8" name="pt3628"/>
            <p:cNvSpPr/>
            <p:nvPr/>
          </p:nvSpPr>
          <p:spPr>
            <a:xfrm>
              <a:off x="11278442" y="8045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9" name="pt3629"/>
            <p:cNvSpPr/>
            <p:nvPr/>
          </p:nvSpPr>
          <p:spPr>
            <a:xfrm>
              <a:off x="11042525" y="8377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0" name="pt3630"/>
            <p:cNvSpPr/>
            <p:nvPr/>
          </p:nvSpPr>
          <p:spPr>
            <a:xfrm>
              <a:off x="11042525" y="8141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1" name="pt3631"/>
            <p:cNvSpPr/>
            <p:nvPr/>
          </p:nvSpPr>
          <p:spPr>
            <a:xfrm>
              <a:off x="11174140" y="8022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2" name="pt3632"/>
            <p:cNvSpPr/>
            <p:nvPr/>
          </p:nvSpPr>
          <p:spPr>
            <a:xfrm>
              <a:off x="11261851" y="8392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3" name="pt3633"/>
            <p:cNvSpPr/>
            <p:nvPr/>
          </p:nvSpPr>
          <p:spPr>
            <a:xfrm>
              <a:off x="11443250" y="8305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4" name="pt3634"/>
            <p:cNvSpPr/>
            <p:nvPr/>
          </p:nvSpPr>
          <p:spPr>
            <a:xfrm>
              <a:off x="11592163" y="8271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5" name="pt3635"/>
            <p:cNvSpPr/>
            <p:nvPr/>
          </p:nvSpPr>
          <p:spPr>
            <a:xfrm>
              <a:off x="11042525" y="7594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6" name="pt3636"/>
            <p:cNvSpPr/>
            <p:nvPr/>
          </p:nvSpPr>
          <p:spPr>
            <a:xfrm>
              <a:off x="11042525" y="8205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7" name="pt3637"/>
            <p:cNvSpPr/>
            <p:nvPr/>
          </p:nvSpPr>
          <p:spPr>
            <a:xfrm>
              <a:off x="11042525" y="8414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8" name="pt3638"/>
            <p:cNvSpPr/>
            <p:nvPr/>
          </p:nvSpPr>
          <p:spPr>
            <a:xfrm>
              <a:off x="11042525" y="8425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pt3639"/>
            <p:cNvSpPr/>
            <p:nvPr/>
          </p:nvSpPr>
          <p:spPr>
            <a:xfrm>
              <a:off x="11282380" y="8414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0" name="pt3640"/>
            <p:cNvSpPr/>
            <p:nvPr/>
          </p:nvSpPr>
          <p:spPr>
            <a:xfrm>
              <a:off x="11458105" y="8411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t3641"/>
            <p:cNvSpPr/>
            <p:nvPr/>
          </p:nvSpPr>
          <p:spPr>
            <a:xfrm>
              <a:off x="11042525" y="7674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t3642"/>
            <p:cNvSpPr/>
            <p:nvPr/>
          </p:nvSpPr>
          <p:spPr>
            <a:xfrm>
              <a:off x="11118570" y="7485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t3643"/>
            <p:cNvSpPr/>
            <p:nvPr/>
          </p:nvSpPr>
          <p:spPr>
            <a:xfrm>
              <a:off x="11042525" y="8380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t3644"/>
            <p:cNvSpPr/>
            <p:nvPr/>
          </p:nvSpPr>
          <p:spPr>
            <a:xfrm>
              <a:off x="11182137" y="8351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t3645"/>
            <p:cNvSpPr/>
            <p:nvPr/>
          </p:nvSpPr>
          <p:spPr>
            <a:xfrm>
              <a:off x="11245362" y="8326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t3646"/>
            <p:cNvSpPr/>
            <p:nvPr/>
          </p:nvSpPr>
          <p:spPr>
            <a:xfrm>
              <a:off x="11042525" y="8413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t3647"/>
            <p:cNvSpPr/>
            <p:nvPr/>
          </p:nvSpPr>
          <p:spPr>
            <a:xfrm>
              <a:off x="11255387" y="8364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t3648"/>
            <p:cNvSpPr/>
            <p:nvPr/>
          </p:nvSpPr>
          <p:spPr>
            <a:xfrm>
              <a:off x="11178938" y="8364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t3649"/>
            <p:cNvSpPr/>
            <p:nvPr/>
          </p:nvSpPr>
          <p:spPr>
            <a:xfrm>
              <a:off x="11042525" y="7903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t3650"/>
            <p:cNvSpPr/>
            <p:nvPr/>
          </p:nvSpPr>
          <p:spPr>
            <a:xfrm>
              <a:off x="11042525" y="8432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t3651"/>
            <p:cNvSpPr/>
            <p:nvPr/>
          </p:nvSpPr>
          <p:spPr>
            <a:xfrm>
              <a:off x="11042525" y="8394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t3652"/>
            <p:cNvSpPr/>
            <p:nvPr/>
          </p:nvSpPr>
          <p:spPr>
            <a:xfrm>
              <a:off x="11042525" y="7748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t3653"/>
            <p:cNvSpPr/>
            <p:nvPr/>
          </p:nvSpPr>
          <p:spPr>
            <a:xfrm>
              <a:off x="11105931" y="7696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t3654"/>
            <p:cNvSpPr/>
            <p:nvPr/>
          </p:nvSpPr>
          <p:spPr>
            <a:xfrm>
              <a:off x="11118560" y="80945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t3655"/>
            <p:cNvSpPr/>
            <p:nvPr/>
          </p:nvSpPr>
          <p:spPr>
            <a:xfrm>
              <a:off x="11189937" y="8096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t3656"/>
            <p:cNvSpPr/>
            <p:nvPr/>
          </p:nvSpPr>
          <p:spPr>
            <a:xfrm>
              <a:off x="11042525" y="8371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t3657"/>
            <p:cNvSpPr/>
            <p:nvPr/>
          </p:nvSpPr>
          <p:spPr>
            <a:xfrm>
              <a:off x="11115988" y="8130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t3658"/>
            <p:cNvSpPr/>
            <p:nvPr/>
          </p:nvSpPr>
          <p:spPr>
            <a:xfrm>
              <a:off x="11042525" y="8140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t3659"/>
            <p:cNvSpPr/>
            <p:nvPr/>
          </p:nvSpPr>
          <p:spPr>
            <a:xfrm>
              <a:off x="11128728" y="8037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t3660"/>
            <p:cNvSpPr/>
            <p:nvPr/>
          </p:nvSpPr>
          <p:spPr>
            <a:xfrm>
              <a:off x="11264445" y="7989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t3661"/>
            <p:cNvSpPr/>
            <p:nvPr/>
          </p:nvSpPr>
          <p:spPr>
            <a:xfrm>
              <a:off x="11413998" y="7979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t3662"/>
            <p:cNvSpPr/>
            <p:nvPr/>
          </p:nvSpPr>
          <p:spPr>
            <a:xfrm>
              <a:off x="11491438" y="8133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t3663"/>
            <p:cNvSpPr/>
            <p:nvPr/>
          </p:nvSpPr>
          <p:spPr>
            <a:xfrm>
              <a:off x="11042525" y="7713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t3664"/>
            <p:cNvSpPr/>
            <p:nvPr/>
          </p:nvSpPr>
          <p:spPr>
            <a:xfrm>
              <a:off x="11042525" y="7792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t3665"/>
            <p:cNvSpPr/>
            <p:nvPr/>
          </p:nvSpPr>
          <p:spPr>
            <a:xfrm>
              <a:off x="11042525" y="8430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t3666"/>
            <p:cNvSpPr/>
            <p:nvPr/>
          </p:nvSpPr>
          <p:spPr>
            <a:xfrm>
              <a:off x="11176583" y="8418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t3667"/>
            <p:cNvSpPr/>
            <p:nvPr/>
          </p:nvSpPr>
          <p:spPr>
            <a:xfrm>
              <a:off x="11042525" y="7638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t3668"/>
            <p:cNvSpPr/>
            <p:nvPr/>
          </p:nvSpPr>
          <p:spPr>
            <a:xfrm>
              <a:off x="11042525" y="8359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t3669"/>
            <p:cNvSpPr/>
            <p:nvPr/>
          </p:nvSpPr>
          <p:spPr>
            <a:xfrm>
              <a:off x="11273141" y="8370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t3670"/>
            <p:cNvSpPr/>
            <p:nvPr/>
          </p:nvSpPr>
          <p:spPr>
            <a:xfrm>
              <a:off x="11042525" y="8136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t3671"/>
            <p:cNvSpPr/>
            <p:nvPr/>
          </p:nvSpPr>
          <p:spPr>
            <a:xfrm>
              <a:off x="11113429" y="8092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t3672"/>
            <p:cNvSpPr/>
            <p:nvPr/>
          </p:nvSpPr>
          <p:spPr>
            <a:xfrm>
              <a:off x="11179371" y="8080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t3673"/>
            <p:cNvSpPr/>
            <p:nvPr/>
          </p:nvSpPr>
          <p:spPr>
            <a:xfrm>
              <a:off x="11042525" y="7803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t3674"/>
            <p:cNvSpPr/>
            <p:nvPr/>
          </p:nvSpPr>
          <p:spPr>
            <a:xfrm>
              <a:off x="11042525" y="8431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t3675"/>
            <p:cNvSpPr/>
            <p:nvPr/>
          </p:nvSpPr>
          <p:spPr>
            <a:xfrm>
              <a:off x="11042525" y="8226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t3676"/>
            <p:cNvSpPr/>
            <p:nvPr/>
          </p:nvSpPr>
          <p:spPr>
            <a:xfrm>
              <a:off x="11102052" y="8203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t3677"/>
            <p:cNvSpPr/>
            <p:nvPr/>
          </p:nvSpPr>
          <p:spPr>
            <a:xfrm>
              <a:off x="11042525" y="8397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t3678"/>
            <p:cNvSpPr/>
            <p:nvPr/>
          </p:nvSpPr>
          <p:spPr>
            <a:xfrm>
              <a:off x="11042525" y="8428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t3679"/>
            <p:cNvSpPr/>
            <p:nvPr/>
          </p:nvSpPr>
          <p:spPr>
            <a:xfrm>
              <a:off x="11042525" y="7806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t3680"/>
            <p:cNvSpPr/>
            <p:nvPr/>
          </p:nvSpPr>
          <p:spPr>
            <a:xfrm>
              <a:off x="11108467" y="7980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t3681"/>
            <p:cNvSpPr/>
            <p:nvPr/>
          </p:nvSpPr>
          <p:spPr>
            <a:xfrm>
              <a:off x="11175850" y="7949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t3682"/>
            <p:cNvSpPr/>
            <p:nvPr/>
          </p:nvSpPr>
          <p:spPr>
            <a:xfrm>
              <a:off x="11042525" y="7378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t3683"/>
            <p:cNvSpPr/>
            <p:nvPr/>
          </p:nvSpPr>
          <p:spPr>
            <a:xfrm>
              <a:off x="11112578" y="7333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t3684"/>
            <p:cNvSpPr/>
            <p:nvPr/>
          </p:nvSpPr>
          <p:spPr>
            <a:xfrm>
              <a:off x="11042525" y="7662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t3685"/>
            <p:cNvSpPr/>
            <p:nvPr/>
          </p:nvSpPr>
          <p:spPr>
            <a:xfrm>
              <a:off x="11090713" y="7593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t3686"/>
            <p:cNvSpPr/>
            <p:nvPr/>
          </p:nvSpPr>
          <p:spPr>
            <a:xfrm>
              <a:off x="11042525" y="8426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t3687"/>
            <p:cNvSpPr/>
            <p:nvPr/>
          </p:nvSpPr>
          <p:spPr>
            <a:xfrm>
              <a:off x="11042525" y="8428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t3688"/>
            <p:cNvSpPr/>
            <p:nvPr/>
          </p:nvSpPr>
          <p:spPr>
            <a:xfrm>
              <a:off x="11152670" y="8436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t3689"/>
            <p:cNvSpPr/>
            <p:nvPr/>
          </p:nvSpPr>
          <p:spPr>
            <a:xfrm>
              <a:off x="11042525" y="8405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t3690"/>
            <p:cNvSpPr/>
            <p:nvPr/>
          </p:nvSpPr>
          <p:spPr>
            <a:xfrm>
              <a:off x="11042525" y="8334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t3691"/>
            <p:cNvSpPr/>
            <p:nvPr/>
          </p:nvSpPr>
          <p:spPr>
            <a:xfrm>
              <a:off x="11179558" y="8238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t3692"/>
            <p:cNvSpPr/>
            <p:nvPr/>
          </p:nvSpPr>
          <p:spPr>
            <a:xfrm>
              <a:off x="11042525" y="8122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t3693"/>
            <p:cNvSpPr/>
            <p:nvPr/>
          </p:nvSpPr>
          <p:spPr>
            <a:xfrm>
              <a:off x="11121510" y="8164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t3694"/>
            <p:cNvSpPr/>
            <p:nvPr/>
          </p:nvSpPr>
          <p:spPr>
            <a:xfrm>
              <a:off x="11042525" y="8283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t3695"/>
            <p:cNvSpPr/>
            <p:nvPr/>
          </p:nvSpPr>
          <p:spPr>
            <a:xfrm>
              <a:off x="11125611" y="8287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t3696"/>
            <p:cNvSpPr/>
            <p:nvPr/>
          </p:nvSpPr>
          <p:spPr>
            <a:xfrm>
              <a:off x="11186728" y="8306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t3697"/>
            <p:cNvSpPr/>
            <p:nvPr/>
          </p:nvSpPr>
          <p:spPr>
            <a:xfrm>
              <a:off x="11042525" y="8421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t3698"/>
            <p:cNvSpPr/>
            <p:nvPr/>
          </p:nvSpPr>
          <p:spPr>
            <a:xfrm>
              <a:off x="11042525" y="8212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t3699"/>
            <p:cNvSpPr/>
            <p:nvPr/>
          </p:nvSpPr>
          <p:spPr>
            <a:xfrm>
              <a:off x="11042525" y="8395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t3700"/>
            <p:cNvSpPr/>
            <p:nvPr/>
          </p:nvSpPr>
          <p:spPr>
            <a:xfrm>
              <a:off x="11310279" y="8385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t3701"/>
            <p:cNvSpPr/>
            <p:nvPr/>
          </p:nvSpPr>
          <p:spPr>
            <a:xfrm>
              <a:off x="11042525" y="7938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t3702"/>
            <p:cNvSpPr/>
            <p:nvPr/>
          </p:nvSpPr>
          <p:spPr>
            <a:xfrm>
              <a:off x="11104074" y="7915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t3703"/>
            <p:cNvSpPr/>
            <p:nvPr/>
          </p:nvSpPr>
          <p:spPr>
            <a:xfrm>
              <a:off x="11187227" y="8176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t3704"/>
            <p:cNvSpPr/>
            <p:nvPr/>
          </p:nvSpPr>
          <p:spPr>
            <a:xfrm>
              <a:off x="11248096" y="8175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t3705"/>
            <p:cNvSpPr/>
            <p:nvPr/>
          </p:nvSpPr>
          <p:spPr>
            <a:xfrm>
              <a:off x="11042525" y="8155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t3706"/>
            <p:cNvSpPr/>
            <p:nvPr/>
          </p:nvSpPr>
          <p:spPr>
            <a:xfrm>
              <a:off x="11109589" y="8132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t3707"/>
            <p:cNvSpPr/>
            <p:nvPr/>
          </p:nvSpPr>
          <p:spPr>
            <a:xfrm>
              <a:off x="11042525" y="7851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t3708"/>
            <p:cNvSpPr/>
            <p:nvPr/>
          </p:nvSpPr>
          <p:spPr>
            <a:xfrm>
              <a:off x="11042525" y="8275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t3709"/>
            <p:cNvSpPr/>
            <p:nvPr/>
          </p:nvSpPr>
          <p:spPr>
            <a:xfrm>
              <a:off x="11118612" y="8275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t3710"/>
            <p:cNvSpPr/>
            <p:nvPr/>
          </p:nvSpPr>
          <p:spPr>
            <a:xfrm>
              <a:off x="11042525" y="8414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t3711"/>
            <p:cNvSpPr/>
            <p:nvPr/>
          </p:nvSpPr>
          <p:spPr>
            <a:xfrm>
              <a:off x="11108342" y="8442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t3712"/>
            <p:cNvSpPr/>
            <p:nvPr/>
          </p:nvSpPr>
          <p:spPr>
            <a:xfrm>
              <a:off x="11176764" y="8417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t3713"/>
            <p:cNvSpPr/>
            <p:nvPr/>
          </p:nvSpPr>
          <p:spPr>
            <a:xfrm>
              <a:off x="11240532" y="8288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t3714"/>
            <p:cNvSpPr/>
            <p:nvPr/>
          </p:nvSpPr>
          <p:spPr>
            <a:xfrm>
              <a:off x="11379700" y="8351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t3715"/>
            <p:cNvSpPr/>
            <p:nvPr/>
          </p:nvSpPr>
          <p:spPr>
            <a:xfrm>
              <a:off x="11511366" y="8390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t3716"/>
            <p:cNvSpPr/>
            <p:nvPr/>
          </p:nvSpPr>
          <p:spPr>
            <a:xfrm>
              <a:off x="11042525" y="8405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t3717"/>
            <p:cNvSpPr/>
            <p:nvPr/>
          </p:nvSpPr>
          <p:spPr>
            <a:xfrm>
              <a:off x="11185822" y="8399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t3718"/>
            <p:cNvSpPr/>
            <p:nvPr/>
          </p:nvSpPr>
          <p:spPr>
            <a:xfrm>
              <a:off x="11042525" y="8369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t3719"/>
            <p:cNvSpPr/>
            <p:nvPr/>
          </p:nvSpPr>
          <p:spPr>
            <a:xfrm>
              <a:off x="11350409" y="8253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t3720"/>
            <p:cNvSpPr/>
            <p:nvPr/>
          </p:nvSpPr>
          <p:spPr>
            <a:xfrm>
              <a:off x="11042525" y="7985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t3721"/>
            <p:cNvSpPr/>
            <p:nvPr/>
          </p:nvSpPr>
          <p:spPr>
            <a:xfrm>
              <a:off x="11176671" y="7825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t3722"/>
            <p:cNvSpPr/>
            <p:nvPr/>
          </p:nvSpPr>
          <p:spPr>
            <a:xfrm>
              <a:off x="11042525" y="8426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t3723"/>
            <p:cNvSpPr/>
            <p:nvPr/>
          </p:nvSpPr>
          <p:spPr>
            <a:xfrm>
              <a:off x="11132380" y="8388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t3724"/>
            <p:cNvSpPr/>
            <p:nvPr/>
          </p:nvSpPr>
          <p:spPr>
            <a:xfrm>
              <a:off x="11042525" y="8140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t3725"/>
            <p:cNvSpPr/>
            <p:nvPr/>
          </p:nvSpPr>
          <p:spPr>
            <a:xfrm>
              <a:off x="11111003" y="8256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t3726"/>
            <p:cNvSpPr/>
            <p:nvPr/>
          </p:nvSpPr>
          <p:spPr>
            <a:xfrm>
              <a:off x="11042525" y="8192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t3727"/>
            <p:cNvSpPr/>
            <p:nvPr/>
          </p:nvSpPr>
          <p:spPr>
            <a:xfrm>
              <a:off x="11109735" y="8325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t3728"/>
            <p:cNvSpPr/>
            <p:nvPr/>
          </p:nvSpPr>
          <p:spPr>
            <a:xfrm>
              <a:off x="11042525" y="7710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t3729"/>
            <p:cNvSpPr/>
            <p:nvPr/>
          </p:nvSpPr>
          <p:spPr>
            <a:xfrm>
              <a:off x="11042525" y="8277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t3730"/>
            <p:cNvSpPr/>
            <p:nvPr/>
          </p:nvSpPr>
          <p:spPr>
            <a:xfrm>
              <a:off x="11113539" y="8341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t3731"/>
            <p:cNvSpPr/>
            <p:nvPr/>
          </p:nvSpPr>
          <p:spPr>
            <a:xfrm>
              <a:off x="11042525" y="8289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t3732"/>
            <p:cNvSpPr/>
            <p:nvPr/>
          </p:nvSpPr>
          <p:spPr>
            <a:xfrm>
              <a:off x="11108689" y="8326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t3733"/>
            <p:cNvSpPr/>
            <p:nvPr/>
          </p:nvSpPr>
          <p:spPr>
            <a:xfrm>
              <a:off x="11176764" y="8297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t3734"/>
            <p:cNvSpPr/>
            <p:nvPr/>
          </p:nvSpPr>
          <p:spPr>
            <a:xfrm>
              <a:off x="11374447" y="8278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t3735"/>
            <p:cNvSpPr/>
            <p:nvPr/>
          </p:nvSpPr>
          <p:spPr>
            <a:xfrm>
              <a:off x="11437815" y="8269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t3736"/>
            <p:cNvSpPr/>
            <p:nvPr/>
          </p:nvSpPr>
          <p:spPr>
            <a:xfrm>
              <a:off x="11499953" y="8283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t3737"/>
            <p:cNvSpPr/>
            <p:nvPr/>
          </p:nvSpPr>
          <p:spPr>
            <a:xfrm>
              <a:off x="11570967" y="8257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t3738"/>
            <p:cNvSpPr/>
            <p:nvPr/>
          </p:nvSpPr>
          <p:spPr>
            <a:xfrm>
              <a:off x="11636772" y="8184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t3739"/>
            <p:cNvSpPr/>
            <p:nvPr/>
          </p:nvSpPr>
          <p:spPr>
            <a:xfrm>
              <a:off x="11709011" y="8217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t3740"/>
            <p:cNvSpPr/>
            <p:nvPr/>
          </p:nvSpPr>
          <p:spPr>
            <a:xfrm>
              <a:off x="11772417" y="8140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t3741"/>
            <p:cNvSpPr/>
            <p:nvPr/>
          </p:nvSpPr>
          <p:spPr>
            <a:xfrm>
              <a:off x="11042525" y="8326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t3742"/>
            <p:cNvSpPr/>
            <p:nvPr/>
          </p:nvSpPr>
          <p:spPr>
            <a:xfrm>
              <a:off x="11042525" y="7889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t3743"/>
            <p:cNvSpPr/>
            <p:nvPr/>
          </p:nvSpPr>
          <p:spPr>
            <a:xfrm>
              <a:off x="11169336" y="8457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t3744"/>
            <p:cNvSpPr/>
            <p:nvPr/>
          </p:nvSpPr>
          <p:spPr>
            <a:xfrm>
              <a:off x="11306112" y="7837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t3745"/>
            <p:cNvSpPr/>
            <p:nvPr/>
          </p:nvSpPr>
          <p:spPr>
            <a:xfrm>
              <a:off x="11373322" y="7920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t3746"/>
            <p:cNvSpPr/>
            <p:nvPr/>
          </p:nvSpPr>
          <p:spPr>
            <a:xfrm>
              <a:off x="11439264" y="7889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t3747"/>
            <p:cNvSpPr/>
            <p:nvPr/>
          </p:nvSpPr>
          <p:spPr>
            <a:xfrm>
              <a:off x="11042525" y="8303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t3748"/>
            <p:cNvSpPr/>
            <p:nvPr/>
          </p:nvSpPr>
          <p:spPr>
            <a:xfrm>
              <a:off x="11124840" y="8290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t3749"/>
            <p:cNvSpPr/>
            <p:nvPr/>
          </p:nvSpPr>
          <p:spPr>
            <a:xfrm>
              <a:off x="11042525" y="8298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t3750"/>
            <p:cNvSpPr/>
            <p:nvPr/>
          </p:nvSpPr>
          <p:spPr>
            <a:xfrm>
              <a:off x="11042525" y="7832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t3751"/>
            <p:cNvSpPr/>
            <p:nvPr/>
          </p:nvSpPr>
          <p:spPr>
            <a:xfrm>
              <a:off x="11108648" y="8013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t3752"/>
            <p:cNvSpPr/>
            <p:nvPr/>
          </p:nvSpPr>
          <p:spPr>
            <a:xfrm>
              <a:off x="11042525" y="7970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t3753"/>
            <p:cNvSpPr/>
            <p:nvPr/>
          </p:nvSpPr>
          <p:spPr>
            <a:xfrm>
              <a:off x="11042525" y="8400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t3754"/>
            <p:cNvSpPr/>
            <p:nvPr/>
          </p:nvSpPr>
          <p:spPr>
            <a:xfrm>
              <a:off x="11042525" y="8432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t3755"/>
            <p:cNvSpPr/>
            <p:nvPr/>
          </p:nvSpPr>
          <p:spPr>
            <a:xfrm>
              <a:off x="11122405" y="8453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t3756"/>
            <p:cNvSpPr/>
            <p:nvPr/>
          </p:nvSpPr>
          <p:spPr>
            <a:xfrm>
              <a:off x="11042525" y="8238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t3757"/>
            <p:cNvSpPr/>
            <p:nvPr/>
          </p:nvSpPr>
          <p:spPr>
            <a:xfrm>
              <a:off x="11124952" y="8224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t3758"/>
            <p:cNvSpPr/>
            <p:nvPr/>
          </p:nvSpPr>
          <p:spPr>
            <a:xfrm>
              <a:off x="11241438" y="8147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t3759"/>
            <p:cNvSpPr/>
            <p:nvPr/>
          </p:nvSpPr>
          <p:spPr>
            <a:xfrm>
              <a:off x="11042525" y="8356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t3760"/>
            <p:cNvSpPr/>
            <p:nvPr/>
          </p:nvSpPr>
          <p:spPr>
            <a:xfrm>
              <a:off x="11042525" y="8432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t3761"/>
            <p:cNvSpPr/>
            <p:nvPr/>
          </p:nvSpPr>
          <p:spPr>
            <a:xfrm>
              <a:off x="11042525" y="8266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t3762"/>
            <p:cNvSpPr/>
            <p:nvPr/>
          </p:nvSpPr>
          <p:spPr>
            <a:xfrm>
              <a:off x="11167163" y="8230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t3763"/>
            <p:cNvSpPr/>
            <p:nvPr/>
          </p:nvSpPr>
          <p:spPr>
            <a:xfrm>
              <a:off x="11317525" y="8174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t3764"/>
            <p:cNvSpPr/>
            <p:nvPr/>
          </p:nvSpPr>
          <p:spPr>
            <a:xfrm>
              <a:off x="11042525" y="8395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t3765"/>
            <p:cNvSpPr/>
            <p:nvPr/>
          </p:nvSpPr>
          <p:spPr>
            <a:xfrm>
              <a:off x="11116800" y="8241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t3766"/>
            <p:cNvSpPr/>
            <p:nvPr/>
          </p:nvSpPr>
          <p:spPr>
            <a:xfrm>
              <a:off x="11042525" y="7867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t3767"/>
            <p:cNvSpPr/>
            <p:nvPr/>
          </p:nvSpPr>
          <p:spPr>
            <a:xfrm>
              <a:off x="11111547" y="7938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t3768"/>
            <p:cNvSpPr/>
            <p:nvPr/>
          </p:nvSpPr>
          <p:spPr>
            <a:xfrm>
              <a:off x="11176140" y="8066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t3769"/>
            <p:cNvSpPr/>
            <p:nvPr/>
          </p:nvSpPr>
          <p:spPr>
            <a:xfrm>
              <a:off x="11042525" y="8401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t3770"/>
            <p:cNvSpPr/>
            <p:nvPr/>
          </p:nvSpPr>
          <p:spPr>
            <a:xfrm>
              <a:off x="11042525" y="8093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t3771"/>
            <p:cNvSpPr/>
            <p:nvPr/>
          </p:nvSpPr>
          <p:spPr>
            <a:xfrm>
              <a:off x="11042525" y="83837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t3772"/>
            <p:cNvSpPr/>
            <p:nvPr/>
          </p:nvSpPr>
          <p:spPr>
            <a:xfrm>
              <a:off x="11259192" y="8361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t3773"/>
            <p:cNvSpPr/>
            <p:nvPr/>
          </p:nvSpPr>
          <p:spPr>
            <a:xfrm>
              <a:off x="11042525" y="7990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t3774"/>
            <p:cNvSpPr/>
            <p:nvPr/>
          </p:nvSpPr>
          <p:spPr>
            <a:xfrm>
              <a:off x="11042525" y="8271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t3775"/>
            <p:cNvSpPr/>
            <p:nvPr/>
          </p:nvSpPr>
          <p:spPr>
            <a:xfrm>
              <a:off x="11042525" y="8245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t3776"/>
            <p:cNvSpPr/>
            <p:nvPr/>
          </p:nvSpPr>
          <p:spPr>
            <a:xfrm>
              <a:off x="11114626" y="8130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t3777"/>
            <p:cNvSpPr/>
            <p:nvPr/>
          </p:nvSpPr>
          <p:spPr>
            <a:xfrm>
              <a:off x="11182871" y="8238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t3778"/>
            <p:cNvSpPr/>
            <p:nvPr/>
          </p:nvSpPr>
          <p:spPr>
            <a:xfrm>
              <a:off x="11250134" y="8255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t3779"/>
            <p:cNvSpPr/>
            <p:nvPr/>
          </p:nvSpPr>
          <p:spPr>
            <a:xfrm>
              <a:off x="11317163" y="8235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t3780"/>
            <p:cNvSpPr/>
            <p:nvPr/>
          </p:nvSpPr>
          <p:spPr>
            <a:xfrm>
              <a:off x="11335279" y="8374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t3781"/>
            <p:cNvSpPr/>
            <p:nvPr/>
          </p:nvSpPr>
          <p:spPr>
            <a:xfrm>
              <a:off x="11042525" y="8128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t3782"/>
            <p:cNvSpPr/>
            <p:nvPr/>
          </p:nvSpPr>
          <p:spPr>
            <a:xfrm>
              <a:off x="11042525" y="7827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t3783"/>
            <p:cNvSpPr/>
            <p:nvPr/>
          </p:nvSpPr>
          <p:spPr>
            <a:xfrm>
              <a:off x="11042525" y="8275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t3784"/>
            <p:cNvSpPr/>
            <p:nvPr/>
          </p:nvSpPr>
          <p:spPr>
            <a:xfrm>
              <a:off x="11042525" y="8399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t3785"/>
            <p:cNvSpPr/>
            <p:nvPr/>
          </p:nvSpPr>
          <p:spPr>
            <a:xfrm>
              <a:off x="11183286" y="8394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t3786"/>
            <p:cNvSpPr/>
            <p:nvPr/>
          </p:nvSpPr>
          <p:spPr>
            <a:xfrm>
              <a:off x="11314626" y="8377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t3787"/>
            <p:cNvSpPr/>
            <p:nvPr/>
          </p:nvSpPr>
          <p:spPr>
            <a:xfrm>
              <a:off x="11449047" y="8376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t3788"/>
            <p:cNvSpPr/>
            <p:nvPr/>
          </p:nvSpPr>
          <p:spPr>
            <a:xfrm>
              <a:off x="11042525" y="8350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t3789"/>
            <p:cNvSpPr/>
            <p:nvPr/>
          </p:nvSpPr>
          <p:spPr>
            <a:xfrm>
              <a:off x="11169211" y="8327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t3790"/>
            <p:cNvSpPr/>
            <p:nvPr/>
          </p:nvSpPr>
          <p:spPr>
            <a:xfrm>
              <a:off x="11241438" y="8234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t3791"/>
            <p:cNvSpPr/>
            <p:nvPr/>
          </p:nvSpPr>
          <p:spPr>
            <a:xfrm>
              <a:off x="11042525" y="8416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t3792"/>
            <p:cNvSpPr/>
            <p:nvPr/>
          </p:nvSpPr>
          <p:spPr>
            <a:xfrm>
              <a:off x="11042525" y="8372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t3793"/>
            <p:cNvSpPr/>
            <p:nvPr/>
          </p:nvSpPr>
          <p:spPr>
            <a:xfrm>
              <a:off x="11115935" y="8373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t3794"/>
            <p:cNvSpPr/>
            <p:nvPr/>
          </p:nvSpPr>
          <p:spPr>
            <a:xfrm>
              <a:off x="11042525" y="8256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t3795"/>
            <p:cNvSpPr/>
            <p:nvPr/>
          </p:nvSpPr>
          <p:spPr>
            <a:xfrm>
              <a:off x="11105931" y="8030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t3796"/>
            <p:cNvSpPr/>
            <p:nvPr/>
          </p:nvSpPr>
          <p:spPr>
            <a:xfrm>
              <a:off x="11171510" y="8146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t3797"/>
            <p:cNvSpPr/>
            <p:nvPr/>
          </p:nvSpPr>
          <p:spPr>
            <a:xfrm>
              <a:off x="11042525" y="8426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t3798"/>
            <p:cNvSpPr/>
            <p:nvPr/>
          </p:nvSpPr>
          <p:spPr>
            <a:xfrm>
              <a:off x="11042525" y="8385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t3799"/>
            <p:cNvSpPr/>
            <p:nvPr/>
          </p:nvSpPr>
          <p:spPr>
            <a:xfrm>
              <a:off x="11042525" y="8223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t3800"/>
            <p:cNvSpPr/>
            <p:nvPr/>
          </p:nvSpPr>
          <p:spPr>
            <a:xfrm>
              <a:off x="11119922" y="8177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t3801"/>
            <p:cNvSpPr/>
            <p:nvPr/>
          </p:nvSpPr>
          <p:spPr>
            <a:xfrm>
              <a:off x="11042525" y="8395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t3802"/>
            <p:cNvSpPr/>
            <p:nvPr/>
          </p:nvSpPr>
          <p:spPr>
            <a:xfrm>
              <a:off x="11118497" y="8410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t3803"/>
            <p:cNvSpPr/>
            <p:nvPr/>
          </p:nvSpPr>
          <p:spPr>
            <a:xfrm>
              <a:off x="11042525" y="8071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t3804"/>
            <p:cNvSpPr/>
            <p:nvPr/>
          </p:nvSpPr>
          <p:spPr>
            <a:xfrm>
              <a:off x="11122778" y="8015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t3805"/>
            <p:cNvSpPr/>
            <p:nvPr/>
          </p:nvSpPr>
          <p:spPr>
            <a:xfrm>
              <a:off x="11042525" y="7941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t3806"/>
            <p:cNvSpPr/>
            <p:nvPr/>
          </p:nvSpPr>
          <p:spPr>
            <a:xfrm>
              <a:off x="11042525" y="8141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t3807"/>
            <p:cNvSpPr/>
            <p:nvPr/>
          </p:nvSpPr>
          <p:spPr>
            <a:xfrm>
              <a:off x="11111003" y="8051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t3808"/>
            <p:cNvSpPr/>
            <p:nvPr/>
          </p:nvSpPr>
          <p:spPr>
            <a:xfrm>
              <a:off x="11178463" y="8096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t3809"/>
            <p:cNvSpPr/>
            <p:nvPr/>
          </p:nvSpPr>
          <p:spPr>
            <a:xfrm>
              <a:off x="11244337" y="8143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t3810"/>
            <p:cNvSpPr/>
            <p:nvPr/>
          </p:nvSpPr>
          <p:spPr>
            <a:xfrm>
              <a:off x="11330569" y="7985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t3811"/>
            <p:cNvSpPr/>
            <p:nvPr/>
          </p:nvSpPr>
          <p:spPr>
            <a:xfrm>
              <a:off x="11042525" y="7939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t3812"/>
            <p:cNvSpPr/>
            <p:nvPr/>
          </p:nvSpPr>
          <p:spPr>
            <a:xfrm>
              <a:off x="11274771" y="7920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t3813"/>
            <p:cNvSpPr/>
            <p:nvPr/>
          </p:nvSpPr>
          <p:spPr>
            <a:xfrm>
              <a:off x="11042525" y="8423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t3814"/>
            <p:cNvSpPr/>
            <p:nvPr/>
          </p:nvSpPr>
          <p:spPr>
            <a:xfrm>
              <a:off x="11114296" y="8437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t3815"/>
            <p:cNvSpPr/>
            <p:nvPr/>
          </p:nvSpPr>
          <p:spPr>
            <a:xfrm>
              <a:off x="11171692" y="8461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t3816"/>
            <p:cNvSpPr/>
            <p:nvPr/>
          </p:nvSpPr>
          <p:spPr>
            <a:xfrm>
              <a:off x="11042525" y="7654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t3817"/>
            <p:cNvSpPr/>
            <p:nvPr/>
          </p:nvSpPr>
          <p:spPr>
            <a:xfrm>
              <a:off x="11109673" y="7578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t3818"/>
            <p:cNvSpPr/>
            <p:nvPr/>
          </p:nvSpPr>
          <p:spPr>
            <a:xfrm>
              <a:off x="11042525" y="8291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t3819"/>
            <p:cNvSpPr/>
            <p:nvPr/>
          </p:nvSpPr>
          <p:spPr>
            <a:xfrm>
              <a:off x="11142886" y="8231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t3820"/>
            <p:cNvSpPr/>
            <p:nvPr/>
          </p:nvSpPr>
          <p:spPr>
            <a:xfrm>
              <a:off x="11187149" y="8156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t3821"/>
            <p:cNvSpPr/>
            <p:nvPr/>
          </p:nvSpPr>
          <p:spPr>
            <a:xfrm>
              <a:off x="11042525" y="8188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t3822"/>
            <p:cNvSpPr/>
            <p:nvPr/>
          </p:nvSpPr>
          <p:spPr>
            <a:xfrm>
              <a:off x="11256655" y="8154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t3823"/>
            <p:cNvSpPr/>
            <p:nvPr/>
          </p:nvSpPr>
          <p:spPr>
            <a:xfrm>
              <a:off x="11327670" y="8135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t3824"/>
            <p:cNvSpPr/>
            <p:nvPr/>
          </p:nvSpPr>
          <p:spPr>
            <a:xfrm>
              <a:off x="11373244" y="8158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t3825"/>
            <p:cNvSpPr/>
            <p:nvPr/>
          </p:nvSpPr>
          <p:spPr>
            <a:xfrm>
              <a:off x="11042525" y="8330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t3826"/>
            <p:cNvSpPr/>
            <p:nvPr/>
          </p:nvSpPr>
          <p:spPr>
            <a:xfrm>
              <a:off x="11042525" y="8080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t3827"/>
            <p:cNvSpPr/>
            <p:nvPr/>
          </p:nvSpPr>
          <p:spPr>
            <a:xfrm>
              <a:off x="11042525" y="8244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t3828"/>
            <p:cNvSpPr/>
            <p:nvPr/>
          </p:nvSpPr>
          <p:spPr>
            <a:xfrm>
              <a:off x="11266884" y="8136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t3829"/>
            <p:cNvSpPr/>
            <p:nvPr/>
          </p:nvSpPr>
          <p:spPr>
            <a:xfrm>
              <a:off x="11380653" y="8172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t3830"/>
            <p:cNvSpPr/>
            <p:nvPr/>
          </p:nvSpPr>
          <p:spPr>
            <a:xfrm>
              <a:off x="11512537" y="8009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t3831"/>
            <p:cNvSpPr/>
            <p:nvPr/>
          </p:nvSpPr>
          <p:spPr>
            <a:xfrm>
              <a:off x="11042525" y="7971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t3832"/>
            <p:cNvSpPr/>
            <p:nvPr/>
          </p:nvSpPr>
          <p:spPr>
            <a:xfrm>
              <a:off x="11121929" y="8031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t3833"/>
            <p:cNvSpPr/>
            <p:nvPr/>
          </p:nvSpPr>
          <p:spPr>
            <a:xfrm>
              <a:off x="11175315" y="8039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t3834"/>
            <p:cNvSpPr/>
            <p:nvPr/>
          </p:nvSpPr>
          <p:spPr>
            <a:xfrm>
              <a:off x="11042525" y="7554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t3835"/>
            <p:cNvSpPr/>
            <p:nvPr/>
          </p:nvSpPr>
          <p:spPr>
            <a:xfrm>
              <a:off x="11042525" y="8275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t3836"/>
            <p:cNvSpPr/>
            <p:nvPr/>
          </p:nvSpPr>
          <p:spPr>
            <a:xfrm>
              <a:off x="11123865" y="8191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t3837"/>
            <p:cNvSpPr/>
            <p:nvPr/>
          </p:nvSpPr>
          <p:spPr>
            <a:xfrm>
              <a:off x="11042525" y="8417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t3838"/>
            <p:cNvSpPr/>
            <p:nvPr/>
          </p:nvSpPr>
          <p:spPr>
            <a:xfrm>
              <a:off x="11042525" y="7933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t3839"/>
            <p:cNvSpPr/>
            <p:nvPr/>
          </p:nvSpPr>
          <p:spPr>
            <a:xfrm>
              <a:off x="11111184" y="7941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t3840"/>
            <p:cNvSpPr/>
            <p:nvPr/>
          </p:nvSpPr>
          <p:spPr>
            <a:xfrm>
              <a:off x="11192163" y="7659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t3841"/>
            <p:cNvSpPr/>
            <p:nvPr/>
          </p:nvSpPr>
          <p:spPr>
            <a:xfrm>
              <a:off x="11042525" y="7398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t3842"/>
            <p:cNvSpPr/>
            <p:nvPr/>
          </p:nvSpPr>
          <p:spPr>
            <a:xfrm>
              <a:off x="11042525" y="8347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t3843"/>
            <p:cNvSpPr/>
            <p:nvPr/>
          </p:nvSpPr>
          <p:spPr>
            <a:xfrm>
              <a:off x="11122390" y="8369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t3844"/>
            <p:cNvSpPr/>
            <p:nvPr/>
          </p:nvSpPr>
          <p:spPr>
            <a:xfrm>
              <a:off x="11042525" y="8349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t3845"/>
            <p:cNvSpPr/>
            <p:nvPr/>
          </p:nvSpPr>
          <p:spPr>
            <a:xfrm>
              <a:off x="11109373" y="8302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t3846"/>
            <p:cNvSpPr/>
            <p:nvPr/>
          </p:nvSpPr>
          <p:spPr>
            <a:xfrm>
              <a:off x="11177774" y="8341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t3847"/>
            <p:cNvSpPr/>
            <p:nvPr/>
          </p:nvSpPr>
          <p:spPr>
            <a:xfrm>
              <a:off x="11234735" y="8318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t3848"/>
            <p:cNvSpPr/>
            <p:nvPr/>
          </p:nvSpPr>
          <p:spPr>
            <a:xfrm>
              <a:off x="11308648" y="8337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t3849"/>
            <p:cNvSpPr/>
            <p:nvPr/>
          </p:nvSpPr>
          <p:spPr>
            <a:xfrm>
              <a:off x="11042525" y="8415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t3850"/>
            <p:cNvSpPr/>
            <p:nvPr/>
          </p:nvSpPr>
          <p:spPr>
            <a:xfrm>
              <a:off x="11042525" y="8325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t3851"/>
            <p:cNvSpPr/>
            <p:nvPr/>
          </p:nvSpPr>
          <p:spPr>
            <a:xfrm>
              <a:off x="11113720" y="8350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t3852"/>
            <p:cNvSpPr/>
            <p:nvPr/>
          </p:nvSpPr>
          <p:spPr>
            <a:xfrm>
              <a:off x="11179520" y="8316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t3853"/>
            <p:cNvSpPr/>
            <p:nvPr/>
          </p:nvSpPr>
          <p:spPr>
            <a:xfrm>
              <a:off x="11042525" y="8405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t3854"/>
            <p:cNvSpPr/>
            <p:nvPr/>
          </p:nvSpPr>
          <p:spPr>
            <a:xfrm>
              <a:off x="11241881" y="8445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t3855"/>
            <p:cNvSpPr/>
            <p:nvPr/>
          </p:nvSpPr>
          <p:spPr>
            <a:xfrm>
              <a:off x="11392605" y="8457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t3856"/>
            <p:cNvSpPr/>
            <p:nvPr/>
          </p:nvSpPr>
          <p:spPr>
            <a:xfrm>
              <a:off x="11504200" y="8455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t3857"/>
            <p:cNvSpPr/>
            <p:nvPr/>
          </p:nvSpPr>
          <p:spPr>
            <a:xfrm>
              <a:off x="11676120" y="8423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t3858"/>
            <p:cNvSpPr/>
            <p:nvPr/>
          </p:nvSpPr>
          <p:spPr>
            <a:xfrm>
              <a:off x="11179382" y="7883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t3859"/>
            <p:cNvSpPr/>
            <p:nvPr/>
          </p:nvSpPr>
          <p:spPr>
            <a:xfrm>
              <a:off x="11255469" y="8020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t3860"/>
            <p:cNvSpPr/>
            <p:nvPr/>
          </p:nvSpPr>
          <p:spPr>
            <a:xfrm>
              <a:off x="11042525" y="8267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t3861"/>
            <p:cNvSpPr/>
            <p:nvPr/>
          </p:nvSpPr>
          <p:spPr>
            <a:xfrm>
              <a:off x="11112254" y="8322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t3862"/>
            <p:cNvSpPr/>
            <p:nvPr/>
          </p:nvSpPr>
          <p:spPr>
            <a:xfrm>
              <a:off x="11184537" y="8311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t3863"/>
            <p:cNvSpPr/>
            <p:nvPr/>
          </p:nvSpPr>
          <p:spPr>
            <a:xfrm>
              <a:off x="11255528" y="8286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t3864"/>
            <p:cNvSpPr/>
            <p:nvPr/>
          </p:nvSpPr>
          <p:spPr>
            <a:xfrm>
              <a:off x="11042525" y="7828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t3865"/>
            <p:cNvSpPr/>
            <p:nvPr/>
          </p:nvSpPr>
          <p:spPr>
            <a:xfrm>
              <a:off x="11042525" y="8179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t3866"/>
            <p:cNvSpPr/>
            <p:nvPr/>
          </p:nvSpPr>
          <p:spPr>
            <a:xfrm>
              <a:off x="11179291" y="8510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t3867"/>
            <p:cNvSpPr/>
            <p:nvPr/>
          </p:nvSpPr>
          <p:spPr>
            <a:xfrm>
              <a:off x="11449219" y="8509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t3868"/>
            <p:cNvSpPr/>
            <p:nvPr/>
          </p:nvSpPr>
          <p:spPr>
            <a:xfrm>
              <a:off x="11042525" y="8347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t3869"/>
            <p:cNvSpPr/>
            <p:nvPr/>
          </p:nvSpPr>
          <p:spPr>
            <a:xfrm>
              <a:off x="11042525" y="8192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t3870"/>
            <p:cNvSpPr/>
            <p:nvPr/>
          </p:nvSpPr>
          <p:spPr>
            <a:xfrm>
              <a:off x="11142553" y="8151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t3871"/>
            <p:cNvSpPr/>
            <p:nvPr/>
          </p:nvSpPr>
          <p:spPr>
            <a:xfrm>
              <a:off x="11187452" y="8160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t3872"/>
            <p:cNvSpPr/>
            <p:nvPr/>
          </p:nvSpPr>
          <p:spPr>
            <a:xfrm>
              <a:off x="11260641" y="7951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t3873"/>
            <p:cNvSpPr/>
            <p:nvPr/>
          </p:nvSpPr>
          <p:spPr>
            <a:xfrm>
              <a:off x="11042525" y="8047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t3874"/>
            <p:cNvSpPr/>
            <p:nvPr/>
          </p:nvSpPr>
          <p:spPr>
            <a:xfrm>
              <a:off x="11181854" y="8136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t3875"/>
            <p:cNvSpPr/>
            <p:nvPr/>
          </p:nvSpPr>
          <p:spPr>
            <a:xfrm>
              <a:off x="11247779" y="8137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t3876"/>
            <p:cNvSpPr/>
            <p:nvPr/>
          </p:nvSpPr>
          <p:spPr>
            <a:xfrm>
              <a:off x="11410395" y="8240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t3877"/>
            <p:cNvSpPr/>
            <p:nvPr/>
          </p:nvSpPr>
          <p:spPr>
            <a:xfrm>
              <a:off x="11042525" y="8176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t3878"/>
            <p:cNvSpPr/>
            <p:nvPr/>
          </p:nvSpPr>
          <p:spPr>
            <a:xfrm>
              <a:off x="11119872" y="82181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t3879"/>
            <p:cNvSpPr/>
            <p:nvPr/>
          </p:nvSpPr>
          <p:spPr>
            <a:xfrm>
              <a:off x="11042525" y="8036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t3880"/>
            <p:cNvSpPr/>
            <p:nvPr/>
          </p:nvSpPr>
          <p:spPr>
            <a:xfrm>
              <a:off x="11042525" y="8432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t3881"/>
            <p:cNvSpPr/>
            <p:nvPr/>
          </p:nvSpPr>
          <p:spPr>
            <a:xfrm>
              <a:off x="11245323" y="8386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t3882"/>
            <p:cNvSpPr/>
            <p:nvPr/>
          </p:nvSpPr>
          <p:spPr>
            <a:xfrm>
              <a:off x="11382098" y="8451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t3883"/>
            <p:cNvSpPr/>
            <p:nvPr/>
          </p:nvSpPr>
          <p:spPr>
            <a:xfrm>
              <a:off x="11505105" y="8440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t3884"/>
            <p:cNvSpPr/>
            <p:nvPr/>
          </p:nvSpPr>
          <p:spPr>
            <a:xfrm>
              <a:off x="11042525" y="8407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t3885"/>
            <p:cNvSpPr/>
            <p:nvPr/>
          </p:nvSpPr>
          <p:spPr>
            <a:xfrm>
              <a:off x="11042525" y="8425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t3886"/>
            <p:cNvSpPr/>
            <p:nvPr/>
          </p:nvSpPr>
          <p:spPr>
            <a:xfrm>
              <a:off x="11042525" y="7532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t3887"/>
            <p:cNvSpPr/>
            <p:nvPr/>
          </p:nvSpPr>
          <p:spPr>
            <a:xfrm>
              <a:off x="11118310" y="7539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t3888"/>
            <p:cNvSpPr/>
            <p:nvPr/>
          </p:nvSpPr>
          <p:spPr>
            <a:xfrm>
              <a:off x="11042525" y="8409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t3889"/>
            <p:cNvSpPr/>
            <p:nvPr/>
          </p:nvSpPr>
          <p:spPr>
            <a:xfrm>
              <a:off x="11042525" y="7983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t3890"/>
            <p:cNvSpPr/>
            <p:nvPr/>
          </p:nvSpPr>
          <p:spPr>
            <a:xfrm>
              <a:off x="11042525" y="8070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t3891"/>
            <p:cNvSpPr/>
            <p:nvPr/>
          </p:nvSpPr>
          <p:spPr>
            <a:xfrm>
              <a:off x="11445035" y="8387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t3892"/>
            <p:cNvSpPr/>
            <p:nvPr/>
          </p:nvSpPr>
          <p:spPr>
            <a:xfrm>
              <a:off x="11042525" y="7831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t3893"/>
            <p:cNvSpPr/>
            <p:nvPr/>
          </p:nvSpPr>
          <p:spPr>
            <a:xfrm>
              <a:off x="11109877" y="7727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t3894"/>
            <p:cNvSpPr/>
            <p:nvPr/>
          </p:nvSpPr>
          <p:spPr>
            <a:xfrm>
              <a:off x="11176221" y="7717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t3895"/>
            <p:cNvSpPr/>
            <p:nvPr/>
          </p:nvSpPr>
          <p:spPr>
            <a:xfrm>
              <a:off x="11412490" y="7818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t3896"/>
            <p:cNvSpPr/>
            <p:nvPr/>
          </p:nvSpPr>
          <p:spPr>
            <a:xfrm>
              <a:off x="11042525" y="7915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t3897"/>
            <p:cNvSpPr/>
            <p:nvPr/>
          </p:nvSpPr>
          <p:spPr>
            <a:xfrm>
              <a:off x="11042525" y="8403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t3898"/>
            <p:cNvSpPr/>
            <p:nvPr/>
          </p:nvSpPr>
          <p:spPr>
            <a:xfrm>
              <a:off x="11042525" y="8031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t3899"/>
            <p:cNvSpPr/>
            <p:nvPr/>
          </p:nvSpPr>
          <p:spPr>
            <a:xfrm>
              <a:off x="11042525" y="8026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t3900"/>
            <p:cNvSpPr/>
            <p:nvPr/>
          </p:nvSpPr>
          <p:spPr>
            <a:xfrm>
              <a:off x="11231293" y="8039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t3901"/>
            <p:cNvSpPr/>
            <p:nvPr/>
          </p:nvSpPr>
          <p:spPr>
            <a:xfrm>
              <a:off x="11312453" y="8092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t3902"/>
            <p:cNvSpPr/>
            <p:nvPr/>
          </p:nvSpPr>
          <p:spPr>
            <a:xfrm>
              <a:off x="11373322" y="8056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t3903"/>
            <p:cNvSpPr/>
            <p:nvPr/>
          </p:nvSpPr>
          <p:spPr>
            <a:xfrm>
              <a:off x="11042525" y="8314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t3904"/>
            <p:cNvSpPr/>
            <p:nvPr/>
          </p:nvSpPr>
          <p:spPr>
            <a:xfrm>
              <a:off x="11251402" y="8255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t3905"/>
            <p:cNvSpPr/>
            <p:nvPr/>
          </p:nvSpPr>
          <p:spPr>
            <a:xfrm>
              <a:off x="11465895" y="7973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t3906"/>
            <p:cNvSpPr/>
            <p:nvPr/>
          </p:nvSpPr>
          <p:spPr>
            <a:xfrm>
              <a:off x="11042525" y="8393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t3907"/>
            <p:cNvSpPr/>
            <p:nvPr/>
          </p:nvSpPr>
          <p:spPr>
            <a:xfrm>
              <a:off x="11042525" y="76206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t3908"/>
            <p:cNvSpPr/>
            <p:nvPr/>
          </p:nvSpPr>
          <p:spPr>
            <a:xfrm>
              <a:off x="11042525" y="7965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9" name="pt3909"/>
            <p:cNvSpPr/>
            <p:nvPr/>
          </p:nvSpPr>
          <p:spPr>
            <a:xfrm>
              <a:off x="11118569" y="7998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pt3910"/>
            <p:cNvSpPr/>
            <p:nvPr/>
          </p:nvSpPr>
          <p:spPr>
            <a:xfrm>
              <a:off x="11184511" y="8090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1" name="pt3911"/>
            <p:cNvSpPr/>
            <p:nvPr/>
          </p:nvSpPr>
          <p:spPr>
            <a:xfrm>
              <a:off x="11042525" y="7304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2" name="pt3912"/>
            <p:cNvSpPr/>
            <p:nvPr/>
          </p:nvSpPr>
          <p:spPr>
            <a:xfrm>
              <a:off x="11114626" y="7374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3" name="pt3913"/>
            <p:cNvSpPr/>
            <p:nvPr/>
          </p:nvSpPr>
          <p:spPr>
            <a:xfrm>
              <a:off x="11182979" y="7371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4" name="pt3914"/>
            <p:cNvSpPr/>
            <p:nvPr/>
          </p:nvSpPr>
          <p:spPr>
            <a:xfrm>
              <a:off x="11042525" y="8287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5" name="pt3915"/>
            <p:cNvSpPr/>
            <p:nvPr/>
          </p:nvSpPr>
          <p:spPr>
            <a:xfrm>
              <a:off x="11101123" y="8274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6" name="pt3916"/>
            <p:cNvSpPr/>
            <p:nvPr/>
          </p:nvSpPr>
          <p:spPr>
            <a:xfrm>
              <a:off x="11190978" y="8247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7" name="pt3917"/>
            <p:cNvSpPr/>
            <p:nvPr/>
          </p:nvSpPr>
          <p:spPr>
            <a:xfrm>
              <a:off x="11388804" y="8169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8" name="pt3918"/>
            <p:cNvSpPr/>
            <p:nvPr/>
          </p:nvSpPr>
          <p:spPr>
            <a:xfrm>
              <a:off x="11517971" y="8026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9" name="pt3919"/>
            <p:cNvSpPr/>
            <p:nvPr/>
          </p:nvSpPr>
          <p:spPr>
            <a:xfrm>
              <a:off x="11042525" y="8409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0" name="pt3920"/>
            <p:cNvSpPr/>
            <p:nvPr/>
          </p:nvSpPr>
          <p:spPr>
            <a:xfrm>
              <a:off x="11042525" y="8417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1" name="pt3921"/>
            <p:cNvSpPr/>
            <p:nvPr/>
          </p:nvSpPr>
          <p:spPr>
            <a:xfrm>
              <a:off x="11042525" y="8245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2" name="pt3922"/>
            <p:cNvSpPr/>
            <p:nvPr/>
          </p:nvSpPr>
          <p:spPr>
            <a:xfrm>
              <a:off x="11175858" y="8028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3" name="pt3923"/>
            <p:cNvSpPr/>
            <p:nvPr/>
          </p:nvSpPr>
          <p:spPr>
            <a:xfrm>
              <a:off x="11042525" y="8344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4" name="pt3924"/>
            <p:cNvSpPr/>
            <p:nvPr/>
          </p:nvSpPr>
          <p:spPr>
            <a:xfrm>
              <a:off x="11042525" y="8335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5" name="pt3925"/>
            <p:cNvSpPr/>
            <p:nvPr/>
          </p:nvSpPr>
          <p:spPr>
            <a:xfrm>
              <a:off x="11252883" y="8403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6" name="pt3926"/>
            <p:cNvSpPr/>
            <p:nvPr/>
          </p:nvSpPr>
          <p:spPr>
            <a:xfrm>
              <a:off x="11042525" y="8431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7" name="pt3927"/>
            <p:cNvSpPr/>
            <p:nvPr/>
          </p:nvSpPr>
          <p:spPr>
            <a:xfrm>
              <a:off x="11335641" y="8377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8" name="pt3928"/>
            <p:cNvSpPr/>
            <p:nvPr/>
          </p:nvSpPr>
          <p:spPr>
            <a:xfrm>
              <a:off x="11042525" y="8266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9" name="pt3929"/>
            <p:cNvSpPr/>
            <p:nvPr/>
          </p:nvSpPr>
          <p:spPr>
            <a:xfrm>
              <a:off x="11042525" y="8353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0" name="pt3930"/>
            <p:cNvSpPr/>
            <p:nvPr/>
          </p:nvSpPr>
          <p:spPr>
            <a:xfrm>
              <a:off x="11192163" y="8252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pt3931"/>
            <p:cNvSpPr/>
            <p:nvPr/>
          </p:nvSpPr>
          <p:spPr>
            <a:xfrm>
              <a:off x="11321837" y="8316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2" name="pt3932"/>
            <p:cNvSpPr/>
            <p:nvPr/>
          </p:nvSpPr>
          <p:spPr>
            <a:xfrm>
              <a:off x="11042525" y="8430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3" name="pt3933"/>
            <p:cNvSpPr/>
            <p:nvPr/>
          </p:nvSpPr>
          <p:spPr>
            <a:xfrm>
              <a:off x="11176402" y="8427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4" name="pt3934"/>
            <p:cNvSpPr/>
            <p:nvPr/>
          </p:nvSpPr>
          <p:spPr>
            <a:xfrm>
              <a:off x="11042525" y="8428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5" name="pt3935"/>
            <p:cNvSpPr/>
            <p:nvPr/>
          </p:nvSpPr>
          <p:spPr>
            <a:xfrm>
              <a:off x="11245424" y="8416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6" name="pt3936"/>
            <p:cNvSpPr/>
            <p:nvPr/>
          </p:nvSpPr>
          <p:spPr>
            <a:xfrm>
              <a:off x="11042525" y="8239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7" name="pt3937"/>
            <p:cNvSpPr/>
            <p:nvPr/>
          </p:nvSpPr>
          <p:spPr>
            <a:xfrm>
              <a:off x="11042525" y="8326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8" name="pt3938"/>
            <p:cNvSpPr/>
            <p:nvPr/>
          </p:nvSpPr>
          <p:spPr>
            <a:xfrm>
              <a:off x="11042525" y="8327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9" name="pt3939"/>
            <p:cNvSpPr/>
            <p:nvPr/>
          </p:nvSpPr>
          <p:spPr>
            <a:xfrm>
              <a:off x="11042525" y="8332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0" name="pt3940"/>
            <p:cNvSpPr/>
            <p:nvPr/>
          </p:nvSpPr>
          <p:spPr>
            <a:xfrm>
              <a:off x="11042525" y="7763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1" name="pt3941"/>
            <p:cNvSpPr/>
            <p:nvPr/>
          </p:nvSpPr>
          <p:spPr>
            <a:xfrm>
              <a:off x="11113902" y="7721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2" name="pt3942"/>
            <p:cNvSpPr/>
            <p:nvPr/>
          </p:nvSpPr>
          <p:spPr>
            <a:xfrm>
              <a:off x="11177126" y="7680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3" name="pt3943"/>
            <p:cNvSpPr/>
            <p:nvPr/>
          </p:nvSpPr>
          <p:spPr>
            <a:xfrm>
              <a:off x="11042525" y="8358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t3944"/>
            <p:cNvSpPr/>
            <p:nvPr/>
          </p:nvSpPr>
          <p:spPr>
            <a:xfrm>
              <a:off x="11193401" y="8376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t3945"/>
            <p:cNvSpPr/>
            <p:nvPr/>
          </p:nvSpPr>
          <p:spPr>
            <a:xfrm>
              <a:off x="11307380" y="8401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t3946"/>
            <p:cNvSpPr/>
            <p:nvPr/>
          </p:nvSpPr>
          <p:spPr>
            <a:xfrm>
              <a:off x="11440532" y="8379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t3947"/>
            <p:cNvSpPr/>
            <p:nvPr/>
          </p:nvSpPr>
          <p:spPr>
            <a:xfrm>
              <a:off x="11042525" y="8054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t3948"/>
            <p:cNvSpPr/>
            <p:nvPr/>
          </p:nvSpPr>
          <p:spPr>
            <a:xfrm>
              <a:off x="11125677" y="8064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t3949"/>
            <p:cNvSpPr/>
            <p:nvPr/>
          </p:nvSpPr>
          <p:spPr>
            <a:xfrm>
              <a:off x="11042525" y="8423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t3950"/>
            <p:cNvSpPr/>
            <p:nvPr/>
          </p:nvSpPr>
          <p:spPr>
            <a:xfrm>
              <a:off x="11221238" y="8392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t3951"/>
            <p:cNvSpPr/>
            <p:nvPr/>
          </p:nvSpPr>
          <p:spPr>
            <a:xfrm>
              <a:off x="11309916" y="8401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t3952"/>
            <p:cNvSpPr/>
            <p:nvPr/>
          </p:nvSpPr>
          <p:spPr>
            <a:xfrm>
              <a:off x="11441801" y="8361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t3953"/>
            <p:cNvSpPr/>
            <p:nvPr/>
          </p:nvSpPr>
          <p:spPr>
            <a:xfrm>
              <a:off x="11568431" y="8308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pt3954"/>
            <p:cNvSpPr/>
            <p:nvPr/>
          </p:nvSpPr>
          <p:spPr>
            <a:xfrm>
              <a:off x="11042525" y="8416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5" name="pt3955"/>
            <p:cNvSpPr/>
            <p:nvPr/>
          </p:nvSpPr>
          <p:spPr>
            <a:xfrm>
              <a:off x="11042525" y="8180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t3956"/>
            <p:cNvSpPr/>
            <p:nvPr/>
          </p:nvSpPr>
          <p:spPr>
            <a:xfrm>
              <a:off x="11248237" y="8140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t3957"/>
            <p:cNvSpPr/>
            <p:nvPr/>
          </p:nvSpPr>
          <p:spPr>
            <a:xfrm>
              <a:off x="11199771" y="7730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t3958"/>
            <p:cNvSpPr/>
            <p:nvPr/>
          </p:nvSpPr>
          <p:spPr>
            <a:xfrm>
              <a:off x="11307380" y="7687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t3959"/>
            <p:cNvSpPr/>
            <p:nvPr/>
          </p:nvSpPr>
          <p:spPr>
            <a:xfrm>
              <a:off x="11042525" y="8166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t3960"/>
            <p:cNvSpPr/>
            <p:nvPr/>
          </p:nvSpPr>
          <p:spPr>
            <a:xfrm>
              <a:off x="11180759" y="8153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t3961"/>
            <p:cNvSpPr/>
            <p:nvPr/>
          </p:nvSpPr>
          <p:spPr>
            <a:xfrm>
              <a:off x="11242706" y="8196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t3962"/>
            <p:cNvSpPr/>
            <p:nvPr/>
          </p:nvSpPr>
          <p:spPr>
            <a:xfrm>
              <a:off x="11322598" y="8228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t3963"/>
            <p:cNvSpPr/>
            <p:nvPr/>
          </p:nvSpPr>
          <p:spPr>
            <a:xfrm>
              <a:off x="11042525" y="8379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t3964"/>
            <p:cNvSpPr/>
            <p:nvPr/>
          </p:nvSpPr>
          <p:spPr>
            <a:xfrm>
              <a:off x="11313721" y="8345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t3965"/>
            <p:cNvSpPr/>
            <p:nvPr/>
          </p:nvSpPr>
          <p:spPr>
            <a:xfrm>
              <a:off x="11454482" y="8356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t3966"/>
            <p:cNvSpPr/>
            <p:nvPr/>
          </p:nvSpPr>
          <p:spPr>
            <a:xfrm>
              <a:off x="11599772" y="8228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t3967"/>
            <p:cNvSpPr/>
            <p:nvPr/>
          </p:nvSpPr>
          <p:spPr>
            <a:xfrm>
              <a:off x="11042525" y="8432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t3968"/>
            <p:cNvSpPr/>
            <p:nvPr/>
          </p:nvSpPr>
          <p:spPr>
            <a:xfrm>
              <a:off x="11265532" y="8350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t3969"/>
            <p:cNvSpPr/>
            <p:nvPr/>
          </p:nvSpPr>
          <p:spPr>
            <a:xfrm>
              <a:off x="11042525" y="8382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t3970"/>
            <p:cNvSpPr/>
            <p:nvPr/>
          </p:nvSpPr>
          <p:spPr>
            <a:xfrm>
              <a:off x="11192163" y="8366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t3971"/>
            <p:cNvSpPr/>
            <p:nvPr/>
          </p:nvSpPr>
          <p:spPr>
            <a:xfrm>
              <a:off x="11042525" y="8030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t3972"/>
            <p:cNvSpPr/>
            <p:nvPr/>
          </p:nvSpPr>
          <p:spPr>
            <a:xfrm>
              <a:off x="11114960" y="8071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t3973"/>
            <p:cNvSpPr/>
            <p:nvPr/>
          </p:nvSpPr>
          <p:spPr>
            <a:xfrm>
              <a:off x="11183286" y="8093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t3974"/>
            <p:cNvSpPr/>
            <p:nvPr/>
          </p:nvSpPr>
          <p:spPr>
            <a:xfrm>
              <a:off x="11184554" y="7807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t3975"/>
            <p:cNvSpPr/>
            <p:nvPr/>
          </p:nvSpPr>
          <p:spPr>
            <a:xfrm>
              <a:off x="11042525" y="8139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t3976"/>
            <p:cNvSpPr/>
            <p:nvPr/>
          </p:nvSpPr>
          <p:spPr>
            <a:xfrm>
              <a:off x="11042525" y="8304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t3977"/>
            <p:cNvSpPr/>
            <p:nvPr/>
          </p:nvSpPr>
          <p:spPr>
            <a:xfrm>
              <a:off x="11042525" y="7745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t3978"/>
            <p:cNvSpPr/>
            <p:nvPr/>
          </p:nvSpPr>
          <p:spPr>
            <a:xfrm>
              <a:off x="11108467" y="7571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t3979"/>
            <p:cNvSpPr/>
            <p:nvPr/>
          </p:nvSpPr>
          <p:spPr>
            <a:xfrm>
              <a:off x="11176851" y="7512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t3980"/>
            <p:cNvSpPr/>
            <p:nvPr/>
          </p:nvSpPr>
          <p:spPr>
            <a:xfrm>
              <a:off x="11245424" y="7585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t3981"/>
            <p:cNvSpPr/>
            <p:nvPr/>
          </p:nvSpPr>
          <p:spPr>
            <a:xfrm>
              <a:off x="11321329" y="7600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t3982"/>
            <p:cNvSpPr/>
            <p:nvPr/>
          </p:nvSpPr>
          <p:spPr>
            <a:xfrm>
              <a:off x="11042525" y="8418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t3983"/>
            <p:cNvSpPr/>
            <p:nvPr/>
          </p:nvSpPr>
          <p:spPr>
            <a:xfrm>
              <a:off x="11115532" y="8405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t3984"/>
            <p:cNvSpPr/>
            <p:nvPr/>
          </p:nvSpPr>
          <p:spPr>
            <a:xfrm>
              <a:off x="11174409" y="8415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t3985"/>
            <p:cNvSpPr/>
            <p:nvPr/>
          </p:nvSpPr>
          <p:spPr>
            <a:xfrm>
              <a:off x="11253576" y="8393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t3986"/>
            <p:cNvSpPr/>
            <p:nvPr/>
          </p:nvSpPr>
          <p:spPr>
            <a:xfrm>
              <a:off x="11317344" y="8367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t3987"/>
            <p:cNvSpPr/>
            <p:nvPr/>
          </p:nvSpPr>
          <p:spPr>
            <a:xfrm>
              <a:off x="11506125" y="8264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t3988"/>
            <p:cNvSpPr/>
            <p:nvPr/>
          </p:nvSpPr>
          <p:spPr>
            <a:xfrm>
              <a:off x="11633105" y="8249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t3989"/>
            <p:cNvSpPr/>
            <p:nvPr/>
          </p:nvSpPr>
          <p:spPr>
            <a:xfrm>
              <a:off x="11714250" y="8116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t3990"/>
            <p:cNvSpPr/>
            <p:nvPr/>
          </p:nvSpPr>
          <p:spPr>
            <a:xfrm>
              <a:off x="11042525" y="7467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t3991"/>
            <p:cNvSpPr/>
            <p:nvPr/>
          </p:nvSpPr>
          <p:spPr>
            <a:xfrm>
              <a:off x="11111003" y="7448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t3992"/>
            <p:cNvSpPr/>
            <p:nvPr/>
          </p:nvSpPr>
          <p:spPr>
            <a:xfrm>
              <a:off x="11197092" y="7283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t3993"/>
            <p:cNvSpPr/>
            <p:nvPr/>
          </p:nvSpPr>
          <p:spPr>
            <a:xfrm>
              <a:off x="11263177" y="7483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t3994"/>
            <p:cNvSpPr/>
            <p:nvPr/>
          </p:nvSpPr>
          <p:spPr>
            <a:xfrm>
              <a:off x="11331474" y="7990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t3995"/>
            <p:cNvSpPr/>
            <p:nvPr/>
          </p:nvSpPr>
          <p:spPr>
            <a:xfrm>
              <a:off x="11042525" y="8033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t3996"/>
            <p:cNvSpPr/>
            <p:nvPr/>
          </p:nvSpPr>
          <p:spPr>
            <a:xfrm>
              <a:off x="11110460" y="8154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t3997"/>
            <p:cNvSpPr/>
            <p:nvPr/>
          </p:nvSpPr>
          <p:spPr>
            <a:xfrm>
              <a:off x="11245242" y="8119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t3998"/>
            <p:cNvSpPr/>
            <p:nvPr/>
          </p:nvSpPr>
          <p:spPr>
            <a:xfrm>
              <a:off x="11308467" y="8135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t3999"/>
            <p:cNvSpPr/>
            <p:nvPr/>
          </p:nvSpPr>
          <p:spPr>
            <a:xfrm>
              <a:off x="11042525" y="8140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t4000"/>
            <p:cNvSpPr/>
            <p:nvPr/>
          </p:nvSpPr>
          <p:spPr>
            <a:xfrm>
              <a:off x="11042525" y="7838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t4001"/>
            <p:cNvSpPr/>
            <p:nvPr/>
          </p:nvSpPr>
          <p:spPr>
            <a:xfrm>
              <a:off x="11110947" y="7806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t4002"/>
            <p:cNvSpPr/>
            <p:nvPr/>
          </p:nvSpPr>
          <p:spPr>
            <a:xfrm>
              <a:off x="11042525" y="8332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t4003"/>
            <p:cNvSpPr/>
            <p:nvPr/>
          </p:nvSpPr>
          <p:spPr>
            <a:xfrm>
              <a:off x="11042525" y="7786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t4004"/>
            <p:cNvSpPr/>
            <p:nvPr/>
          </p:nvSpPr>
          <p:spPr>
            <a:xfrm>
              <a:off x="11110773" y="7987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t4005"/>
            <p:cNvSpPr/>
            <p:nvPr/>
          </p:nvSpPr>
          <p:spPr>
            <a:xfrm>
              <a:off x="11042525" y="7722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t4006"/>
            <p:cNvSpPr/>
            <p:nvPr/>
          </p:nvSpPr>
          <p:spPr>
            <a:xfrm>
              <a:off x="11042525" y="8275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t4007"/>
            <p:cNvSpPr/>
            <p:nvPr/>
          </p:nvSpPr>
          <p:spPr>
            <a:xfrm>
              <a:off x="11170150" y="8179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t4008"/>
            <p:cNvSpPr/>
            <p:nvPr/>
          </p:nvSpPr>
          <p:spPr>
            <a:xfrm>
              <a:off x="11042525" y="8418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t4009"/>
            <p:cNvSpPr/>
            <p:nvPr/>
          </p:nvSpPr>
          <p:spPr>
            <a:xfrm>
              <a:off x="11205931" y="8423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t4010"/>
            <p:cNvSpPr/>
            <p:nvPr/>
          </p:nvSpPr>
          <p:spPr>
            <a:xfrm>
              <a:off x="11042525" y="8392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t4011"/>
            <p:cNvSpPr/>
            <p:nvPr/>
          </p:nvSpPr>
          <p:spPr>
            <a:xfrm>
              <a:off x="11241438" y="8362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t4012"/>
            <p:cNvSpPr/>
            <p:nvPr/>
          </p:nvSpPr>
          <p:spPr>
            <a:xfrm>
              <a:off x="11042525" y="8324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t4013"/>
            <p:cNvSpPr/>
            <p:nvPr/>
          </p:nvSpPr>
          <p:spPr>
            <a:xfrm>
              <a:off x="11042525" y="8423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t4014"/>
            <p:cNvSpPr/>
            <p:nvPr/>
          </p:nvSpPr>
          <p:spPr>
            <a:xfrm>
              <a:off x="11042525" y="8011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t4015"/>
            <p:cNvSpPr/>
            <p:nvPr/>
          </p:nvSpPr>
          <p:spPr>
            <a:xfrm>
              <a:off x="11111135" y="7988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t4016"/>
            <p:cNvSpPr/>
            <p:nvPr/>
          </p:nvSpPr>
          <p:spPr>
            <a:xfrm>
              <a:off x="11139626" y="8424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t4017"/>
            <p:cNvSpPr/>
            <p:nvPr/>
          </p:nvSpPr>
          <p:spPr>
            <a:xfrm>
              <a:off x="11307380" y="8430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t4018"/>
            <p:cNvSpPr/>
            <p:nvPr/>
          </p:nvSpPr>
          <p:spPr>
            <a:xfrm>
              <a:off x="11042525" y="8210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t4019"/>
            <p:cNvSpPr/>
            <p:nvPr/>
          </p:nvSpPr>
          <p:spPr>
            <a:xfrm>
              <a:off x="11109916" y="81869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t4020"/>
            <p:cNvSpPr/>
            <p:nvPr/>
          </p:nvSpPr>
          <p:spPr>
            <a:xfrm>
              <a:off x="11185812" y="8191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t4021"/>
            <p:cNvSpPr/>
            <p:nvPr/>
          </p:nvSpPr>
          <p:spPr>
            <a:xfrm>
              <a:off x="11042525" y="8098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t4022"/>
            <p:cNvSpPr/>
            <p:nvPr/>
          </p:nvSpPr>
          <p:spPr>
            <a:xfrm>
              <a:off x="11042525" y="8253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t4023"/>
            <p:cNvSpPr/>
            <p:nvPr/>
          </p:nvSpPr>
          <p:spPr>
            <a:xfrm>
              <a:off x="11042525" y="7917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t4024"/>
            <p:cNvSpPr/>
            <p:nvPr/>
          </p:nvSpPr>
          <p:spPr>
            <a:xfrm>
              <a:off x="11122031" y="7990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t4025"/>
            <p:cNvSpPr/>
            <p:nvPr/>
          </p:nvSpPr>
          <p:spPr>
            <a:xfrm>
              <a:off x="11042525" y="7901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t4026"/>
            <p:cNvSpPr/>
            <p:nvPr/>
          </p:nvSpPr>
          <p:spPr>
            <a:xfrm>
              <a:off x="11111365" y="7697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t4027"/>
            <p:cNvSpPr/>
            <p:nvPr/>
          </p:nvSpPr>
          <p:spPr>
            <a:xfrm>
              <a:off x="11178576" y="7672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t4028"/>
            <p:cNvSpPr/>
            <p:nvPr/>
          </p:nvSpPr>
          <p:spPr>
            <a:xfrm>
              <a:off x="11042525" y="8431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t4029"/>
            <p:cNvSpPr/>
            <p:nvPr/>
          </p:nvSpPr>
          <p:spPr>
            <a:xfrm>
              <a:off x="11242869" y="8368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t4030"/>
            <p:cNvSpPr/>
            <p:nvPr/>
          </p:nvSpPr>
          <p:spPr>
            <a:xfrm>
              <a:off x="11042525" y="8428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t4031"/>
            <p:cNvSpPr/>
            <p:nvPr/>
          </p:nvSpPr>
          <p:spPr>
            <a:xfrm>
              <a:off x="11042525" y="8348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t4032"/>
            <p:cNvSpPr/>
            <p:nvPr/>
          </p:nvSpPr>
          <p:spPr>
            <a:xfrm>
              <a:off x="11042525" y="8281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t4033"/>
            <p:cNvSpPr/>
            <p:nvPr/>
          </p:nvSpPr>
          <p:spPr>
            <a:xfrm>
              <a:off x="11102628" y="8254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t4034"/>
            <p:cNvSpPr/>
            <p:nvPr/>
          </p:nvSpPr>
          <p:spPr>
            <a:xfrm>
              <a:off x="11185236" y="8306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t4035"/>
            <p:cNvSpPr/>
            <p:nvPr/>
          </p:nvSpPr>
          <p:spPr>
            <a:xfrm>
              <a:off x="11529119" y="8381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t4036"/>
            <p:cNvSpPr/>
            <p:nvPr/>
          </p:nvSpPr>
          <p:spPr>
            <a:xfrm>
              <a:off x="11198503" y="8043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t4037"/>
            <p:cNvSpPr/>
            <p:nvPr/>
          </p:nvSpPr>
          <p:spPr>
            <a:xfrm>
              <a:off x="11318793" y="8100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t4038"/>
            <p:cNvSpPr/>
            <p:nvPr/>
          </p:nvSpPr>
          <p:spPr>
            <a:xfrm>
              <a:off x="11387271" y="8182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t4039"/>
            <p:cNvSpPr/>
            <p:nvPr/>
          </p:nvSpPr>
          <p:spPr>
            <a:xfrm>
              <a:off x="11042525" y="8385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t4040"/>
            <p:cNvSpPr/>
            <p:nvPr/>
          </p:nvSpPr>
          <p:spPr>
            <a:xfrm>
              <a:off x="11042525" y="8419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t4041"/>
            <p:cNvSpPr/>
            <p:nvPr/>
          </p:nvSpPr>
          <p:spPr>
            <a:xfrm>
              <a:off x="11241619" y="8424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t4042"/>
            <p:cNvSpPr/>
            <p:nvPr/>
          </p:nvSpPr>
          <p:spPr>
            <a:xfrm>
              <a:off x="11832743" y="8399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t4043"/>
            <p:cNvSpPr/>
            <p:nvPr/>
          </p:nvSpPr>
          <p:spPr>
            <a:xfrm>
              <a:off x="11042525" y="8332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t4044"/>
            <p:cNvSpPr/>
            <p:nvPr/>
          </p:nvSpPr>
          <p:spPr>
            <a:xfrm>
              <a:off x="11042525" y="8173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t4045"/>
            <p:cNvSpPr/>
            <p:nvPr/>
          </p:nvSpPr>
          <p:spPr>
            <a:xfrm>
              <a:off x="11117344" y="8075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t4046"/>
            <p:cNvSpPr/>
            <p:nvPr/>
          </p:nvSpPr>
          <p:spPr>
            <a:xfrm>
              <a:off x="11239502" y="8002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t4047"/>
            <p:cNvSpPr/>
            <p:nvPr/>
          </p:nvSpPr>
          <p:spPr>
            <a:xfrm>
              <a:off x="11042525" y="8296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t4048"/>
            <p:cNvSpPr/>
            <p:nvPr/>
          </p:nvSpPr>
          <p:spPr>
            <a:xfrm>
              <a:off x="11042525" y="8230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t4049"/>
            <p:cNvSpPr/>
            <p:nvPr/>
          </p:nvSpPr>
          <p:spPr>
            <a:xfrm>
              <a:off x="11184286" y="8138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t4050"/>
            <p:cNvSpPr/>
            <p:nvPr/>
          </p:nvSpPr>
          <p:spPr>
            <a:xfrm>
              <a:off x="11309728" y="8002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t4051"/>
            <p:cNvSpPr/>
            <p:nvPr/>
          </p:nvSpPr>
          <p:spPr>
            <a:xfrm>
              <a:off x="11384649" y="8176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t4052"/>
            <p:cNvSpPr/>
            <p:nvPr/>
          </p:nvSpPr>
          <p:spPr>
            <a:xfrm>
              <a:off x="11042525" y="8179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t4053"/>
            <p:cNvSpPr/>
            <p:nvPr/>
          </p:nvSpPr>
          <p:spPr>
            <a:xfrm>
              <a:off x="11042525" y="8293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t4054"/>
            <p:cNvSpPr/>
            <p:nvPr/>
          </p:nvSpPr>
          <p:spPr>
            <a:xfrm>
              <a:off x="11042525" y="8018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t4055"/>
            <p:cNvSpPr/>
            <p:nvPr/>
          </p:nvSpPr>
          <p:spPr>
            <a:xfrm>
              <a:off x="11112146" y="7817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t4056"/>
            <p:cNvSpPr/>
            <p:nvPr/>
          </p:nvSpPr>
          <p:spPr>
            <a:xfrm>
              <a:off x="11042525" y="8349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t4057"/>
            <p:cNvSpPr/>
            <p:nvPr/>
          </p:nvSpPr>
          <p:spPr>
            <a:xfrm>
              <a:off x="11121141" y="8311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t4058"/>
            <p:cNvSpPr/>
            <p:nvPr/>
          </p:nvSpPr>
          <p:spPr>
            <a:xfrm>
              <a:off x="11042525" y="8393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t4059"/>
            <p:cNvSpPr/>
            <p:nvPr/>
          </p:nvSpPr>
          <p:spPr>
            <a:xfrm>
              <a:off x="11197072" y="8330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t4060"/>
            <p:cNvSpPr/>
            <p:nvPr/>
          </p:nvSpPr>
          <p:spPr>
            <a:xfrm>
              <a:off x="11042525" y="8420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t4061"/>
            <p:cNvSpPr/>
            <p:nvPr/>
          </p:nvSpPr>
          <p:spPr>
            <a:xfrm>
              <a:off x="11042525" y="8224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t4062"/>
            <p:cNvSpPr/>
            <p:nvPr/>
          </p:nvSpPr>
          <p:spPr>
            <a:xfrm>
              <a:off x="11117010" y="8036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t4063"/>
            <p:cNvSpPr/>
            <p:nvPr/>
          </p:nvSpPr>
          <p:spPr>
            <a:xfrm>
              <a:off x="11042525" y="7955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t4064"/>
            <p:cNvSpPr/>
            <p:nvPr/>
          </p:nvSpPr>
          <p:spPr>
            <a:xfrm>
              <a:off x="11042525" y="8049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t4065"/>
            <p:cNvSpPr/>
            <p:nvPr/>
          </p:nvSpPr>
          <p:spPr>
            <a:xfrm>
              <a:off x="11117244" y="8120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t4066"/>
            <p:cNvSpPr/>
            <p:nvPr/>
          </p:nvSpPr>
          <p:spPr>
            <a:xfrm>
              <a:off x="11042525" y="8292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t4067"/>
            <p:cNvSpPr/>
            <p:nvPr/>
          </p:nvSpPr>
          <p:spPr>
            <a:xfrm>
              <a:off x="11042525" y="7969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t4068"/>
            <p:cNvSpPr/>
            <p:nvPr/>
          </p:nvSpPr>
          <p:spPr>
            <a:xfrm>
              <a:off x="11042525" y="8091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t4069"/>
            <p:cNvSpPr/>
            <p:nvPr/>
          </p:nvSpPr>
          <p:spPr>
            <a:xfrm>
              <a:off x="11120911" y="7997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t4070"/>
            <p:cNvSpPr/>
            <p:nvPr/>
          </p:nvSpPr>
          <p:spPr>
            <a:xfrm>
              <a:off x="11195967" y="7985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t4071"/>
            <p:cNvSpPr/>
            <p:nvPr/>
          </p:nvSpPr>
          <p:spPr>
            <a:xfrm>
              <a:off x="11324047" y="8054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t4072"/>
            <p:cNvSpPr/>
            <p:nvPr/>
          </p:nvSpPr>
          <p:spPr>
            <a:xfrm>
              <a:off x="11042525" y="8431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t4073"/>
            <p:cNvSpPr/>
            <p:nvPr/>
          </p:nvSpPr>
          <p:spPr>
            <a:xfrm>
              <a:off x="11042525" y="8416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t4074"/>
            <p:cNvSpPr/>
            <p:nvPr/>
          </p:nvSpPr>
          <p:spPr>
            <a:xfrm>
              <a:off x="11188539" y="8454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t4075"/>
            <p:cNvSpPr/>
            <p:nvPr/>
          </p:nvSpPr>
          <p:spPr>
            <a:xfrm>
              <a:off x="11381019" y="8463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t4076"/>
            <p:cNvSpPr/>
            <p:nvPr/>
          </p:nvSpPr>
          <p:spPr>
            <a:xfrm>
              <a:off x="11042525" y="8324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t4077"/>
            <p:cNvSpPr/>
            <p:nvPr/>
          </p:nvSpPr>
          <p:spPr>
            <a:xfrm>
              <a:off x="11042525" y="8263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t4078"/>
            <p:cNvSpPr/>
            <p:nvPr/>
          </p:nvSpPr>
          <p:spPr>
            <a:xfrm>
              <a:off x="11042525" y="8264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t4079"/>
            <p:cNvSpPr/>
            <p:nvPr/>
          </p:nvSpPr>
          <p:spPr>
            <a:xfrm>
              <a:off x="11042525" y="8401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t4080"/>
            <p:cNvSpPr/>
            <p:nvPr/>
          </p:nvSpPr>
          <p:spPr>
            <a:xfrm>
              <a:off x="11209554" y="8388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t4081"/>
            <p:cNvSpPr/>
            <p:nvPr/>
          </p:nvSpPr>
          <p:spPr>
            <a:xfrm>
              <a:off x="11318793" y="8356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t4082"/>
            <p:cNvSpPr/>
            <p:nvPr/>
          </p:nvSpPr>
          <p:spPr>
            <a:xfrm>
              <a:off x="11449409" y="8364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t4083"/>
            <p:cNvSpPr/>
            <p:nvPr/>
          </p:nvSpPr>
          <p:spPr>
            <a:xfrm>
              <a:off x="11578214" y="8265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t4084"/>
            <p:cNvSpPr/>
            <p:nvPr/>
          </p:nvSpPr>
          <p:spPr>
            <a:xfrm>
              <a:off x="11705025" y="8164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t4085"/>
            <p:cNvSpPr/>
            <p:nvPr/>
          </p:nvSpPr>
          <p:spPr>
            <a:xfrm>
              <a:off x="11042525" y="7896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t4086"/>
            <p:cNvSpPr/>
            <p:nvPr/>
          </p:nvSpPr>
          <p:spPr>
            <a:xfrm>
              <a:off x="11042525" y="8093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t4087"/>
            <p:cNvSpPr/>
            <p:nvPr/>
          </p:nvSpPr>
          <p:spPr>
            <a:xfrm>
              <a:off x="11176071" y="8147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t4088"/>
            <p:cNvSpPr/>
            <p:nvPr/>
          </p:nvSpPr>
          <p:spPr>
            <a:xfrm>
              <a:off x="11042525" y="8313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t4089"/>
            <p:cNvSpPr/>
            <p:nvPr/>
          </p:nvSpPr>
          <p:spPr>
            <a:xfrm>
              <a:off x="11042525" y="8284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t4090"/>
            <p:cNvSpPr/>
            <p:nvPr/>
          </p:nvSpPr>
          <p:spPr>
            <a:xfrm>
              <a:off x="11109561" y="8258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t4091"/>
            <p:cNvSpPr/>
            <p:nvPr/>
          </p:nvSpPr>
          <p:spPr>
            <a:xfrm>
              <a:off x="11175503" y="8227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t4092"/>
            <p:cNvSpPr/>
            <p:nvPr/>
          </p:nvSpPr>
          <p:spPr>
            <a:xfrm>
              <a:off x="11042525" y="8353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t4093"/>
            <p:cNvSpPr/>
            <p:nvPr/>
          </p:nvSpPr>
          <p:spPr>
            <a:xfrm>
              <a:off x="11202126" y="8349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t4094"/>
            <p:cNvSpPr/>
            <p:nvPr/>
          </p:nvSpPr>
          <p:spPr>
            <a:xfrm>
              <a:off x="11042525" y="7878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t4095"/>
            <p:cNvSpPr/>
            <p:nvPr/>
          </p:nvSpPr>
          <p:spPr>
            <a:xfrm>
              <a:off x="11109321" y="7907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t4096"/>
            <p:cNvSpPr/>
            <p:nvPr/>
          </p:nvSpPr>
          <p:spPr>
            <a:xfrm>
              <a:off x="11042525" y="7491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pt4097"/>
            <p:cNvSpPr/>
            <p:nvPr/>
          </p:nvSpPr>
          <p:spPr>
            <a:xfrm>
              <a:off x="11240012" y="7359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8" name="pt4098"/>
            <p:cNvSpPr/>
            <p:nvPr/>
          </p:nvSpPr>
          <p:spPr>
            <a:xfrm>
              <a:off x="11042525" y="8245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9" name="pt4099"/>
            <p:cNvSpPr/>
            <p:nvPr/>
          </p:nvSpPr>
          <p:spPr>
            <a:xfrm>
              <a:off x="11167986" y="8221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0" name="pt4100"/>
            <p:cNvSpPr/>
            <p:nvPr/>
          </p:nvSpPr>
          <p:spPr>
            <a:xfrm>
              <a:off x="11042525" y="8426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1" name="pt4101"/>
            <p:cNvSpPr/>
            <p:nvPr/>
          </p:nvSpPr>
          <p:spPr>
            <a:xfrm>
              <a:off x="11116551" y="8467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t4102"/>
            <p:cNvSpPr/>
            <p:nvPr/>
          </p:nvSpPr>
          <p:spPr>
            <a:xfrm>
              <a:off x="11185641" y="8415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pt4103"/>
            <p:cNvSpPr/>
            <p:nvPr/>
          </p:nvSpPr>
          <p:spPr>
            <a:xfrm>
              <a:off x="11042525" y="8428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4" name="pt4104"/>
            <p:cNvSpPr/>
            <p:nvPr/>
          </p:nvSpPr>
          <p:spPr>
            <a:xfrm>
              <a:off x="11270605" y="8276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5" name="pt4105"/>
            <p:cNvSpPr/>
            <p:nvPr/>
          </p:nvSpPr>
          <p:spPr>
            <a:xfrm>
              <a:off x="11042525" y="8425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6" name="pt4106"/>
            <p:cNvSpPr/>
            <p:nvPr/>
          </p:nvSpPr>
          <p:spPr>
            <a:xfrm>
              <a:off x="11512996" y="8443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7" name="pt4107"/>
            <p:cNvSpPr/>
            <p:nvPr/>
          </p:nvSpPr>
          <p:spPr>
            <a:xfrm>
              <a:off x="11113902" y="8417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8" name="pt4108"/>
            <p:cNvSpPr/>
            <p:nvPr/>
          </p:nvSpPr>
          <p:spPr>
            <a:xfrm>
              <a:off x="11042525" y="8377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9" name="pt4109"/>
            <p:cNvSpPr/>
            <p:nvPr/>
          </p:nvSpPr>
          <p:spPr>
            <a:xfrm>
              <a:off x="11256655" y="8339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0" name="pt4110"/>
            <p:cNvSpPr/>
            <p:nvPr/>
          </p:nvSpPr>
          <p:spPr>
            <a:xfrm>
              <a:off x="11042525" y="7881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pt4111"/>
            <p:cNvSpPr/>
            <p:nvPr/>
          </p:nvSpPr>
          <p:spPr>
            <a:xfrm>
              <a:off x="11175985" y="7753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2" name="pt4112"/>
            <p:cNvSpPr/>
            <p:nvPr/>
          </p:nvSpPr>
          <p:spPr>
            <a:xfrm>
              <a:off x="11243068" y="7707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3" name="pt4113"/>
            <p:cNvSpPr/>
            <p:nvPr/>
          </p:nvSpPr>
          <p:spPr>
            <a:xfrm>
              <a:off x="11313721" y="7685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4" name="pt4114"/>
            <p:cNvSpPr/>
            <p:nvPr/>
          </p:nvSpPr>
          <p:spPr>
            <a:xfrm>
              <a:off x="11373685" y="7653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5" name="pt4115"/>
            <p:cNvSpPr/>
            <p:nvPr/>
          </p:nvSpPr>
          <p:spPr>
            <a:xfrm>
              <a:off x="11042525" y="7731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6" name="pt4116"/>
            <p:cNvSpPr/>
            <p:nvPr/>
          </p:nvSpPr>
          <p:spPr>
            <a:xfrm>
              <a:off x="11113539" y="7769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7" name="pt4117"/>
            <p:cNvSpPr/>
            <p:nvPr/>
          </p:nvSpPr>
          <p:spPr>
            <a:xfrm>
              <a:off x="11042525" y="8335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8" name="pt4118"/>
            <p:cNvSpPr/>
            <p:nvPr/>
          </p:nvSpPr>
          <p:spPr>
            <a:xfrm>
              <a:off x="11042525" y="8364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pt4119"/>
            <p:cNvSpPr/>
            <p:nvPr/>
          </p:nvSpPr>
          <p:spPr>
            <a:xfrm>
              <a:off x="11109624" y="8354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pt4120"/>
            <p:cNvSpPr/>
            <p:nvPr/>
          </p:nvSpPr>
          <p:spPr>
            <a:xfrm>
              <a:off x="11175496" y="8311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1" name="pt4121"/>
            <p:cNvSpPr/>
            <p:nvPr/>
          </p:nvSpPr>
          <p:spPr>
            <a:xfrm>
              <a:off x="11242706" y="8305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pt4122"/>
            <p:cNvSpPr/>
            <p:nvPr/>
          </p:nvSpPr>
          <p:spPr>
            <a:xfrm>
              <a:off x="11042525" y="8139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3" name="pt4123"/>
            <p:cNvSpPr/>
            <p:nvPr/>
          </p:nvSpPr>
          <p:spPr>
            <a:xfrm>
              <a:off x="11111353" y="8054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4" name="pt4124"/>
            <p:cNvSpPr/>
            <p:nvPr/>
          </p:nvSpPr>
          <p:spPr>
            <a:xfrm>
              <a:off x="11042525" y="8249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5" name="pt4125"/>
            <p:cNvSpPr/>
            <p:nvPr/>
          </p:nvSpPr>
          <p:spPr>
            <a:xfrm>
              <a:off x="11118431" y="8316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6" name="pt4126"/>
            <p:cNvSpPr/>
            <p:nvPr/>
          </p:nvSpPr>
          <p:spPr>
            <a:xfrm>
              <a:off x="11042525" y="8427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7" name="pt4127"/>
            <p:cNvSpPr/>
            <p:nvPr/>
          </p:nvSpPr>
          <p:spPr>
            <a:xfrm>
              <a:off x="11241124" y="8415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8" name="pt4128"/>
            <p:cNvSpPr/>
            <p:nvPr/>
          </p:nvSpPr>
          <p:spPr>
            <a:xfrm>
              <a:off x="11444566" y="8332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9" name="pt4129"/>
            <p:cNvSpPr/>
            <p:nvPr/>
          </p:nvSpPr>
          <p:spPr>
            <a:xfrm>
              <a:off x="11042525" y="7747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0" name="pt4130"/>
            <p:cNvSpPr/>
            <p:nvPr/>
          </p:nvSpPr>
          <p:spPr>
            <a:xfrm>
              <a:off x="11121139" y="7685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1" name="pt4131"/>
            <p:cNvSpPr/>
            <p:nvPr/>
          </p:nvSpPr>
          <p:spPr>
            <a:xfrm>
              <a:off x="11203394" y="7800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2" name="pt4132"/>
            <p:cNvSpPr/>
            <p:nvPr/>
          </p:nvSpPr>
          <p:spPr>
            <a:xfrm>
              <a:off x="11042525" y="8336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3" name="pt4133"/>
            <p:cNvSpPr/>
            <p:nvPr/>
          </p:nvSpPr>
          <p:spPr>
            <a:xfrm>
              <a:off x="11257380" y="8436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4" name="pt4134"/>
            <p:cNvSpPr/>
            <p:nvPr/>
          </p:nvSpPr>
          <p:spPr>
            <a:xfrm>
              <a:off x="11461728" y="8470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5" name="pt4135"/>
            <p:cNvSpPr/>
            <p:nvPr/>
          </p:nvSpPr>
          <p:spPr>
            <a:xfrm>
              <a:off x="11042525" y="8223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6" name="pt4136"/>
            <p:cNvSpPr/>
            <p:nvPr/>
          </p:nvSpPr>
          <p:spPr>
            <a:xfrm>
              <a:off x="11042525" y="8380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7" name="pt4137"/>
            <p:cNvSpPr/>
            <p:nvPr/>
          </p:nvSpPr>
          <p:spPr>
            <a:xfrm>
              <a:off x="11042525" y="8299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8" name="pt4138"/>
            <p:cNvSpPr/>
            <p:nvPr/>
          </p:nvSpPr>
          <p:spPr>
            <a:xfrm>
              <a:off x="11042525" y="8088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9" name="pt4139"/>
            <p:cNvSpPr/>
            <p:nvPr/>
          </p:nvSpPr>
          <p:spPr>
            <a:xfrm>
              <a:off x="11042525" y="8431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0" name="pt4140"/>
            <p:cNvSpPr/>
            <p:nvPr/>
          </p:nvSpPr>
          <p:spPr>
            <a:xfrm>
              <a:off x="11175383" y="8456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1" name="pt4141"/>
            <p:cNvSpPr/>
            <p:nvPr/>
          </p:nvSpPr>
          <p:spPr>
            <a:xfrm>
              <a:off x="11313358" y="8474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2" name="pt4142"/>
            <p:cNvSpPr/>
            <p:nvPr/>
          </p:nvSpPr>
          <p:spPr>
            <a:xfrm>
              <a:off x="11587091" y="8465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3" name="pt4143"/>
            <p:cNvSpPr/>
            <p:nvPr/>
          </p:nvSpPr>
          <p:spPr>
            <a:xfrm>
              <a:off x="11042525" y="7898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4" name="pt4144"/>
            <p:cNvSpPr/>
            <p:nvPr/>
          </p:nvSpPr>
          <p:spPr>
            <a:xfrm>
              <a:off x="11042525" y="8177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5" name="pt4145"/>
            <p:cNvSpPr/>
            <p:nvPr/>
          </p:nvSpPr>
          <p:spPr>
            <a:xfrm>
              <a:off x="11175654" y="8181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6" name="pt4146"/>
            <p:cNvSpPr/>
            <p:nvPr/>
          </p:nvSpPr>
          <p:spPr>
            <a:xfrm>
              <a:off x="11328915" y="8019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7" name="pt4147"/>
            <p:cNvSpPr/>
            <p:nvPr/>
          </p:nvSpPr>
          <p:spPr>
            <a:xfrm>
              <a:off x="11453371" y="7682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8" name="pt4148"/>
            <p:cNvSpPr/>
            <p:nvPr/>
          </p:nvSpPr>
          <p:spPr>
            <a:xfrm>
              <a:off x="11042525" y="8059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9" name="pt4149"/>
            <p:cNvSpPr/>
            <p:nvPr/>
          </p:nvSpPr>
          <p:spPr>
            <a:xfrm>
              <a:off x="11123617" y="8208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0" name="pt4150"/>
            <p:cNvSpPr/>
            <p:nvPr/>
          </p:nvSpPr>
          <p:spPr>
            <a:xfrm>
              <a:off x="11042525" y="8363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1" name="pt4151"/>
            <p:cNvSpPr/>
            <p:nvPr/>
          </p:nvSpPr>
          <p:spPr>
            <a:xfrm>
              <a:off x="11042525" y="8336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2" name="pt4152"/>
            <p:cNvSpPr/>
            <p:nvPr/>
          </p:nvSpPr>
          <p:spPr>
            <a:xfrm>
              <a:off x="11042525" y="8430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3" name="pt4153"/>
            <p:cNvSpPr/>
            <p:nvPr/>
          </p:nvSpPr>
          <p:spPr>
            <a:xfrm>
              <a:off x="11251583" y="8310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4" name="pt4154"/>
            <p:cNvSpPr/>
            <p:nvPr/>
          </p:nvSpPr>
          <p:spPr>
            <a:xfrm>
              <a:off x="11042525" y="8150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5" name="pt4155"/>
            <p:cNvSpPr/>
            <p:nvPr/>
          </p:nvSpPr>
          <p:spPr>
            <a:xfrm>
              <a:off x="11107151" y="8192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6" name="pt4156"/>
            <p:cNvSpPr/>
            <p:nvPr/>
          </p:nvSpPr>
          <p:spPr>
            <a:xfrm>
              <a:off x="11180702" y="8166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7" name="pt4157"/>
            <p:cNvSpPr/>
            <p:nvPr/>
          </p:nvSpPr>
          <p:spPr>
            <a:xfrm>
              <a:off x="11262213" y="8087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8" name="pt4158"/>
            <p:cNvSpPr/>
            <p:nvPr/>
          </p:nvSpPr>
          <p:spPr>
            <a:xfrm>
              <a:off x="11351897" y="8154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9" name="pt4159"/>
            <p:cNvSpPr/>
            <p:nvPr/>
          </p:nvSpPr>
          <p:spPr>
            <a:xfrm>
              <a:off x="11448274" y="8238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0" name="pt4160"/>
            <p:cNvSpPr/>
            <p:nvPr/>
          </p:nvSpPr>
          <p:spPr>
            <a:xfrm>
              <a:off x="11512948" y="8258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1" name="pt4161"/>
            <p:cNvSpPr/>
            <p:nvPr/>
          </p:nvSpPr>
          <p:spPr>
            <a:xfrm>
              <a:off x="11042525" y="7908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2" name="pl4162"/>
            <p:cNvSpPr/>
            <p:nvPr/>
          </p:nvSpPr>
          <p:spPr>
            <a:xfrm>
              <a:off x="11067351" y="8226819"/>
              <a:ext cx="134058" cy="97610"/>
            </a:xfrm>
            <a:custGeom>
              <a:avLst/>
              <a:pathLst>
                <a:path w="134058" h="97610">
                  <a:moveTo>
                    <a:pt x="0" y="97610"/>
                  </a:moveTo>
                  <a:lnTo>
                    <a:pt x="75990" y="33590"/>
                  </a:lnTo>
                  <a:lnTo>
                    <a:pt x="1340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3" name="pl4163"/>
            <p:cNvSpPr/>
            <p:nvPr/>
          </p:nvSpPr>
          <p:spPr>
            <a:xfrm>
              <a:off x="11067351" y="8431526"/>
              <a:ext cx="399094" cy="24501"/>
            </a:xfrm>
            <a:custGeom>
              <a:avLst/>
              <a:pathLst>
                <a:path w="399094" h="24501">
                  <a:moveTo>
                    <a:pt x="0" y="24501"/>
                  </a:moveTo>
                  <a:lnTo>
                    <a:pt x="178531" y="4742"/>
                  </a:lnTo>
                  <a:lnTo>
                    <a:pt x="264674" y="15807"/>
                  </a:lnTo>
                  <a:lnTo>
                    <a:pt x="3990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4" name="pl4164"/>
            <p:cNvSpPr/>
            <p:nvPr/>
          </p:nvSpPr>
          <p:spPr>
            <a:xfrm>
              <a:off x="11067351" y="8214569"/>
              <a:ext cx="131614" cy="129620"/>
            </a:xfrm>
            <a:custGeom>
              <a:avLst/>
              <a:pathLst>
                <a:path w="131614" h="129620">
                  <a:moveTo>
                    <a:pt x="0" y="129620"/>
                  </a:moveTo>
                  <a:lnTo>
                    <a:pt x="1316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5" name="pl4165"/>
            <p:cNvSpPr/>
            <p:nvPr/>
          </p:nvSpPr>
          <p:spPr>
            <a:xfrm>
              <a:off x="11067351" y="8388055"/>
              <a:ext cx="126573" cy="71528"/>
            </a:xfrm>
            <a:custGeom>
              <a:avLst/>
              <a:pathLst>
                <a:path w="126573" h="71528">
                  <a:moveTo>
                    <a:pt x="0" y="0"/>
                  </a:moveTo>
                  <a:lnTo>
                    <a:pt x="126573" y="715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6" name="pl4166"/>
            <p:cNvSpPr/>
            <p:nvPr/>
          </p:nvSpPr>
          <p:spPr>
            <a:xfrm>
              <a:off x="11067351" y="7992869"/>
              <a:ext cx="235917" cy="77456"/>
            </a:xfrm>
            <a:custGeom>
              <a:avLst/>
              <a:pathLst>
                <a:path w="235917" h="77456">
                  <a:moveTo>
                    <a:pt x="0" y="0"/>
                  </a:moveTo>
                  <a:lnTo>
                    <a:pt x="78623" y="67181"/>
                  </a:lnTo>
                  <a:lnTo>
                    <a:pt x="235917" y="774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7" name="pl4167"/>
            <p:cNvSpPr/>
            <p:nvPr/>
          </p:nvSpPr>
          <p:spPr>
            <a:xfrm>
              <a:off x="11067351" y="8047800"/>
              <a:ext cx="131614" cy="118160"/>
            </a:xfrm>
            <a:custGeom>
              <a:avLst/>
              <a:pathLst>
                <a:path w="131614" h="118160">
                  <a:moveTo>
                    <a:pt x="0" y="118160"/>
                  </a:moveTo>
                  <a:lnTo>
                    <a:pt x="1316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8" name="pl4168"/>
            <p:cNvSpPr/>
            <p:nvPr/>
          </p:nvSpPr>
          <p:spPr>
            <a:xfrm>
              <a:off x="11286677" y="8296767"/>
              <a:ext cx="330311" cy="120531"/>
            </a:xfrm>
            <a:custGeom>
              <a:avLst/>
              <a:pathLst>
                <a:path w="330311" h="120531">
                  <a:moveTo>
                    <a:pt x="0" y="120531"/>
                  </a:moveTo>
                  <a:lnTo>
                    <a:pt x="181398" y="33195"/>
                  </a:lnTo>
                  <a:lnTo>
                    <a:pt x="3303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9" name="pl4169"/>
            <p:cNvSpPr/>
            <p:nvPr/>
          </p:nvSpPr>
          <p:spPr>
            <a:xfrm>
              <a:off x="11067351" y="8436268"/>
              <a:ext cx="415580" cy="13831"/>
            </a:xfrm>
            <a:custGeom>
              <a:avLst/>
              <a:pathLst>
                <a:path w="415580" h="13831">
                  <a:moveTo>
                    <a:pt x="0" y="13831"/>
                  </a:moveTo>
                  <a:lnTo>
                    <a:pt x="239855" y="3556"/>
                  </a:lnTo>
                  <a:lnTo>
                    <a:pt x="4155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0" name="pl4170"/>
            <p:cNvSpPr/>
            <p:nvPr/>
          </p:nvSpPr>
          <p:spPr>
            <a:xfrm>
              <a:off x="11067351" y="7510348"/>
              <a:ext cx="76044" cy="188898"/>
            </a:xfrm>
            <a:custGeom>
              <a:avLst/>
              <a:pathLst>
                <a:path w="76044" h="188898">
                  <a:moveTo>
                    <a:pt x="0" y="188898"/>
                  </a:moveTo>
                  <a:lnTo>
                    <a:pt x="760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1" name="pl4171"/>
            <p:cNvSpPr/>
            <p:nvPr/>
          </p:nvSpPr>
          <p:spPr>
            <a:xfrm>
              <a:off x="11067351" y="8350908"/>
              <a:ext cx="202836" cy="54535"/>
            </a:xfrm>
            <a:custGeom>
              <a:avLst/>
              <a:pathLst>
                <a:path w="202836" h="54535">
                  <a:moveTo>
                    <a:pt x="0" y="54535"/>
                  </a:moveTo>
                  <a:lnTo>
                    <a:pt x="139612" y="25291"/>
                  </a:lnTo>
                  <a:lnTo>
                    <a:pt x="2028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2" name="pl4172"/>
            <p:cNvSpPr/>
            <p:nvPr/>
          </p:nvSpPr>
          <p:spPr>
            <a:xfrm>
              <a:off x="11067351" y="8388845"/>
              <a:ext cx="212862" cy="49398"/>
            </a:xfrm>
            <a:custGeom>
              <a:avLst/>
              <a:pathLst>
                <a:path w="212862" h="49398">
                  <a:moveTo>
                    <a:pt x="0" y="49398"/>
                  </a:moveTo>
                  <a:lnTo>
                    <a:pt x="2128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3" name="pl4173"/>
            <p:cNvSpPr/>
            <p:nvPr/>
          </p:nvSpPr>
          <p:spPr>
            <a:xfrm>
              <a:off x="11067351" y="7721377"/>
              <a:ext cx="63405" cy="52164"/>
            </a:xfrm>
            <a:custGeom>
              <a:avLst/>
              <a:pathLst>
                <a:path w="63405" h="52164">
                  <a:moveTo>
                    <a:pt x="0" y="52164"/>
                  </a:moveTo>
                  <a:lnTo>
                    <a:pt x="634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4" name="pl4174"/>
            <p:cNvSpPr/>
            <p:nvPr/>
          </p:nvSpPr>
          <p:spPr>
            <a:xfrm>
              <a:off x="11143386" y="8119329"/>
              <a:ext cx="71376" cy="1975"/>
            </a:xfrm>
            <a:custGeom>
              <a:avLst/>
              <a:pathLst>
                <a:path w="71376" h="1975">
                  <a:moveTo>
                    <a:pt x="0" y="0"/>
                  </a:moveTo>
                  <a:lnTo>
                    <a:pt x="71376" y="197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5" name="pl4175"/>
            <p:cNvSpPr/>
            <p:nvPr/>
          </p:nvSpPr>
          <p:spPr>
            <a:xfrm>
              <a:off x="11067351" y="8003935"/>
              <a:ext cx="448913" cy="161235"/>
            </a:xfrm>
            <a:custGeom>
              <a:avLst/>
              <a:pathLst>
                <a:path w="448913" h="161235">
                  <a:moveTo>
                    <a:pt x="0" y="161235"/>
                  </a:moveTo>
                  <a:lnTo>
                    <a:pt x="86203" y="58092"/>
                  </a:lnTo>
                  <a:lnTo>
                    <a:pt x="221920" y="10274"/>
                  </a:lnTo>
                  <a:lnTo>
                    <a:pt x="371473" y="0"/>
                  </a:lnTo>
                  <a:lnTo>
                    <a:pt x="448913" y="1545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6" name="pl4176"/>
            <p:cNvSpPr/>
            <p:nvPr/>
          </p:nvSpPr>
          <p:spPr>
            <a:xfrm>
              <a:off x="11067351" y="8443381"/>
              <a:ext cx="134058" cy="11855"/>
            </a:xfrm>
            <a:custGeom>
              <a:avLst/>
              <a:pathLst>
                <a:path w="134058" h="11855">
                  <a:moveTo>
                    <a:pt x="0" y="11855"/>
                  </a:moveTo>
                  <a:lnTo>
                    <a:pt x="1340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7" name="pl4177"/>
            <p:cNvSpPr/>
            <p:nvPr/>
          </p:nvSpPr>
          <p:spPr>
            <a:xfrm>
              <a:off x="11067351" y="8384498"/>
              <a:ext cx="230616" cy="10670"/>
            </a:xfrm>
            <a:custGeom>
              <a:avLst/>
              <a:pathLst>
                <a:path w="230616" h="10670">
                  <a:moveTo>
                    <a:pt x="0" y="0"/>
                  </a:moveTo>
                  <a:lnTo>
                    <a:pt x="230616" y="106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8" name="pl4178"/>
            <p:cNvSpPr/>
            <p:nvPr/>
          </p:nvSpPr>
          <p:spPr>
            <a:xfrm>
              <a:off x="11067351" y="8105497"/>
              <a:ext cx="136846" cy="55721"/>
            </a:xfrm>
            <a:custGeom>
              <a:avLst/>
              <a:pathLst>
                <a:path w="136846" h="55721">
                  <a:moveTo>
                    <a:pt x="0" y="55721"/>
                  </a:moveTo>
                  <a:lnTo>
                    <a:pt x="70904" y="11460"/>
                  </a:lnTo>
                  <a:lnTo>
                    <a:pt x="1368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9" name="pl4179"/>
            <p:cNvSpPr/>
            <p:nvPr/>
          </p:nvSpPr>
          <p:spPr>
            <a:xfrm>
              <a:off x="11067351" y="8228795"/>
              <a:ext cx="59527" cy="22525"/>
            </a:xfrm>
            <a:custGeom>
              <a:avLst/>
              <a:pathLst>
                <a:path w="59527" h="22525">
                  <a:moveTo>
                    <a:pt x="0" y="22525"/>
                  </a:moveTo>
                  <a:lnTo>
                    <a:pt x="595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0" name="pl4180"/>
            <p:cNvSpPr/>
            <p:nvPr/>
          </p:nvSpPr>
          <p:spPr>
            <a:xfrm>
              <a:off x="11067351" y="7830843"/>
              <a:ext cx="133325" cy="174672"/>
            </a:xfrm>
            <a:custGeom>
              <a:avLst/>
              <a:pathLst>
                <a:path w="133325" h="174672">
                  <a:moveTo>
                    <a:pt x="0" y="0"/>
                  </a:moveTo>
                  <a:lnTo>
                    <a:pt x="65942" y="174672"/>
                  </a:lnTo>
                  <a:lnTo>
                    <a:pt x="133325" y="1438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1" name="pl4181"/>
            <p:cNvSpPr/>
            <p:nvPr/>
          </p:nvSpPr>
          <p:spPr>
            <a:xfrm>
              <a:off x="11067351" y="7358596"/>
              <a:ext cx="70052" cy="44260"/>
            </a:xfrm>
            <a:custGeom>
              <a:avLst/>
              <a:pathLst>
                <a:path w="70052" h="44260">
                  <a:moveTo>
                    <a:pt x="0" y="44260"/>
                  </a:moveTo>
                  <a:lnTo>
                    <a:pt x="700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2" name="pl4182"/>
            <p:cNvSpPr/>
            <p:nvPr/>
          </p:nvSpPr>
          <p:spPr>
            <a:xfrm>
              <a:off x="11067351" y="7617838"/>
              <a:ext cx="48188" cy="69552"/>
            </a:xfrm>
            <a:custGeom>
              <a:avLst/>
              <a:pathLst>
                <a:path w="48188" h="69552">
                  <a:moveTo>
                    <a:pt x="0" y="69552"/>
                  </a:moveTo>
                  <a:lnTo>
                    <a:pt x="481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3" name="pl4183"/>
            <p:cNvSpPr/>
            <p:nvPr/>
          </p:nvSpPr>
          <p:spPr>
            <a:xfrm>
              <a:off x="11067351" y="8452866"/>
              <a:ext cx="110145" cy="8298"/>
            </a:xfrm>
            <a:custGeom>
              <a:avLst/>
              <a:pathLst>
                <a:path w="110145" h="8298">
                  <a:moveTo>
                    <a:pt x="0" y="0"/>
                  </a:moveTo>
                  <a:lnTo>
                    <a:pt x="110145" y="829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4" name="pl4184"/>
            <p:cNvSpPr/>
            <p:nvPr/>
          </p:nvSpPr>
          <p:spPr>
            <a:xfrm>
              <a:off x="11067351" y="8263572"/>
              <a:ext cx="137032" cy="95634"/>
            </a:xfrm>
            <a:custGeom>
              <a:avLst/>
              <a:pathLst>
                <a:path w="137032" h="95634">
                  <a:moveTo>
                    <a:pt x="0" y="95634"/>
                  </a:moveTo>
                  <a:lnTo>
                    <a:pt x="1370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5" name="pl4185"/>
            <p:cNvSpPr/>
            <p:nvPr/>
          </p:nvSpPr>
          <p:spPr>
            <a:xfrm>
              <a:off x="11067351" y="8147782"/>
              <a:ext cx="78985" cy="41099"/>
            </a:xfrm>
            <a:custGeom>
              <a:avLst/>
              <a:pathLst>
                <a:path w="78985" h="41099">
                  <a:moveTo>
                    <a:pt x="0" y="0"/>
                  </a:moveTo>
                  <a:lnTo>
                    <a:pt x="78985" y="4109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6" name="pl4186"/>
            <p:cNvSpPr/>
            <p:nvPr/>
          </p:nvSpPr>
          <p:spPr>
            <a:xfrm>
              <a:off x="11067351" y="8307832"/>
              <a:ext cx="144203" cy="23711"/>
            </a:xfrm>
            <a:custGeom>
              <a:avLst/>
              <a:pathLst>
                <a:path w="144203" h="23711">
                  <a:moveTo>
                    <a:pt x="0" y="0"/>
                  </a:moveTo>
                  <a:lnTo>
                    <a:pt x="83085" y="4347"/>
                  </a:lnTo>
                  <a:lnTo>
                    <a:pt x="144203" y="237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7" name="pl4187"/>
            <p:cNvSpPr/>
            <p:nvPr/>
          </p:nvSpPr>
          <p:spPr>
            <a:xfrm>
              <a:off x="11067351" y="8410186"/>
              <a:ext cx="267753" cy="10274"/>
            </a:xfrm>
            <a:custGeom>
              <a:avLst/>
              <a:pathLst>
                <a:path w="267753" h="10274">
                  <a:moveTo>
                    <a:pt x="0" y="10274"/>
                  </a:moveTo>
                  <a:lnTo>
                    <a:pt x="2677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8" name="pl4188"/>
            <p:cNvSpPr/>
            <p:nvPr/>
          </p:nvSpPr>
          <p:spPr>
            <a:xfrm>
              <a:off x="11067351" y="7940310"/>
              <a:ext cx="205571" cy="261217"/>
            </a:xfrm>
            <a:custGeom>
              <a:avLst/>
              <a:pathLst>
                <a:path w="205571" h="261217">
                  <a:moveTo>
                    <a:pt x="0" y="22920"/>
                  </a:moveTo>
                  <a:lnTo>
                    <a:pt x="61549" y="0"/>
                  </a:lnTo>
                  <a:lnTo>
                    <a:pt x="144701" y="261217"/>
                  </a:lnTo>
                  <a:lnTo>
                    <a:pt x="205571" y="2596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9" name="pl4189"/>
            <p:cNvSpPr/>
            <p:nvPr/>
          </p:nvSpPr>
          <p:spPr>
            <a:xfrm>
              <a:off x="11067351" y="8157267"/>
              <a:ext cx="67064" cy="22920"/>
            </a:xfrm>
            <a:custGeom>
              <a:avLst/>
              <a:pathLst>
                <a:path w="67064" h="22920">
                  <a:moveTo>
                    <a:pt x="0" y="22920"/>
                  </a:moveTo>
                  <a:lnTo>
                    <a:pt x="670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0" name="pl4190"/>
            <p:cNvSpPr/>
            <p:nvPr/>
          </p:nvSpPr>
          <p:spPr>
            <a:xfrm>
              <a:off x="11067351" y="8300324"/>
              <a:ext cx="76087" cy="0"/>
            </a:xfrm>
            <a:custGeom>
              <a:avLst/>
              <a:pathLst>
                <a:path w="76087" h="0">
                  <a:moveTo>
                    <a:pt x="0" y="0"/>
                  </a:moveTo>
                  <a:lnTo>
                    <a:pt x="760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1" name="pl4191"/>
            <p:cNvSpPr/>
            <p:nvPr/>
          </p:nvSpPr>
          <p:spPr>
            <a:xfrm>
              <a:off x="11067351" y="8313365"/>
              <a:ext cx="468841" cy="153727"/>
            </a:xfrm>
            <a:custGeom>
              <a:avLst/>
              <a:pathLst>
                <a:path w="468841" h="153727">
                  <a:moveTo>
                    <a:pt x="0" y="126064"/>
                  </a:moveTo>
                  <a:lnTo>
                    <a:pt x="65816" y="153727"/>
                  </a:lnTo>
                  <a:lnTo>
                    <a:pt x="134239" y="129225"/>
                  </a:lnTo>
                  <a:lnTo>
                    <a:pt x="198007" y="0"/>
                  </a:lnTo>
                  <a:lnTo>
                    <a:pt x="337175" y="62834"/>
                  </a:lnTo>
                  <a:lnTo>
                    <a:pt x="468841" y="1023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2" name="pl4192"/>
            <p:cNvSpPr/>
            <p:nvPr/>
          </p:nvSpPr>
          <p:spPr>
            <a:xfrm>
              <a:off x="11067351" y="8424017"/>
              <a:ext cx="143297" cy="5927"/>
            </a:xfrm>
            <a:custGeom>
              <a:avLst/>
              <a:pathLst>
                <a:path w="143297" h="5927">
                  <a:moveTo>
                    <a:pt x="0" y="5927"/>
                  </a:moveTo>
                  <a:lnTo>
                    <a:pt x="1432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3" name="pl4193"/>
            <p:cNvSpPr/>
            <p:nvPr/>
          </p:nvSpPr>
          <p:spPr>
            <a:xfrm>
              <a:off x="11067351" y="8278193"/>
              <a:ext cx="307884" cy="116184"/>
            </a:xfrm>
            <a:custGeom>
              <a:avLst/>
              <a:pathLst>
                <a:path w="307884" h="116184">
                  <a:moveTo>
                    <a:pt x="0" y="116184"/>
                  </a:moveTo>
                  <a:lnTo>
                    <a:pt x="3078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4" name="pl4194"/>
            <p:cNvSpPr/>
            <p:nvPr/>
          </p:nvSpPr>
          <p:spPr>
            <a:xfrm>
              <a:off x="11067351" y="8413347"/>
              <a:ext cx="89855" cy="37542"/>
            </a:xfrm>
            <a:custGeom>
              <a:avLst/>
              <a:pathLst>
                <a:path w="89855" h="37542">
                  <a:moveTo>
                    <a:pt x="0" y="37542"/>
                  </a:moveTo>
                  <a:lnTo>
                    <a:pt x="898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5" name="pl4195"/>
            <p:cNvSpPr/>
            <p:nvPr/>
          </p:nvSpPr>
          <p:spPr>
            <a:xfrm>
              <a:off x="11067351" y="8165170"/>
              <a:ext cx="68478" cy="115789"/>
            </a:xfrm>
            <a:custGeom>
              <a:avLst/>
              <a:pathLst>
                <a:path w="68478" h="115789">
                  <a:moveTo>
                    <a:pt x="0" y="0"/>
                  </a:moveTo>
                  <a:lnTo>
                    <a:pt x="68478" y="1157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6" name="pl4196"/>
            <p:cNvSpPr/>
            <p:nvPr/>
          </p:nvSpPr>
          <p:spPr>
            <a:xfrm>
              <a:off x="11067351" y="8216940"/>
              <a:ext cx="67210" cy="133177"/>
            </a:xfrm>
            <a:custGeom>
              <a:avLst/>
              <a:pathLst>
                <a:path w="67210" h="133177">
                  <a:moveTo>
                    <a:pt x="0" y="0"/>
                  </a:moveTo>
                  <a:lnTo>
                    <a:pt x="67210" y="1331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7" name="pl4197"/>
            <p:cNvSpPr/>
            <p:nvPr/>
          </p:nvSpPr>
          <p:spPr>
            <a:xfrm>
              <a:off x="11067351" y="8301905"/>
              <a:ext cx="71014" cy="64810"/>
            </a:xfrm>
            <a:custGeom>
              <a:avLst/>
              <a:pathLst>
                <a:path w="71014" h="64810">
                  <a:moveTo>
                    <a:pt x="0" y="0"/>
                  </a:moveTo>
                  <a:lnTo>
                    <a:pt x="71014" y="648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8" name="pl4198"/>
            <p:cNvSpPr/>
            <p:nvPr/>
          </p:nvSpPr>
          <p:spPr>
            <a:xfrm>
              <a:off x="11067351" y="8165170"/>
              <a:ext cx="729892" cy="186527"/>
            </a:xfrm>
            <a:custGeom>
              <a:avLst/>
              <a:pathLst>
                <a:path w="729892" h="186527">
                  <a:moveTo>
                    <a:pt x="0" y="148985"/>
                  </a:moveTo>
                  <a:lnTo>
                    <a:pt x="66164" y="186527"/>
                  </a:lnTo>
                  <a:lnTo>
                    <a:pt x="134239" y="156888"/>
                  </a:lnTo>
                  <a:lnTo>
                    <a:pt x="331922" y="138315"/>
                  </a:lnTo>
                  <a:lnTo>
                    <a:pt x="395290" y="128830"/>
                  </a:lnTo>
                  <a:lnTo>
                    <a:pt x="457428" y="143057"/>
                  </a:lnTo>
                  <a:lnTo>
                    <a:pt x="528442" y="116974"/>
                  </a:lnTo>
                  <a:lnTo>
                    <a:pt x="594247" y="43865"/>
                  </a:lnTo>
                  <a:lnTo>
                    <a:pt x="666486" y="77456"/>
                  </a:lnTo>
                  <a:lnTo>
                    <a:pt x="7298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9" name="pl4199"/>
            <p:cNvSpPr/>
            <p:nvPr/>
          </p:nvSpPr>
          <p:spPr>
            <a:xfrm>
              <a:off x="11067351" y="7862458"/>
              <a:ext cx="396739" cy="620046"/>
            </a:xfrm>
            <a:custGeom>
              <a:avLst/>
              <a:pathLst>
                <a:path w="396739" h="620046">
                  <a:moveTo>
                    <a:pt x="0" y="52164"/>
                  </a:moveTo>
                  <a:lnTo>
                    <a:pt x="126811" y="620046"/>
                  </a:lnTo>
                  <a:lnTo>
                    <a:pt x="263587" y="0"/>
                  </a:lnTo>
                  <a:lnTo>
                    <a:pt x="330797" y="82989"/>
                  </a:lnTo>
                  <a:lnTo>
                    <a:pt x="396739" y="521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0" name="pl4200"/>
            <p:cNvSpPr/>
            <p:nvPr/>
          </p:nvSpPr>
          <p:spPr>
            <a:xfrm>
              <a:off x="11067351" y="7857321"/>
              <a:ext cx="66123" cy="181390"/>
            </a:xfrm>
            <a:custGeom>
              <a:avLst/>
              <a:pathLst>
                <a:path w="66123" h="181390">
                  <a:moveTo>
                    <a:pt x="0" y="0"/>
                  </a:moveTo>
                  <a:lnTo>
                    <a:pt x="66123" y="1813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1" name="pl4201"/>
            <p:cNvSpPr/>
            <p:nvPr/>
          </p:nvSpPr>
          <p:spPr>
            <a:xfrm>
              <a:off x="11067351" y="8457213"/>
              <a:ext cx="79880" cy="20944"/>
            </a:xfrm>
            <a:custGeom>
              <a:avLst/>
              <a:pathLst>
                <a:path w="79880" h="20944">
                  <a:moveTo>
                    <a:pt x="0" y="0"/>
                  </a:moveTo>
                  <a:lnTo>
                    <a:pt x="79880" y="209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2" name="pl4202"/>
            <p:cNvSpPr/>
            <p:nvPr/>
          </p:nvSpPr>
          <p:spPr>
            <a:xfrm>
              <a:off x="11067351" y="8248950"/>
              <a:ext cx="82427" cy="14226"/>
            </a:xfrm>
            <a:custGeom>
              <a:avLst/>
              <a:pathLst>
                <a:path w="82427" h="14226">
                  <a:moveTo>
                    <a:pt x="0" y="14226"/>
                  </a:moveTo>
                  <a:lnTo>
                    <a:pt x="824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3" name="pl4203"/>
            <p:cNvSpPr/>
            <p:nvPr/>
          </p:nvSpPr>
          <p:spPr>
            <a:xfrm>
              <a:off x="11067351" y="8199156"/>
              <a:ext cx="275000" cy="91683"/>
            </a:xfrm>
            <a:custGeom>
              <a:avLst/>
              <a:pathLst>
                <a:path w="275000" h="91683">
                  <a:moveTo>
                    <a:pt x="0" y="91683"/>
                  </a:moveTo>
                  <a:lnTo>
                    <a:pt x="124637" y="56511"/>
                  </a:lnTo>
                  <a:lnTo>
                    <a:pt x="2750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4" name="pl4204"/>
            <p:cNvSpPr/>
            <p:nvPr/>
          </p:nvSpPr>
          <p:spPr>
            <a:xfrm>
              <a:off x="11067351" y="7892097"/>
              <a:ext cx="133615" cy="199173"/>
            </a:xfrm>
            <a:custGeom>
              <a:avLst/>
              <a:pathLst>
                <a:path w="133615" h="199173">
                  <a:moveTo>
                    <a:pt x="0" y="0"/>
                  </a:moveTo>
                  <a:lnTo>
                    <a:pt x="69021" y="71133"/>
                  </a:lnTo>
                  <a:lnTo>
                    <a:pt x="133615" y="1991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5" name="pl4205"/>
            <p:cNvSpPr/>
            <p:nvPr/>
          </p:nvSpPr>
          <p:spPr>
            <a:xfrm>
              <a:off x="11067351" y="8386474"/>
              <a:ext cx="216666" cy="22130"/>
            </a:xfrm>
            <a:custGeom>
              <a:avLst/>
              <a:pathLst>
                <a:path w="216666" h="22130">
                  <a:moveTo>
                    <a:pt x="0" y="22130"/>
                  </a:moveTo>
                  <a:lnTo>
                    <a:pt x="2166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6" name="pl4206"/>
            <p:cNvSpPr/>
            <p:nvPr/>
          </p:nvSpPr>
          <p:spPr>
            <a:xfrm>
              <a:off x="11067351" y="8155291"/>
              <a:ext cx="274637" cy="124878"/>
            </a:xfrm>
            <a:custGeom>
              <a:avLst/>
              <a:pathLst>
                <a:path w="274637" h="124878">
                  <a:moveTo>
                    <a:pt x="0" y="114999"/>
                  </a:moveTo>
                  <a:lnTo>
                    <a:pt x="72101" y="0"/>
                  </a:lnTo>
                  <a:lnTo>
                    <a:pt x="140346" y="108280"/>
                  </a:lnTo>
                  <a:lnTo>
                    <a:pt x="207608" y="124878"/>
                  </a:lnTo>
                  <a:lnTo>
                    <a:pt x="274637" y="1051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7" name="pl4207"/>
            <p:cNvSpPr/>
            <p:nvPr/>
          </p:nvSpPr>
          <p:spPr>
            <a:xfrm>
              <a:off x="11067351" y="8401491"/>
              <a:ext cx="406522" cy="23315"/>
            </a:xfrm>
            <a:custGeom>
              <a:avLst/>
              <a:pathLst>
                <a:path w="406522" h="23315">
                  <a:moveTo>
                    <a:pt x="0" y="23315"/>
                  </a:moveTo>
                  <a:lnTo>
                    <a:pt x="140761" y="18178"/>
                  </a:lnTo>
                  <a:lnTo>
                    <a:pt x="272101" y="790"/>
                  </a:lnTo>
                  <a:lnTo>
                    <a:pt x="4065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8" name="pl4208"/>
            <p:cNvSpPr/>
            <p:nvPr/>
          </p:nvSpPr>
          <p:spPr>
            <a:xfrm>
              <a:off x="11067351" y="8258829"/>
              <a:ext cx="198913" cy="116974"/>
            </a:xfrm>
            <a:custGeom>
              <a:avLst/>
              <a:pathLst>
                <a:path w="198913" h="116974">
                  <a:moveTo>
                    <a:pt x="0" y="116974"/>
                  </a:moveTo>
                  <a:lnTo>
                    <a:pt x="126686" y="93263"/>
                  </a:lnTo>
                  <a:lnTo>
                    <a:pt x="1989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9" name="pl4209"/>
            <p:cNvSpPr/>
            <p:nvPr/>
          </p:nvSpPr>
          <p:spPr>
            <a:xfrm>
              <a:off x="11067351" y="8397144"/>
              <a:ext cx="73410" cy="790"/>
            </a:xfrm>
            <a:custGeom>
              <a:avLst/>
              <a:pathLst>
                <a:path w="73410" h="790">
                  <a:moveTo>
                    <a:pt x="0" y="0"/>
                  </a:moveTo>
                  <a:lnTo>
                    <a:pt x="73410" y="7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0" name="pl4210"/>
            <p:cNvSpPr/>
            <p:nvPr/>
          </p:nvSpPr>
          <p:spPr>
            <a:xfrm>
              <a:off x="11130757" y="8055704"/>
              <a:ext cx="65579" cy="115789"/>
            </a:xfrm>
            <a:custGeom>
              <a:avLst/>
              <a:pathLst>
                <a:path w="65579" h="115789">
                  <a:moveTo>
                    <a:pt x="0" y="0"/>
                  </a:moveTo>
                  <a:lnTo>
                    <a:pt x="65579" y="1157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1" name="pl4211"/>
            <p:cNvSpPr/>
            <p:nvPr/>
          </p:nvSpPr>
          <p:spPr>
            <a:xfrm>
              <a:off x="11067351" y="8201923"/>
              <a:ext cx="77397" cy="46631"/>
            </a:xfrm>
            <a:custGeom>
              <a:avLst/>
              <a:pathLst>
                <a:path w="77397" h="46631">
                  <a:moveTo>
                    <a:pt x="0" y="46631"/>
                  </a:moveTo>
                  <a:lnTo>
                    <a:pt x="773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2" name="pl4212"/>
            <p:cNvSpPr/>
            <p:nvPr/>
          </p:nvSpPr>
          <p:spPr>
            <a:xfrm>
              <a:off x="11067351" y="8420460"/>
              <a:ext cx="75972" cy="14621"/>
            </a:xfrm>
            <a:custGeom>
              <a:avLst/>
              <a:pathLst>
                <a:path w="75972" h="14621">
                  <a:moveTo>
                    <a:pt x="0" y="0"/>
                  </a:moveTo>
                  <a:lnTo>
                    <a:pt x="75972" y="146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3" name="pl4213"/>
            <p:cNvSpPr/>
            <p:nvPr/>
          </p:nvSpPr>
          <p:spPr>
            <a:xfrm>
              <a:off x="11067351" y="8040687"/>
              <a:ext cx="80253" cy="55326"/>
            </a:xfrm>
            <a:custGeom>
              <a:avLst/>
              <a:pathLst>
                <a:path w="80253" h="55326">
                  <a:moveTo>
                    <a:pt x="0" y="55326"/>
                  </a:moveTo>
                  <a:lnTo>
                    <a:pt x="802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4" name="pl4214"/>
            <p:cNvSpPr/>
            <p:nvPr/>
          </p:nvSpPr>
          <p:spPr>
            <a:xfrm>
              <a:off x="11067351" y="8010258"/>
              <a:ext cx="288043" cy="157679"/>
            </a:xfrm>
            <a:custGeom>
              <a:avLst/>
              <a:pathLst>
                <a:path w="288043" h="157679">
                  <a:moveTo>
                    <a:pt x="0" y="155703"/>
                  </a:moveTo>
                  <a:lnTo>
                    <a:pt x="68478" y="65600"/>
                  </a:lnTo>
                  <a:lnTo>
                    <a:pt x="135938" y="111047"/>
                  </a:lnTo>
                  <a:lnTo>
                    <a:pt x="201811" y="157679"/>
                  </a:lnTo>
                  <a:lnTo>
                    <a:pt x="2880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5" name="pl4215"/>
            <p:cNvSpPr/>
            <p:nvPr/>
          </p:nvSpPr>
          <p:spPr>
            <a:xfrm>
              <a:off x="11067351" y="7945052"/>
              <a:ext cx="232246" cy="19759"/>
            </a:xfrm>
            <a:custGeom>
              <a:avLst/>
              <a:pathLst>
                <a:path w="232246" h="19759">
                  <a:moveTo>
                    <a:pt x="0" y="19759"/>
                  </a:moveTo>
                  <a:lnTo>
                    <a:pt x="2322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6" name="pl4216"/>
            <p:cNvSpPr/>
            <p:nvPr/>
          </p:nvSpPr>
          <p:spPr>
            <a:xfrm>
              <a:off x="11067351" y="8448519"/>
              <a:ext cx="129166" cy="37937"/>
            </a:xfrm>
            <a:custGeom>
              <a:avLst/>
              <a:pathLst>
                <a:path w="129166" h="37937">
                  <a:moveTo>
                    <a:pt x="0" y="0"/>
                  </a:moveTo>
                  <a:lnTo>
                    <a:pt x="71770" y="14226"/>
                  </a:lnTo>
                  <a:lnTo>
                    <a:pt x="129166" y="379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7" name="pl4217"/>
            <p:cNvSpPr/>
            <p:nvPr/>
          </p:nvSpPr>
          <p:spPr>
            <a:xfrm>
              <a:off x="11067351" y="7603216"/>
              <a:ext cx="67148" cy="75875"/>
            </a:xfrm>
            <a:custGeom>
              <a:avLst/>
              <a:pathLst>
                <a:path w="67148" h="75875">
                  <a:moveTo>
                    <a:pt x="0" y="75875"/>
                  </a:moveTo>
                  <a:lnTo>
                    <a:pt x="671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8" name="pl4218"/>
            <p:cNvSpPr/>
            <p:nvPr/>
          </p:nvSpPr>
          <p:spPr>
            <a:xfrm>
              <a:off x="11067351" y="8181768"/>
              <a:ext cx="144624" cy="134758"/>
            </a:xfrm>
            <a:custGeom>
              <a:avLst/>
              <a:pathLst>
                <a:path w="144624" h="134758">
                  <a:moveTo>
                    <a:pt x="0" y="134758"/>
                  </a:moveTo>
                  <a:lnTo>
                    <a:pt x="100361" y="74294"/>
                  </a:lnTo>
                  <a:lnTo>
                    <a:pt x="1446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9" name="pl4219"/>
            <p:cNvSpPr/>
            <p:nvPr/>
          </p:nvSpPr>
          <p:spPr>
            <a:xfrm>
              <a:off x="11067351" y="8160823"/>
              <a:ext cx="330718" cy="52559"/>
            </a:xfrm>
            <a:custGeom>
              <a:avLst/>
              <a:pathLst>
                <a:path w="330718" h="52559">
                  <a:moveTo>
                    <a:pt x="0" y="52559"/>
                  </a:moveTo>
                  <a:lnTo>
                    <a:pt x="214130" y="18573"/>
                  </a:lnTo>
                  <a:lnTo>
                    <a:pt x="285145" y="0"/>
                  </a:lnTo>
                  <a:lnTo>
                    <a:pt x="330718" y="221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0" name="pl4220"/>
            <p:cNvSpPr/>
            <p:nvPr/>
          </p:nvSpPr>
          <p:spPr>
            <a:xfrm>
              <a:off x="11067351" y="8034759"/>
              <a:ext cx="470012" cy="234345"/>
            </a:xfrm>
            <a:custGeom>
              <a:avLst/>
              <a:pathLst>
                <a:path w="470012" h="234345">
                  <a:moveTo>
                    <a:pt x="0" y="234345"/>
                  </a:moveTo>
                  <a:lnTo>
                    <a:pt x="224359" y="126854"/>
                  </a:lnTo>
                  <a:lnTo>
                    <a:pt x="338128" y="162816"/>
                  </a:lnTo>
                  <a:lnTo>
                    <a:pt x="4700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1" name="pl4221"/>
            <p:cNvSpPr/>
            <p:nvPr/>
          </p:nvSpPr>
          <p:spPr>
            <a:xfrm>
              <a:off x="11067351" y="7996031"/>
              <a:ext cx="132790" cy="67971"/>
            </a:xfrm>
            <a:custGeom>
              <a:avLst/>
              <a:pathLst>
                <a:path w="132790" h="67971">
                  <a:moveTo>
                    <a:pt x="0" y="0"/>
                  </a:moveTo>
                  <a:lnTo>
                    <a:pt x="79403" y="60463"/>
                  </a:lnTo>
                  <a:lnTo>
                    <a:pt x="132790" y="679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2" name="pl4222"/>
            <p:cNvSpPr/>
            <p:nvPr/>
          </p:nvSpPr>
          <p:spPr>
            <a:xfrm>
              <a:off x="11067351" y="8216149"/>
              <a:ext cx="81340" cy="84569"/>
            </a:xfrm>
            <a:custGeom>
              <a:avLst/>
              <a:pathLst>
                <a:path w="81340" h="84569">
                  <a:moveTo>
                    <a:pt x="0" y="84569"/>
                  </a:moveTo>
                  <a:lnTo>
                    <a:pt x="813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3" name="pl4223"/>
            <p:cNvSpPr/>
            <p:nvPr/>
          </p:nvSpPr>
          <p:spPr>
            <a:xfrm>
              <a:off x="11067351" y="7684229"/>
              <a:ext cx="149637" cy="281767"/>
            </a:xfrm>
            <a:custGeom>
              <a:avLst/>
              <a:pathLst>
                <a:path w="149637" h="281767">
                  <a:moveTo>
                    <a:pt x="0" y="273863"/>
                  </a:moveTo>
                  <a:lnTo>
                    <a:pt x="68659" y="281767"/>
                  </a:lnTo>
                  <a:lnTo>
                    <a:pt x="1496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4" name="pl4224"/>
            <p:cNvSpPr/>
            <p:nvPr/>
          </p:nvSpPr>
          <p:spPr>
            <a:xfrm>
              <a:off x="11067351" y="8371852"/>
              <a:ext cx="79865" cy="22525"/>
            </a:xfrm>
            <a:custGeom>
              <a:avLst/>
              <a:pathLst>
                <a:path w="79865" h="22525">
                  <a:moveTo>
                    <a:pt x="0" y="0"/>
                  </a:moveTo>
                  <a:lnTo>
                    <a:pt x="79865" y="225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5" name="pl4225"/>
            <p:cNvSpPr/>
            <p:nvPr/>
          </p:nvSpPr>
          <p:spPr>
            <a:xfrm>
              <a:off x="11067351" y="8327196"/>
              <a:ext cx="266123" cy="47422"/>
            </a:xfrm>
            <a:custGeom>
              <a:avLst/>
              <a:pathLst>
                <a:path w="266123" h="47422">
                  <a:moveTo>
                    <a:pt x="0" y="47422"/>
                  </a:moveTo>
                  <a:lnTo>
                    <a:pt x="66847" y="0"/>
                  </a:lnTo>
                  <a:lnTo>
                    <a:pt x="135249" y="39518"/>
                  </a:lnTo>
                  <a:lnTo>
                    <a:pt x="192210" y="16597"/>
                  </a:lnTo>
                  <a:lnTo>
                    <a:pt x="266123" y="355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6" name="pl4226"/>
            <p:cNvSpPr/>
            <p:nvPr/>
          </p:nvSpPr>
          <p:spPr>
            <a:xfrm>
              <a:off x="11067351" y="8341818"/>
              <a:ext cx="136994" cy="33590"/>
            </a:xfrm>
            <a:custGeom>
              <a:avLst/>
              <a:pathLst>
                <a:path w="136994" h="33590">
                  <a:moveTo>
                    <a:pt x="0" y="8694"/>
                  </a:moveTo>
                  <a:lnTo>
                    <a:pt x="71195" y="33590"/>
                  </a:lnTo>
                  <a:lnTo>
                    <a:pt x="1369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7" name="pl4227"/>
            <p:cNvSpPr/>
            <p:nvPr/>
          </p:nvSpPr>
          <p:spPr>
            <a:xfrm>
              <a:off x="11067351" y="8430340"/>
              <a:ext cx="633595" cy="51769"/>
            </a:xfrm>
            <a:custGeom>
              <a:avLst/>
              <a:pathLst>
                <a:path w="633595" h="51769">
                  <a:moveTo>
                    <a:pt x="0" y="0"/>
                  </a:moveTo>
                  <a:lnTo>
                    <a:pt x="199355" y="39518"/>
                  </a:lnTo>
                  <a:lnTo>
                    <a:pt x="350080" y="51769"/>
                  </a:lnTo>
                  <a:lnTo>
                    <a:pt x="461674" y="50188"/>
                  </a:lnTo>
                  <a:lnTo>
                    <a:pt x="633595" y="181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8" name="pl4228"/>
            <p:cNvSpPr/>
            <p:nvPr/>
          </p:nvSpPr>
          <p:spPr>
            <a:xfrm>
              <a:off x="11204208" y="7908695"/>
              <a:ext cx="76087" cy="136734"/>
            </a:xfrm>
            <a:custGeom>
              <a:avLst/>
              <a:pathLst>
                <a:path w="76087" h="136734">
                  <a:moveTo>
                    <a:pt x="0" y="0"/>
                  </a:moveTo>
                  <a:lnTo>
                    <a:pt x="76087" y="1367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9" name="pl4229"/>
            <p:cNvSpPr/>
            <p:nvPr/>
          </p:nvSpPr>
          <p:spPr>
            <a:xfrm>
              <a:off x="11067351" y="8292420"/>
              <a:ext cx="213003" cy="55326"/>
            </a:xfrm>
            <a:custGeom>
              <a:avLst/>
              <a:pathLst>
                <a:path w="213003" h="55326">
                  <a:moveTo>
                    <a:pt x="0" y="0"/>
                  </a:moveTo>
                  <a:lnTo>
                    <a:pt x="69729" y="55326"/>
                  </a:lnTo>
                  <a:lnTo>
                    <a:pt x="142012" y="43865"/>
                  </a:lnTo>
                  <a:lnTo>
                    <a:pt x="213003" y="185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0" name="pl4230"/>
            <p:cNvSpPr/>
            <p:nvPr/>
          </p:nvSpPr>
          <p:spPr>
            <a:xfrm>
              <a:off x="11067351" y="8204689"/>
              <a:ext cx="406693" cy="330770"/>
            </a:xfrm>
            <a:custGeom>
              <a:avLst/>
              <a:pathLst>
                <a:path w="406693" h="330770">
                  <a:moveTo>
                    <a:pt x="0" y="0"/>
                  </a:moveTo>
                  <a:lnTo>
                    <a:pt x="136766" y="330770"/>
                  </a:lnTo>
                  <a:lnTo>
                    <a:pt x="406693" y="32958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1" name="pl4231"/>
            <p:cNvSpPr/>
            <p:nvPr/>
          </p:nvSpPr>
          <p:spPr>
            <a:xfrm>
              <a:off x="11067351" y="7976272"/>
              <a:ext cx="218116" cy="240668"/>
            </a:xfrm>
            <a:custGeom>
              <a:avLst/>
              <a:pathLst>
                <a:path w="218116" h="240668">
                  <a:moveTo>
                    <a:pt x="0" y="240668"/>
                  </a:moveTo>
                  <a:lnTo>
                    <a:pt x="100028" y="199568"/>
                  </a:lnTo>
                  <a:lnTo>
                    <a:pt x="144927" y="209053"/>
                  </a:lnTo>
                  <a:lnTo>
                    <a:pt x="2181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2" name="pl4232"/>
            <p:cNvSpPr/>
            <p:nvPr/>
          </p:nvSpPr>
          <p:spPr>
            <a:xfrm>
              <a:off x="11067351" y="8072697"/>
              <a:ext cx="367870" cy="192455"/>
            </a:xfrm>
            <a:custGeom>
              <a:avLst/>
              <a:pathLst>
                <a:path w="367870" h="192455">
                  <a:moveTo>
                    <a:pt x="0" y="0"/>
                  </a:moveTo>
                  <a:lnTo>
                    <a:pt x="139329" y="88916"/>
                  </a:lnTo>
                  <a:lnTo>
                    <a:pt x="205253" y="89311"/>
                  </a:lnTo>
                  <a:lnTo>
                    <a:pt x="367870" y="1924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3" name="pl4233"/>
            <p:cNvSpPr/>
            <p:nvPr/>
          </p:nvSpPr>
          <p:spPr>
            <a:xfrm>
              <a:off x="11067351" y="8201132"/>
              <a:ext cx="77347" cy="41889"/>
            </a:xfrm>
            <a:custGeom>
              <a:avLst/>
              <a:pathLst>
                <a:path w="77347" h="41889">
                  <a:moveTo>
                    <a:pt x="0" y="0"/>
                  </a:moveTo>
                  <a:lnTo>
                    <a:pt x="77347" y="418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4" name="pl4234"/>
            <p:cNvSpPr/>
            <p:nvPr/>
          </p:nvSpPr>
          <p:spPr>
            <a:xfrm>
              <a:off x="11067351" y="8411371"/>
              <a:ext cx="462580" cy="64810"/>
            </a:xfrm>
            <a:custGeom>
              <a:avLst/>
              <a:pathLst>
                <a:path w="462580" h="64810">
                  <a:moveTo>
                    <a:pt x="0" y="45841"/>
                  </a:moveTo>
                  <a:lnTo>
                    <a:pt x="202797" y="0"/>
                  </a:lnTo>
                  <a:lnTo>
                    <a:pt x="339573" y="64810"/>
                  </a:lnTo>
                  <a:lnTo>
                    <a:pt x="462580" y="541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5" name="pl4235"/>
            <p:cNvSpPr/>
            <p:nvPr/>
          </p:nvSpPr>
          <p:spPr>
            <a:xfrm>
              <a:off x="11067351" y="7557770"/>
              <a:ext cx="75785" cy="6322"/>
            </a:xfrm>
            <a:custGeom>
              <a:avLst/>
              <a:pathLst>
                <a:path w="75785" h="6322">
                  <a:moveTo>
                    <a:pt x="0" y="0"/>
                  </a:moveTo>
                  <a:lnTo>
                    <a:pt x="75785" y="63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6" name="pl4236"/>
            <p:cNvSpPr/>
            <p:nvPr/>
          </p:nvSpPr>
          <p:spPr>
            <a:xfrm>
              <a:off x="11067351" y="7742717"/>
              <a:ext cx="369965" cy="113813"/>
            </a:xfrm>
            <a:custGeom>
              <a:avLst/>
              <a:pathLst>
                <a:path w="369965" h="113813">
                  <a:moveTo>
                    <a:pt x="0" y="113813"/>
                  </a:moveTo>
                  <a:lnTo>
                    <a:pt x="67352" y="9879"/>
                  </a:lnTo>
                  <a:lnTo>
                    <a:pt x="133695" y="0"/>
                  </a:lnTo>
                  <a:lnTo>
                    <a:pt x="369965" y="1003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7" name="pl4237"/>
            <p:cNvSpPr/>
            <p:nvPr/>
          </p:nvSpPr>
          <p:spPr>
            <a:xfrm>
              <a:off x="11256119" y="8064793"/>
              <a:ext cx="142029" cy="52164"/>
            </a:xfrm>
            <a:custGeom>
              <a:avLst/>
              <a:pathLst>
                <a:path w="142029" h="52164">
                  <a:moveTo>
                    <a:pt x="0" y="0"/>
                  </a:moveTo>
                  <a:lnTo>
                    <a:pt x="81159" y="52164"/>
                  </a:lnTo>
                  <a:lnTo>
                    <a:pt x="142029" y="169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8" name="pl4238"/>
            <p:cNvSpPr/>
            <p:nvPr/>
          </p:nvSpPr>
          <p:spPr>
            <a:xfrm>
              <a:off x="11067351" y="7998797"/>
              <a:ext cx="423370" cy="340650"/>
            </a:xfrm>
            <a:custGeom>
              <a:avLst/>
              <a:pathLst>
                <a:path w="423370" h="340650">
                  <a:moveTo>
                    <a:pt x="0" y="340650"/>
                  </a:moveTo>
                  <a:lnTo>
                    <a:pt x="208877" y="281767"/>
                  </a:lnTo>
                  <a:lnTo>
                    <a:pt x="4233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9" name="pl4239"/>
            <p:cNvSpPr/>
            <p:nvPr/>
          </p:nvSpPr>
          <p:spPr>
            <a:xfrm>
              <a:off x="11067351" y="7990498"/>
              <a:ext cx="141986" cy="124878"/>
            </a:xfrm>
            <a:custGeom>
              <a:avLst/>
              <a:pathLst>
                <a:path w="141986" h="124878">
                  <a:moveTo>
                    <a:pt x="0" y="0"/>
                  </a:moveTo>
                  <a:lnTo>
                    <a:pt x="76043" y="32800"/>
                  </a:lnTo>
                  <a:lnTo>
                    <a:pt x="141986" y="1248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0" name="pl4240"/>
            <p:cNvSpPr/>
            <p:nvPr/>
          </p:nvSpPr>
          <p:spPr>
            <a:xfrm>
              <a:off x="11067351" y="7329748"/>
              <a:ext cx="140454" cy="69157"/>
            </a:xfrm>
            <a:custGeom>
              <a:avLst/>
              <a:pathLst>
                <a:path w="140454" h="69157">
                  <a:moveTo>
                    <a:pt x="0" y="0"/>
                  </a:moveTo>
                  <a:lnTo>
                    <a:pt x="72101" y="69157"/>
                  </a:lnTo>
                  <a:lnTo>
                    <a:pt x="140454" y="663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1" name="pl4241"/>
            <p:cNvSpPr/>
            <p:nvPr/>
          </p:nvSpPr>
          <p:spPr>
            <a:xfrm>
              <a:off x="11067351" y="8051752"/>
              <a:ext cx="475446" cy="260822"/>
            </a:xfrm>
            <a:custGeom>
              <a:avLst/>
              <a:pathLst>
                <a:path w="475446" h="260822">
                  <a:moveTo>
                    <a:pt x="0" y="260822"/>
                  </a:moveTo>
                  <a:lnTo>
                    <a:pt x="58598" y="247386"/>
                  </a:lnTo>
                  <a:lnTo>
                    <a:pt x="148453" y="220118"/>
                  </a:lnTo>
                  <a:lnTo>
                    <a:pt x="346279" y="142662"/>
                  </a:lnTo>
                  <a:lnTo>
                    <a:pt x="4754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2" name="pl4242"/>
            <p:cNvSpPr/>
            <p:nvPr/>
          </p:nvSpPr>
          <p:spPr>
            <a:xfrm>
              <a:off x="11067351" y="8053728"/>
              <a:ext cx="133333" cy="216956"/>
            </a:xfrm>
            <a:custGeom>
              <a:avLst/>
              <a:pathLst>
                <a:path w="133333" h="216956">
                  <a:moveTo>
                    <a:pt x="0" y="216956"/>
                  </a:moveTo>
                  <a:lnTo>
                    <a:pt x="1333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3" name="pl4243"/>
            <p:cNvSpPr/>
            <p:nvPr/>
          </p:nvSpPr>
          <p:spPr>
            <a:xfrm>
              <a:off x="11067351" y="8360392"/>
              <a:ext cx="210358" cy="68367"/>
            </a:xfrm>
            <a:custGeom>
              <a:avLst/>
              <a:pathLst>
                <a:path w="210358" h="68367">
                  <a:moveTo>
                    <a:pt x="0" y="0"/>
                  </a:moveTo>
                  <a:lnTo>
                    <a:pt x="210358" y="683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4" name="pl4244"/>
            <p:cNvSpPr/>
            <p:nvPr/>
          </p:nvSpPr>
          <p:spPr>
            <a:xfrm>
              <a:off x="11067351" y="8402282"/>
              <a:ext cx="293116" cy="54140"/>
            </a:xfrm>
            <a:custGeom>
              <a:avLst/>
              <a:pathLst>
                <a:path w="293116" h="54140">
                  <a:moveTo>
                    <a:pt x="0" y="54140"/>
                  </a:moveTo>
                  <a:lnTo>
                    <a:pt x="2931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5" name="pl4245"/>
            <p:cNvSpPr/>
            <p:nvPr/>
          </p:nvSpPr>
          <p:spPr>
            <a:xfrm>
              <a:off x="11067351" y="8277008"/>
              <a:ext cx="279312" cy="101167"/>
            </a:xfrm>
            <a:custGeom>
              <a:avLst/>
              <a:pathLst>
                <a:path w="279312" h="101167">
                  <a:moveTo>
                    <a:pt x="0" y="101167"/>
                  </a:moveTo>
                  <a:lnTo>
                    <a:pt x="149637" y="0"/>
                  </a:lnTo>
                  <a:lnTo>
                    <a:pt x="279312" y="640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6" name="pl4246"/>
            <p:cNvSpPr/>
            <p:nvPr/>
          </p:nvSpPr>
          <p:spPr>
            <a:xfrm>
              <a:off x="11067351" y="8452075"/>
              <a:ext cx="133876" cy="2766"/>
            </a:xfrm>
            <a:custGeom>
              <a:avLst/>
              <a:pathLst>
                <a:path w="133876" h="2766">
                  <a:moveTo>
                    <a:pt x="0" y="2766"/>
                  </a:moveTo>
                  <a:lnTo>
                    <a:pt x="1338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7" name="pl4247"/>
            <p:cNvSpPr/>
            <p:nvPr/>
          </p:nvSpPr>
          <p:spPr>
            <a:xfrm>
              <a:off x="11067351" y="8441405"/>
              <a:ext cx="202898" cy="11855"/>
            </a:xfrm>
            <a:custGeom>
              <a:avLst/>
              <a:pathLst>
                <a:path w="202898" h="11855">
                  <a:moveTo>
                    <a:pt x="0" y="11855"/>
                  </a:moveTo>
                  <a:lnTo>
                    <a:pt x="2028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8" name="pl4248"/>
            <p:cNvSpPr/>
            <p:nvPr/>
          </p:nvSpPr>
          <p:spPr>
            <a:xfrm>
              <a:off x="11067351" y="7705174"/>
              <a:ext cx="134601" cy="82989"/>
            </a:xfrm>
            <a:custGeom>
              <a:avLst/>
              <a:pathLst>
                <a:path w="134601" h="82989">
                  <a:moveTo>
                    <a:pt x="0" y="82989"/>
                  </a:moveTo>
                  <a:lnTo>
                    <a:pt x="71376" y="40704"/>
                  </a:lnTo>
                  <a:lnTo>
                    <a:pt x="1346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9" name="pl4249"/>
            <p:cNvSpPr/>
            <p:nvPr/>
          </p:nvSpPr>
          <p:spPr>
            <a:xfrm>
              <a:off x="11067351" y="8383313"/>
              <a:ext cx="398007" cy="43075"/>
            </a:xfrm>
            <a:custGeom>
              <a:avLst/>
              <a:pathLst>
                <a:path w="398007" h="43075">
                  <a:moveTo>
                    <a:pt x="0" y="0"/>
                  </a:moveTo>
                  <a:lnTo>
                    <a:pt x="150876" y="17783"/>
                  </a:lnTo>
                  <a:lnTo>
                    <a:pt x="264855" y="43075"/>
                  </a:lnTo>
                  <a:lnTo>
                    <a:pt x="398007" y="209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0" name="pl4250"/>
            <p:cNvSpPr/>
            <p:nvPr/>
          </p:nvSpPr>
          <p:spPr>
            <a:xfrm>
              <a:off x="11067351" y="8079020"/>
              <a:ext cx="83152" cy="10274"/>
            </a:xfrm>
            <a:custGeom>
              <a:avLst/>
              <a:pathLst>
                <a:path w="83152" h="10274">
                  <a:moveTo>
                    <a:pt x="0" y="0"/>
                  </a:moveTo>
                  <a:lnTo>
                    <a:pt x="83152" y="102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1" name="pl4251"/>
            <p:cNvSpPr/>
            <p:nvPr/>
          </p:nvSpPr>
          <p:spPr>
            <a:xfrm>
              <a:off x="11067351" y="8333519"/>
              <a:ext cx="525906" cy="114603"/>
            </a:xfrm>
            <a:custGeom>
              <a:avLst/>
              <a:pathLst>
                <a:path w="525906" h="114603">
                  <a:moveTo>
                    <a:pt x="0" y="114603"/>
                  </a:moveTo>
                  <a:lnTo>
                    <a:pt x="178712" y="83779"/>
                  </a:lnTo>
                  <a:lnTo>
                    <a:pt x="267391" y="92473"/>
                  </a:lnTo>
                  <a:lnTo>
                    <a:pt x="399275" y="52559"/>
                  </a:lnTo>
                  <a:lnTo>
                    <a:pt x="52590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2" name="pl4252"/>
            <p:cNvSpPr/>
            <p:nvPr/>
          </p:nvSpPr>
          <p:spPr>
            <a:xfrm>
              <a:off x="11067351" y="8165170"/>
              <a:ext cx="205712" cy="40308"/>
            </a:xfrm>
            <a:custGeom>
              <a:avLst/>
              <a:pathLst>
                <a:path w="205712" h="40308">
                  <a:moveTo>
                    <a:pt x="0" y="40308"/>
                  </a:moveTo>
                  <a:lnTo>
                    <a:pt x="2057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3" name="pl4253"/>
            <p:cNvSpPr/>
            <p:nvPr/>
          </p:nvSpPr>
          <p:spPr>
            <a:xfrm>
              <a:off x="11224597" y="7712683"/>
              <a:ext cx="107608" cy="43075"/>
            </a:xfrm>
            <a:custGeom>
              <a:avLst/>
              <a:pathLst>
                <a:path w="107608" h="43075">
                  <a:moveTo>
                    <a:pt x="0" y="43075"/>
                  </a:moveTo>
                  <a:lnTo>
                    <a:pt x="1076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4" name="pl4254"/>
            <p:cNvSpPr/>
            <p:nvPr/>
          </p:nvSpPr>
          <p:spPr>
            <a:xfrm>
              <a:off x="11205585" y="8178211"/>
              <a:ext cx="141838" cy="75085"/>
            </a:xfrm>
            <a:custGeom>
              <a:avLst/>
              <a:pathLst>
                <a:path w="141838" h="75085">
                  <a:moveTo>
                    <a:pt x="0" y="0"/>
                  </a:moveTo>
                  <a:lnTo>
                    <a:pt x="61946" y="43470"/>
                  </a:lnTo>
                  <a:lnTo>
                    <a:pt x="141838" y="750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5" name="pl4255"/>
            <p:cNvSpPr/>
            <p:nvPr/>
          </p:nvSpPr>
          <p:spPr>
            <a:xfrm>
              <a:off x="11067351" y="8253297"/>
              <a:ext cx="557247" cy="151356"/>
            </a:xfrm>
            <a:custGeom>
              <a:avLst/>
              <a:pathLst>
                <a:path w="557247" h="151356">
                  <a:moveTo>
                    <a:pt x="0" y="151356"/>
                  </a:moveTo>
                  <a:lnTo>
                    <a:pt x="271195" y="116579"/>
                  </a:lnTo>
                  <a:lnTo>
                    <a:pt x="411956" y="127644"/>
                  </a:lnTo>
                  <a:lnTo>
                    <a:pt x="5572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6" name="pl4256"/>
            <p:cNvSpPr/>
            <p:nvPr/>
          </p:nvSpPr>
          <p:spPr>
            <a:xfrm>
              <a:off x="11067351" y="8375409"/>
              <a:ext cx="223007" cy="82198"/>
            </a:xfrm>
            <a:custGeom>
              <a:avLst/>
              <a:pathLst>
                <a:path w="223007" h="82198">
                  <a:moveTo>
                    <a:pt x="0" y="82198"/>
                  </a:moveTo>
                  <a:lnTo>
                    <a:pt x="223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7" name="pl4257"/>
            <p:cNvSpPr/>
            <p:nvPr/>
          </p:nvSpPr>
          <p:spPr>
            <a:xfrm>
              <a:off x="11067351" y="8391612"/>
              <a:ext cx="149637" cy="15807"/>
            </a:xfrm>
            <a:custGeom>
              <a:avLst/>
              <a:pathLst>
                <a:path w="149637" h="15807">
                  <a:moveTo>
                    <a:pt x="0" y="15807"/>
                  </a:moveTo>
                  <a:lnTo>
                    <a:pt x="1496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8" name="pl4258"/>
            <p:cNvSpPr/>
            <p:nvPr/>
          </p:nvSpPr>
          <p:spPr>
            <a:xfrm>
              <a:off x="11067351" y="8054914"/>
              <a:ext cx="140761" cy="63624"/>
            </a:xfrm>
            <a:custGeom>
              <a:avLst/>
              <a:pathLst>
                <a:path w="140761" h="63624">
                  <a:moveTo>
                    <a:pt x="0" y="0"/>
                  </a:moveTo>
                  <a:lnTo>
                    <a:pt x="72435" y="41889"/>
                  </a:lnTo>
                  <a:lnTo>
                    <a:pt x="140761" y="636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9" name="pl4259"/>
            <p:cNvSpPr/>
            <p:nvPr/>
          </p:nvSpPr>
          <p:spPr>
            <a:xfrm>
              <a:off x="11067351" y="7537220"/>
              <a:ext cx="278804" cy="233159"/>
            </a:xfrm>
            <a:custGeom>
              <a:avLst/>
              <a:pathLst>
                <a:path w="278804" h="233159">
                  <a:moveTo>
                    <a:pt x="0" y="233159"/>
                  </a:moveTo>
                  <a:lnTo>
                    <a:pt x="65942" y="59277"/>
                  </a:lnTo>
                  <a:lnTo>
                    <a:pt x="134326" y="0"/>
                  </a:lnTo>
                  <a:lnTo>
                    <a:pt x="202898" y="73504"/>
                  </a:lnTo>
                  <a:lnTo>
                    <a:pt x="278804" y="877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0" name="pl4260"/>
            <p:cNvSpPr/>
            <p:nvPr/>
          </p:nvSpPr>
          <p:spPr>
            <a:xfrm>
              <a:off x="11067351" y="8141459"/>
              <a:ext cx="671725" cy="301921"/>
            </a:xfrm>
            <a:custGeom>
              <a:avLst/>
              <a:pathLst>
                <a:path w="671725" h="301921">
                  <a:moveTo>
                    <a:pt x="0" y="301921"/>
                  </a:moveTo>
                  <a:lnTo>
                    <a:pt x="73007" y="289275"/>
                  </a:lnTo>
                  <a:lnTo>
                    <a:pt x="131884" y="298760"/>
                  </a:lnTo>
                  <a:lnTo>
                    <a:pt x="211050" y="277025"/>
                  </a:lnTo>
                  <a:lnTo>
                    <a:pt x="274819" y="250547"/>
                  </a:lnTo>
                  <a:lnTo>
                    <a:pt x="463599" y="147799"/>
                  </a:lnTo>
                  <a:lnTo>
                    <a:pt x="590580" y="133177"/>
                  </a:lnTo>
                  <a:lnTo>
                    <a:pt x="6717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1" name="pl4261"/>
            <p:cNvSpPr/>
            <p:nvPr/>
          </p:nvSpPr>
          <p:spPr>
            <a:xfrm>
              <a:off x="11067351" y="7308803"/>
              <a:ext cx="288949" cy="706196"/>
            </a:xfrm>
            <a:custGeom>
              <a:avLst/>
              <a:pathLst>
                <a:path w="288949" h="706196">
                  <a:moveTo>
                    <a:pt x="0" y="183366"/>
                  </a:moveTo>
                  <a:lnTo>
                    <a:pt x="68478" y="164792"/>
                  </a:lnTo>
                  <a:lnTo>
                    <a:pt x="154567" y="0"/>
                  </a:lnTo>
                  <a:lnTo>
                    <a:pt x="220652" y="199173"/>
                  </a:lnTo>
                  <a:lnTo>
                    <a:pt x="288949" y="7061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2" name="pl4262"/>
            <p:cNvSpPr/>
            <p:nvPr/>
          </p:nvSpPr>
          <p:spPr>
            <a:xfrm>
              <a:off x="11067351" y="8058470"/>
              <a:ext cx="67934" cy="120926"/>
            </a:xfrm>
            <a:custGeom>
              <a:avLst/>
              <a:pathLst>
                <a:path w="67934" h="120926">
                  <a:moveTo>
                    <a:pt x="0" y="0"/>
                  </a:moveTo>
                  <a:lnTo>
                    <a:pt x="67934" y="1209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3" name="pl4263"/>
            <p:cNvSpPr/>
            <p:nvPr/>
          </p:nvSpPr>
          <p:spPr>
            <a:xfrm>
              <a:off x="11270068" y="8144621"/>
              <a:ext cx="63224" cy="16202"/>
            </a:xfrm>
            <a:custGeom>
              <a:avLst/>
              <a:pathLst>
                <a:path w="63224" h="16202">
                  <a:moveTo>
                    <a:pt x="0" y="0"/>
                  </a:moveTo>
                  <a:lnTo>
                    <a:pt x="63224" y="162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4" name="pl4264"/>
            <p:cNvSpPr/>
            <p:nvPr/>
          </p:nvSpPr>
          <p:spPr>
            <a:xfrm>
              <a:off x="11067351" y="7831238"/>
              <a:ext cx="68422" cy="31614"/>
            </a:xfrm>
            <a:custGeom>
              <a:avLst/>
              <a:pathLst>
                <a:path w="68422" h="31614">
                  <a:moveTo>
                    <a:pt x="0" y="31614"/>
                  </a:moveTo>
                  <a:lnTo>
                    <a:pt x="684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5" name="pl4265"/>
            <p:cNvSpPr/>
            <p:nvPr/>
          </p:nvSpPr>
          <p:spPr>
            <a:xfrm>
              <a:off x="11067351" y="7811084"/>
              <a:ext cx="68248" cy="201544"/>
            </a:xfrm>
            <a:custGeom>
              <a:avLst/>
              <a:pathLst>
                <a:path w="68248" h="201544">
                  <a:moveTo>
                    <a:pt x="0" y="0"/>
                  </a:moveTo>
                  <a:lnTo>
                    <a:pt x="68248" y="2015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6" name="pl4266"/>
            <p:cNvSpPr/>
            <p:nvPr/>
          </p:nvSpPr>
          <p:spPr>
            <a:xfrm>
              <a:off x="11067351" y="8203899"/>
              <a:ext cx="127625" cy="96030"/>
            </a:xfrm>
            <a:custGeom>
              <a:avLst/>
              <a:pathLst>
                <a:path w="127625" h="96030">
                  <a:moveTo>
                    <a:pt x="0" y="96030"/>
                  </a:moveTo>
                  <a:lnTo>
                    <a:pt x="1276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7" name="pl4267"/>
            <p:cNvSpPr/>
            <p:nvPr/>
          </p:nvSpPr>
          <p:spPr>
            <a:xfrm>
              <a:off x="11067351" y="8443381"/>
              <a:ext cx="163405" cy="4742"/>
            </a:xfrm>
            <a:custGeom>
              <a:avLst/>
              <a:pathLst>
                <a:path w="163405" h="4742">
                  <a:moveTo>
                    <a:pt x="0" y="0"/>
                  </a:moveTo>
                  <a:lnTo>
                    <a:pt x="163405" y="47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8" name="pl4268"/>
            <p:cNvSpPr/>
            <p:nvPr/>
          </p:nvSpPr>
          <p:spPr>
            <a:xfrm>
              <a:off x="11067351" y="8386870"/>
              <a:ext cx="198913" cy="30429"/>
            </a:xfrm>
            <a:custGeom>
              <a:avLst/>
              <a:pathLst>
                <a:path w="198913" h="30429">
                  <a:moveTo>
                    <a:pt x="0" y="30429"/>
                  </a:moveTo>
                  <a:lnTo>
                    <a:pt x="1989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9" name="pl4269"/>
            <p:cNvSpPr/>
            <p:nvPr/>
          </p:nvSpPr>
          <p:spPr>
            <a:xfrm>
              <a:off x="11067351" y="8013419"/>
              <a:ext cx="68610" cy="22525"/>
            </a:xfrm>
            <a:custGeom>
              <a:avLst/>
              <a:pathLst>
                <a:path w="68610" h="22525">
                  <a:moveTo>
                    <a:pt x="0" y="22525"/>
                  </a:moveTo>
                  <a:lnTo>
                    <a:pt x="686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0" name="pl4270"/>
            <p:cNvSpPr/>
            <p:nvPr/>
          </p:nvSpPr>
          <p:spPr>
            <a:xfrm>
              <a:off x="11067351" y="8211802"/>
              <a:ext cx="143287" cy="23315"/>
            </a:xfrm>
            <a:custGeom>
              <a:avLst/>
              <a:pathLst>
                <a:path w="143287" h="23315">
                  <a:moveTo>
                    <a:pt x="0" y="23315"/>
                  </a:moveTo>
                  <a:lnTo>
                    <a:pt x="67391" y="0"/>
                  </a:lnTo>
                  <a:lnTo>
                    <a:pt x="143287" y="47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1" name="pl4271"/>
            <p:cNvSpPr/>
            <p:nvPr/>
          </p:nvSpPr>
          <p:spPr>
            <a:xfrm>
              <a:off x="11067351" y="7941890"/>
              <a:ext cx="79506" cy="73504"/>
            </a:xfrm>
            <a:custGeom>
              <a:avLst/>
              <a:pathLst>
                <a:path w="79506" h="73504">
                  <a:moveTo>
                    <a:pt x="0" y="0"/>
                  </a:moveTo>
                  <a:lnTo>
                    <a:pt x="79506" y="735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2" name="pl4272"/>
            <p:cNvSpPr/>
            <p:nvPr/>
          </p:nvSpPr>
          <p:spPr>
            <a:xfrm>
              <a:off x="11067351" y="7697270"/>
              <a:ext cx="136050" cy="229207"/>
            </a:xfrm>
            <a:custGeom>
              <a:avLst/>
              <a:pathLst>
                <a:path w="136050" h="229207">
                  <a:moveTo>
                    <a:pt x="0" y="229207"/>
                  </a:moveTo>
                  <a:lnTo>
                    <a:pt x="68840" y="24896"/>
                  </a:lnTo>
                  <a:lnTo>
                    <a:pt x="1360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3" name="pl4273"/>
            <p:cNvSpPr/>
            <p:nvPr/>
          </p:nvSpPr>
          <p:spPr>
            <a:xfrm>
              <a:off x="11067351" y="8393588"/>
              <a:ext cx="200344" cy="62834"/>
            </a:xfrm>
            <a:custGeom>
              <a:avLst/>
              <a:pathLst>
                <a:path w="200344" h="62834">
                  <a:moveTo>
                    <a:pt x="0" y="62834"/>
                  </a:moveTo>
                  <a:lnTo>
                    <a:pt x="2003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4" name="pl4274"/>
            <p:cNvSpPr/>
            <p:nvPr/>
          </p:nvSpPr>
          <p:spPr>
            <a:xfrm>
              <a:off x="11067351" y="8279379"/>
              <a:ext cx="142711" cy="52164"/>
            </a:xfrm>
            <a:custGeom>
              <a:avLst/>
              <a:pathLst>
                <a:path w="142711" h="52164">
                  <a:moveTo>
                    <a:pt x="0" y="26872"/>
                  </a:moveTo>
                  <a:lnTo>
                    <a:pt x="60102" y="0"/>
                  </a:lnTo>
                  <a:lnTo>
                    <a:pt x="142711" y="521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5" name="pl4275"/>
            <p:cNvSpPr/>
            <p:nvPr/>
          </p:nvSpPr>
          <p:spPr>
            <a:xfrm>
              <a:off x="11223329" y="8068745"/>
              <a:ext cx="188768" cy="138315"/>
            </a:xfrm>
            <a:custGeom>
              <a:avLst/>
              <a:pathLst>
                <a:path w="188768" h="138315">
                  <a:moveTo>
                    <a:pt x="0" y="0"/>
                  </a:moveTo>
                  <a:lnTo>
                    <a:pt x="120289" y="56906"/>
                  </a:lnTo>
                  <a:lnTo>
                    <a:pt x="188768" y="1383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6" name="pl4276"/>
            <p:cNvSpPr/>
            <p:nvPr/>
          </p:nvSpPr>
          <p:spPr>
            <a:xfrm>
              <a:off x="11067351" y="8424017"/>
              <a:ext cx="790218" cy="25291"/>
            </a:xfrm>
            <a:custGeom>
              <a:avLst/>
              <a:pathLst>
                <a:path w="790218" h="25291">
                  <a:moveTo>
                    <a:pt x="0" y="20154"/>
                  </a:moveTo>
                  <a:lnTo>
                    <a:pt x="199094" y="25291"/>
                  </a:lnTo>
                  <a:lnTo>
                    <a:pt x="7902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7" name="pl4277"/>
            <p:cNvSpPr/>
            <p:nvPr/>
          </p:nvSpPr>
          <p:spPr>
            <a:xfrm>
              <a:off x="11067351" y="8027646"/>
              <a:ext cx="196977" cy="170325"/>
            </a:xfrm>
            <a:custGeom>
              <a:avLst/>
              <a:pathLst>
                <a:path w="196977" h="170325">
                  <a:moveTo>
                    <a:pt x="0" y="170325"/>
                  </a:moveTo>
                  <a:lnTo>
                    <a:pt x="74818" y="72714"/>
                  </a:lnTo>
                  <a:lnTo>
                    <a:pt x="1969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8" name="pl4278"/>
            <p:cNvSpPr/>
            <p:nvPr/>
          </p:nvSpPr>
          <p:spPr>
            <a:xfrm>
              <a:off x="11209112" y="8027646"/>
              <a:ext cx="200362" cy="173486"/>
            </a:xfrm>
            <a:custGeom>
              <a:avLst/>
              <a:pathLst>
                <a:path w="200362" h="173486">
                  <a:moveTo>
                    <a:pt x="0" y="135548"/>
                  </a:moveTo>
                  <a:lnTo>
                    <a:pt x="125441" y="0"/>
                  </a:lnTo>
                  <a:lnTo>
                    <a:pt x="200362" y="1734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9" name="pl4279"/>
            <p:cNvSpPr/>
            <p:nvPr/>
          </p:nvSpPr>
          <p:spPr>
            <a:xfrm>
              <a:off x="11067351" y="7842699"/>
              <a:ext cx="69621" cy="200754"/>
            </a:xfrm>
            <a:custGeom>
              <a:avLst/>
              <a:pathLst>
                <a:path w="69621" h="200754">
                  <a:moveTo>
                    <a:pt x="0" y="200754"/>
                  </a:moveTo>
                  <a:lnTo>
                    <a:pt x="696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0" name="pl4280"/>
            <p:cNvSpPr/>
            <p:nvPr/>
          </p:nvSpPr>
          <p:spPr>
            <a:xfrm>
              <a:off x="11067351" y="8335891"/>
              <a:ext cx="78615" cy="38728"/>
            </a:xfrm>
            <a:custGeom>
              <a:avLst/>
              <a:pathLst>
                <a:path w="78615" h="38728">
                  <a:moveTo>
                    <a:pt x="0" y="38728"/>
                  </a:moveTo>
                  <a:lnTo>
                    <a:pt x="786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1" name="pl4281"/>
            <p:cNvSpPr/>
            <p:nvPr/>
          </p:nvSpPr>
          <p:spPr>
            <a:xfrm>
              <a:off x="11067351" y="8355650"/>
              <a:ext cx="154546" cy="62834"/>
            </a:xfrm>
            <a:custGeom>
              <a:avLst/>
              <a:pathLst>
                <a:path w="154546" h="62834">
                  <a:moveTo>
                    <a:pt x="0" y="62834"/>
                  </a:moveTo>
                  <a:lnTo>
                    <a:pt x="1545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2" name="pl4282"/>
            <p:cNvSpPr/>
            <p:nvPr/>
          </p:nvSpPr>
          <p:spPr>
            <a:xfrm>
              <a:off x="11067351" y="8061632"/>
              <a:ext cx="74485" cy="187318"/>
            </a:xfrm>
            <a:custGeom>
              <a:avLst/>
              <a:pathLst>
                <a:path w="74485" h="187318">
                  <a:moveTo>
                    <a:pt x="0" y="187318"/>
                  </a:moveTo>
                  <a:lnTo>
                    <a:pt x="7448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3" name="pl4283"/>
            <p:cNvSpPr/>
            <p:nvPr/>
          </p:nvSpPr>
          <p:spPr>
            <a:xfrm>
              <a:off x="11067351" y="8074673"/>
              <a:ext cx="74719" cy="71133"/>
            </a:xfrm>
            <a:custGeom>
              <a:avLst/>
              <a:pathLst>
                <a:path w="74719" h="71133">
                  <a:moveTo>
                    <a:pt x="0" y="0"/>
                  </a:moveTo>
                  <a:lnTo>
                    <a:pt x="74719" y="711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4" name="pl4284"/>
            <p:cNvSpPr/>
            <p:nvPr/>
          </p:nvSpPr>
          <p:spPr>
            <a:xfrm>
              <a:off x="11067351" y="8010653"/>
              <a:ext cx="281522" cy="105514"/>
            </a:xfrm>
            <a:custGeom>
              <a:avLst/>
              <a:pathLst>
                <a:path w="281522" h="105514">
                  <a:moveTo>
                    <a:pt x="0" y="105514"/>
                  </a:moveTo>
                  <a:lnTo>
                    <a:pt x="78386" y="11460"/>
                  </a:lnTo>
                  <a:lnTo>
                    <a:pt x="153442" y="0"/>
                  </a:lnTo>
                  <a:lnTo>
                    <a:pt x="281522" y="683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5" name="pl4285"/>
            <p:cNvSpPr/>
            <p:nvPr/>
          </p:nvSpPr>
          <p:spPr>
            <a:xfrm>
              <a:off x="11067351" y="8441800"/>
              <a:ext cx="338494" cy="46236"/>
            </a:xfrm>
            <a:custGeom>
              <a:avLst/>
              <a:pathLst>
                <a:path w="338494" h="46236">
                  <a:moveTo>
                    <a:pt x="0" y="0"/>
                  </a:moveTo>
                  <a:lnTo>
                    <a:pt x="146014" y="37937"/>
                  </a:lnTo>
                  <a:lnTo>
                    <a:pt x="338494" y="462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6" name="pl4286"/>
            <p:cNvSpPr/>
            <p:nvPr/>
          </p:nvSpPr>
          <p:spPr>
            <a:xfrm>
              <a:off x="11067351" y="8189672"/>
              <a:ext cx="662500" cy="236321"/>
            </a:xfrm>
            <a:custGeom>
              <a:avLst/>
              <a:pathLst>
                <a:path w="662500" h="236321">
                  <a:moveTo>
                    <a:pt x="0" y="236321"/>
                  </a:moveTo>
                  <a:lnTo>
                    <a:pt x="167029" y="224070"/>
                  </a:lnTo>
                  <a:lnTo>
                    <a:pt x="276268" y="192060"/>
                  </a:lnTo>
                  <a:lnTo>
                    <a:pt x="406884" y="199568"/>
                  </a:lnTo>
                  <a:lnTo>
                    <a:pt x="535689" y="100772"/>
                  </a:lnTo>
                  <a:lnTo>
                    <a:pt x="6625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7" name="pl4287"/>
            <p:cNvSpPr/>
            <p:nvPr/>
          </p:nvSpPr>
          <p:spPr>
            <a:xfrm>
              <a:off x="11067351" y="8252506"/>
              <a:ext cx="132978" cy="56906"/>
            </a:xfrm>
            <a:custGeom>
              <a:avLst/>
              <a:pathLst>
                <a:path w="132978" h="56906">
                  <a:moveTo>
                    <a:pt x="0" y="56906"/>
                  </a:moveTo>
                  <a:lnTo>
                    <a:pt x="67036" y="30824"/>
                  </a:lnTo>
                  <a:lnTo>
                    <a:pt x="1329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8" name="pl4288"/>
            <p:cNvSpPr/>
            <p:nvPr/>
          </p:nvSpPr>
          <p:spPr>
            <a:xfrm>
              <a:off x="11067351" y="8374619"/>
              <a:ext cx="159601" cy="3556"/>
            </a:xfrm>
            <a:custGeom>
              <a:avLst/>
              <a:pathLst>
                <a:path w="159601" h="3556">
                  <a:moveTo>
                    <a:pt x="0" y="3556"/>
                  </a:moveTo>
                  <a:lnTo>
                    <a:pt x="1596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9" name="pl4289"/>
            <p:cNvSpPr/>
            <p:nvPr/>
          </p:nvSpPr>
          <p:spPr>
            <a:xfrm>
              <a:off x="11067351" y="7903557"/>
              <a:ext cx="66796" cy="28848"/>
            </a:xfrm>
            <a:custGeom>
              <a:avLst/>
              <a:pathLst>
                <a:path w="66796" h="28848">
                  <a:moveTo>
                    <a:pt x="0" y="0"/>
                  </a:moveTo>
                  <a:lnTo>
                    <a:pt x="66796" y="288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0" name="pl4290"/>
            <p:cNvSpPr/>
            <p:nvPr/>
          </p:nvSpPr>
          <p:spPr>
            <a:xfrm>
              <a:off x="11067351" y="7384679"/>
              <a:ext cx="197487" cy="131992"/>
            </a:xfrm>
            <a:custGeom>
              <a:avLst/>
              <a:pathLst>
                <a:path w="197487" h="131992">
                  <a:moveTo>
                    <a:pt x="0" y="131992"/>
                  </a:moveTo>
                  <a:lnTo>
                    <a:pt x="1974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1" name="pl4291"/>
            <p:cNvSpPr/>
            <p:nvPr/>
          </p:nvSpPr>
          <p:spPr>
            <a:xfrm>
              <a:off x="11067351" y="8246183"/>
              <a:ext cx="125461" cy="23711"/>
            </a:xfrm>
            <a:custGeom>
              <a:avLst/>
              <a:pathLst>
                <a:path w="125461" h="23711">
                  <a:moveTo>
                    <a:pt x="0" y="23711"/>
                  </a:moveTo>
                  <a:lnTo>
                    <a:pt x="1254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2" name="pl4292"/>
            <p:cNvSpPr/>
            <p:nvPr/>
          </p:nvSpPr>
          <p:spPr>
            <a:xfrm>
              <a:off x="11067351" y="8440220"/>
              <a:ext cx="143116" cy="52164"/>
            </a:xfrm>
            <a:custGeom>
              <a:avLst/>
              <a:pathLst>
                <a:path w="143116" h="52164">
                  <a:moveTo>
                    <a:pt x="0" y="11460"/>
                  </a:moveTo>
                  <a:lnTo>
                    <a:pt x="74026" y="52164"/>
                  </a:lnTo>
                  <a:lnTo>
                    <a:pt x="1431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3" name="pl4293"/>
            <p:cNvSpPr/>
            <p:nvPr/>
          </p:nvSpPr>
          <p:spPr>
            <a:xfrm>
              <a:off x="11067351" y="8301114"/>
              <a:ext cx="228079" cy="152541"/>
            </a:xfrm>
            <a:custGeom>
              <a:avLst/>
              <a:pathLst>
                <a:path w="228079" h="152541">
                  <a:moveTo>
                    <a:pt x="0" y="152541"/>
                  </a:moveTo>
                  <a:lnTo>
                    <a:pt x="2280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4" name="pl4294"/>
            <p:cNvSpPr/>
            <p:nvPr/>
          </p:nvSpPr>
          <p:spPr>
            <a:xfrm>
              <a:off x="11067351" y="8450099"/>
              <a:ext cx="470471" cy="17783"/>
            </a:xfrm>
            <a:custGeom>
              <a:avLst/>
              <a:pathLst>
                <a:path w="470471" h="17783">
                  <a:moveTo>
                    <a:pt x="0" y="0"/>
                  </a:moveTo>
                  <a:lnTo>
                    <a:pt x="470471" y="177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5" name="pl4295"/>
            <p:cNvSpPr/>
            <p:nvPr/>
          </p:nvSpPr>
          <p:spPr>
            <a:xfrm>
              <a:off x="11067351" y="8363949"/>
              <a:ext cx="214130" cy="37937"/>
            </a:xfrm>
            <a:custGeom>
              <a:avLst/>
              <a:pathLst>
                <a:path w="214130" h="37937">
                  <a:moveTo>
                    <a:pt x="0" y="37937"/>
                  </a:moveTo>
                  <a:lnTo>
                    <a:pt x="2141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6" name="pl4296"/>
            <p:cNvSpPr/>
            <p:nvPr/>
          </p:nvSpPr>
          <p:spPr>
            <a:xfrm>
              <a:off x="11067351" y="7678697"/>
              <a:ext cx="331159" cy="227231"/>
            </a:xfrm>
            <a:custGeom>
              <a:avLst/>
              <a:pathLst>
                <a:path w="331159" h="227231">
                  <a:moveTo>
                    <a:pt x="0" y="227231"/>
                  </a:moveTo>
                  <a:lnTo>
                    <a:pt x="133460" y="99586"/>
                  </a:lnTo>
                  <a:lnTo>
                    <a:pt x="200543" y="53350"/>
                  </a:lnTo>
                  <a:lnTo>
                    <a:pt x="271195" y="31614"/>
                  </a:lnTo>
                  <a:lnTo>
                    <a:pt x="3311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7" name="pl4297"/>
            <p:cNvSpPr/>
            <p:nvPr/>
          </p:nvSpPr>
          <p:spPr>
            <a:xfrm>
              <a:off x="11067351" y="7756548"/>
              <a:ext cx="71014" cy="37542"/>
            </a:xfrm>
            <a:custGeom>
              <a:avLst/>
              <a:pathLst>
                <a:path w="71014" h="37542">
                  <a:moveTo>
                    <a:pt x="0" y="0"/>
                  </a:moveTo>
                  <a:lnTo>
                    <a:pt x="71014" y="375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8" name="pl4298"/>
            <p:cNvSpPr/>
            <p:nvPr/>
          </p:nvSpPr>
          <p:spPr>
            <a:xfrm>
              <a:off x="11067351" y="8330753"/>
              <a:ext cx="200181" cy="58487"/>
            </a:xfrm>
            <a:custGeom>
              <a:avLst/>
              <a:pathLst>
                <a:path w="200181" h="58487">
                  <a:moveTo>
                    <a:pt x="0" y="58487"/>
                  </a:moveTo>
                  <a:lnTo>
                    <a:pt x="67098" y="48607"/>
                  </a:lnTo>
                  <a:lnTo>
                    <a:pt x="132971" y="5532"/>
                  </a:lnTo>
                  <a:lnTo>
                    <a:pt x="2001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9" name="pl4299"/>
            <p:cNvSpPr/>
            <p:nvPr/>
          </p:nvSpPr>
          <p:spPr>
            <a:xfrm>
              <a:off x="11067351" y="8079415"/>
              <a:ext cx="68827" cy="85360"/>
            </a:xfrm>
            <a:custGeom>
              <a:avLst/>
              <a:pathLst>
                <a:path w="68827" h="85360">
                  <a:moveTo>
                    <a:pt x="0" y="85360"/>
                  </a:moveTo>
                  <a:lnTo>
                    <a:pt x="688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0" name="pl4300"/>
            <p:cNvSpPr/>
            <p:nvPr/>
          </p:nvSpPr>
          <p:spPr>
            <a:xfrm>
              <a:off x="11067351" y="8273846"/>
              <a:ext cx="75905" cy="67971"/>
            </a:xfrm>
            <a:custGeom>
              <a:avLst/>
              <a:pathLst>
                <a:path w="75905" h="67971">
                  <a:moveTo>
                    <a:pt x="0" y="0"/>
                  </a:moveTo>
                  <a:lnTo>
                    <a:pt x="75905" y="679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1" name="pl4301"/>
            <p:cNvSpPr/>
            <p:nvPr/>
          </p:nvSpPr>
          <p:spPr>
            <a:xfrm>
              <a:off x="11067351" y="8357231"/>
              <a:ext cx="402041" cy="95239"/>
            </a:xfrm>
            <a:custGeom>
              <a:avLst/>
              <a:pathLst>
                <a:path w="402041" h="95239">
                  <a:moveTo>
                    <a:pt x="0" y="95239"/>
                  </a:moveTo>
                  <a:lnTo>
                    <a:pt x="198598" y="82989"/>
                  </a:lnTo>
                  <a:lnTo>
                    <a:pt x="4020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2" name="pl4302"/>
            <p:cNvSpPr/>
            <p:nvPr/>
          </p:nvSpPr>
          <p:spPr>
            <a:xfrm>
              <a:off x="11067351" y="7710312"/>
              <a:ext cx="160869" cy="114603"/>
            </a:xfrm>
            <a:custGeom>
              <a:avLst/>
              <a:pathLst>
                <a:path w="160869" h="114603">
                  <a:moveTo>
                    <a:pt x="0" y="62044"/>
                  </a:moveTo>
                  <a:lnTo>
                    <a:pt x="78613" y="0"/>
                  </a:lnTo>
                  <a:lnTo>
                    <a:pt x="160869" y="11460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3" name="pl4303"/>
            <p:cNvSpPr/>
            <p:nvPr/>
          </p:nvSpPr>
          <p:spPr>
            <a:xfrm>
              <a:off x="11067351" y="8361182"/>
              <a:ext cx="419203" cy="133967"/>
            </a:xfrm>
            <a:custGeom>
              <a:avLst/>
              <a:pathLst>
                <a:path w="419203" h="133967">
                  <a:moveTo>
                    <a:pt x="0" y="0"/>
                  </a:moveTo>
                  <a:lnTo>
                    <a:pt x="214855" y="99981"/>
                  </a:lnTo>
                  <a:lnTo>
                    <a:pt x="419203" y="1339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4" name="pl4304"/>
            <p:cNvSpPr/>
            <p:nvPr/>
          </p:nvSpPr>
          <p:spPr>
            <a:xfrm>
              <a:off x="11067351" y="8456422"/>
              <a:ext cx="544565" cy="42680"/>
            </a:xfrm>
            <a:custGeom>
              <a:avLst/>
              <a:pathLst>
                <a:path w="544565" h="42680">
                  <a:moveTo>
                    <a:pt x="0" y="0"/>
                  </a:moveTo>
                  <a:lnTo>
                    <a:pt x="132858" y="24896"/>
                  </a:lnTo>
                  <a:lnTo>
                    <a:pt x="270833" y="42680"/>
                  </a:lnTo>
                  <a:lnTo>
                    <a:pt x="544565" y="339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5" name="pl4305"/>
            <p:cNvSpPr/>
            <p:nvPr/>
          </p:nvSpPr>
          <p:spPr>
            <a:xfrm>
              <a:off x="11067351" y="7707545"/>
              <a:ext cx="410846" cy="498724"/>
            </a:xfrm>
            <a:custGeom>
              <a:avLst/>
              <a:pathLst>
                <a:path w="410846" h="498724">
                  <a:moveTo>
                    <a:pt x="0" y="495167"/>
                  </a:moveTo>
                  <a:lnTo>
                    <a:pt x="133129" y="498724"/>
                  </a:lnTo>
                  <a:lnTo>
                    <a:pt x="286390" y="336698"/>
                  </a:lnTo>
                  <a:lnTo>
                    <a:pt x="4108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6" name="pl4306"/>
            <p:cNvSpPr/>
            <p:nvPr/>
          </p:nvSpPr>
          <p:spPr>
            <a:xfrm>
              <a:off x="11067351" y="8084157"/>
              <a:ext cx="81092" cy="149380"/>
            </a:xfrm>
            <a:custGeom>
              <a:avLst/>
              <a:pathLst>
                <a:path w="81092" h="149380">
                  <a:moveTo>
                    <a:pt x="0" y="0"/>
                  </a:moveTo>
                  <a:lnTo>
                    <a:pt x="81092" y="1493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7" name="pl4307"/>
            <p:cNvSpPr/>
            <p:nvPr/>
          </p:nvSpPr>
          <p:spPr>
            <a:xfrm>
              <a:off x="11067351" y="8335100"/>
              <a:ext cx="209058" cy="120136"/>
            </a:xfrm>
            <a:custGeom>
              <a:avLst/>
              <a:pathLst>
                <a:path w="209058" h="120136">
                  <a:moveTo>
                    <a:pt x="0" y="120136"/>
                  </a:moveTo>
                  <a:lnTo>
                    <a:pt x="2090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8" name="pl4308"/>
            <p:cNvSpPr/>
            <p:nvPr/>
          </p:nvSpPr>
          <p:spPr>
            <a:xfrm>
              <a:off x="11067351" y="8112215"/>
              <a:ext cx="470423" cy="171115"/>
            </a:xfrm>
            <a:custGeom>
              <a:avLst/>
              <a:pathLst>
                <a:path w="470423" h="171115">
                  <a:moveTo>
                    <a:pt x="0" y="62834"/>
                  </a:moveTo>
                  <a:lnTo>
                    <a:pt x="64625" y="105119"/>
                  </a:lnTo>
                  <a:lnTo>
                    <a:pt x="138176" y="78641"/>
                  </a:lnTo>
                  <a:lnTo>
                    <a:pt x="219688" y="0"/>
                  </a:lnTo>
                  <a:lnTo>
                    <a:pt x="309372" y="67181"/>
                  </a:lnTo>
                  <a:lnTo>
                    <a:pt x="405749" y="151356"/>
                  </a:lnTo>
                  <a:lnTo>
                    <a:pt x="470423" y="1711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9" name="pl4309"/>
            <p:cNvSpPr/>
            <p:nvPr/>
          </p:nvSpPr>
          <p:spPr>
            <a:xfrm>
              <a:off x="11067351" y="8094777"/>
              <a:ext cx="932247" cy="119960"/>
            </a:xfrm>
            <a:custGeom>
              <a:avLst/>
              <a:pathLst>
                <a:path w="932247" h="119960">
                  <a:moveTo>
                    <a:pt x="0" y="119960"/>
                  </a:moveTo>
                  <a:lnTo>
                    <a:pt x="9416" y="118749"/>
                  </a:lnTo>
                  <a:lnTo>
                    <a:pt x="18833" y="117537"/>
                  </a:lnTo>
                  <a:lnTo>
                    <a:pt x="28249" y="116325"/>
                  </a:lnTo>
                  <a:lnTo>
                    <a:pt x="37666" y="115113"/>
                  </a:lnTo>
                  <a:lnTo>
                    <a:pt x="47083" y="113902"/>
                  </a:lnTo>
                  <a:lnTo>
                    <a:pt x="56499" y="112690"/>
                  </a:lnTo>
                  <a:lnTo>
                    <a:pt x="65916" y="111478"/>
                  </a:lnTo>
                  <a:lnTo>
                    <a:pt x="75333" y="110266"/>
                  </a:lnTo>
                  <a:lnTo>
                    <a:pt x="84749" y="109055"/>
                  </a:lnTo>
                  <a:lnTo>
                    <a:pt x="94166" y="107843"/>
                  </a:lnTo>
                  <a:lnTo>
                    <a:pt x="103583" y="106631"/>
                  </a:lnTo>
                  <a:lnTo>
                    <a:pt x="112999" y="105420"/>
                  </a:lnTo>
                  <a:lnTo>
                    <a:pt x="122416" y="104208"/>
                  </a:lnTo>
                  <a:lnTo>
                    <a:pt x="131832" y="102996"/>
                  </a:lnTo>
                  <a:lnTo>
                    <a:pt x="141249" y="101784"/>
                  </a:lnTo>
                  <a:lnTo>
                    <a:pt x="150666" y="100573"/>
                  </a:lnTo>
                  <a:lnTo>
                    <a:pt x="160082" y="99361"/>
                  </a:lnTo>
                  <a:lnTo>
                    <a:pt x="169499" y="98149"/>
                  </a:lnTo>
                  <a:lnTo>
                    <a:pt x="178916" y="96937"/>
                  </a:lnTo>
                  <a:lnTo>
                    <a:pt x="188332" y="95726"/>
                  </a:lnTo>
                  <a:lnTo>
                    <a:pt x="197749" y="94514"/>
                  </a:lnTo>
                  <a:lnTo>
                    <a:pt x="207166" y="93302"/>
                  </a:lnTo>
                  <a:lnTo>
                    <a:pt x="216582" y="92091"/>
                  </a:lnTo>
                  <a:lnTo>
                    <a:pt x="225999" y="90879"/>
                  </a:lnTo>
                  <a:lnTo>
                    <a:pt x="235416" y="89667"/>
                  </a:lnTo>
                  <a:lnTo>
                    <a:pt x="244832" y="88455"/>
                  </a:lnTo>
                  <a:lnTo>
                    <a:pt x="254249" y="87244"/>
                  </a:lnTo>
                  <a:lnTo>
                    <a:pt x="263665" y="86032"/>
                  </a:lnTo>
                  <a:lnTo>
                    <a:pt x="273082" y="84820"/>
                  </a:lnTo>
                  <a:lnTo>
                    <a:pt x="282499" y="83609"/>
                  </a:lnTo>
                  <a:lnTo>
                    <a:pt x="291915" y="82397"/>
                  </a:lnTo>
                  <a:lnTo>
                    <a:pt x="301332" y="81185"/>
                  </a:lnTo>
                  <a:lnTo>
                    <a:pt x="310749" y="79973"/>
                  </a:lnTo>
                  <a:lnTo>
                    <a:pt x="320165" y="78762"/>
                  </a:lnTo>
                  <a:lnTo>
                    <a:pt x="329582" y="77550"/>
                  </a:lnTo>
                  <a:lnTo>
                    <a:pt x="338999" y="76338"/>
                  </a:lnTo>
                  <a:lnTo>
                    <a:pt x="348415" y="75126"/>
                  </a:lnTo>
                  <a:lnTo>
                    <a:pt x="357832" y="73915"/>
                  </a:lnTo>
                  <a:lnTo>
                    <a:pt x="367248" y="72703"/>
                  </a:lnTo>
                  <a:lnTo>
                    <a:pt x="376665" y="71491"/>
                  </a:lnTo>
                  <a:lnTo>
                    <a:pt x="386082" y="70280"/>
                  </a:lnTo>
                  <a:lnTo>
                    <a:pt x="395498" y="69068"/>
                  </a:lnTo>
                  <a:lnTo>
                    <a:pt x="404915" y="67856"/>
                  </a:lnTo>
                  <a:lnTo>
                    <a:pt x="414332" y="66644"/>
                  </a:lnTo>
                  <a:lnTo>
                    <a:pt x="423748" y="65433"/>
                  </a:lnTo>
                  <a:lnTo>
                    <a:pt x="433165" y="64221"/>
                  </a:lnTo>
                  <a:lnTo>
                    <a:pt x="442582" y="63009"/>
                  </a:lnTo>
                  <a:lnTo>
                    <a:pt x="451998" y="61797"/>
                  </a:lnTo>
                  <a:lnTo>
                    <a:pt x="461415" y="60586"/>
                  </a:lnTo>
                  <a:lnTo>
                    <a:pt x="470832" y="59374"/>
                  </a:lnTo>
                  <a:lnTo>
                    <a:pt x="480248" y="58162"/>
                  </a:lnTo>
                  <a:lnTo>
                    <a:pt x="489665" y="56951"/>
                  </a:lnTo>
                  <a:lnTo>
                    <a:pt x="499081" y="55739"/>
                  </a:lnTo>
                  <a:lnTo>
                    <a:pt x="508498" y="54527"/>
                  </a:lnTo>
                  <a:lnTo>
                    <a:pt x="517915" y="53315"/>
                  </a:lnTo>
                  <a:lnTo>
                    <a:pt x="527331" y="52104"/>
                  </a:lnTo>
                  <a:lnTo>
                    <a:pt x="536748" y="50892"/>
                  </a:lnTo>
                  <a:lnTo>
                    <a:pt x="546165" y="49680"/>
                  </a:lnTo>
                  <a:lnTo>
                    <a:pt x="555581" y="48468"/>
                  </a:lnTo>
                  <a:lnTo>
                    <a:pt x="564998" y="47257"/>
                  </a:lnTo>
                  <a:lnTo>
                    <a:pt x="574415" y="46045"/>
                  </a:lnTo>
                  <a:lnTo>
                    <a:pt x="583831" y="44833"/>
                  </a:lnTo>
                  <a:lnTo>
                    <a:pt x="593248" y="43622"/>
                  </a:lnTo>
                  <a:lnTo>
                    <a:pt x="602664" y="42410"/>
                  </a:lnTo>
                  <a:lnTo>
                    <a:pt x="612081" y="41198"/>
                  </a:lnTo>
                  <a:lnTo>
                    <a:pt x="621498" y="39986"/>
                  </a:lnTo>
                  <a:lnTo>
                    <a:pt x="630914" y="38775"/>
                  </a:lnTo>
                  <a:lnTo>
                    <a:pt x="640331" y="37563"/>
                  </a:lnTo>
                  <a:lnTo>
                    <a:pt x="649748" y="36351"/>
                  </a:lnTo>
                  <a:lnTo>
                    <a:pt x="659164" y="35140"/>
                  </a:lnTo>
                  <a:lnTo>
                    <a:pt x="668581" y="33928"/>
                  </a:lnTo>
                  <a:lnTo>
                    <a:pt x="677998" y="32716"/>
                  </a:lnTo>
                  <a:lnTo>
                    <a:pt x="687414" y="31504"/>
                  </a:lnTo>
                  <a:lnTo>
                    <a:pt x="696831" y="30293"/>
                  </a:lnTo>
                  <a:lnTo>
                    <a:pt x="706248" y="29081"/>
                  </a:lnTo>
                  <a:lnTo>
                    <a:pt x="715664" y="27869"/>
                  </a:lnTo>
                  <a:lnTo>
                    <a:pt x="725081" y="26657"/>
                  </a:lnTo>
                  <a:lnTo>
                    <a:pt x="734497" y="25446"/>
                  </a:lnTo>
                  <a:lnTo>
                    <a:pt x="743914" y="24234"/>
                  </a:lnTo>
                  <a:lnTo>
                    <a:pt x="753331" y="23022"/>
                  </a:lnTo>
                  <a:lnTo>
                    <a:pt x="762747" y="21811"/>
                  </a:lnTo>
                  <a:lnTo>
                    <a:pt x="772164" y="20599"/>
                  </a:lnTo>
                  <a:lnTo>
                    <a:pt x="781581" y="19387"/>
                  </a:lnTo>
                  <a:lnTo>
                    <a:pt x="790997" y="18175"/>
                  </a:lnTo>
                  <a:lnTo>
                    <a:pt x="800414" y="16964"/>
                  </a:lnTo>
                  <a:lnTo>
                    <a:pt x="809831" y="15752"/>
                  </a:lnTo>
                  <a:lnTo>
                    <a:pt x="819247" y="14540"/>
                  </a:lnTo>
                  <a:lnTo>
                    <a:pt x="828664" y="13328"/>
                  </a:lnTo>
                  <a:lnTo>
                    <a:pt x="838081" y="12117"/>
                  </a:lnTo>
                  <a:lnTo>
                    <a:pt x="847497" y="10905"/>
                  </a:lnTo>
                  <a:lnTo>
                    <a:pt x="856914" y="9693"/>
                  </a:lnTo>
                  <a:lnTo>
                    <a:pt x="866330" y="8482"/>
                  </a:lnTo>
                  <a:lnTo>
                    <a:pt x="875747" y="7270"/>
                  </a:lnTo>
                  <a:lnTo>
                    <a:pt x="885164" y="6058"/>
                  </a:lnTo>
                  <a:lnTo>
                    <a:pt x="894580" y="4846"/>
                  </a:lnTo>
                  <a:lnTo>
                    <a:pt x="903997" y="3635"/>
                  </a:lnTo>
                  <a:lnTo>
                    <a:pt x="913414" y="2423"/>
                  </a:lnTo>
                  <a:lnTo>
                    <a:pt x="922830" y="1211"/>
                  </a:lnTo>
                  <a:lnTo>
                    <a:pt x="932247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10" name="tx4310"/>
            <p:cNvSpPr/>
            <p:nvPr/>
          </p:nvSpPr>
          <p:spPr>
            <a:xfrm>
              <a:off x="11085725" y="7268574"/>
              <a:ext cx="913873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0.16 Z/year</a:t>
              </a:r>
            </a:p>
          </p:txBody>
        </p:sp>
        <p:sp>
          <p:nvSpPr>
            <p:cNvPr id="4311" name="rc4311"/>
            <p:cNvSpPr/>
            <p:nvPr/>
          </p:nvSpPr>
          <p:spPr>
            <a:xfrm>
              <a:off x="11020738" y="7247470"/>
              <a:ext cx="1025472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2" name="tx4312"/>
            <p:cNvSpPr/>
            <p:nvPr/>
          </p:nvSpPr>
          <p:spPr>
            <a:xfrm>
              <a:off x="10895953" y="845310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313" name="tx4313"/>
            <p:cNvSpPr/>
            <p:nvPr/>
          </p:nvSpPr>
          <p:spPr>
            <a:xfrm>
              <a:off x="10895953" y="818861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314" name="tx4314"/>
            <p:cNvSpPr/>
            <p:nvPr/>
          </p:nvSpPr>
          <p:spPr>
            <a:xfrm>
              <a:off x="10833797" y="792129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315" name="tx4315"/>
            <p:cNvSpPr/>
            <p:nvPr/>
          </p:nvSpPr>
          <p:spPr>
            <a:xfrm>
              <a:off x="10833797" y="765538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4316" name="tx4316"/>
            <p:cNvSpPr/>
            <p:nvPr/>
          </p:nvSpPr>
          <p:spPr>
            <a:xfrm>
              <a:off x="10833797" y="738947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317" name="pl4317"/>
            <p:cNvSpPr/>
            <p:nvPr/>
          </p:nvSpPr>
          <p:spPr>
            <a:xfrm>
              <a:off x="10985944" y="849480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8" name="pl4318"/>
            <p:cNvSpPr/>
            <p:nvPr/>
          </p:nvSpPr>
          <p:spPr>
            <a:xfrm>
              <a:off x="10985944" y="82288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9" name="pl4319"/>
            <p:cNvSpPr/>
            <p:nvPr/>
          </p:nvSpPr>
          <p:spPr>
            <a:xfrm>
              <a:off x="10985944" y="79629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0" name="pl4320"/>
            <p:cNvSpPr/>
            <p:nvPr/>
          </p:nvSpPr>
          <p:spPr>
            <a:xfrm>
              <a:off x="10985944" y="76970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1" name="pl4321"/>
            <p:cNvSpPr/>
            <p:nvPr/>
          </p:nvSpPr>
          <p:spPr>
            <a:xfrm>
              <a:off x="10985944" y="74311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2" name="pl4322"/>
            <p:cNvSpPr/>
            <p:nvPr/>
          </p:nvSpPr>
          <p:spPr>
            <a:xfrm>
              <a:off x="1106735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3" name="pl4323"/>
            <p:cNvSpPr/>
            <p:nvPr/>
          </p:nvSpPr>
          <p:spPr>
            <a:xfrm>
              <a:off x="11397967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4" name="pl4324"/>
            <p:cNvSpPr/>
            <p:nvPr/>
          </p:nvSpPr>
          <p:spPr>
            <a:xfrm>
              <a:off x="1172858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5" name="tx4325"/>
            <p:cNvSpPr/>
            <p:nvPr/>
          </p:nvSpPr>
          <p:spPr>
            <a:xfrm>
              <a:off x="11036273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326" name="tx4326"/>
            <p:cNvSpPr/>
            <p:nvPr/>
          </p:nvSpPr>
          <p:spPr>
            <a:xfrm>
              <a:off x="11366889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327" name="tx4327"/>
            <p:cNvSpPr/>
            <p:nvPr/>
          </p:nvSpPr>
          <p:spPr>
            <a:xfrm>
              <a:off x="11666428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328" name="tx4328"/>
            <p:cNvSpPr/>
            <p:nvPr/>
          </p:nvSpPr>
          <p:spPr>
            <a:xfrm>
              <a:off x="10912294" y="88051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4329" name="tx4329"/>
            <p:cNvSpPr/>
            <p:nvPr/>
          </p:nvSpPr>
          <p:spPr>
            <a:xfrm rot="-5400000">
              <a:off x="10152384" y="7856579"/>
              <a:ext cx="108690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pTau181 (Z)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7</cp:revision>
  <dcterms:created xsi:type="dcterms:W3CDTF">2015-07-14T21:05:00Z</dcterms:created>
  <dcterms:modified xsi:type="dcterms:W3CDTF">2026-02-17T12:00:18Z</dcterms:modified>
</cp:coreProperties>
</file>