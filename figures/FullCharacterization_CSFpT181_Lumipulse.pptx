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00738" y="4331112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00738" y="3718616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00738" y="310612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00738" y="2493623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400738" y="1881127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25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55585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86915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00738" y="4637360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00738" y="4024864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400738" y="3412368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400738" y="2799872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00738" y="2187375"/>
              <a:ext cx="4073472" cy="0"/>
            </a:xfrm>
            <a:custGeom>
              <a:avLst/>
              <a:pathLst>
                <a:path w="4073472" h="0">
                  <a:moveTo>
                    <a:pt x="0" y="0"/>
                  </a:moveTo>
                  <a:lnTo>
                    <a:pt x="4073472" y="0"/>
                  </a:lnTo>
                  <a:lnTo>
                    <a:pt x="407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8589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9920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21250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3561070" y="472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561070" y="464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265577" y="4644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561070" y="4718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561070" y="39916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561070" y="466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561070" y="4546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46174" y="4518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561070" y="465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561070" y="470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886607" y="4703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606226" y="472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948764" y="4722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61070" y="4572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832478" y="457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19494" y="4577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561070" y="4220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862927" y="4072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93588" y="3995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37619" y="3951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61070" y="4523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270250" y="4477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612433" y="45031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146390" y="4466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78959" y="4331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561070" y="4265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083883" y="3967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1070" y="453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124221" y="4492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561070" y="3577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61070" y="4366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63857" y="4531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61070" y="4682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68118" y="4680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61070" y="4715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561070" y="4696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120214" y="4683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42234" y="468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1070" y="4717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854690" y="4708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115192" y="4726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61070" y="4591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561070" y="4582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61070" y="3456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73385" y="3611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498202" y="3634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561070" y="4734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561070" y="439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61070" y="3855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083883" y="3582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353020" y="472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414428" y="4731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32298" y="443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152866" y="4232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44393" y="4156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561070" y="2595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1070" y="4004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61070" y="4484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561070" y="467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561070" y="4545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173546" y="4628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908996" y="4627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561070" y="4509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513845" y="4485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211875" y="4477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61070" y="2780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863143" y="2344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561070" y="4729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49079" y="4725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561070" y="4406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115650" y="4339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366797" y="4281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61070" y="4728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61070" y="455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886132" y="4353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070" y="4599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197213" y="460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1070" y="468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561070" y="448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06622" y="4368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561070" y="4596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422453" y="451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61070" y="4678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61070" y="459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52900" y="453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881100" y="457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399945" y="4498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102943" y="4368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1070" y="330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561070" y="467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61070" y="4525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35076" y="4595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61070" y="4661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37750" y="467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20933" y="4657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866145" y="4675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399695" y="4703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561070" y="463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169924" y="460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478584" y="4597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901000" y="4608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454386" y="464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953082" y="459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480562" y="4616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561070" y="44385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561070" y="2951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12937" y="28310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3105" y="3747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146635" y="3752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61070" y="4385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52889" y="3831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561070" y="3853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903496" y="3615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42603" y="3505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036669" y="3481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344285" y="3837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61070" y="4714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099345" y="471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633302" y="4697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561070" y="4661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94325" y="4703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561070" y="470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758" y="470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804077" y="4673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705415" y="4667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61070" y="2869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61070" y="45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41689" y="459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61070" y="3051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61070" y="4626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115110" y="4555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187341" y="4344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367043" y="47325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561070" y="4521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093588" y="4494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561070" y="2696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561070" y="4657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61070" y="469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75678" y="4697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61070" y="43584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477144" y="4383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61070" y="38441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42722" y="3742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04663" y="3715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561070" y="4560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366323" y="4463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874946" y="4420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98256" y="4441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6232294" y="4318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6690691" y="425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982691" y="4348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61070" y="3077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561070" y="45496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35868" y="4517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61070" y="4551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2304" y="455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561070" y="4524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561070" y="465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561070" y="463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125186" y="4651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63526" y="463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187312" y="461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561070" y="463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561070" y="45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397058" y="4616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561070" y="4626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4082" y="465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561070" y="463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561070" y="459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561070" y="4595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351585" y="458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561070" y="463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27501" y="4618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41836" y="457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61070" y="4697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61070" y="460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61070" y="4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61070" y="4733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1070" y="4722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368081" y="470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86206" y="4719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926775" y="465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61070" y="40517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97530" y="3999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61070" y="4445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561070" y="460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843161" y="4556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561070" y="4551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109148" y="4596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196492" y="455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561070" y="4547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52889" y="4529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561070" y="451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561070" y="45805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96016" y="4552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61070" y="4671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61070" y="3083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823011" y="34855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090678" y="3414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61070" y="4666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61070" y="20973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839340" y="1995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61070" y="2752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52489" y="25925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561070" y="464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561070" y="46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351211" y="460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61070" y="4672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351846" y="463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875009" y="4667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398891" y="4585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450973" y="463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561070" y="4512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561070" y="4625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561070" y="451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998598" y="4535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561070" y="46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069791" y="4718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561070" y="4543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145058" y="4541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561070" y="4464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61070" y="461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561070" y="4644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561070" y="4672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26786" y="467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561070" y="470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51754" y="467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98664" y="470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422546" y="4697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6076679" y="4697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6570186" y="470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561070" y="4708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869230" y="4657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149718" y="46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16697" y="468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561070" y="4300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105405" y="407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561070" y="3813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874824" y="3907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1070" y="4181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891112" y="4191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133886" y="4236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61070" y="45013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561070" y="4018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61070" y="459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111159" y="460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561070" y="4441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624666" y="441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561070" y="3388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05563" y="3335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135868" y="3937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377660" y="3933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561070" y="388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827469" y="3835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561070" y="3188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561070" y="4164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863310" y="41645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561070" y="4752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561070" y="4707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1070" y="4742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642657" y="4731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61070" y="4535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561070" y="457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103798" y="4493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642572" y="4522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561070" y="44849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822514" y="4548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094307" y="4492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47613" y="4194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0428" y="4339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423443" y="4430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561070" y="4463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130288" y="444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561070" y="4381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784075" y="4113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561070" y="469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146840" y="4676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561070" y="3496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093938" y="3128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61070" y="4605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882865" y="463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54755" y="461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427491" y="4607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890449" y="4597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561070" y="4511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18001" y="44249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561070" y="3853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33086" y="41199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561070" y="4643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648414" y="4624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561070" y="4671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561070" y="3972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828049" y="4279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128065" y="4758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1070" y="465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094213" y="4601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140550" y="4575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1070" y="2863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61070" y="4168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843161" y="4317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561070" y="4657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178503" y="463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61070" y="4196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823894" y="428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94307" y="4214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561" y="4171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31278" y="4150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378107" y="4182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660197" y="4122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921592" y="3954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208546" y="4031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460413" y="3853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561070" y="4282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561070" y="3276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064803" y="458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608115" y="3155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875093" y="3347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37035" y="3276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61070" y="4230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048" y="4200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561070" y="4742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73490" y="4748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185249" y="475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561070" y="4216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561070" y="3144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823731" y="3561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561070" y="3462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561070" y="4453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561070" y="4525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878379" y="457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561070" y="46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4356249" y="4603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232325" y="4599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61070" y="4079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3888497" y="40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351211" y="3870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561070" y="4350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133993" y="4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641937" y="4645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165259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665235" y="46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561070" y="470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3883192" y="4703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561070" y="4644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134606" y="4682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56249" y="466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4664965" y="4675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561070" y="452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561070" y="4545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561070" y="4142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056168" y="4061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53451" y="393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561070" y="4441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3856114" y="4086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561070" y="3224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835245" y="3388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91830" y="3683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561070" y="4454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561070" y="4576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886607" y="4583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24882" y="463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6014249" y="4577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6717317" y="4616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61070" y="461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61070" y="464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364884" y="4521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561070" y="3744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61070" y="4413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421734" y="4363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61070" y="466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829488" y="46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561070" y="3509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561070" y="459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713899" y="4597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561070" y="4647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84233" y="465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608115" y="464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272323" y="4599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685384" y="460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3561070" y="463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089634" y="457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561070" y="455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561070" y="4608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561070" y="472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46201" y="4736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561070" y="4536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133886" y="4569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639059" y="4566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185969" y="4567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702655" y="4554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61070" y="4155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561070" y="469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113149" y="4681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636900" y="465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61070" y="4095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847478" y="3830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118566" y="407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85753" y="4118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652012" y="4072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723974" y="4393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561070" y="3826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561070" y="3132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561070" y="416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61070" y="4616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561070" y="4557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637619" y="4616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561070" y="4451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120214" y="44394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41937" y="4399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175894" y="4397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561070" y="4569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561070" y="471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843035" y="46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840426" y="4730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561070" y="4338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064306" y="428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351211" y="4068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561070" y="4489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561070" y="4387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852679" y="4389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561070" y="4712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61070" y="4689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51931" y="467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61070" y="46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561070" y="4599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61070" y="4121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825742" y="470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812937" y="36011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73439" y="3867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3561070" y="4626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381435" y="463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893084" y="4626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61070" y="470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196493" y="470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4649133" y="4689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206838" y="466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61070" y="4577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61070" y="4511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561070" y="441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561070" y="4619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200091" y="4606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561070" y="4689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097906" y="466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61070" y="4045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868514" y="3937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3561070" y="467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331062" y="467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99981" y="4669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685384" y="4683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61070" y="4441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862854" y="4474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61070" y="4589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3561070" y="46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090438" y="4643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561070" y="3693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79861" y="3566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561070" y="3394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61070" y="4557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94345" y="4529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643290" y="4426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185286" y="4244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703980" y="4236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561070" y="463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114457" y="466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3561070" y="4682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141083" y="4736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639778" y="4697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157184" y="469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561070" y="3855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833086" y="36475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101057" y="3752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362725" y="3859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705264" y="3496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3561070" y="46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349772" y="4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877732" y="463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561070" y="33917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483621" y="33462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3561070" y="471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180296" y="4720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5069744" y="4703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561070" y="450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3846165" y="45386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074158" y="4593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561070" y="4701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561070" y="27336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827803" y="2558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561070" y="4628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01903" y="459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561070" y="4201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9735" y="4062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35560" y="3891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61070" y="459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4449079" y="460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61070" y="47253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922232" y="471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445935" y="4754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3561070" y="465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561070" y="4606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705041" y="459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3561070" y="3964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411659" y="3886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693750" y="3843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4781" y="3894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561070" y="4687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61070" y="4576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129840" y="4626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29704" y="4594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561070" y="4666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561070" y="4691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149765" y="472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613148" y="471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182418" y="470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5695368" y="4718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61070" y="472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61070" y="429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61070" y="4667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869067" y="4698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141370" y="4687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493696" y="4687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561070" y="3714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61070" y="40926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452292" y="3845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904212" y="3927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428095" y="3552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561070" y="467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561070" y="46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561070" y="3463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876485" y="3602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088551" y="3620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561070" y="2504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561070" y="466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561070" y="416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884179" y="3970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561070" y="46643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73431" y="4693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61070" y="47562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25204" y="4752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3561070" y="4491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561070" y="3376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3833806" y="3394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155475" y="2745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3871226" y="457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384314" y="4440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962887" y="4411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733329" y="466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561070" y="4612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561070" y="4569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68347" y="4541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15" y="4532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3561070" y="2144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561070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61070" y="461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641937" y="457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561070" y="4329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3878318" y="4381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561070" y="463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867860" y="461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114457" y="463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561070" y="4335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826609" y="42264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098320" y="4317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324585" y="4264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618190" y="4308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561070" y="4557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561070" y="4486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561070" y="42801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43880" y="4337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105253" y="4260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561070" y="46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092149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561070" y="4576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3561070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362006" y="46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3561070" y="4558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3561070" y="463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4069488" y="46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703573" y="457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561070" y="466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561070" y="4464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4352969" y="4555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4951692" y="4583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94976" y="4579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6077894" y="450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561070" y="463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129569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388631" y="4635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910355" y="466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104708" y="3262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406948" y="35774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561070" y="4146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3838056" y="4273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125184" y="424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407182" y="4189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561070" y="3134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3561070" y="46688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69654" y="4671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4762646" y="465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5402387" y="4672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1070" y="4673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088551" y="4671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647694" y="46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3561070" y="4753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134999" y="4760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4768983" y="4748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207231" y="4736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3561070" y="3944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104345" y="470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5176576" y="4703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561070" y="468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3561070" y="4647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561070" y="45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561070" y="43311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561070" y="4701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561070" y="4633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3122" y="4586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611713" y="4586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3561070" y="3972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958412" y="3877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4136765" y="3899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4427491" y="3418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561070" y="4603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1585" y="4629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569525" y="463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3561070" y="3640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114528" y="3845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4376398" y="3845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022358" y="40835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561070" y="46288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561070" y="4577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561070" y="3936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868318" y="40325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561070" y="463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353020" y="4666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5414428" y="4682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561070" y="45468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561070" y="4675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561070" y="3612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3561070" y="4537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561070" y="463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4371628" y="46360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561070" y="4525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366642" y="4420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4909954" y="4569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98575" y="4545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3561070" y="4469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3561070" y="451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561070" y="4715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61070" y="4711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111578" y="4734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561070" y="4667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561070" y="2454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62111" y="2468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3561070" y="44740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561070" y="3492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61070" y="3693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561070" y="4618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4089569" y="462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888345" y="46015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5159958" y="4422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3561070" y="4673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432798" y="4728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561070" y="4667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4331357" y="467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5383439" y="4651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5895088" y="463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6560015" y="4660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3561070" y="3142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828613" y="29029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092149" y="2880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5030680" y="3111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561070" y="33362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61070" y="47507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561070" y="446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561070" y="464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561070" y="468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561070" y="4620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561070" y="36029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561070" y="3592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10913" y="3622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33302" y="3742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4875093" y="3661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3561070" y="4254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390790" y="41190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5242818" y="3470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3561070" y="457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3561070" y="4675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3561070" y="44358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561070" y="2656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561070" y="4649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4355529" y="46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4909175" y="464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442872" y="466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170587" y="4579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628264" y="4593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257866" y="4596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670272" y="4560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6189117" y="4606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561070" y="4651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3561070" y="466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356646" y="470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561070" y="3450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863139" y="35264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125080" y="3738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561070" y="47225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456995" y="4723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929065" y="4744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437835" y="4723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561070" y="469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561070" y="4647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351469" y="464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561070" y="1928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847478" y="20882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4118995" y="2081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561070" y="41927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3793839" y="416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150770" y="4099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936593" y="39206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449681" y="3592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61070" y="4690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561070" y="4740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878422" y="47398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402721" y="4690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24747" y="4721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61070" y="4473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61070" y="4491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61070" y="4693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16750" y="4731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561070" y="40963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090709" y="3596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561070" y="461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3561070" y="4323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3561070" y="466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456995" y="470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5465900" y="474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3561070" y="4734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3844600" y="459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3561070" y="4302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96673" y="4460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561070" y="4740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090328" y="4746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4618172" y="4748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561070" y="460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4104915" y="4646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737460" y="4598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5412462" y="4649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561070" y="4605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3874104" y="4589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498202" y="4593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561070" y="462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863294" y="4616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4205848" y="4594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4658488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182371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5899830" y="4647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6234453" y="4643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561070" y="4524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4725413" y="4399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3561070" y="4709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526798" y="4705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561070" y="4143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561070" y="468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561070" y="4616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4417487" y="4652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4897472" y="464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5438625" y="468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118665" y="4649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471278" y="4657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561070" y="458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129569" y="4573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561070" y="4343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4155475" y="41108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4670580" y="42583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3561070" y="4520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092868" y="4514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4448360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561070" y="4516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367043" y="4489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3561070" y="4080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561070" y="42820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4612433" y="4752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561070" y="4284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561070" y="4295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61070" y="2984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4600" y="2887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095747" y="279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3561070" y="4355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160396" y="4396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613152" y="4454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5142072" y="440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3561070" y="365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891375" y="3678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3561070" y="4657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88215" y="46861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561070" y="464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486500" y="461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3561070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561070" y="4505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270970" y="443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623227" y="4454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5147109" y="4362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5650123" y="4241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561070" y="467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851670" y="4717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561070" y="4488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61070" y="4675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420800" y="4697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561070" y="4697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61070" y="4758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3561070" y="45578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561070" y="4595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561070" y="3946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378221" y="3853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3561070" y="4700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561070" y="4699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888215" y="4706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185699" y="2910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613152" y="2811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3561070" y="463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094534" y="4652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633243" y="4647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5146616" y="462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5700392" y="464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561070" y="4718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4352650" y="4719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4876027" y="4717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404733" y="4743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6193434" y="4724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6712279" y="472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561070" y="4678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401585" y="469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3561070" y="4719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888215" y="4751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3561070" y="4555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4124402" y="464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4632582" y="4640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5136291" y="4647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561070" y="3912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110178" y="3883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56249" y="3983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673600" y="4056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561070" y="4404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638339" y="43247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5197483" y="4350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774617" y="4056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561070" y="4526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446920" y="4337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3561070" y="4687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8774" y="467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561070" y="4411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155475" y="4374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561070" y="4728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561070" y="3599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3848804" y="3695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120214" y="3745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4125251" y="3087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561070" y="4603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4351211" y="4484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561070" y="3851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3561070" y="4231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561070" y="2943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3823011" y="2543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094653" y="24068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367043" y="25761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668563" y="26089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561070" y="4494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851076" y="4464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084952" y="4486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399426" y="4436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652731" y="437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402623" y="4139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907026" y="41054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6229358" y="3798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561070" y="2303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3833086" y="2260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175058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437565" y="2339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708862" y="3507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561070" y="458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374959" y="4627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3561070" y="475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3908483" y="47416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3561070" y="460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836448" y="460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4118774" y="451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4391510" y="44640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61070" y="36074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30927" y="3886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366323" y="3805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617470" y="3843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61070" y="460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845652" y="4633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561070" y="4578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4160396" y="458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572854" y="461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142072" y="4540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665235" y="44686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3561070" y="3853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61070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356394" y="3133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43576" y="4589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5422869" y="4576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5984891" y="44895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464876" y="4314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561070" y="470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561070" y="31569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32864" y="3084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561070" y="4295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561070" y="459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3873385" y="46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3561070" y="46597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749854" y="46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161502" y="4673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3561070" y="3037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3832172" y="3501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561070" y="2890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561070" y="4163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068035" y="3942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561070" y="4589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3561070" y="470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3561070" y="469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084541" y="467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561070" y="4494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210166" y="4505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561070" y="460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4899560" y="4633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931493" y="4575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561070" y="45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396547" y="4519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5914911" y="44321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3561070" y="4687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981597" y="468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3561070" y="4434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351211" y="4363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561070" y="4624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561070" y="4676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4068118" y="465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561070" y="4276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3561070" y="462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561070" y="466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210166" y="471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216989" y="4699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561070" y="4505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561070" y="355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3833611" y="3503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3946786" y="4508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4613152" y="45204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3561070" y="4014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3828768" y="3960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4130249" y="3971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3561070" y="3756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3561070" y="41136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3561070" y="464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4129331" y="465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3561070" y="4655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4407341" y="464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4899971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5414088" y="4657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5947744" y="460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3561070" y="47353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4060485" y="4717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4624666" y="4738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5147109" y="4710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5670991" y="4678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6194154" y="467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3561070" y="3338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3876892" y="3508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3561070" y="463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3561070" y="3303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3834525" y="283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4101504" y="2775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3561070" y="4524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4356897" y="4379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3561070" y="4517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3561070" y="4332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3561070" y="4178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3799816" y="4116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4127962" y="4236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3561070" y="467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3561070" y="4591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4360566" y="458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5493965" y="4407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4180662" y="3631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4658488" y="37622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4930504" y="39497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3561070" y="441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3561070" y="47262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4118381" y="470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3561070" y="467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4094307" y="4657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4618909" y="46898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3561070" y="4607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4190219" y="44940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3561070" y="4641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3561070" y="4612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3561070" y="4572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5159343" y="4595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3561070" y="457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4149995" y="4727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4366323" y="4729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4664965" y="4734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5121696" y="4734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3561070" y="44959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4351931" y="4507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6700046" y="4449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3561070" y="4593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3561070" y="4294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3561070" y="4661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3561070" y="3928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3858273" y="3703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4343522" y="3536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3561070" y="4211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3561070" y="4060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4124187" y="3848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4622478" y="35364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4920085" y="3936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3561070" y="3942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3561070" y="4672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3561070" y="4206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3561070" y="4677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3561070" y="3572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3837626" y="3110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3561070" y="4671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3561070" y="4606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3824051" y="46096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4102223" y="458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3561070" y="464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3561070" y="4335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3873355" y="4246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3561070" y="4436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4174975" y="4292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3561070" y="4702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3561070" y="4661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3561070" y="4690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6210705" y="4679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6733148" y="4655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7242638" y="45660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3561070" y="4497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3561070" y="4046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3856947" y="3614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3561070" y="4657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4139643" y="464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3561070" y="3426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4124551" y="4629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4643290" y="4631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5342865" y="46306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3561070" y="4627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4376583" y="4554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5388366" y="4579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3561070" y="4593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3561070" y="3644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3857877" y="3808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3561070" y="42046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3561070" y="4681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3561070" y="34591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3561070" y="3740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3872443" y="35237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4170587" y="34973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4679357" y="36548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3561070" y="4627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4156574" y="458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4609554" y="463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3561070" y="4597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4788651" y="4654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3561070" y="4586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4044654" y="44094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3561070" y="4523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3561070" y="460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3561070" y="4490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4141083" y="4577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4905667" y="459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3561070" y="4277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3561070" y="4137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4110310" y="467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4647694" y="4639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5175306" y="4632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5719926" y="4583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3561070" y="461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4493696" y="4643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5394658" y="4571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3561070" y="4637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3561070" y="413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4220665" y="462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4613152" y="4610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5182319" y="460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5942288" y="4555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3561070" y="4666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3561070" y="45687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3561070" y="4454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4224558" y="4425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4658488" y="43520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5177333" y="4369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5688982" y="4141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6192715" y="3909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4140363" y="475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4752758" y="4742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3561070" y="471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4935512" y="4682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3561070" y="4757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3561070" y="3290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3561070" y="3745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4091555" y="3869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3561070" y="4536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3561070" y="4252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3561070" y="4629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4348231" y="4644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3561070" y="4625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4104443" y="4663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4788973" y="4670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5196824" y="466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5745604" y="468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3561070" y="4626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4582928" y="4608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3561070" y="468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3561070" y="4531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3827909" y="45286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3561070" y="4185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3827359" y="4125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4089300" y="405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3561070" y="4343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4195054" y="4335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3561070" y="4694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4270970" y="465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4613152" y="4693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5197459" y="4607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5715608" y="4645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6179042" y="466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3561070" y="325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3826405" y="3317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3561070" y="47043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4089180" y="470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3561070" y="2359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4345549" y="2055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3561070" y="40944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4059439" y="4039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3561070" y="4563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3561070" y="4513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3855125" y="460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4129569" y="4486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3561070" y="4517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4467070" y="41663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3561070" y="4597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3561070" y="46506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3561070" y="4687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4084363" y="460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4739086" y="460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4325779" y="4554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4869810" y="4610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5383618" y="4553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5910379" y="4564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6439298" y="4575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3561070" y="4509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5429919" y="4550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3844600" y="4491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3561070" y="4398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4411659" y="4311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3561070" y="463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3561070" y="46925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4354090" y="464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5932933" y="4685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3561070" y="32561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4091213" y="29621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4357688" y="2855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4638339" y="280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4876533" y="2732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3561070" y="4687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3561070" y="45723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4089799" y="4561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4638266" y="44913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5177142" y="4441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3561070" y="459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3561070" y="2912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3843161" y="29985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3561070" y="469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3888497" y="4684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5087381" y="47171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6325125" y="466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3561070" y="4302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3561070" y="4642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4296263" y="46251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4875093" y="46142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494024" y="4512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5971072" y="43384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6424102" y="4308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3561070" y="4696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4351931" y="47152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3561070" y="4596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4405902" y="4616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5091579" y="4606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3561070" y="4688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3561070" y="4669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4130210" y="4687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4653451" y="4656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3561070" y="46051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3817974" y="3422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4104766" y="3460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4350492" y="35510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4657769" y="39060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3561070" y="4569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4456995" y="44786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4923151" y="4482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439274" y="4527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3561070" y="4369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3827606" y="4346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4089270" y="424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4356249" y="42346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3561070" y="4621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4104382" y="4592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4618190" y="4604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5160062" y="459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5653721" y="4464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4869337" y="4671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3561070" y="4731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3561070" y="4716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3561070" y="3852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3834474" y="36557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561070" y="4103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862590" y="42601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561070" y="4515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4349963" y="44868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5158094" y="4295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561070" y="4633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4341689" y="4681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561070" y="2948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3873347" y="28055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4200091" y="3069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3561070" y="4595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3561070" y="4629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4133167" y="46106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4675759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3561070" y="4606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4096016" y="4619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4582928" y="4675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3561070" y="4566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4361866" y="4599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3561070" y="4647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4652012" y="4611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4103088" y="45878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3561070" y="4304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4414538" y="4535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226267" y="4613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3561070" y="4707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3561070" y="4675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3561070" y="46197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4135153" y="458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3561070" y="4667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4959006" y="4644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3561070" y="4713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4118774" y="46979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3561070" y="4045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3561070" y="4671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3561070" y="4653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4111578" y="4550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4664245" y="4524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218308" y="45632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3561070" y="4405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3561070" y="4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4109911" y="4638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377159" y="4626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3561070" y="4683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3561070" y="4219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3561070" y="4660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3561070" y="3734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3561070" y="45241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4088822" y="4581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4636900" y="4622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724243" y="4602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3561070" y="32961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3561070" y="4623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4089567" y="463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3561070" y="4594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5937083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3561070" y="4662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3561070" y="4718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4129569" y="4736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4934822" y="4701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3561070" y="39397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4089897" y="3947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4698695" y="35747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5193072" y="2799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3561070" y="3666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3883192" y="4010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3561070" y="4552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4141083" y="4577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4663526" y="4562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5267286" y="45150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3561070" y="4591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4368482" y="4488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4919790" y="4454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373069" y="4502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6057427" y="4457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3561070" y="4366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3561070" y="4305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3561070" y="4531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3764535" y="4517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4397267" y="4523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4910626" y="4554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3561070" y="4521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4391510" y="4244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3561070" y="38760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3817783" y="3973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4109948" y="39124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4433735" y="373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4789988" y="3886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5172825" y="4079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429729" y="41254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4623227" y="46379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5151427" y="4687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4395108" y="4584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3561070" y="3318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3561070" y="46734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3561070" y="4703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3561070" y="4708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3561070" y="4674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3561070" y="4600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3585896" y="4666384"/>
              <a:ext cx="704506" cy="2730"/>
            </a:xfrm>
            <a:custGeom>
              <a:avLst/>
              <a:pathLst>
                <a:path w="704506" h="2730">
                  <a:moveTo>
                    <a:pt x="0" y="0"/>
                  </a:moveTo>
                  <a:lnTo>
                    <a:pt x="704506" y="27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3585896" y="4543497"/>
              <a:ext cx="785103" cy="28218"/>
            </a:xfrm>
            <a:custGeom>
              <a:avLst/>
              <a:pathLst>
                <a:path w="785103" h="28218">
                  <a:moveTo>
                    <a:pt x="0" y="28218"/>
                  </a:moveTo>
                  <a:lnTo>
                    <a:pt x="7851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3585896" y="4728282"/>
              <a:ext cx="2387693" cy="24577"/>
            </a:xfrm>
            <a:custGeom>
              <a:avLst/>
              <a:pathLst>
                <a:path w="2387693" h="24577">
                  <a:moveTo>
                    <a:pt x="0" y="6371"/>
                  </a:moveTo>
                  <a:lnTo>
                    <a:pt x="1325537" y="0"/>
                  </a:lnTo>
                  <a:lnTo>
                    <a:pt x="2045155" y="24577"/>
                  </a:lnTo>
                  <a:lnTo>
                    <a:pt x="2387693" y="19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3585896" y="4597203"/>
              <a:ext cx="558423" cy="5461"/>
            </a:xfrm>
            <a:custGeom>
              <a:avLst/>
              <a:pathLst>
                <a:path w="558423" h="5461">
                  <a:moveTo>
                    <a:pt x="0" y="0"/>
                  </a:moveTo>
                  <a:lnTo>
                    <a:pt x="271408" y="1820"/>
                  </a:lnTo>
                  <a:lnTo>
                    <a:pt x="558423" y="54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3585896" y="4020091"/>
              <a:ext cx="532517" cy="224837"/>
            </a:xfrm>
            <a:custGeom>
              <a:avLst/>
              <a:pathLst>
                <a:path w="532517" h="224837">
                  <a:moveTo>
                    <a:pt x="0" y="224837"/>
                  </a:moveTo>
                  <a:lnTo>
                    <a:pt x="301856" y="77373"/>
                  </a:lnTo>
                  <a:lnTo>
                    <a:pt x="5325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3585896" y="4491612"/>
              <a:ext cx="1585319" cy="56436"/>
            </a:xfrm>
            <a:custGeom>
              <a:avLst/>
              <a:pathLst>
                <a:path w="1585319" h="56436">
                  <a:moveTo>
                    <a:pt x="0" y="56436"/>
                  </a:moveTo>
                  <a:lnTo>
                    <a:pt x="709180" y="10923"/>
                  </a:lnTo>
                  <a:lnTo>
                    <a:pt x="1051362" y="36410"/>
                  </a:lnTo>
                  <a:lnTo>
                    <a:pt x="15853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3585896" y="3991873"/>
              <a:ext cx="522812" cy="298569"/>
            </a:xfrm>
            <a:custGeom>
              <a:avLst/>
              <a:pathLst>
                <a:path w="522812" h="298569">
                  <a:moveTo>
                    <a:pt x="0" y="298569"/>
                  </a:moveTo>
                  <a:lnTo>
                    <a:pt x="522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3585896" y="4517099"/>
              <a:ext cx="563150" cy="46423"/>
            </a:xfrm>
            <a:custGeom>
              <a:avLst/>
              <a:pathLst>
                <a:path w="563150" h="46423">
                  <a:moveTo>
                    <a:pt x="0" y="46423"/>
                  </a:moveTo>
                  <a:lnTo>
                    <a:pt x="5631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3585896" y="4391482"/>
              <a:ext cx="502787" cy="164759"/>
            </a:xfrm>
            <a:custGeom>
              <a:avLst/>
              <a:pathLst>
                <a:path w="502787" h="164759">
                  <a:moveTo>
                    <a:pt x="0" y="0"/>
                  </a:moveTo>
                  <a:lnTo>
                    <a:pt x="502787" y="1647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3585896" y="4705525"/>
              <a:ext cx="507047" cy="1820"/>
            </a:xfrm>
            <a:custGeom>
              <a:avLst/>
              <a:pathLst>
                <a:path w="507047" h="1820">
                  <a:moveTo>
                    <a:pt x="0" y="1820"/>
                  </a:moveTo>
                  <a:lnTo>
                    <a:pt x="5070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3585896" y="4708256"/>
              <a:ext cx="2181163" cy="12743"/>
            </a:xfrm>
            <a:custGeom>
              <a:avLst/>
              <a:pathLst>
                <a:path w="2181163" h="12743">
                  <a:moveTo>
                    <a:pt x="0" y="12743"/>
                  </a:moveTo>
                  <a:lnTo>
                    <a:pt x="559143" y="0"/>
                  </a:lnTo>
                  <a:lnTo>
                    <a:pt x="2181163" y="27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3585896" y="4732834"/>
              <a:ext cx="554121" cy="18205"/>
            </a:xfrm>
            <a:custGeom>
              <a:avLst/>
              <a:pathLst>
                <a:path w="554121" h="18205">
                  <a:moveTo>
                    <a:pt x="0" y="9102"/>
                  </a:moveTo>
                  <a:lnTo>
                    <a:pt x="293620" y="0"/>
                  </a:lnTo>
                  <a:lnTo>
                    <a:pt x="554121" y="182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3585896" y="3481210"/>
              <a:ext cx="937131" cy="178413"/>
            </a:xfrm>
            <a:custGeom>
              <a:avLst/>
              <a:pathLst>
                <a:path w="937131" h="178413">
                  <a:moveTo>
                    <a:pt x="0" y="0"/>
                  </a:moveTo>
                  <a:lnTo>
                    <a:pt x="312314" y="154746"/>
                  </a:lnTo>
                  <a:lnTo>
                    <a:pt x="937131" y="1784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3585896" y="3607738"/>
              <a:ext cx="522812" cy="272171"/>
            </a:xfrm>
            <a:custGeom>
              <a:avLst/>
              <a:pathLst>
                <a:path w="522812" h="272171">
                  <a:moveTo>
                    <a:pt x="0" y="272171"/>
                  </a:moveTo>
                  <a:lnTo>
                    <a:pt x="522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4377846" y="4749219"/>
              <a:ext cx="1061407" cy="7282"/>
            </a:xfrm>
            <a:custGeom>
              <a:avLst/>
              <a:pathLst>
                <a:path w="1061407" h="7282">
                  <a:moveTo>
                    <a:pt x="0" y="0"/>
                  </a:moveTo>
                  <a:lnTo>
                    <a:pt x="1061407" y="72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4457124" y="4181209"/>
              <a:ext cx="1312094" cy="277632"/>
            </a:xfrm>
            <a:custGeom>
              <a:avLst/>
              <a:pathLst>
                <a:path w="1312094" h="277632">
                  <a:moveTo>
                    <a:pt x="0" y="277632"/>
                  </a:moveTo>
                  <a:lnTo>
                    <a:pt x="720568" y="76462"/>
                  </a:lnTo>
                  <a:lnTo>
                    <a:pt x="1312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585896" y="4570805"/>
              <a:ext cx="1347925" cy="82834"/>
            </a:xfrm>
            <a:custGeom>
              <a:avLst/>
              <a:pathLst>
                <a:path w="1347925" h="82834">
                  <a:moveTo>
                    <a:pt x="0" y="0"/>
                  </a:moveTo>
                  <a:lnTo>
                    <a:pt x="612475" y="82834"/>
                  </a:lnTo>
                  <a:lnTo>
                    <a:pt x="1347925" y="819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585896" y="4502535"/>
              <a:ext cx="1650804" cy="31859"/>
            </a:xfrm>
            <a:custGeom>
              <a:avLst/>
              <a:pathLst>
                <a:path w="1650804" h="31859">
                  <a:moveTo>
                    <a:pt x="0" y="31859"/>
                  </a:moveTo>
                  <a:lnTo>
                    <a:pt x="952774" y="8192"/>
                  </a:lnTo>
                  <a:lnTo>
                    <a:pt x="16508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585896" y="2369769"/>
              <a:ext cx="302072" cy="435109"/>
            </a:xfrm>
            <a:custGeom>
              <a:avLst/>
              <a:pathLst>
                <a:path w="302072" h="435109">
                  <a:moveTo>
                    <a:pt x="0" y="435109"/>
                  </a:moveTo>
                  <a:lnTo>
                    <a:pt x="3020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585896" y="4750129"/>
              <a:ext cx="888009" cy="4551"/>
            </a:xfrm>
            <a:custGeom>
              <a:avLst/>
              <a:pathLst>
                <a:path w="888009" h="4551">
                  <a:moveTo>
                    <a:pt x="0" y="4551"/>
                  </a:moveTo>
                  <a:lnTo>
                    <a:pt x="8880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585896" y="4305916"/>
              <a:ext cx="805726" cy="125617"/>
            </a:xfrm>
            <a:custGeom>
              <a:avLst/>
              <a:pathLst>
                <a:path w="805726" h="125617">
                  <a:moveTo>
                    <a:pt x="0" y="125617"/>
                  </a:moveTo>
                  <a:lnTo>
                    <a:pt x="554580" y="58257"/>
                  </a:lnTo>
                  <a:lnTo>
                    <a:pt x="8057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585896" y="4624511"/>
              <a:ext cx="636142" cy="10012"/>
            </a:xfrm>
            <a:custGeom>
              <a:avLst/>
              <a:pathLst>
                <a:path w="636142" h="10012">
                  <a:moveTo>
                    <a:pt x="0" y="0"/>
                  </a:moveTo>
                  <a:lnTo>
                    <a:pt x="636142" y="100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585896" y="4393302"/>
              <a:ext cx="845551" cy="113783"/>
            </a:xfrm>
            <a:custGeom>
              <a:avLst/>
              <a:pathLst>
                <a:path w="845551" h="113783">
                  <a:moveTo>
                    <a:pt x="0" y="113783"/>
                  </a:moveTo>
                  <a:lnTo>
                    <a:pt x="8455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585896" y="4541677"/>
              <a:ext cx="861383" cy="79193"/>
            </a:xfrm>
            <a:custGeom>
              <a:avLst/>
              <a:pathLst>
                <a:path w="861383" h="79193">
                  <a:moveTo>
                    <a:pt x="0" y="79193"/>
                  </a:moveTo>
                  <a:lnTo>
                    <a:pt x="8613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585896" y="4523471"/>
              <a:ext cx="1838874" cy="98309"/>
            </a:xfrm>
            <a:custGeom>
              <a:avLst/>
              <a:pathLst>
                <a:path w="1838874" h="98309">
                  <a:moveTo>
                    <a:pt x="0" y="98309"/>
                  </a:moveTo>
                  <a:lnTo>
                    <a:pt x="791829" y="33680"/>
                  </a:lnTo>
                  <a:lnTo>
                    <a:pt x="1320029" y="72821"/>
                  </a:lnTo>
                  <a:lnTo>
                    <a:pt x="18388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585896" y="4681858"/>
              <a:ext cx="559863" cy="20936"/>
            </a:xfrm>
            <a:custGeom>
              <a:avLst/>
              <a:pathLst>
                <a:path w="559863" h="20936">
                  <a:moveTo>
                    <a:pt x="0" y="4551"/>
                  </a:moveTo>
                  <a:lnTo>
                    <a:pt x="276679" y="20936"/>
                  </a:lnTo>
                  <a:lnTo>
                    <a:pt x="5598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4890971" y="4700064"/>
              <a:ext cx="533549" cy="28218"/>
            </a:xfrm>
            <a:custGeom>
              <a:avLst/>
              <a:pathLst>
                <a:path w="533549" h="28218">
                  <a:moveTo>
                    <a:pt x="0" y="0"/>
                  </a:moveTo>
                  <a:lnTo>
                    <a:pt x="533549" y="282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585896" y="4615409"/>
              <a:ext cx="2919492" cy="50064"/>
            </a:xfrm>
            <a:custGeom>
              <a:avLst/>
              <a:pathLst>
                <a:path w="2919492" h="50064">
                  <a:moveTo>
                    <a:pt x="0" y="49154"/>
                  </a:moveTo>
                  <a:lnTo>
                    <a:pt x="608854" y="16384"/>
                  </a:lnTo>
                  <a:lnTo>
                    <a:pt x="917513" y="7282"/>
                  </a:lnTo>
                  <a:lnTo>
                    <a:pt x="1339929" y="18205"/>
                  </a:lnTo>
                  <a:lnTo>
                    <a:pt x="1893316" y="50064"/>
                  </a:lnTo>
                  <a:lnTo>
                    <a:pt x="2392011" y="0"/>
                  </a:lnTo>
                  <a:lnTo>
                    <a:pt x="2919492" y="254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585896" y="2855854"/>
              <a:ext cx="251866" cy="120155"/>
            </a:xfrm>
            <a:custGeom>
              <a:avLst/>
              <a:pathLst>
                <a:path w="251866" h="120155">
                  <a:moveTo>
                    <a:pt x="0" y="120155"/>
                  </a:moveTo>
                  <a:lnTo>
                    <a:pt x="2518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887931" y="3772497"/>
              <a:ext cx="283529" cy="4551"/>
            </a:xfrm>
            <a:custGeom>
              <a:avLst/>
              <a:pathLst>
                <a:path w="283529" h="4551">
                  <a:moveTo>
                    <a:pt x="0" y="0"/>
                  </a:moveTo>
                  <a:lnTo>
                    <a:pt x="283529" y="45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585896" y="3506698"/>
              <a:ext cx="1783214" cy="371390"/>
            </a:xfrm>
            <a:custGeom>
              <a:avLst/>
              <a:pathLst>
                <a:path w="1783214" h="371390">
                  <a:moveTo>
                    <a:pt x="0" y="371390"/>
                  </a:moveTo>
                  <a:lnTo>
                    <a:pt x="342426" y="133809"/>
                  </a:lnTo>
                  <a:lnTo>
                    <a:pt x="881532" y="23667"/>
                  </a:lnTo>
                  <a:lnTo>
                    <a:pt x="1475599" y="0"/>
                  </a:lnTo>
                  <a:lnTo>
                    <a:pt x="1783214" y="3559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585896" y="4721910"/>
              <a:ext cx="1072231" cy="20936"/>
            </a:xfrm>
            <a:custGeom>
              <a:avLst/>
              <a:pathLst>
                <a:path w="1072231" h="20936">
                  <a:moveTo>
                    <a:pt x="0" y="17295"/>
                  </a:moveTo>
                  <a:lnTo>
                    <a:pt x="538274" y="20936"/>
                  </a:lnTo>
                  <a:lnTo>
                    <a:pt x="10722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585896" y="4698243"/>
              <a:ext cx="1243007" cy="35500"/>
            </a:xfrm>
            <a:custGeom>
              <a:avLst/>
              <a:pathLst>
                <a:path w="1243007" h="35500">
                  <a:moveTo>
                    <a:pt x="0" y="29128"/>
                  </a:moveTo>
                  <a:lnTo>
                    <a:pt x="563687" y="35500"/>
                  </a:lnTo>
                  <a:lnTo>
                    <a:pt x="1243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585896" y="4593562"/>
              <a:ext cx="780618" cy="30038"/>
            </a:xfrm>
            <a:custGeom>
              <a:avLst/>
              <a:pathLst>
                <a:path w="780618" h="30038">
                  <a:moveTo>
                    <a:pt x="0" y="0"/>
                  </a:moveTo>
                  <a:lnTo>
                    <a:pt x="780618" y="300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585896" y="4580818"/>
              <a:ext cx="554039" cy="70090"/>
            </a:xfrm>
            <a:custGeom>
              <a:avLst/>
              <a:pathLst>
                <a:path w="554039" h="70090">
                  <a:moveTo>
                    <a:pt x="0" y="70090"/>
                  </a:moveTo>
                  <a:lnTo>
                    <a:pt x="5540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585896" y="4518920"/>
              <a:ext cx="532517" cy="27308"/>
            </a:xfrm>
            <a:custGeom>
              <a:avLst/>
              <a:pathLst>
                <a:path w="532517" h="27308">
                  <a:moveTo>
                    <a:pt x="0" y="27308"/>
                  </a:moveTo>
                  <a:lnTo>
                    <a:pt x="5325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585896" y="4717359"/>
              <a:ext cx="814608" cy="5461"/>
            </a:xfrm>
            <a:custGeom>
              <a:avLst/>
              <a:pathLst>
                <a:path w="814608" h="5461">
                  <a:moveTo>
                    <a:pt x="0" y="0"/>
                  </a:moveTo>
                  <a:lnTo>
                    <a:pt x="814608" y="54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585896" y="4383289"/>
              <a:ext cx="916074" cy="24577"/>
            </a:xfrm>
            <a:custGeom>
              <a:avLst/>
              <a:pathLst>
                <a:path w="916074" h="24577">
                  <a:moveTo>
                    <a:pt x="0" y="0"/>
                  </a:moveTo>
                  <a:lnTo>
                    <a:pt x="916074" y="245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585896" y="3740638"/>
              <a:ext cx="543593" cy="128348"/>
            </a:xfrm>
            <a:custGeom>
              <a:avLst/>
              <a:pathLst>
                <a:path w="543593" h="128348">
                  <a:moveTo>
                    <a:pt x="0" y="128348"/>
                  </a:moveTo>
                  <a:lnTo>
                    <a:pt x="281651" y="26397"/>
                  </a:lnTo>
                  <a:lnTo>
                    <a:pt x="5435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585896" y="4283159"/>
              <a:ext cx="3421620" cy="302210"/>
            </a:xfrm>
            <a:custGeom>
              <a:avLst/>
              <a:pathLst>
                <a:path w="3421620" h="302210">
                  <a:moveTo>
                    <a:pt x="0" y="302210"/>
                  </a:moveTo>
                  <a:lnTo>
                    <a:pt x="805253" y="204811"/>
                  </a:lnTo>
                  <a:lnTo>
                    <a:pt x="1313875" y="162028"/>
                  </a:lnTo>
                  <a:lnTo>
                    <a:pt x="1837185" y="182964"/>
                  </a:lnTo>
                  <a:lnTo>
                    <a:pt x="2671223" y="60077"/>
                  </a:lnTo>
                  <a:lnTo>
                    <a:pt x="3129620" y="0"/>
                  </a:lnTo>
                  <a:lnTo>
                    <a:pt x="3421620" y="901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585896" y="4542587"/>
              <a:ext cx="574798" cy="31859"/>
            </a:xfrm>
            <a:custGeom>
              <a:avLst/>
              <a:pathLst>
                <a:path w="574798" h="31859">
                  <a:moveTo>
                    <a:pt x="0" y="31859"/>
                  </a:moveTo>
                  <a:lnTo>
                    <a:pt x="5747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585896" y="4576267"/>
              <a:ext cx="841233" cy="5461"/>
            </a:xfrm>
            <a:custGeom>
              <a:avLst/>
              <a:pathLst>
                <a:path w="841233" h="5461">
                  <a:moveTo>
                    <a:pt x="0" y="0"/>
                  </a:moveTo>
                  <a:lnTo>
                    <a:pt x="841233" y="54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585896" y="4638165"/>
              <a:ext cx="1626241" cy="38231"/>
            </a:xfrm>
            <a:custGeom>
              <a:avLst/>
              <a:pathLst>
                <a:path w="1626241" h="38231">
                  <a:moveTo>
                    <a:pt x="0" y="24577"/>
                  </a:moveTo>
                  <a:lnTo>
                    <a:pt x="564115" y="38231"/>
                  </a:lnTo>
                  <a:lnTo>
                    <a:pt x="1102455" y="20936"/>
                  </a:lnTo>
                  <a:lnTo>
                    <a:pt x="16262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585896" y="4593562"/>
              <a:ext cx="835988" cy="47334"/>
            </a:xfrm>
            <a:custGeom>
              <a:avLst/>
              <a:pathLst>
                <a:path w="835988" h="47334">
                  <a:moveTo>
                    <a:pt x="0" y="0"/>
                  </a:moveTo>
                  <a:lnTo>
                    <a:pt x="835988" y="473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585896" y="4650909"/>
              <a:ext cx="1423012" cy="27308"/>
            </a:xfrm>
            <a:custGeom>
              <a:avLst/>
              <a:pathLst>
                <a:path w="1423012" h="27308">
                  <a:moveTo>
                    <a:pt x="0" y="0"/>
                  </a:moveTo>
                  <a:lnTo>
                    <a:pt x="1423012" y="273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585896" y="4609037"/>
              <a:ext cx="790514" cy="10923"/>
            </a:xfrm>
            <a:custGeom>
              <a:avLst/>
              <a:pathLst>
                <a:path w="790514" h="10923">
                  <a:moveTo>
                    <a:pt x="0" y="10923"/>
                  </a:moveTo>
                  <a:lnTo>
                    <a:pt x="7905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585896" y="4643627"/>
              <a:ext cx="1066431" cy="18205"/>
            </a:xfrm>
            <a:custGeom>
              <a:avLst/>
              <a:pathLst>
                <a:path w="1066431" h="18205">
                  <a:moveTo>
                    <a:pt x="0" y="18205"/>
                  </a:moveTo>
                  <a:lnTo>
                    <a:pt x="10664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585896" y="4734654"/>
              <a:ext cx="1325136" cy="12743"/>
            </a:xfrm>
            <a:custGeom>
              <a:avLst/>
              <a:pathLst>
                <a:path w="1325136" h="12743">
                  <a:moveTo>
                    <a:pt x="0" y="12743"/>
                  </a:moveTo>
                  <a:lnTo>
                    <a:pt x="807010" y="0"/>
                  </a:lnTo>
                  <a:lnTo>
                    <a:pt x="1325136" y="100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585896" y="4024642"/>
              <a:ext cx="236459" cy="51885"/>
            </a:xfrm>
            <a:custGeom>
              <a:avLst/>
              <a:pathLst>
                <a:path w="236459" h="51885">
                  <a:moveTo>
                    <a:pt x="0" y="51885"/>
                  </a:moveTo>
                  <a:lnTo>
                    <a:pt x="2364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585896" y="4581729"/>
              <a:ext cx="282090" cy="43693"/>
            </a:xfrm>
            <a:custGeom>
              <a:avLst/>
              <a:pathLst>
                <a:path w="282090" h="43693">
                  <a:moveTo>
                    <a:pt x="0" y="43693"/>
                  </a:moveTo>
                  <a:lnTo>
                    <a:pt x="2820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585896" y="4576267"/>
              <a:ext cx="1635421" cy="44603"/>
            </a:xfrm>
            <a:custGeom>
              <a:avLst/>
              <a:pathLst>
                <a:path w="1635421" h="44603">
                  <a:moveTo>
                    <a:pt x="0" y="0"/>
                  </a:moveTo>
                  <a:lnTo>
                    <a:pt x="548077" y="44603"/>
                  </a:lnTo>
                  <a:lnTo>
                    <a:pt x="1635421" y="18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585896" y="4554420"/>
              <a:ext cx="291819" cy="18205"/>
            </a:xfrm>
            <a:custGeom>
              <a:avLst/>
              <a:pathLst>
                <a:path w="291819" h="18205">
                  <a:moveTo>
                    <a:pt x="0" y="18205"/>
                  </a:moveTo>
                  <a:lnTo>
                    <a:pt x="2918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585896" y="4577177"/>
              <a:ext cx="534945" cy="28218"/>
            </a:xfrm>
            <a:custGeom>
              <a:avLst/>
              <a:pathLst>
                <a:path w="534945" h="28218">
                  <a:moveTo>
                    <a:pt x="0" y="28218"/>
                  </a:moveTo>
                  <a:lnTo>
                    <a:pt x="5349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585896" y="3107999"/>
              <a:ext cx="529607" cy="402340"/>
            </a:xfrm>
            <a:custGeom>
              <a:avLst/>
              <a:pathLst>
                <a:path w="529607" h="402340">
                  <a:moveTo>
                    <a:pt x="0" y="0"/>
                  </a:moveTo>
                  <a:lnTo>
                    <a:pt x="261941" y="402340"/>
                  </a:lnTo>
                  <a:lnTo>
                    <a:pt x="529607" y="3313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585896" y="2020224"/>
              <a:ext cx="278270" cy="101950"/>
            </a:xfrm>
            <a:custGeom>
              <a:avLst/>
              <a:pathLst>
                <a:path w="278270" h="101950">
                  <a:moveTo>
                    <a:pt x="0" y="101950"/>
                  </a:moveTo>
                  <a:lnTo>
                    <a:pt x="2782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585896" y="2617363"/>
              <a:ext cx="191418" cy="160207"/>
            </a:xfrm>
            <a:custGeom>
              <a:avLst/>
              <a:pathLst>
                <a:path w="191418" h="160207">
                  <a:moveTo>
                    <a:pt x="0" y="160207"/>
                  </a:moveTo>
                  <a:lnTo>
                    <a:pt x="1914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585896" y="4627242"/>
              <a:ext cx="790141" cy="60988"/>
            </a:xfrm>
            <a:custGeom>
              <a:avLst/>
              <a:pathLst>
                <a:path w="790141" h="60988">
                  <a:moveTo>
                    <a:pt x="0" y="60988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585896" y="4609947"/>
              <a:ext cx="2889903" cy="87386"/>
            </a:xfrm>
            <a:custGeom>
              <a:avLst/>
              <a:pathLst>
                <a:path w="2889903" h="87386">
                  <a:moveTo>
                    <a:pt x="0" y="87386"/>
                  </a:moveTo>
                  <a:lnTo>
                    <a:pt x="790776" y="45513"/>
                  </a:lnTo>
                  <a:lnTo>
                    <a:pt x="1313938" y="81924"/>
                  </a:lnTo>
                  <a:lnTo>
                    <a:pt x="1837820" y="0"/>
                  </a:lnTo>
                  <a:lnTo>
                    <a:pt x="2889903" y="509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585896" y="4540766"/>
              <a:ext cx="437528" cy="19115"/>
            </a:xfrm>
            <a:custGeom>
              <a:avLst/>
              <a:pathLst>
                <a:path w="437528" h="19115">
                  <a:moveTo>
                    <a:pt x="0" y="0"/>
                  </a:moveTo>
                  <a:lnTo>
                    <a:pt x="437528" y="19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585896" y="4723731"/>
              <a:ext cx="508721" cy="20025"/>
            </a:xfrm>
            <a:custGeom>
              <a:avLst/>
              <a:pathLst>
                <a:path w="508721" h="20025">
                  <a:moveTo>
                    <a:pt x="0" y="0"/>
                  </a:moveTo>
                  <a:lnTo>
                    <a:pt x="508721" y="200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585896" y="4566254"/>
              <a:ext cx="583988" cy="1820"/>
            </a:xfrm>
            <a:custGeom>
              <a:avLst/>
              <a:pathLst>
                <a:path w="583988" h="1820">
                  <a:moveTo>
                    <a:pt x="0" y="1820"/>
                  </a:moveTo>
                  <a:lnTo>
                    <a:pt x="5839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585896" y="4697333"/>
              <a:ext cx="265716" cy="4551"/>
            </a:xfrm>
            <a:custGeom>
              <a:avLst/>
              <a:pathLst>
                <a:path w="265716" h="4551">
                  <a:moveTo>
                    <a:pt x="0" y="0"/>
                  </a:moveTo>
                  <a:lnTo>
                    <a:pt x="265716" y="45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585896" y="4699154"/>
              <a:ext cx="3009115" cy="35500"/>
            </a:xfrm>
            <a:custGeom>
              <a:avLst/>
              <a:pathLst>
                <a:path w="3009115" h="35500">
                  <a:moveTo>
                    <a:pt x="0" y="30038"/>
                  </a:moveTo>
                  <a:lnTo>
                    <a:pt x="790683" y="0"/>
                  </a:lnTo>
                  <a:lnTo>
                    <a:pt x="1337593" y="35500"/>
                  </a:lnTo>
                  <a:lnTo>
                    <a:pt x="1861475" y="23667"/>
                  </a:lnTo>
                  <a:lnTo>
                    <a:pt x="2515609" y="22756"/>
                  </a:lnTo>
                  <a:lnTo>
                    <a:pt x="3009115" y="355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585896" y="4670935"/>
              <a:ext cx="855626" cy="61898"/>
            </a:xfrm>
            <a:custGeom>
              <a:avLst/>
              <a:pathLst>
                <a:path w="855626" h="61898">
                  <a:moveTo>
                    <a:pt x="0" y="61898"/>
                  </a:moveTo>
                  <a:lnTo>
                    <a:pt x="308159" y="11833"/>
                  </a:lnTo>
                  <a:lnTo>
                    <a:pt x="588647" y="0"/>
                  </a:lnTo>
                  <a:lnTo>
                    <a:pt x="855626" y="391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585896" y="4104746"/>
              <a:ext cx="544334" cy="220285"/>
            </a:xfrm>
            <a:custGeom>
              <a:avLst/>
              <a:pathLst>
                <a:path w="544334" h="220285">
                  <a:moveTo>
                    <a:pt x="0" y="220285"/>
                  </a:moveTo>
                  <a:lnTo>
                    <a:pt x="5443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585896" y="3838037"/>
              <a:ext cx="313753" cy="94668"/>
            </a:xfrm>
            <a:custGeom>
              <a:avLst/>
              <a:pathLst>
                <a:path w="313753" h="94668">
                  <a:moveTo>
                    <a:pt x="0" y="0"/>
                  </a:moveTo>
                  <a:lnTo>
                    <a:pt x="313753" y="9466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585896" y="4206697"/>
              <a:ext cx="572816" cy="54616"/>
            </a:xfrm>
            <a:custGeom>
              <a:avLst/>
              <a:pathLst>
                <a:path w="572816" h="54616">
                  <a:moveTo>
                    <a:pt x="0" y="0"/>
                  </a:moveTo>
                  <a:lnTo>
                    <a:pt x="330041" y="10012"/>
                  </a:lnTo>
                  <a:lnTo>
                    <a:pt x="572816" y="5461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585896" y="4615409"/>
              <a:ext cx="550089" cy="11833"/>
            </a:xfrm>
            <a:custGeom>
              <a:avLst/>
              <a:pathLst>
                <a:path w="550089" h="11833">
                  <a:moveTo>
                    <a:pt x="0" y="0"/>
                  </a:moveTo>
                  <a:lnTo>
                    <a:pt x="550089" y="118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585896" y="4442457"/>
              <a:ext cx="1063596" cy="23667"/>
            </a:xfrm>
            <a:custGeom>
              <a:avLst/>
              <a:pathLst>
                <a:path w="1063596" h="23667">
                  <a:moveTo>
                    <a:pt x="0" y="23667"/>
                  </a:moveTo>
                  <a:lnTo>
                    <a:pt x="10635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585896" y="3360144"/>
              <a:ext cx="816589" cy="601689"/>
            </a:xfrm>
            <a:custGeom>
              <a:avLst/>
              <a:pathLst>
                <a:path w="816589" h="601689">
                  <a:moveTo>
                    <a:pt x="0" y="52795"/>
                  </a:moveTo>
                  <a:lnTo>
                    <a:pt x="244493" y="0"/>
                  </a:lnTo>
                  <a:lnTo>
                    <a:pt x="574798" y="601689"/>
                  </a:lnTo>
                  <a:lnTo>
                    <a:pt x="816589" y="5980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585896" y="3859883"/>
              <a:ext cx="266398" cy="52795"/>
            </a:xfrm>
            <a:custGeom>
              <a:avLst/>
              <a:pathLst>
                <a:path w="266398" h="52795">
                  <a:moveTo>
                    <a:pt x="0" y="52795"/>
                  </a:moveTo>
                  <a:lnTo>
                    <a:pt x="266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585896" y="4189402"/>
              <a:ext cx="302239" cy="0"/>
            </a:xfrm>
            <a:custGeom>
              <a:avLst/>
              <a:pathLst>
                <a:path w="302239" h="0">
                  <a:moveTo>
                    <a:pt x="0" y="0"/>
                  </a:moveTo>
                  <a:lnTo>
                    <a:pt x="3022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585896" y="4756501"/>
              <a:ext cx="1081586" cy="10923"/>
            </a:xfrm>
            <a:custGeom>
              <a:avLst/>
              <a:pathLst>
                <a:path w="1081586" h="10923">
                  <a:moveTo>
                    <a:pt x="0" y="10923"/>
                  </a:moveTo>
                  <a:lnTo>
                    <a:pt x="10815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585896" y="4518010"/>
              <a:ext cx="1081501" cy="78283"/>
            </a:xfrm>
            <a:custGeom>
              <a:avLst/>
              <a:pathLst>
                <a:path w="1081501" h="78283">
                  <a:moveTo>
                    <a:pt x="0" y="78283"/>
                  </a:moveTo>
                  <a:lnTo>
                    <a:pt x="542727" y="0"/>
                  </a:lnTo>
                  <a:lnTo>
                    <a:pt x="1081501" y="29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585896" y="4219440"/>
              <a:ext cx="1862372" cy="354095"/>
            </a:xfrm>
            <a:custGeom>
              <a:avLst/>
              <a:pathLst>
                <a:path w="1862372" h="354095">
                  <a:moveTo>
                    <a:pt x="0" y="290376"/>
                  </a:moveTo>
                  <a:lnTo>
                    <a:pt x="261443" y="354095"/>
                  </a:lnTo>
                  <a:lnTo>
                    <a:pt x="533237" y="297658"/>
                  </a:lnTo>
                  <a:lnTo>
                    <a:pt x="786542" y="0"/>
                  </a:lnTo>
                  <a:lnTo>
                    <a:pt x="1339357" y="144733"/>
                  </a:lnTo>
                  <a:lnTo>
                    <a:pt x="1862372" y="2357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585896" y="4474317"/>
              <a:ext cx="569218" cy="13654"/>
            </a:xfrm>
            <a:custGeom>
              <a:avLst/>
              <a:pathLst>
                <a:path w="569218" h="13654">
                  <a:moveTo>
                    <a:pt x="0" y="13654"/>
                  </a:moveTo>
                  <a:lnTo>
                    <a:pt x="5692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585896" y="4138426"/>
              <a:ext cx="1223005" cy="267619"/>
            </a:xfrm>
            <a:custGeom>
              <a:avLst/>
              <a:pathLst>
                <a:path w="1223005" h="267619">
                  <a:moveTo>
                    <a:pt x="0" y="267619"/>
                  </a:moveTo>
                  <a:lnTo>
                    <a:pt x="1223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585896" y="4700974"/>
              <a:ext cx="585769" cy="18205"/>
            </a:xfrm>
            <a:custGeom>
              <a:avLst/>
              <a:pathLst>
                <a:path w="585769" h="18205">
                  <a:moveTo>
                    <a:pt x="0" y="18205"/>
                  </a:moveTo>
                  <a:lnTo>
                    <a:pt x="5857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585896" y="4622691"/>
              <a:ext cx="1329379" cy="32769"/>
            </a:xfrm>
            <a:custGeom>
              <a:avLst/>
              <a:pathLst>
                <a:path w="1329379" h="32769">
                  <a:moveTo>
                    <a:pt x="0" y="7282"/>
                  </a:moveTo>
                  <a:lnTo>
                    <a:pt x="321795" y="32769"/>
                  </a:lnTo>
                  <a:lnTo>
                    <a:pt x="593685" y="19115"/>
                  </a:lnTo>
                  <a:lnTo>
                    <a:pt x="866420" y="10012"/>
                  </a:lnTo>
                  <a:lnTo>
                    <a:pt x="13293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585896" y="4449739"/>
              <a:ext cx="356930" cy="86475"/>
            </a:xfrm>
            <a:custGeom>
              <a:avLst/>
              <a:pathLst>
                <a:path w="356930" h="86475">
                  <a:moveTo>
                    <a:pt x="0" y="86475"/>
                  </a:moveTo>
                  <a:lnTo>
                    <a:pt x="3569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585896" y="3878089"/>
              <a:ext cx="272015" cy="266709"/>
            </a:xfrm>
            <a:custGeom>
              <a:avLst/>
              <a:pathLst>
                <a:path w="272015" h="266709">
                  <a:moveTo>
                    <a:pt x="0" y="0"/>
                  </a:moveTo>
                  <a:lnTo>
                    <a:pt x="272015" y="2667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585896" y="3997334"/>
              <a:ext cx="266978" cy="306761"/>
            </a:xfrm>
            <a:custGeom>
              <a:avLst/>
              <a:pathLst>
                <a:path w="266978" h="306761">
                  <a:moveTo>
                    <a:pt x="0" y="0"/>
                  </a:moveTo>
                  <a:lnTo>
                    <a:pt x="266978" y="3067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585896" y="4599934"/>
              <a:ext cx="1579479" cy="79193"/>
            </a:xfrm>
            <a:custGeom>
              <a:avLst/>
              <a:pathLst>
                <a:path w="1579479" h="79193">
                  <a:moveTo>
                    <a:pt x="0" y="79193"/>
                  </a:moveTo>
                  <a:lnTo>
                    <a:pt x="533142" y="26397"/>
                  </a:lnTo>
                  <a:lnTo>
                    <a:pt x="15794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585896" y="4193043"/>
              <a:ext cx="282090" cy="149284"/>
            </a:xfrm>
            <a:custGeom>
              <a:avLst/>
              <a:pathLst>
                <a:path w="282090" h="149284">
                  <a:moveTo>
                    <a:pt x="0" y="0"/>
                  </a:moveTo>
                  <a:lnTo>
                    <a:pt x="282090" y="1492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585896" y="4662743"/>
              <a:ext cx="617432" cy="20025"/>
            </a:xfrm>
            <a:custGeom>
              <a:avLst/>
              <a:pathLst>
                <a:path w="617432" h="20025">
                  <a:moveTo>
                    <a:pt x="0" y="20025"/>
                  </a:moveTo>
                  <a:lnTo>
                    <a:pt x="6174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585896" y="3878089"/>
              <a:ext cx="2899342" cy="429648"/>
            </a:xfrm>
            <a:custGeom>
              <a:avLst/>
              <a:pathLst>
                <a:path w="2899342" h="429648">
                  <a:moveTo>
                    <a:pt x="0" y="343172"/>
                  </a:moveTo>
                  <a:lnTo>
                    <a:pt x="262823" y="429648"/>
                  </a:lnTo>
                  <a:lnTo>
                    <a:pt x="533237" y="361377"/>
                  </a:lnTo>
                  <a:lnTo>
                    <a:pt x="1318490" y="318595"/>
                  </a:lnTo>
                  <a:lnTo>
                    <a:pt x="1570207" y="296748"/>
                  </a:lnTo>
                  <a:lnTo>
                    <a:pt x="1817036" y="329518"/>
                  </a:lnTo>
                  <a:lnTo>
                    <a:pt x="2099127" y="269440"/>
                  </a:lnTo>
                  <a:lnTo>
                    <a:pt x="2360521" y="101040"/>
                  </a:lnTo>
                  <a:lnTo>
                    <a:pt x="2647476" y="178413"/>
                  </a:lnTo>
                  <a:lnTo>
                    <a:pt x="28993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585896" y="3180821"/>
              <a:ext cx="1575964" cy="1428216"/>
            </a:xfrm>
            <a:custGeom>
              <a:avLst/>
              <a:pathLst>
                <a:path w="1575964" h="1428216">
                  <a:moveTo>
                    <a:pt x="0" y="120155"/>
                  </a:moveTo>
                  <a:lnTo>
                    <a:pt x="503732" y="1428216"/>
                  </a:lnTo>
                  <a:lnTo>
                    <a:pt x="1047044" y="0"/>
                  </a:lnTo>
                  <a:lnTo>
                    <a:pt x="1314023" y="191157"/>
                  </a:lnTo>
                  <a:lnTo>
                    <a:pt x="1575964" y="1201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4698316" y="4773796"/>
              <a:ext cx="511758" cy="8192"/>
            </a:xfrm>
            <a:custGeom>
              <a:avLst/>
              <a:pathLst>
                <a:path w="511758" h="8192">
                  <a:moveTo>
                    <a:pt x="0" y="0"/>
                  </a:moveTo>
                  <a:lnTo>
                    <a:pt x="511758" y="81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585896" y="3168987"/>
              <a:ext cx="262660" cy="417814"/>
            </a:xfrm>
            <a:custGeom>
              <a:avLst/>
              <a:pathLst>
                <a:path w="262660" h="417814">
                  <a:moveTo>
                    <a:pt x="0" y="0"/>
                  </a:moveTo>
                  <a:lnTo>
                    <a:pt x="262660" y="41781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585896" y="4550779"/>
              <a:ext cx="317308" cy="48244"/>
            </a:xfrm>
            <a:custGeom>
              <a:avLst/>
              <a:pathLst>
                <a:path w="317308" h="48244">
                  <a:moveTo>
                    <a:pt x="0" y="0"/>
                  </a:moveTo>
                  <a:lnTo>
                    <a:pt x="317308" y="48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585896" y="4624511"/>
              <a:ext cx="1671254" cy="63719"/>
            </a:xfrm>
            <a:custGeom>
              <a:avLst/>
              <a:pathLst>
                <a:path w="1671254" h="63719">
                  <a:moveTo>
                    <a:pt x="0" y="63719"/>
                  </a:moveTo>
                  <a:lnTo>
                    <a:pt x="795178" y="3641"/>
                  </a:lnTo>
                  <a:lnTo>
                    <a:pt x="16712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585896" y="4071066"/>
              <a:ext cx="327426" cy="32769"/>
            </a:xfrm>
            <a:custGeom>
              <a:avLst/>
              <a:pathLst>
                <a:path w="327426" h="32769">
                  <a:moveTo>
                    <a:pt x="0" y="32769"/>
                  </a:moveTo>
                  <a:lnTo>
                    <a:pt x="3274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4158819" y="4651819"/>
              <a:ext cx="1531241" cy="19115"/>
            </a:xfrm>
            <a:custGeom>
              <a:avLst/>
              <a:pathLst>
                <a:path w="1531241" h="19115">
                  <a:moveTo>
                    <a:pt x="0" y="0"/>
                  </a:moveTo>
                  <a:lnTo>
                    <a:pt x="507944" y="18205"/>
                  </a:lnTo>
                  <a:lnTo>
                    <a:pt x="1031266" y="11833"/>
                  </a:lnTo>
                  <a:lnTo>
                    <a:pt x="1531241" y="19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585896" y="4728282"/>
              <a:ext cx="322121" cy="5461"/>
            </a:xfrm>
            <a:custGeom>
              <a:avLst/>
              <a:pathLst>
                <a:path w="322121" h="5461">
                  <a:moveTo>
                    <a:pt x="0" y="5461"/>
                  </a:moveTo>
                  <a:lnTo>
                    <a:pt x="3221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585896" y="4669115"/>
              <a:ext cx="1103894" cy="38231"/>
            </a:xfrm>
            <a:custGeom>
              <a:avLst/>
              <a:pathLst>
                <a:path w="1103894" h="38231">
                  <a:moveTo>
                    <a:pt x="0" y="0"/>
                  </a:moveTo>
                  <a:lnTo>
                    <a:pt x="573535" y="38231"/>
                  </a:lnTo>
                  <a:lnTo>
                    <a:pt x="795178" y="23667"/>
                  </a:lnTo>
                  <a:lnTo>
                    <a:pt x="1103894" y="309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585896" y="3956372"/>
              <a:ext cx="1092380" cy="211183"/>
            </a:xfrm>
            <a:custGeom>
              <a:avLst/>
              <a:pathLst>
                <a:path w="1092380" h="211183">
                  <a:moveTo>
                    <a:pt x="0" y="211183"/>
                  </a:moveTo>
                  <a:lnTo>
                    <a:pt x="495097" y="130168"/>
                  </a:lnTo>
                  <a:lnTo>
                    <a:pt x="10923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585896" y="3249091"/>
              <a:ext cx="530759" cy="458776"/>
            </a:xfrm>
            <a:custGeom>
              <a:avLst/>
              <a:pathLst>
                <a:path w="530759" h="458776">
                  <a:moveTo>
                    <a:pt x="0" y="0"/>
                  </a:moveTo>
                  <a:lnTo>
                    <a:pt x="274174" y="163848"/>
                  </a:lnTo>
                  <a:lnTo>
                    <a:pt x="530759" y="4587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585896" y="4600844"/>
              <a:ext cx="3156246" cy="56436"/>
            </a:xfrm>
            <a:custGeom>
              <a:avLst/>
              <a:pathLst>
                <a:path w="3156246" h="56436">
                  <a:moveTo>
                    <a:pt x="0" y="0"/>
                  </a:moveTo>
                  <a:lnTo>
                    <a:pt x="1325537" y="7282"/>
                  </a:lnTo>
                  <a:lnTo>
                    <a:pt x="1863811" y="56436"/>
                  </a:lnTo>
                  <a:lnTo>
                    <a:pt x="2453179" y="1820"/>
                  </a:lnTo>
                  <a:lnTo>
                    <a:pt x="3156246" y="400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585896" y="4546228"/>
              <a:ext cx="803813" cy="119245"/>
            </a:xfrm>
            <a:custGeom>
              <a:avLst/>
              <a:pathLst>
                <a:path w="803813" h="119245">
                  <a:moveTo>
                    <a:pt x="0" y="119245"/>
                  </a:moveTo>
                  <a:lnTo>
                    <a:pt x="8038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585896" y="4387841"/>
              <a:ext cx="860663" cy="50975"/>
            </a:xfrm>
            <a:custGeom>
              <a:avLst/>
              <a:pathLst>
                <a:path w="860663" h="50975">
                  <a:moveTo>
                    <a:pt x="0" y="50975"/>
                  </a:moveTo>
                  <a:lnTo>
                    <a:pt x="860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585896" y="4648178"/>
              <a:ext cx="268417" cy="41872"/>
            </a:xfrm>
            <a:custGeom>
              <a:avLst/>
              <a:pathLst>
                <a:path w="268417" h="41872">
                  <a:moveTo>
                    <a:pt x="0" y="41872"/>
                  </a:moveTo>
                  <a:lnTo>
                    <a:pt x="2684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585896" y="4615409"/>
              <a:ext cx="1152828" cy="7282"/>
            </a:xfrm>
            <a:custGeom>
              <a:avLst/>
              <a:pathLst>
                <a:path w="1152828" h="7282">
                  <a:moveTo>
                    <a:pt x="0" y="0"/>
                  </a:moveTo>
                  <a:lnTo>
                    <a:pt x="1152828" y="72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585896" y="4624511"/>
              <a:ext cx="2124313" cy="56436"/>
            </a:xfrm>
            <a:custGeom>
              <a:avLst/>
              <a:pathLst>
                <a:path w="2124313" h="56436">
                  <a:moveTo>
                    <a:pt x="0" y="47334"/>
                  </a:moveTo>
                  <a:lnTo>
                    <a:pt x="523162" y="56436"/>
                  </a:lnTo>
                  <a:lnTo>
                    <a:pt x="1047044" y="40962"/>
                  </a:lnTo>
                  <a:lnTo>
                    <a:pt x="1711252" y="0"/>
                  </a:lnTo>
                  <a:lnTo>
                    <a:pt x="2124313" y="27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585896" y="4599024"/>
              <a:ext cx="528563" cy="58257"/>
            </a:xfrm>
            <a:custGeom>
              <a:avLst/>
              <a:pathLst>
                <a:path w="528563" h="58257">
                  <a:moveTo>
                    <a:pt x="0" y="58257"/>
                  </a:moveTo>
                  <a:lnTo>
                    <a:pt x="5285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585896" y="4749219"/>
              <a:ext cx="885130" cy="11833"/>
            </a:xfrm>
            <a:custGeom>
              <a:avLst/>
              <a:pathLst>
                <a:path w="885130" h="11833">
                  <a:moveTo>
                    <a:pt x="0" y="0"/>
                  </a:moveTo>
                  <a:lnTo>
                    <a:pt x="885130" y="118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585896" y="4561703"/>
              <a:ext cx="2141584" cy="32769"/>
            </a:xfrm>
            <a:custGeom>
              <a:avLst/>
              <a:pathLst>
                <a:path w="2141584" h="32769">
                  <a:moveTo>
                    <a:pt x="0" y="0"/>
                  </a:moveTo>
                  <a:lnTo>
                    <a:pt x="572816" y="32769"/>
                  </a:lnTo>
                  <a:lnTo>
                    <a:pt x="1077988" y="30038"/>
                  </a:lnTo>
                  <a:lnTo>
                    <a:pt x="1624898" y="30949"/>
                  </a:lnTo>
                  <a:lnTo>
                    <a:pt x="2141584" y="172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585896" y="4678217"/>
              <a:ext cx="1075829" cy="38231"/>
            </a:xfrm>
            <a:custGeom>
              <a:avLst/>
              <a:pathLst>
                <a:path w="1075829" h="38231">
                  <a:moveTo>
                    <a:pt x="0" y="38231"/>
                  </a:moveTo>
                  <a:lnTo>
                    <a:pt x="552079" y="28218"/>
                  </a:lnTo>
                  <a:lnTo>
                    <a:pt x="10758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585896" y="3855332"/>
              <a:ext cx="1090941" cy="287645"/>
            </a:xfrm>
            <a:custGeom>
              <a:avLst/>
              <a:pathLst>
                <a:path w="1090941" h="287645">
                  <a:moveTo>
                    <a:pt x="0" y="264889"/>
                  </a:moveTo>
                  <a:lnTo>
                    <a:pt x="286408" y="0"/>
                  </a:lnTo>
                  <a:lnTo>
                    <a:pt x="557495" y="249414"/>
                  </a:lnTo>
                  <a:lnTo>
                    <a:pt x="824682" y="287645"/>
                  </a:lnTo>
                  <a:lnTo>
                    <a:pt x="1090941" y="2421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3585896" y="4582639"/>
              <a:ext cx="1076549" cy="58257"/>
            </a:xfrm>
            <a:custGeom>
              <a:avLst/>
              <a:pathLst>
                <a:path w="1076549" h="58257">
                  <a:moveTo>
                    <a:pt x="0" y="0"/>
                  </a:moveTo>
                  <a:lnTo>
                    <a:pt x="1076549" y="582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585896" y="4422431"/>
              <a:ext cx="1614823" cy="53706"/>
            </a:xfrm>
            <a:custGeom>
              <a:avLst/>
              <a:pathLst>
                <a:path w="1614823" h="53706">
                  <a:moveTo>
                    <a:pt x="0" y="53706"/>
                  </a:moveTo>
                  <a:lnTo>
                    <a:pt x="559143" y="41872"/>
                  </a:lnTo>
                  <a:lnTo>
                    <a:pt x="1080866" y="1820"/>
                  </a:lnTo>
                  <a:lnTo>
                    <a:pt x="16148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3585896" y="4723731"/>
              <a:ext cx="281964" cy="11833"/>
            </a:xfrm>
            <a:custGeom>
              <a:avLst/>
              <a:pathLst>
                <a:path w="281964" h="11833">
                  <a:moveTo>
                    <a:pt x="0" y="11833"/>
                  </a:moveTo>
                  <a:lnTo>
                    <a:pt x="2819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3585896" y="4093823"/>
              <a:ext cx="790141" cy="269440"/>
            </a:xfrm>
            <a:custGeom>
              <a:avLst/>
              <a:pathLst>
                <a:path w="790141" h="269440">
                  <a:moveTo>
                    <a:pt x="0" y="269440"/>
                  </a:moveTo>
                  <a:lnTo>
                    <a:pt x="503235" y="214824"/>
                  </a:ln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3585896" y="4412418"/>
              <a:ext cx="291608" cy="1820"/>
            </a:xfrm>
            <a:custGeom>
              <a:avLst/>
              <a:pathLst>
                <a:path w="291608" h="1820">
                  <a:moveTo>
                    <a:pt x="0" y="0"/>
                  </a:moveTo>
                  <a:lnTo>
                    <a:pt x="291608" y="18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3585896" y="4702795"/>
              <a:ext cx="790860" cy="11833"/>
            </a:xfrm>
            <a:custGeom>
              <a:avLst/>
              <a:pathLst>
                <a:path w="790860" h="11833">
                  <a:moveTo>
                    <a:pt x="0" y="11833"/>
                  </a:moveTo>
                  <a:lnTo>
                    <a:pt x="7908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3837763" y="3625943"/>
              <a:ext cx="260501" cy="266709"/>
            </a:xfrm>
            <a:custGeom>
              <a:avLst/>
              <a:pathLst>
                <a:path w="260501" h="266709">
                  <a:moveTo>
                    <a:pt x="0" y="0"/>
                  </a:moveTo>
                  <a:lnTo>
                    <a:pt x="260501" y="2667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3585896" y="4650909"/>
              <a:ext cx="1332013" cy="10923"/>
            </a:xfrm>
            <a:custGeom>
              <a:avLst/>
              <a:pathLst>
                <a:path w="1332013" h="10923">
                  <a:moveTo>
                    <a:pt x="0" y="0"/>
                  </a:moveTo>
                  <a:lnTo>
                    <a:pt x="820365" y="10923"/>
                  </a:lnTo>
                  <a:lnTo>
                    <a:pt x="13320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3585896" y="4692782"/>
              <a:ext cx="1645767" cy="40962"/>
            </a:xfrm>
            <a:custGeom>
              <a:avLst/>
              <a:pathLst>
                <a:path w="1645767" h="40962">
                  <a:moveTo>
                    <a:pt x="0" y="40962"/>
                  </a:moveTo>
                  <a:lnTo>
                    <a:pt x="635423" y="36410"/>
                  </a:lnTo>
                  <a:lnTo>
                    <a:pt x="1088063" y="21846"/>
                  </a:lnTo>
                  <a:lnTo>
                    <a:pt x="16457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3585896" y="4630883"/>
              <a:ext cx="639021" cy="13654"/>
            </a:xfrm>
            <a:custGeom>
              <a:avLst/>
              <a:pathLst>
                <a:path w="639021" h="13654">
                  <a:moveTo>
                    <a:pt x="0" y="13654"/>
                  </a:moveTo>
                  <a:lnTo>
                    <a:pt x="6390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3585896" y="4692782"/>
              <a:ext cx="536835" cy="21846"/>
            </a:xfrm>
            <a:custGeom>
              <a:avLst/>
              <a:pathLst>
                <a:path w="536835" h="21846">
                  <a:moveTo>
                    <a:pt x="0" y="21846"/>
                  </a:moveTo>
                  <a:lnTo>
                    <a:pt x="5368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3585896" y="3962744"/>
              <a:ext cx="307444" cy="107412"/>
            </a:xfrm>
            <a:custGeom>
              <a:avLst/>
              <a:pathLst>
                <a:path w="307444" h="107412">
                  <a:moveTo>
                    <a:pt x="0" y="107412"/>
                  </a:moveTo>
                  <a:lnTo>
                    <a:pt x="307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3585896" y="4694602"/>
              <a:ext cx="2124313" cy="13654"/>
            </a:xfrm>
            <a:custGeom>
              <a:avLst/>
              <a:pathLst>
                <a:path w="2124313" h="13654">
                  <a:moveTo>
                    <a:pt x="0" y="7282"/>
                  </a:moveTo>
                  <a:lnTo>
                    <a:pt x="769991" y="7282"/>
                  </a:lnTo>
                  <a:lnTo>
                    <a:pt x="1338911" y="0"/>
                  </a:lnTo>
                  <a:lnTo>
                    <a:pt x="2124313" y="136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3585896" y="4466124"/>
              <a:ext cx="301783" cy="33680"/>
            </a:xfrm>
            <a:custGeom>
              <a:avLst/>
              <a:pathLst>
                <a:path w="301783" h="33680">
                  <a:moveTo>
                    <a:pt x="0" y="0"/>
                  </a:moveTo>
                  <a:lnTo>
                    <a:pt x="301783" y="336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585896" y="4668204"/>
              <a:ext cx="529367" cy="2730"/>
            </a:xfrm>
            <a:custGeom>
              <a:avLst/>
              <a:pathLst>
                <a:path w="529367" h="2730">
                  <a:moveTo>
                    <a:pt x="0" y="2730"/>
                  </a:moveTo>
                  <a:lnTo>
                    <a:pt x="5293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585896" y="3591353"/>
              <a:ext cx="318790" cy="127438"/>
            </a:xfrm>
            <a:custGeom>
              <a:avLst/>
              <a:pathLst>
                <a:path w="318790" h="127438">
                  <a:moveTo>
                    <a:pt x="0" y="127438"/>
                  </a:moveTo>
                  <a:lnTo>
                    <a:pt x="3187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585896" y="4261313"/>
              <a:ext cx="2142909" cy="321325"/>
            </a:xfrm>
            <a:custGeom>
              <a:avLst/>
              <a:pathLst>
                <a:path w="2142909" h="321325">
                  <a:moveTo>
                    <a:pt x="0" y="321325"/>
                  </a:moveTo>
                  <a:lnTo>
                    <a:pt x="533274" y="293107"/>
                  </a:lnTo>
                  <a:lnTo>
                    <a:pt x="1082219" y="190246"/>
                  </a:lnTo>
                  <a:lnTo>
                    <a:pt x="1624216" y="8192"/>
                  </a:lnTo>
                  <a:lnTo>
                    <a:pt x="21429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585896" y="4707346"/>
              <a:ext cx="1596113" cy="53706"/>
            </a:xfrm>
            <a:custGeom>
              <a:avLst/>
              <a:pathLst>
                <a:path w="1596113" h="53706">
                  <a:moveTo>
                    <a:pt x="0" y="0"/>
                  </a:moveTo>
                  <a:lnTo>
                    <a:pt x="580012" y="53706"/>
                  </a:lnTo>
                  <a:lnTo>
                    <a:pt x="1078708" y="15474"/>
                  </a:lnTo>
                  <a:lnTo>
                    <a:pt x="1596113" y="100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585896" y="3521262"/>
              <a:ext cx="1144193" cy="363198"/>
            </a:xfrm>
            <a:custGeom>
              <a:avLst/>
              <a:pathLst>
                <a:path w="1144193" h="363198">
                  <a:moveTo>
                    <a:pt x="0" y="358646"/>
                  </a:moveTo>
                  <a:lnTo>
                    <a:pt x="272015" y="151105"/>
                  </a:lnTo>
                  <a:lnTo>
                    <a:pt x="539987" y="255786"/>
                  </a:lnTo>
                  <a:lnTo>
                    <a:pt x="801654" y="363198"/>
                  </a:lnTo>
                  <a:lnTo>
                    <a:pt x="11441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585896" y="4648178"/>
              <a:ext cx="1316661" cy="10923"/>
            </a:xfrm>
            <a:custGeom>
              <a:avLst/>
              <a:pathLst>
                <a:path w="1316661" h="10923">
                  <a:moveTo>
                    <a:pt x="0" y="0"/>
                  </a:moveTo>
                  <a:lnTo>
                    <a:pt x="788701" y="3641"/>
                  </a:lnTo>
                  <a:lnTo>
                    <a:pt x="1316661" y="109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585896" y="3371067"/>
              <a:ext cx="922550" cy="45513"/>
            </a:xfrm>
            <a:custGeom>
              <a:avLst/>
              <a:pathLst>
                <a:path w="922550" h="45513">
                  <a:moveTo>
                    <a:pt x="0" y="45513"/>
                  </a:moveTo>
                  <a:lnTo>
                    <a:pt x="9225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585896" y="4728282"/>
              <a:ext cx="1508674" cy="17295"/>
            </a:xfrm>
            <a:custGeom>
              <a:avLst/>
              <a:pathLst>
                <a:path w="1508674" h="17295">
                  <a:moveTo>
                    <a:pt x="0" y="7282"/>
                  </a:moveTo>
                  <a:lnTo>
                    <a:pt x="619225" y="17295"/>
                  </a:lnTo>
                  <a:lnTo>
                    <a:pt x="150867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585896" y="4530753"/>
              <a:ext cx="513087" cy="87386"/>
            </a:xfrm>
            <a:custGeom>
              <a:avLst/>
              <a:pathLst>
                <a:path w="513087" h="87386">
                  <a:moveTo>
                    <a:pt x="0" y="0"/>
                  </a:moveTo>
                  <a:lnTo>
                    <a:pt x="285094" y="32769"/>
                  </a:lnTo>
                  <a:lnTo>
                    <a:pt x="513087" y="873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585896" y="2583682"/>
              <a:ext cx="266732" cy="174772"/>
            </a:xfrm>
            <a:custGeom>
              <a:avLst/>
              <a:pathLst>
                <a:path w="266732" h="174772">
                  <a:moveTo>
                    <a:pt x="0" y="174772"/>
                  </a:moveTo>
                  <a:lnTo>
                    <a:pt x="2667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585896" y="4615409"/>
              <a:ext cx="540832" cy="38231"/>
            </a:xfrm>
            <a:custGeom>
              <a:avLst/>
              <a:pathLst>
                <a:path w="540832" h="38231">
                  <a:moveTo>
                    <a:pt x="0" y="38231"/>
                  </a:moveTo>
                  <a:lnTo>
                    <a:pt x="5408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585896" y="3916320"/>
              <a:ext cx="574489" cy="310402"/>
            </a:xfrm>
            <a:custGeom>
              <a:avLst/>
              <a:pathLst>
                <a:path w="574489" h="310402">
                  <a:moveTo>
                    <a:pt x="0" y="310402"/>
                  </a:moveTo>
                  <a:lnTo>
                    <a:pt x="398664" y="171131"/>
                  </a:lnTo>
                  <a:lnTo>
                    <a:pt x="5744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585896" y="4621781"/>
              <a:ext cx="888009" cy="12743"/>
            </a:xfrm>
            <a:custGeom>
              <a:avLst/>
              <a:pathLst>
                <a:path w="888009" h="12743">
                  <a:moveTo>
                    <a:pt x="0" y="0"/>
                  </a:moveTo>
                  <a:lnTo>
                    <a:pt x="888009" y="127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585896" y="4742847"/>
              <a:ext cx="884865" cy="36410"/>
            </a:xfrm>
            <a:custGeom>
              <a:avLst/>
              <a:pathLst>
                <a:path w="884865" h="36410">
                  <a:moveTo>
                    <a:pt x="0" y="7282"/>
                  </a:moveTo>
                  <a:lnTo>
                    <a:pt x="361161" y="0"/>
                  </a:lnTo>
                  <a:lnTo>
                    <a:pt x="884865" y="364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585896" y="4621781"/>
              <a:ext cx="1143971" cy="9102"/>
            </a:xfrm>
            <a:custGeom>
              <a:avLst/>
              <a:pathLst>
                <a:path w="1143971" h="9102">
                  <a:moveTo>
                    <a:pt x="0" y="9102"/>
                  </a:moveTo>
                  <a:lnTo>
                    <a:pt x="11439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585896" y="3868076"/>
              <a:ext cx="1313710" cy="121066"/>
            </a:xfrm>
            <a:custGeom>
              <a:avLst/>
              <a:pathLst>
                <a:path w="1313710" h="121066">
                  <a:moveTo>
                    <a:pt x="0" y="121066"/>
                  </a:moveTo>
                  <a:lnTo>
                    <a:pt x="850589" y="42782"/>
                  </a:lnTo>
                  <a:lnTo>
                    <a:pt x="1132679" y="0"/>
                  </a:lnTo>
                  <a:lnTo>
                    <a:pt x="1313710" y="509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585896" y="4601755"/>
              <a:ext cx="1068633" cy="49154"/>
            </a:xfrm>
            <a:custGeom>
              <a:avLst/>
              <a:pathLst>
                <a:path w="1068633" h="49154">
                  <a:moveTo>
                    <a:pt x="0" y="0"/>
                  </a:moveTo>
                  <a:lnTo>
                    <a:pt x="568769" y="49154"/>
                  </a:lnTo>
                  <a:lnTo>
                    <a:pt x="1068633" y="172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585896" y="4716449"/>
              <a:ext cx="2134297" cy="32769"/>
            </a:xfrm>
            <a:custGeom>
              <a:avLst/>
              <a:pathLst>
                <a:path w="2134297" h="32769">
                  <a:moveTo>
                    <a:pt x="0" y="0"/>
                  </a:moveTo>
                  <a:lnTo>
                    <a:pt x="588695" y="32769"/>
                  </a:lnTo>
                  <a:lnTo>
                    <a:pt x="1052078" y="24577"/>
                  </a:lnTo>
                  <a:lnTo>
                    <a:pt x="1621347" y="18205"/>
                  </a:lnTo>
                  <a:lnTo>
                    <a:pt x="2134297" y="273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585896" y="4691871"/>
              <a:ext cx="932625" cy="31859"/>
            </a:xfrm>
            <a:custGeom>
              <a:avLst/>
              <a:pathLst>
                <a:path w="932625" h="31859">
                  <a:moveTo>
                    <a:pt x="0" y="0"/>
                  </a:moveTo>
                  <a:lnTo>
                    <a:pt x="307996" y="31859"/>
                  </a:lnTo>
                  <a:lnTo>
                    <a:pt x="580299" y="20936"/>
                  </a:lnTo>
                  <a:lnTo>
                    <a:pt x="932625" y="200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585896" y="3577699"/>
              <a:ext cx="1867024" cy="539791"/>
            </a:xfrm>
            <a:custGeom>
              <a:avLst/>
              <a:pathLst>
                <a:path w="1867024" h="539791">
                  <a:moveTo>
                    <a:pt x="0" y="539791"/>
                  </a:moveTo>
                  <a:lnTo>
                    <a:pt x="891221" y="292197"/>
                  </a:lnTo>
                  <a:lnTo>
                    <a:pt x="1343142" y="375031"/>
                  </a:lnTo>
                  <a:lnTo>
                    <a:pt x="18670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585896" y="3488492"/>
              <a:ext cx="527480" cy="156566"/>
            </a:xfrm>
            <a:custGeom>
              <a:avLst/>
              <a:pathLst>
                <a:path w="527480" h="156566">
                  <a:moveTo>
                    <a:pt x="0" y="0"/>
                  </a:moveTo>
                  <a:lnTo>
                    <a:pt x="315415" y="139271"/>
                  </a:lnTo>
                  <a:lnTo>
                    <a:pt x="527480" y="1565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585896" y="3995514"/>
              <a:ext cx="323108" cy="194798"/>
            </a:xfrm>
            <a:custGeom>
              <a:avLst/>
              <a:pathLst>
                <a:path w="323108" h="194798">
                  <a:moveTo>
                    <a:pt x="0" y="194798"/>
                  </a:moveTo>
                  <a:lnTo>
                    <a:pt x="3231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585896" y="4689141"/>
              <a:ext cx="1112361" cy="29128"/>
            </a:xfrm>
            <a:custGeom>
              <a:avLst/>
              <a:pathLst>
                <a:path w="1112361" h="29128">
                  <a:moveTo>
                    <a:pt x="0" y="0"/>
                  </a:moveTo>
                  <a:lnTo>
                    <a:pt x="1112361" y="29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585896" y="4777437"/>
              <a:ext cx="1864134" cy="3641"/>
            </a:xfrm>
            <a:custGeom>
              <a:avLst/>
              <a:pathLst>
                <a:path w="1864134" h="3641">
                  <a:moveTo>
                    <a:pt x="0" y="3641"/>
                  </a:moveTo>
                  <a:lnTo>
                    <a:pt x="18641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585896" y="2770288"/>
              <a:ext cx="594404" cy="649023"/>
            </a:xfrm>
            <a:custGeom>
              <a:avLst/>
              <a:pathLst>
                <a:path w="594404" h="649023">
                  <a:moveTo>
                    <a:pt x="0" y="630818"/>
                  </a:moveTo>
                  <a:lnTo>
                    <a:pt x="272735" y="649023"/>
                  </a:ln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4409140" y="4436085"/>
              <a:ext cx="578573" cy="29128"/>
            </a:xfrm>
            <a:custGeom>
              <a:avLst/>
              <a:pathLst>
                <a:path w="578573" h="29128">
                  <a:moveTo>
                    <a:pt x="0" y="29128"/>
                  </a:moveTo>
                  <a:lnTo>
                    <a:pt x="578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585896" y="4557151"/>
              <a:ext cx="669245" cy="37321"/>
            </a:xfrm>
            <a:custGeom>
              <a:avLst/>
              <a:pathLst>
                <a:path w="669245" h="37321">
                  <a:moveTo>
                    <a:pt x="0" y="37321"/>
                  </a:moveTo>
                  <a:lnTo>
                    <a:pt x="307277" y="9102"/>
                  </a:lnTo>
                  <a:lnTo>
                    <a:pt x="6692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585896" y="4354161"/>
              <a:ext cx="317247" cy="51885"/>
            </a:xfrm>
            <a:custGeom>
              <a:avLst/>
              <a:pathLst>
                <a:path w="317247" h="51885">
                  <a:moveTo>
                    <a:pt x="0" y="0"/>
                  </a:moveTo>
                  <a:lnTo>
                    <a:pt x="317247" y="518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585896" y="4638165"/>
              <a:ext cx="553386" cy="22756"/>
            </a:xfrm>
            <a:custGeom>
              <a:avLst/>
              <a:pathLst>
                <a:path w="553386" h="22756">
                  <a:moveTo>
                    <a:pt x="0" y="18205"/>
                  </a:moveTo>
                  <a:lnTo>
                    <a:pt x="306789" y="0"/>
                  </a:lnTo>
                  <a:lnTo>
                    <a:pt x="553386" y="227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585896" y="4251300"/>
              <a:ext cx="1057119" cy="109232"/>
            </a:xfrm>
            <a:custGeom>
              <a:avLst/>
              <a:pathLst>
                <a:path w="1057119" h="109232">
                  <a:moveTo>
                    <a:pt x="0" y="109232"/>
                  </a:moveTo>
                  <a:lnTo>
                    <a:pt x="265539" y="0"/>
                  </a:lnTo>
                  <a:lnTo>
                    <a:pt x="537250" y="91027"/>
                  </a:lnTo>
                  <a:lnTo>
                    <a:pt x="763515" y="38231"/>
                  </a:lnTo>
                  <a:lnTo>
                    <a:pt x="1057119" y="819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585896" y="4284980"/>
              <a:ext cx="544182" cy="77373"/>
            </a:xfrm>
            <a:custGeom>
              <a:avLst/>
              <a:pathLst>
                <a:path w="544182" h="77373">
                  <a:moveTo>
                    <a:pt x="0" y="20025"/>
                  </a:moveTo>
                  <a:lnTo>
                    <a:pt x="282810" y="77373"/>
                  </a:lnTo>
                  <a:lnTo>
                    <a:pt x="5441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585896" y="4684589"/>
              <a:ext cx="531078" cy="3641"/>
            </a:xfrm>
            <a:custGeom>
              <a:avLst/>
              <a:pathLst>
                <a:path w="531078" h="3641">
                  <a:moveTo>
                    <a:pt x="0" y="3641"/>
                  </a:moveTo>
                  <a:lnTo>
                    <a:pt x="5310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585896" y="4670935"/>
              <a:ext cx="800935" cy="13654"/>
            </a:xfrm>
            <a:custGeom>
              <a:avLst/>
              <a:pathLst>
                <a:path w="800935" h="13654">
                  <a:moveTo>
                    <a:pt x="0" y="13654"/>
                  </a:moveTo>
                  <a:lnTo>
                    <a:pt x="8009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585896" y="4598113"/>
              <a:ext cx="1142502" cy="59167"/>
            </a:xfrm>
            <a:custGeom>
              <a:avLst/>
              <a:pathLst>
                <a:path w="1142502" h="59167">
                  <a:moveTo>
                    <a:pt x="0" y="59167"/>
                  </a:moveTo>
                  <a:lnTo>
                    <a:pt x="508418" y="50064"/>
                  </a:lnTo>
                  <a:lnTo>
                    <a:pt x="11425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585896" y="4488881"/>
              <a:ext cx="2516824" cy="119245"/>
            </a:xfrm>
            <a:custGeom>
              <a:avLst/>
              <a:pathLst>
                <a:path w="2516824" h="119245">
                  <a:moveTo>
                    <a:pt x="0" y="0"/>
                  </a:moveTo>
                  <a:lnTo>
                    <a:pt x="791898" y="91027"/>
                  </a:lnTo>
                  <a:lnTo>
                    <a:pt x="1390621" y="119245"/>
                  </a:lnTo>
                  <a:lnTo>
                    <a:pt x="1833906" y="115604"/>
                  </a:lnTo>
                  <a:lnTo>
                    <a:pt x="2516824" y="418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585896" y="4660012"/>
              <a:ext cx="1349284" cy="30038"/>
            </a:xfrm>
            <a:custGeom>
              <a:avLst/>
              <a:pathLst>
                <a:path w="1349284" h="30038">
                  <a:moveTo>
                    <a:pt x="0" y="4551"/>
                  </a:moveTo>
                  <a:lnTo>
                    <a:pt x="568498" y="24577"/>
                  </a:lnTo>
                  <a:lnTo>
                    <a:pt x="827561" y="0"/>
                  </a:lnTo>
                  <a:lnTo>
                    <a:pt x="1349284" y="300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4129534" y="3287322"/>
              <a:ext cx="302239" cy="314953"/>
            </a:xfrm>
            <a:custGeom>
              <a:avLst/>
              <a:pathLst>
                <a:path w="302239" h="314953">
                  <a:moveTo>
                    <a:pt x="0" y="0"/>
                  </a:moveTo>
                  <a:lnTo>
                    <a:pt x="302239" y="3149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585896" y="4171196"/>
              <a:ext cx="846112" cy="127438"/>
            </a:xfrm>
            <a:custGeom>
              <a:avLst/>
              <a:pathLst>
                <a:path w="846112" h="127438">
                  <a:moveTo>
                    <a:pt x="0" y="0"/>
                  </a:moveTo>
                  <a:lnTo>
                    <a:pt x="276986" y="127438"/>
                  </a:lnTo>
                  <a:lnTo>
                    <a:pt x="564114" y="101040"/>
                  </a:lnTo>
                  <a:lnTo>
                    <a:pt x="846112" y="427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585896" y="4675487"/>
              <a:ext cx="1841316" cy="21846"/>
            </a:xfrm>
            <a:custGeom>
              <a:avLst/>
              <a:pathLst>
                <a:path w="1841316" h="21846">
                  <a:moveTo>
                    <a:pt x="0" y="18205"/>
                  </a:moveTo>
                  <a:lnTo>
                    <a:pt x="508583" y="20936"/>
                  </a:lnTo>
                  <a:lnTo>
                    <a:pt x="1201576" y="0"/>
                  </a:lnTo>
                  <a:lnTo>
                    <a:pt x="1841316" y="218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585896" y="4688230"/>
              <a:ext cx="1086623" cy="10012"/>
            </a:xfrm>
            <a:custGeom>
              <a:avLst/>
              <a:pathLst>
                <a:path w="1086623" h="10012">
                  <a:moveTo>
                    <a:pt x="0" y="10012"/>
                  </a:moveTo>
                  <a:lnTo>
                    <a:pt x="527480" y="8192"/>
                  </a:lnTo>
                  <a:lnTo>
                    <a:pt x="108662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585896" y="4761052"/>
              <a:ext cx="1646160" cy="24577"/>
            </a:xfrm>
            <a:custGeom>
              <a:avLst/>
              <a:pathLst>
                <a:path w="1646160" h="24577">
                  <a:moveTo>
                    <a:pt x="0" y="17295"/>
                  </a:moveTo>
                  <a:lnTo>
                    <a:pt x="573929" y="24577"/>
                  </a:lnTo>
                  <a:lnTo>
                    <a:pt x="1207912" y="11833"/>
                  </a:lnTo>
                  <a:lnTo>
                    <a:pt x="16461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585896" y="3969116"/>
              <a:ext cx="1615506" cy="761897"/>
            </a:xfrm>
            <a:custGeom>
              <a:avLst/>
              <a:pathLst>
                <a:path w="1615506" h="761897">
                  <a:moveTo>
                    <a:pt x="0" y="0"/>
                  </a:moveTo>
                  <a:lnTo>
                    <a:pt x="543274" y="761897"/>
                  </a:lnTo>
                  <a:lnTo>
                    <a:pt x="1615506" y="7591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585896" y="4611768"/>
              <a:ext cx="1050642" cy="46423"/>
            </a:xfrm>
            <a:custGeom>
              <a:avLst/>
              <a:pathLst>
                <a:path w="1050642" h="46423">
                  <a:moveTo>
                    <a:pt x="0" y="46423"/>
                  </a:moveTo>
                  <a:lnTo>
                    <a:pt x="552051" y="0"/>
                  </a:lnTo>
                  <a:lnTo>
                    <a:pt x="10506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585896" y="3442979"/>
              <a:ext cx="866420" cy="554355"/>
            </a:xfrm>
            <a:custGeom>
              <a:avLst/>
              <a:pathLst>
                <a:path w="866420" h="554355">
                  <a:moveTo>
                    <a:pt x="0" y="554355"/>
                  </a:moveTo>
                  <a:lnTo>
                    <a:pt x="397341" y="459687"/>
                  </a:lnTo>
                  <a:lnTo>
                    <a:pt x="575694" y="481533"/>
                  </a:lnTo>
                  <a:lnTo>
                    <a:pt x="86642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585896" y="4628152"/>
              <a:ext cx="2008455" cy="28218"/>
            </a:xfrm>
            <a:custGeom>
              <a:avLst/>
              <a:pathLst>
                <a:path w="2008455" h="28218">
                  <a:moveTo>
                    <a:pt x="0" y="0"/>
                  </a:moveTo>
                  <a:lnTo>
                    <a:pt x="840514" y="26397"/>
                  </a:lnTo>
                  <a:lnTo>
                    <a:pt x="2008455" y="282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585896" y="3665085"/>
              <a:ext cx="1461287" cy="443302"/>
            </a:xfrm>
            <a:custGeom>
              <a:avLst/>
              <a:pathLst>
                <a:path w="1461287" h="443302">
                  <a:moveTo>
                    <a:pt x="0" y="0"/>
                  </a:moveTo>
                  <a:lnTo>
                    <a:pt x="553457" y="204811"/>
                  </a:lnTo>
                  <a:lnTo>
                    <a:pt x="815327" y="205721"/>
                  </a:lnTo>
                  <a:lnTo>
                    <a:pt x="1461287" y="4433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585896" y="3960923"/>
              <a:ext cx="307247" cy="96488"/>
            </a:xfrm>
            <a:custGeom>
              <a:avLst/>
              <a:pathLst>
                <a:path w="307247" h="96488">
                  <a:moveTo>
                    <a:pt x="0" y="0"/>
                  </a:moveTo>
                  <a:lnTo>
                    <a:pt x="307247" y="964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585896" y="4661832"/>
              <a:ext cx="1853357" cy="45513"/>
            </a:xfrm>
            <a:custGeom>
              <a:avLst/>
              <a:pathLst>
                <a:path w="1853357" h="45513">
                  <a:moveTo>
                    <a:pt x="0" y="0"/>
                  </a:moveTo>
                  <a:lnTo>
                    <a:pt x="791949" y="29128"/>
                  </a:lnTo>
                  <a:lnTo>
                    <a:pt x="1853357" y="455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585896" y="4657281"/>
              <a:ext cx="810557" cy="3641"/>
            </a:xfrm>
            <a:custGeom>
              <a:avLst/>
              <a:pathLst>
                <a:path w="810557" h="3641">
                  <a:moveTo>
                    <a:pt x="0" y="0"/>
                  </a:moveTo>
                  <a:lnTo>
                    <a:pt x="810557" y="36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585896" y="4445188"/>
              <a:ext cx="1837504" cy="149284"/>
            </a:xfrm>
            <a:custGeom>
              <a:avLst/>
              <a:pathLst>
                <a:path w="1837504" h="149284">
                  <a:moveTo>
                    <a:pt x="0" y="105591"/>
                  </a:moveTo>
                  <a:lnTo>
                    <a:pt x="805571" y="0"/>
                  </a:lnTo>
                  <a:lnTo>
                    <a:pt x="1348883" y="149284"/>
                  </a:lnTo>
                  <a:lnTo>
                    <a:pt x="1837504" y="1247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585896" y="4736475"/>
              <a:ext cx="550508" cy="22756"/>
            </a:xfrm>
            <a:custGeom>
              <a:avLst/>
              <a:pathLst>
                <a:path w="550508" h="22756">
                  <a:moveTo>
                    <a:pt x="0" y="0"/>
                  </a:moveTo>
                  <a:lnTo>
                    <a:pt x="550508" y="227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585896" y="2479001"/>
              <a:ext cx="301040" cy="14564"/>
            </a:xfrm>
            <a:custGeom>
              <a:avLst/>
              <a:pathLst>
                <a:path w="301040" h="14564">
                  <a:moveTo>
                    <a:pt x="0" y="0"/>
                  </a:moveTo>
                  <a:lnTo>
                    <a:pt x="301040" y="145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585896" y="4626332"/>
              <a:ext cx="1327275" cy="20025"/>
            </a:xfrm>
            <a:custGeom>
              <a:avLst/>
              <a:pathLst>
                <a:path w="1327275" h="20025">
                  <a:moveTo>
                    <a:pt x="0" y="17295"/>
                  </a:moveTo>
                  <a:lnTo>
                    <a:pt x="528498" y="20025"/>
                  </a:lnTo>
                  <a:lnTo>
                    <a:pt x="13272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585896" y="4691871"/>
              <a:ext cx="770286" cy="10012"/>
            </a:xfrm>
            <a:custGeom>
              <a:avLst/>
              <a:pathLst>
                <a:path w="770286" h="10012">
                  <a:moveTo>
                    <a:pt x="0" y="0"/>
                  </a:moveTo>
                  <a:lnTo>
                    <a:pt x="770286" y="100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5408265" y="4656371"/>
              <a:ext cx="1176576" cy="29128"/>
            </a:xfrm>
            <a:custGeom>
              <a:avLst/>
              <a:pathLst>
                <a:path w="1176576" h="29128">
                  <a:moveTo>
                    <a:pt x="0" y="20025"/>
                  </a:moveTo>
                  <a:lnTo>
                    <a:pt x="511648" y="0"/>
                  </a:lnTo>
                  <a:lnTo>
                    <a:pt x="1176576" y="29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585896" y="2905008"/>
              <a:ext cx="1469610" cy="262158"/>
            </a:xfrm>
            <a:custGeom>
              <a:avLst/>
              <a:pathLst>
                <a:path w="1469610" h="262158">
                  <a:moveTo>
                    <a:pt x="0" y="262158"/>
                  </a:moveTo>
                  <a:lnTo>
                    <a:pt x="267542" y="22756"/>
                  </a:lnTo>
                  <a:lnTo>
                    <a:pt x="531078" y="0"/>
                  </a:lnTo>
                  <a:lnTo>
                    <a:pt x="1469610" y="2312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4335739" y="3646880"/>
              <a:ext cx="564180" cy="120155"/>
            </a:xfrm>
            <a:custGeom>
              <a:avLst/>
              <a:pathLst>
                <a:path w="564180" h="120155">
                  <a:moveTo>
                    <a:pt x="0" y="0"/>
                  </a:moveTo>
                  <a:lnTo>
                    <a:pt x="322389" y="120155"/>
                  </a:lnTo>
                  <a:lnTo>
                    <a:pt x="564180" y="391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585896" y="3494864"/>
              <a:ext cx="1681748" cy="784654"/>
            </a:xfrm>
            <a:custGeom>
              <a:avLst/>
              <a:pathLst>
                <a:path w="1681748" h="784654">
                  <a:moveTo>
                    <a:pt x="0" y="784654"/>
                  </a:moveTo>
                  <a:lnTo>
                    <a:pt x="829720" y="649023"/>
                  </a:lnTo>
                  <a:lnTo>
                    <a:pt x="16817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585896" y="4667294"/>
              <a:ext cx="1881802" cy="25487"/>
            </a:xfrm>
            <a:custGeom>
              <a:avLst/>
              <a:pathLst>
                <a:path w="1881802" h="25487">
                  <a:moveTo>
                    <a:pt x="0" y="7282"/>
                  </a:moveTo>
                  <a:lnTo>
                    <a:pt x="794458" y="3641"/>
                  </a:lnTo>
                  <a:lnTo>
                    <a:pt x="1348104" y="0"/>
                  </a:lnTo>
                  <a:lnTo>
                    <a:pt x="1881802" y="254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4195413" y="4585370"/>
              <a:ext cx="2018529" cy="45513"/>
            </a:xfrm>
            <a:custGeom>
              <a:avLst/>
              <a:pathLst>
                <a:path w="2018529" h="45513">
                  <a:moveTo>
                    <a:pt x="0" y="19115"/>
                  </a:moveTo>
                  <a:lnTo>
                    <a:pt x="457677" y="32769"/>
                  </a:lnTo>
                  <a:lnTo>
                    <a:pt x="1087278" y="35500"/>
                  </a:lnTo>
                  <a:lnTo>
                    <a:pt x="1499684" y="0"/>
                  </a:lnTo>
                  <a:lnTo>
                    <a:pt x="2018529" y="455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585896" y="4692782"/>
              <a:ext cx="795575" cy="34590"/>
            </a:xfrm>
            <a:custGeom>
              <a:avLst/>
              <a:pathLst>
                <a:path w="795575" h="34590">
                  <a:moveTo>
                    <a:pt x="0" y="0"/>
                  </a:moveTo>
                  <a:lnTo>
                    <a:pt x="795575" y="345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585896" y="3475749"/>
              <a:ext cx="564009" cy="287645"/>
            </a:xfrm>
            <a:custGeom>
              <a:avLst/>
              <a:pathLst>
                <a:path w="564009" h="287645">
                  <a:moveTo>
                    <a:pt x="0" y="0"/>
                  </a:moveTo>
                  <a:lnTo>
                    <a:pt x="302068" y="75552"/>
                  </a:lnTo>
                  <a:lnTo>
                    <a:pt x="564009" y="2876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585896" y="4747398"/>
              <a:ext cx="1876764" cy="21846"/>
            </a:xfrm>
            <a:custGeom>
              <a:avLst/>
              <a:pathLst>
                <a:path w="1876764" h="21846">
                  <a:moveTo>
                    <a:pt x="0" y="0"/>
                  </a:moveTo>
                  <a:lnTo>
                    <a:pt x="895924" y="910"/>
                  </a:lnTo>
                  <a:lnTo>
                    <a:pt x="1367994" y="21846"/>
                  </a:lnTo>
                  <a:lnTo>
                    <a:pt x="1876764" y="9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585896" y="4666384"/>
              <a:ext cx="790398" cy="6371"/>
            </a:xfrm>
            <a:custGeom>
              <a:avLst/>
              <a:pathLst>
                <a:path w="790398" h="6371">
                  <a:moveTo>
                    <a:pt x="0" y="6371"/>
                  </a:moveTo>
                  <a:lnTo>
                    <a:pt x="79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585896" y="1953775"/>
              <a:ext cx="557924" cy="159297"/>
            </a:xfrm>
            <a:custGeom>
              <a:avLst/>
              <a:pathLst>
                <a:path w="557924" h="159297">
                  <a:moveTo>
                    <a:pt x="0" y="0"/>
                  </a:moveTo>
                  <a:lnTo>
                    <a:pt x="286408" y="159297"/>
                  </a:lnTo>
                  <a:lnTo>
                    <a:pt x="557924" y="1529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585896" y="3616841"/>
              <a:ext cx="1888611" cy="600779"/>
            </a:xfrm>
            <a:custGeom>
              <a:avLst/>
              <a:pathLst>
                <a:path w="1888611" h="600779">
                  <a:moveTo>
                    <a:pt x="0" y="600779"/>
                  </a:moveTo>
                  <a:lnTo>
                    <a:pt x="232769" y="569830"/>
                  </a:lnTo>
                  <a:lnTo>
                    <a:pt x="589699" y="507021"/>
                  </a:lnTo>
                  <a:lnTo>
                    <a:pt x="1375523" y="328608"/>
                  </a:lnTo>
                  <a:lnTo>
                    <a:pt x="18886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585896" y="4715538"/>
              <a:ext cx="1363676" cy="50064"/>
            </a:xfrm>
            <a:custGeom>
              <a:avLst/>
              <a:pathLst>
                <a:path w="1363676" h="50064">
                  <a:moveTo>
                    <a:pt x="0" y="50064"/>
                  </a:moveTo>
                  <a:lnTo>
                    <a:pt x="317351" y="49154"/>
                  </a:lnTo>
                  <a:lnTo>
                    <a:pt x="841650" y="0"/>
                  </a:lnTo>
                  <a:lnTo>
                    <a:pt x="1363676" y="309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585896" y="4718269"/>
              <a:ext cx="1055680" cy="38231"/>
            </a:xfrm>
            <a:custGeom>
              <a:avLst/>
              <a:pathLst>
                <a:path w="1055680" h="38231">
                  <a:moveTo>
                    <a:pt x="0" y="0"/>
                  </a:moveTo>
                  <a:lnTo>
                    <a:pt x="1055680" y="382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585896" y="3621392"/>
              <a:ext cx="529639" cy="499739"/>
            </a:xfrm>
            <a:custGeom>
              <a:avLst/>
              <a:pathLst>
                <a:path w="529639" h="499739">
                  <a:moveTo>
                    <a:pt x="0" y="499739"/>
                  </a:moveTo>
                  <a:lnTo>
                    <a:pt x="5296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585896" y="4690051"/>
              <a:ext cx="1904830" cy="76462"/>
            </a:xfrm>
            <a:custGeom>
              <a:avLst/>
              <a:pathLst>
                <a:path w="1904830" h="76462">
                  <a:moveTo>
                    <a:pt x="0" y="0"/>
                  </a:moveTo>
                  <a:lnTo>
                    <a:pt x="895924" y="40962"/>
                  </a:lnTo>
                  <a:lnTo>
                    <a:pt x="1904830" y="764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585896" y="4621781"/>
              <a:ext cx="283529" cy="137451"/>
            </a:xfrm>
            <a:custGeom>
              <a:avLst/>
              <a:pathLst>
                <a:path w="283529" h="137451">
                  <a:moveTo>
                    <a:pt x="0" y="137451"/>
                  </a:moveTo>
                  <a:lnTo>
                    <a:pt x="2835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585896" y="4327763"/>
              <a:ext cx="835602" cy="157476"/>
            </a:xfrm>
            <a:custGeom>
              <a:avLst/>
              <a:pathLst>
                <a:path w="835602" h="157476">
                  <a:moveTo>
                    <a:pt x="0" y="0"/>
                  </a:moveTo>
                  <a:lnTo>
                    <a:pt x="835602" y="1574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585896" y="4765603"/>
              <a:ext cx="1057101" cy="8192"/>
            </a:xfrm>
            <a:custGeom>
              <a:avLst/>
              <a:pathLst>
                <a:path w="1057101" h="8192">
                  <a:moveTo>
                    <a:pt x="0" y="0"/>
                  </a:moveTo>
                  <a:lnTo>
                    <a:pt x="529257" y="5461"/>
                  </a:lnTo>
                  <a:lnTo>
                    <a:pt x="1057101" y="81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585896" y="4623601"/>
              <a:ext cx="1851391" cy="50975"/>
            </a:xfrm>
            <a:custGeom>
              <a:avLst/>
              <a:pathLst>
                <a:path w="1851391" h="50975">
                  <a:moveTo>
                    <a:pt x="0" y="5461"/>
                  </a:moveTo>
                  <a:lnTo>
                    <a:pt x="543844" y="47334"/>
                  </a:lnTo>
                  <a:lnTo>
                    <a:pt x="1176389" y="0"/>
                  </a:lnTo>
                  <a:lnTo>
                    <a:pt x="1851391" y="509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585896" y="4614498"/>
              <a:ext cx="937131" cy="15474"/>
            </a:xfrm>
            <a:custGeom>
              <a:avLst/>
              <a:pathLst>
                <a:path w="937131" h="15474">
                  <a:moveTo>
                    <a:pt x="0" y="15474"/>
                  </a:moveTo>
                  <a:lnTo>
                    <a:pt x="313034" y="0"/>
                  </a:lnTo>
                  <a:lnTo>
                    <a:pt x="937131" y="36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585896" y="4619050"/>
              <a:ext cx="2673382" cy="52795"/>
            </a:xfrm>
            <a:custGeom>
              <a:avLst/>
              <a:pathLst>
                <a:path w="2673382" h="52795">
                  <a:moveTo>
                    <a:pt x="0" y="28218"/>
                  </a:moveTo>
                  <a:lnTo>
                    <a:pt x="302224" y="21846"/>
                  </a:lnTo>
                  <a:lnTo>
                    <a:pt x="644778" y="0"/>
                  </a:lnTo>
                  <a:lnTo>
                    <a:pt x="1097418" y="44603"/>
                  </a:lnTo>
                  <a:lnTo>
                    <a:pt x="1621300" y="44603"/>
                  </a:lnTo>
                  <a:lnTo>
                    <a:pt x="2338759" y="52795"/>
                  </a:lnTo>
                  <a:lnTo>
                    <a:pt x="2673382" y="491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585896" y="4424252"/>
              <a:ext cx="1164342" cy="124707"/>
            </a:xfrm>
            <a:custGeom>
              <a:avLst/>
              <a:pathLst>
                <a:path w="1164342" h="124707">
                  <a:moveTo>
                    <a:pt x="0" y="124707"/>
                  </a:moveTo>
                  <a:lnTo>
                    <a:pt x="11643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585896" y="4730103"/>
              <a:ext cx="965727" cy="4551"/>
            </a:xfrm>
            <a:custGeom>
              <a:avLst/>
              <a:pathLst>
                <a:path w="965727" h="4551">
                  <a:moveTo>
                    <a:pt x="0" y="4551"/>
                  </a:moveTo>
                  <a:lnTo>
                    <a:pt x="9657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585896" y="4640896"/>
              <a:ext cx="2910207" cy="69180"/>
            </a:xfrm>
            <a:custGeom>
              <a:avLst/>
              <a:pathLst>
                <a:path w="2910207" h="69180">
                  <a:moveTo>
                    <a:pt x="0" y="0"/>
                  </a:moveTo>
                  <a:lnTo>
                    <a:pt x="856416" y="36410"/>
                  </a:lnTo>
                  <a:lnTo>
                    <a:pt x="1336402" y="25487"/>
                  </a:lnTo>
                  <a:lnTo>
                    <a:pt x="1877555" y="69180"/>
                  </a:lnTo>
                  <a:lnTo>
                    <a:pt x="2557594" y="33680"/>
                  </a:lnTo>
                  <a:lnTo>
                    <a:pt x="2910207" y="409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585896" y="4598113"/>
              <a:ext cx="568498" cy="12743"/>
            </a:xfrm>
            <a:custGeom>
              <a:avLst/>
              <a:pathLst>
                <a:path w="568498" h="12743">
                  <a:moveTo>
                    <a:pt x="0" y="12743"/>
                  </a:moveTo>
                  <a:lnTo>
                    <a:pt x="5684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585896" y="4135695"/>
              <a:ext cx="1109510" cy="233029"/>
            </a:xfrm>
            <a:custGeom>
              <a:avLst/>
              <a:pathLst>
                <a:path w="1109510" h="233029">
                  <a:moveTo>
                    <a:pt x="0" y="233029"/>
                  </a:moveTo>
                  <a:lnTo>
                    <a:pt x="594404" y="0"/>
                  </a:lnTo>
                  <a:lnTo>
                    <a:pt x="1109510" y="1474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585896" y="4538946"/>
              <a:ext cx="531798" cy="6371"/>
            </a:xfrm>
            <a:custGeom>
              <a:avLst/>
              <a:pathLst>
                <a:path w="531798" h="6371">
                  <a:moveTo>
                    <a:pt x="0" y="6371"/>
                  </a:moveTo>
                  <a:lnTo>
                    <a:pt x="5317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585896" y="4514368"/>
              <a:ext cx="805972" cy="27308"/>
            </a:xfrm>
            <a:custGeom>
              <a:avLst/>
              <a:pathLst>
                <a:path w="805972" h="27308">
                  <a:moveTo>
                    <a:pt x="0" y="27308"/>
                  </a:moveTo>
                  <a:lnTo>
                    <a:pt x="8059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585896" y="2818533"/>
              <a:ext cx="534676" cy="191157"/>
            </a:xfrm>
            <a:custGeom>
              <a:avLst/>
              <a:pathLst>
                <a:path w="534676" h="191157">
                  <a:moveTo>
                    <a:pt x="0" y="191157"/>
                  </a:moveTo>
                  <a:lnTo>
                    <a:pt x="283529" y="93757"/>
                  </a:lnTo>
                  <a:lnTo>
                    <a:pt x="5346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3585896" y="4380559"/>
              <a:ext cx="1581001" cy="99219"/>
            </a:xfrm>
            <a:custGeom>
              <a:avLst/>
              <a:pathLst>
                <a:path w="1581001" h="99219">
                  <a:moveTo>
                    <a:pt x="0" y="0"/>
                  </a:moveTo>
                  <a:lnTo>
                    <a:pt x="599326" y="40962"/>
                  </a:lnTo>
                  <a:lnTo>
                    <a:pt x="1052082" y="99219"/>
                  </a:lnTo>
                  <a:lnTo>
                    <a:pt x="1581001" y="48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3585896" y="3679649"/>
              <a:ext cx="330304" cy="23667"/>
            </a:xfrm>
            <a:custGeom>
              <a:avLst/>
              <a:pathLst>
                <a:path w="330304" h="23667">
                  <a:moveTo>
                    <a:pt x="0" y="0"/>
                  </a:moveTo>
                  <a:lnTo>
                    <a:pt x="330304" y="236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3585896" y="4681858"/>
              <a:ext cx="327145" cy="29128"/>
            </a:xfrm>
            <a:custGeom>
              <a:avLst/>
              <a:pathLst>
                <a:path w="327145" h="29128">
                  <a:moveTo>
                    <a:pt x="0" y="0"/>
                  </a:moveTo>
                  <a:lnTo>
                    <a:pt x="327145" y="29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3585896" y="4642717"/>
              <a:ext cx="925429" cy="24577"/>
            </a:xfrm>
            <a:custGeom>
              <a:avLst/>
              <a:pathLst>
                <a:path w="925429" h="24577">
                  <a:moveTo>
                    <a:pt x="0" y="24577"/>
                  </a:moveTo>
                  <a:lnTo>
                    <a:pt x="9254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3585896" y="4265864"/>
              <a:ext cx="2089052" cy="263978"/>
            </a:xfrm>
            <a:custGeom>
              <a:avLst/>
              <a:pathLst>
                <a:path w="2089052" h="263978">
                  <a:moveTo>
                    <a:pt x="0" y="263978"/>
                  </a:moveTo>
                  <a:lnTo>
                    <a:pt x="709899" y="192977"/>
                  </a:lnTo>
                  <a:lnTo>
                    <a:pt x="1062156" y="213003"/>
                  </a:lnTo>
                  <a:lnTo>
                    <a:pt x="1586039" y="121066"/>
                  </a:lnTo>
                  <a:lnTo>
                    <a:pt x="20890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3585896" y="4699154"/>
              <a:ext cx="290600" cy="42782"/>
            </a:xfrm>
            <a:custGeom>
              <a:avLst/>
              <a:pathLst>
                <a:path w="290600" h="42782">
                  <a:moveTo>
                    <a:pt x="0" y="0"/>
                  </a:moveTo>
                  <a:lnTo>
                    <a:pt x="290600" y="427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3585896" y="4700064"/>
              <a:ext cx="859729" cy="22756"/>
            </a:xfrm>
            <a:custGeom>
              <a:avLst/>
              <a:pathLst>
                <a:path w="859729" h="22756">
                  <a:moveTo>
                    <a:pt x="0" y="0"/>
                  </a:moveTo>
                  <a:lnTo>
                    <a:pt x="859729" y="227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3585896" y="3878089"/>
              <a:ext cx="817150" cy="92847"/>
            </a:xfrm>
            <a:custGeom>
              <a:avLst/>
              <a:pathLst>
                <a:path w="817150" h="92847">
                  <a:moveTo>
                    <a:pt x="0" y="92847"/>
                  </a:moveTo>
                  <a:lnTo>
                    <a:pt x="8171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3585896" y="4724641"/>
              <a:ext cx="327145" cy="6371"/>
            </a:xfrm>
            <a:custGeom>
              <a:avLst/>
              <a:pathLst>
                <a:path w="327145" h="6371">
                  <a:moveTo>
                    <a:pt x="0" y="0"/>
                  </a:moveTo>
                  <a:lnTo>
                    <a:pt x="327145" y="63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210525" y="2835828"/>
              <a:ext cx="427453" cy="99219"/>
            </a:xfrm>
            <a:custGeom>
              <a:avLst/>
              <a:pathLst>
                <a:path w="427453" h="99219">
                  <a:moveTo>
                    <a:pt x="0" y="99219"/>
                  </a:moveTo>
                  <a:lnTo>
                    <a:pt x="4274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3585896" y="4647268"/>
              <a:ext cx="2139321" cy="30038"/>
            </a:xfrm>
            <a:custGeom>
              <a:avLst/>
              <a:pathLst>
                <a:path w="2139321" h="30038">
                  <a:moveTo>
                    <a:pt x="0" y="17295"/>
                  </a:moveTo>
                  <a:lnTo>
                    <a:pt x="533463" y="30038"/>
                  </a:lnTo>
                  <a:lnTo>
                    <a:pt x="1072172" y="25487"/>
                  </a:lnTo>
                  <a:lnTo>
                    <a:pt x="1585545" y="0"/>
                  </a:lnTo>
                  <a:lnTo>
                    <a:pt x="2139321" y="19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3585896" y="4741936"/>
              <a:ext cx="3151209" cy="26397"/>
            </a:xfrm>
            <a:custGeom>
              <a:avLst/>
              <a:pathLst>
                <a:path w="3151209" h="26397">
                  <a:moveTo>
                    <a:pt x="0" y="1820"/>
                  </a:moveTo>
                  <a:lnTo>
                    <a:pt x="791580" y="2730"/>
                  </a:lnTo>
                  <a:lnTo>
                    <a:pt x="1314957" y="0"/>
                  </a:lnTo>
                  <a:lnTo>
                    <a:pt x="1843662" y="26397"/>
                  </a:lnTo>
                  <a:lnTo>
                    <a:pt x="2632364" y="7282"/>
                  </a:lnTo>
                  <a:lnTo>
                    <a:pt x="3151209" y="109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3585896" y="4703705"/>
              <a:ext cx="840514" cy="13654"/>
            </a:xfrm>
            <a:custGeom>
              <a:avLst/>
              <a:pathLst>
                <a:path w="840514" h="13654">
                  <a:moveTo>
                    <a:pt x="0" y="0"/>
                  </a:moveTo>
                  <a:lnTo>
                    <a:pt x="840514" y="136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585896" y="4744667"/>
              <a:ext cx="327145" cy="31859"/>
            </a:xfrm>
            <a:custGeom>
              <a:avLst/>
              <a:pathLst>
                <a:path w="327145" h="31859">
                  <a:moveTo>
                    <a:pt x="0" y="0"/>
                  </a:moveTo>
                  <a:lnTo>
                    <a:pt x="327145" y="318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3585896" y="4579908"/>
              <a:ext cx="1575221" cy="92847"/>
            </a:xfrm>
            <a:custGeom>
              <a:avLst/>
              <a:pathLst>
                <a:path w="1575221" h="92847">
                  <a:moveTo>
                    <a:pt x="0" y="0"/>
                  </a:moveTo>
                  <a:lnTo>
                    <a:pt x="563331" y="85565"/>
                  </a:lnTo>
                  <a:lnTo>
                    <a:pt x="1071511" y="85565"/>
                  </a:lnTo>
                  <a:lnTo>
                    <a:pt x="1575221" y="928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4135004" y="3908128"/>
              <a:ext cx="563421" cy="172951"/>
            </a:xfrm>
            <a:custGeom>
              <a:avLst/>
              <a:pathLst>
                <a:path w="563421" h="172951">
                  <a:moveTo>
                    <a:pt x="0" y="0"/>
                  </a:moveTo>
                  <a:lnTo>
                    <a:pt x="246070" y="100129"/>
                  </a:lnTo>
                  <a:lnTo>
                    <a:pt x="563421" y="1729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3585896" y="4081079"/>
              <a:ext cx="2213546" cy="348634"/>
            </a:xfrm>
            <a:custGeom>
              <a:avLst/>
              <a:pathLst>
                <a:path w="2213546" h="348634">
                  <a:moveTo>
                    <a:pt x="0" y="348634"/>
                  </a:moveTo>
                  <a:lnTo>
                    <a:pt x="1077268" y="268530"/>
                  </a:lnTo>
                  <a:lnTo>
                    <a:pt x="1636412" y="294017"/>
                  </a:lnTo>
                  <a:lnTo>
                    <a:pt x="22135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3585896" y="4362353"/>
              <a:ext cx="885850" cy="189336"/>
            </a:xfrm>
            <a:custGeom>
              <a:avLst/>
              <a:pathLst>
                <a:path w="885850" h="189336">
                  <a:moveTo>
                    <a:pt x="0" y="189336"/>
                  </a:moveTo>
                  <a:lnTo>
                    <a:pt x="8858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3585896" y="4701884"/>
              <a:ext cx="557704" cy="10923"/>
            </a:xfrm>
            <a:custGeom>
              <a:avLst/>
              <a:pathLst>
                <a:path w="557704" h="10923">
                  <a:moveTo>
                    <a:pt x="0" y="10923"/>
                  </a:moveTo>
                  <a:lnTo>
                    <a:pt x="557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3585896" y="4399674"/>
              <a:ext cx="594404" cy="36410"/>
            </a:xfrm>
            <a:custGeom>
              <a:avLst/>
              <a:pathLst>
                <a:path w="594404" h="36410">
                  <a:moveTo>
                    <a:pt x="0" y="36410"/>
                  </a:moveTo>
                  <a:lnTo>
                    <a:pt x="5944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3585896" y="3624123"/>
              <a:ext cx="559143" cy="146553"/>
            </a:xfrm>
            <a:custGeom>
              <a:avLst/>
              <a:pathLst>
                <a:path w="559143" h="146553">
                  <a:moveTo>
                    <a:pt x="0" y="0"/>
                  </a:moveTo>
                  <a:lnTo>
                    <a:pt x="287733" y="96488"/>
                  </a:lnTo>
                  <a:lnTo>
                    <a:pt x="559143" y="1465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3585896" y="4508907"/>
              <a:ext cx="790141" cy="119245"/>
            </a:xfrm>
            <a:custGeom>
              <a:avLst/>
              <a:pathLst>
                <a:path w="790141" h="119245">
                  <a:moveTo>
                    <a:pt x="0" y="119245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3585896" y="2431667"/>
              <a:ext cx="1107492" cy="537060"/>
            </a:xfrm>
            <a:custGeom>
              <a:avLst/>
              <a:pathLst>
                <a:path w="1107492" h="537060">
                  <a:moveTo>
                    <a:pt x="0" y="537060"/>
                  </a:moveTo>
                  <a:lnTo>
                    <a:pt x="261941" y="136540"/>
                  </a:lnTo>
                  <a:lnTo>
                    <a:pt x="533583" y="0"/>
                  </a:lnTo>
                  <a:lnTo>
                    <a:pt x="805972" y="169310"/>
                  </a:lnTo>
                  <a:lnTo>
                    <a:pt x="1107492" y="2020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3585896" y="3823472"/>
              <a:ext cx="2668288" cy="695447"/>
            </a:xfrm>
            <a:custGeom>
              <a:avLst/>
              <a:pathLst>
                <a:path w="2668288" h="695447">
                  <a:moveTo>
                    <a:pt x="0" y="695447"/>
                  </a:moveTo>
                  <a:lnTo>
                    <a:pt x="290006" y="666318"/>
                  </a:lnTo>
                  <a:lnTo>
                    <a:pt x="523882" y="688165"/>
                  </a:lnTo>
                  <a:lnTo>
                    <a:pt x="838355" y="638100"/>
                  </a:lnTo>
                  <a:lnTo>
                    <a:pt x="1091661" y="577112"/>
                  </a:lnTo>
                  <a:lnTo>
                    <a:pt x="1841552" y="340441"/>
                  </a:lnTo>
                  <a:lnTo>
                    <a:pt x="2345956" y="306761"/>
                  </a:lnTo>
                  <a:lnTo>
                    <a:pt x="26682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3585896" y="1905530"/>
              <a:ext cx="1147791" cy="1626655"/>
            </a:xfrm>
            <a:custGeom>
              <a:avLst/>
              <a:pathLst>
                <a:path w="1147791" h="1626655">
                  <a:moveTo>
                    <a:pt x="0" y="422366"/>
                  </a:moveTo>
                  <a:lnTo>
                    <a:pt x="272015" y="379583"/>
                  </a:lnTo>
                  <a:lnTo>
                    <a:pt x="613987" y="0"/>
                  </a:lnTo>
                  <a:lnTo>
                    <a:pt x="876495" y="458776"/>
                  </a:lnTo>
                  <a:lnTo>
                    <a:pt x="1147791" y="16266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3585896" y="4613588"/>
              <a:ext cx="813888" cy="39141"/>
            </a:xfrm>
            <a:custGeom>
              <a:avLst/>
              <a:pathLst>
                <a:path w="813888" h="39141">
                  <a:moveTo>
                    <a:pt x="0" y="0"/>
                  </a:moveTo>
                  <a:lnTo>
                    <a:pt x="813888" y="391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3585896" y="4766514"/>
              <a:ext cx="347412" cy="15474"/>
            </a:xfrm>
            <a:custGeom>
              <a:avLst/>
              <a:pathLst>
                <a:path w="347412" h="15474">
                  <a:moveTo>
                    <a:pt x="0" y="15474"/>
                  </a:moveTo>
                  <a:lnTo>
                    <a:pt x="3474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3585896" y="4488881"/>
              <a:ext cx="830439" cy="145643"/>
            </a:xfrm>
            <a:custGeom>
              <a:avLst/>
              <a:pathLst>
                <a:path w="830439" h="145643">
                  <a:moveTo>
                    <a:pt x="0" y="136540"/>
                  </a:moveTo>
                  <a:lnTo>
                    <a:pt x="275377" y="145643"/>
                  </a:lnTo>
                  <a:lnTo>
                    <a:pt x="557704" y="51885"/>
                  </a:lnTo>
                  <a:lnTo>
                    <a:pt x="8304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3585896" y="3632315"/>
              <a:ext cx="269856" cy="278543"/>
            </a:xfrm>
            <a:custGeom>
              <a:avLst/>
              <a:pathLst>
                <a:path w="269856" h="278543">
                  <a:moveTo>
                    <a:pt x="0" y="0"/>
                  </a:moveTo>
                  <a:lnTo>
                    <a:pt x="269856" y="2785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391149" y="3830755"/>
              <a:ext cx="251146" cy="37321"/>
            </a:xfrm>
            <a:custGeom>
              <a:avLst/>
              <a:pathLst>
                <a:path w="251146" h="37321">
                  <a:moveTo>
                    <a:pt x="0" y="0"/>
                  </a:moveTo>
                  <a:lnTo>
                    <a:pt x="251146" y="373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3585896" y="4629063"/>
              <a:ext cx="284581" cy="29128"/>
            </a:xfrm>
            <a:custGeom>
              <a:avLst/>
              <a:pathLst>
                <a:path w="284581" h="29128">
                  <a:moveTo>
                    <a:pt x="0" y="0"/>
                  </a:moveTo>
                  <a:lnTo>
                    <a:pt x="284581" y="291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3585896" y="4493432"/>
              <a:ext cx="2104164" cy="149284"/>
            </a:xfrm>
            <a:custGeom>
              <a:avLst/>
              <a:pathLst>
                <a:path w="2104164" h="149284">
                  <a:moveTo>
                    <a:pt x="0" y="110142"/>
                  </a:moveTo>
                  <a:lnTo>
                    <a:pt x="599326" y="115604"/>
                  </a:lnTo>
                  <a:lnTo>
                    <a:pt x="1011783" y="149284"/>
                  </a:lnTo>
                  <a:lnTo>
                    <a:pt x="1581001" y="71911"/>
                  </a:lnTo>
                  <a:lnTo>
                    <a:pt x="21041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3585896" y="3158064"/>
              <a:ext cx="2903805" cy="1505589"/>
            </a:xfrm>
            <a:custGeom>
              <a:avLst/>
              <a:pathLst>
                <a:path w="2903805" h="1505589">
                  <a:moveTo>
                    <a:pt x="0" y="1505589"/>
                  </a:moveTo>
                  <a:lnTo>
                    <a:pt x="795323" y="0"/>
                  </a:lnTo>
                  <a:lnTo>
                    <a:pt x="1282505" y="1456434"/>
                  </a:lnTo>
                  <a:lnTo>
                    <a:pt x="1861798" y="1443690"/>
                  </a:lnTo>
                  <a:lnTo>
                    <a:pt x="2423820" y="1356304"/>
                  </a:lnTo>
                  <a:lnTo>
                    <a:pt x="2903805" y="11815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3585896" y="3108909"/>
              <a:ext cx="271793" cy="72821"/>
            </a:xfrm>
            <a:custGeom>
              <a:avLst/>
              <a:pathLst>
                <a:path w="271793" h="72821">
                  <a:moveTo>
                    <a:pt x="0" y="72821"/>
                  </a:moveTo>
                  <a:lnTo>
                    <a:pt x="2717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3585896" y="4621781"/>
              <a:ext cx="312314" cy="26397"/>
            </a:xfrm>
            <a:custGeom>
              <a:avLst/>
              <a:pathLst>
                <a:path w="312314" h="26397">
                  <a:moveTo>
                    <a:pt x="0" y="0"/>
                  </a:moveTo>
                  <a:lnTo>
                    <a:pt x="312314" y="263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3585896" y="4684589"/>
              <a:ext cx="1600431" cy="13654"/>
            </a:xfrm>
            <a:custGeom>
              <a:avLst/>
              <a:pathLst>
                <a:path w="1600431" h="13654">
                  <a:moveTo>
                    <a:pt x="0" y="0"/>
                  </a:moveTo>
                  <a:lnTo>
                    <a:pt x="1188784" y="3641"/>
                  </a:lnTo>
                  <a:lnTo>
                    <a:pt x="1600431" y="136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3585896" y="3062485"/>
              <a:ext cx="271101" cy="464238"/>
            </a:xfrm>
            <a:custGeom>
              <a:avLst/>
              <a:pathLst>
                <a:path w="271101" h="464238">
                  <a:moveTo>
                    <a:pt x="0" y="0"/>
                  </a:moveTo>
                  <a:lnTo>
                    <a:pt x="271101" y="4642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3585896" y="3967295"/>
              <a:ext cx="506965" cy="221195"/>
            </a:xfrm>
            <a:custGeom>
              <a:avLst/>
              <a:pathLst>
                <a:path w="506965" h="221195">
                  <a:moveTo>
                    <a:pt x="0" y="221195"/>
                  </a:moveTo>
                  <a:lnTo>
                    <a:pt x="5069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3585896" y="4702795"/>
              <a:ext cx="523471" cy="16384"/>
            </a:xfrm>
            <a:custGeom>
              <a:avLst/>
              <a:pathLst>
                <a:path w="523471" h="16384">
                  <a:moveTo>
                    <a:pt x="0" y="16384"/>
                  </a:moveTo>
                  <a:lnTo>
                    <a:pt x="5234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3585896" y="4518920"/>
              <a:ext cx="649095" cy="10923"/>
            </a:xfrm>
            <a:custGeom>
              <a:avLst/>
              <a:pathLst>
                <a:path w="649095" h="10923">
                  <a:moveTo>
                    <a:pt x="0" y="0"/>
                  </a:moveTo>
                  <a:lnTo>
                    <a:pt x="649095" y="109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3585896" y="4457021"/>
              <a:ext cx="2353840" cy="136540"/>
            </a:xfrm>
            <a:custGeom>
              <a:avLst/>
              <a:pathLst>
                <a:path w="2353840" h="136540">
                  <a:moveTo>
                    <a:pt x="0" y="136540"/>
                  </a:moveTo>
                  <a:lnTo>
                    <a:pt x="835477" y="87386"/>
                  </a:lnTo>
                  <a:lnTo>
                    <a:pt x="23538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3585896" y="4710077"/>
              <a:ext cx="1420526" cy="2730"/>
            </a:xfrm>
            <a:custGeom>
              <a:avLst/>
              <a:pathLst>
                <a:path w="1420526" h="2730">
                  <a:moveTo>
                    <a:pt x="0" y="2730"/>
                  </a:moveTo>
                  <a:lnTo>
                    <a:pt x="14205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3585896" y="4388751"/>
              <a:ext cx="790141" cy="70090"/>
            </a:xfrm>
            <a:custGeom>
              <a:avLst/>
              <a:pathLst>
                <a:path w="790141" h="70090">
                  <a:moveTo>
                    <a:pt x="0" y="70090"/>
                  </a:moveTo>
                  <a:lnTo>
                    <a:pt x="7901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3585896" y="4675487"/>
              <a:ext cx="507047" cy="25487"/>
            </a:xfrm>
            <a:custGeom>
              <a:avLst/>
              <a:pathLst>
                <a:path w="507047" h="25487">
                  <a:moveTo>
                    <a:pt x="0" y="25487"/>
                  </a:moveTo>
                  <a:lnTo>
                    <a:pt x="5070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3585896" y="4687320"/>
              <a:ext cx="649095" cy="48244"/>
            </a:xfrm>
            <a:custGeom>
              <a:avLst/>
              <a:pathLst>
                <a:path w="649095" h="48244">
                  <a:moveTo>
                    <a:pt x="0" y="0"/>
                  </a:moveTo>
                  <a:lnTo>
                    <a:pt x="649095" y="48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3585896" y="3528544"/>
              <a:ext cx="272540" cy="51885"/>
            </a:xfrm>
            <a:custGeom>
              <a:avLst/>
              <a:pathLst>
                <a:path w="272540" h="51885">
                  <a:moveTo>
                    <a:pt x="0" y="51885"/>
                  </a:moveTo>
                  <a:lnTo>
                    <a:pt x="2725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3585896" y="3985501"/>
              <a:ext cx="569178" cy="53706"/>
            </a:xfrm>
            <a:custGeom>
              <a:avLst/>
              <a:pathLst>
                <a:path w="569178" h="53706">
                  <a:moveTo>
                    <a:pt x="0" y="53706"/>
                  </a:moveTo>
                  <a:lnTo>
                    <a:pt x="267698" y="0"/>
                  </a:lnTo>
                  <a:lnTo>
                    <a:pt x="569178" y="109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3585896" y="4667294"/>
              <a:ext cx="568260" cy="13654"/>
            </a:xfrm>
            <a:custGeom>
              <a:avLst/>
              <a:pathLst>
                <a:path w="568260" h="13654">
                  <a:moveTo>
                    <a:pt x="0" y="0"/>
                  </a:moveTo>
                  <a:lnTo>
                    <a:pt x="568260" y="136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3585896" y="4625422"/>
              <a:ext cx="2386673" cy="56436"/>
            </a:xfrm>
            <a:custGeom>
              <a:avLst/>
              <a:pathLst>
                <a:path w="2386673" h="56436">
                  <a:moveTo>
                    <a:pt x="0" y="54616"/>
                  </a:moveTo>
                  <a:lnTo>
                    <a:pt x="846271" y="41872"/>
                  </a:lnTo>
                  <a:lnTo>
                    <a:pt x="1338901" y="38231"/>
                  </a:lnTo>
                  <a:lnTo>
                    <a:pt x="1853017" y="56436"/>
                  </a:lnTo>
                  <a:lnTo>
                    <a:pt x="23866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3585896" y="4695513"/>
              <a:ext cx="2633083" cy="68270"/>
            </a:xfrm>
            <a:custGeom>
              <a:avLst/>
              <a:pathLst>
                <a:path w="2633083" h="68270">
                  <a:moveTo>
                    <a:pt x="0" y="64629"/>
                  </a:moveTo>
                  <a:lnTo>
                    <a:pt x="499415" y="46423"/>
                  </a:lnTo>
                  <a:lnTo>
                    <a:pt x="1063596" y="68270"/>
                  </a:lnTo>
                  <a:lnTo>
                    <a:pt x="1586039" y="40051"/>
                  </a:lnTo>
                  <a:lnTo>
                    <a:pt x="2109921" y="8192"/>
                  </a:lnTo>
                  <a:lnTo>
                    <a:pt x="26330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3585896" y="3363785"/>
              <a:ext cx="315822" cy="169310"/>
            </a:xfrm>
            <a:custGeom>
              <a:avLst/>
              <a:pathLst>
                <a:path w="315822" h="169310">
                  <a:moveTo>
                    <a:pt x="0" y="0"/>
                  </a:moveTo>
                  <a:lnTo>
                    <a:pt x="315822" y="1693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3585896" y="2800327"/>
              <a:ext cx="540433" cy="527957"/>
            </a:xfrm>
            <a:custGeom>
              <a:avLst/>
              <a:pathLst>
                <a:path w="540433" h="527957">
                  <a:moveTo>
                    <a:pt x="0" y="527957"/>
                  </a:moveTo>
                  <a:lnTo>
                    <a:pt x="273455" y="57347"/>
                  </a:lnTo>
                  <a:lnTo>
                    <a:pt x="5404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3585896" y="4404226"/>
              <a:ext cx="795827" cy="144733"/>
            </a:xfrm>
            <a:custGeom>
              <a:avLst/>
              <a:pathLst>
                <a:path w="795827" h="144733">
                  <a:moveTo>
                    <a:pt x="0" y="144733"/>
                  </a:moveTo>
                  <a:lnTo>
                    <a:pt x="7958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3585896" y="4141157"/>
              <a:ext cx="566892" cy="120155"/>
            </a:xfrm>
            <a:custGeom>
              <a:avLst/>
              <a:pathLst>
                <a:path w="566892" h="120155">
                  <a:moveTo>
                    <a:pt x="0" y="61898"/>
                  </a:moveTo>
                  <a:lnTo>
                    <a:pt x="238746" y="0"/>
                  </a:lnTo>
                  <a:lnTo>
                    <a:pt x="566892" y="1201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3585896" y="4609037"/>
              <a:ext cx="799496" cy="7282"/>
            </a:xfrm>
            <a:custGeom>
              <a:avLst/>
              <a:pathLst>
                <a:path w="799496" h="7282">
                  <a:moveTo>
                    <a:pt x="0" y="7282"/>
                  </a:moveTo>
                  <a:lnTo>
                    <a:pt x="7994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205488" y="3655982"/>
              <a:ext cx="749842" cy="318595"/>
            </a:xfrm>
            <a:custGeom>
              <a:avLst/>
              <a:pathLst>
                <a:path w="749842" h="318595">
                  <a:moveTo>
                    <a:pt x="0" y="0"/>
                  </a:moveTo>
                  <a:lnTo>
                    <a:pt x="477826" y="131079"/>
                  </a:lnTo>
                  <a:lnTo>
                    <a:pt x="749842" y="3185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3585896" y="4733744"/>
              <a:ext cx="557311" cy="17295"/>
            </a:xfrm>
            <a:custGeom>
              <a:avLst/>
              <a:pathLst>
                <a:path w="557311" h="17295">
                  <a:moveTo>
                    <a:pt x="0" y="17295"/>
                  </a:moveTo>
                  <a:lnTo>
                    <a:pt x="557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3585896" y="4682769"/>
              <a:ext cx="1057839" cy="31859"/>
            </a:xfrm>
            <a:custGeom>
              <a:avLst/>
              <a:pathLst>
                <a:path w="1057839" h="31859">
                  <a:moveTo>
                    <a:pt x="0" y="12743"/>
                  </a:moveTo>
                  <a:lnTo>
                    <a:pt x="533237" y="0"/>
                  </a:lnTo>
                  <a:lnTo>
                    <a:pt x="1057839" y="318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3585896" y="4518920"/>
              <a:ext cx="629149" cy="113783"/>
            </a:xfrm>
            <a:custGeom>
              <a:avLst/>
              <a:pathLst>
                <a:path w="629149" h="113783">
                  <a:moveTo>
                    <a:pt x="0" y="113783"/>
                  </a:moveTo>
                  <a:lnTo>
                    <a:pt x="62914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3585896" y="4599024"/>
              <a:ext cx="1560626" cy="160207"/>
            </a:xfrm>
            <a:custGeom>
              <a:avLst/>
              <a:pathLst>
                <a:path w="1560626" h="160207">
                  <a:moveTo>
                    <a:pt x="0" y="0"/>
                  </a:moveTo>
                  <a:lnTo>
                    <a:pt x="588925" y="152925"/>
                  </a:lnTo>
                  <a:lnTo>
                    <a:pt x="805253" y="155656"/>
                  </a:lnTo>
                  <a:lnTo>
                    <a:pt x="1103894" y="160207"/>
                  </a:lnTo>
                  <a:lnTo>
                    <a:pt x="1560626" y="160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3585896" y="4474317"/>
              <a:ext cx="3138975" cy="58257"/>
            </a:xfrm>
            <a:custGeom>
              <a:avLst/>
              <a:pathLst>
                <a:path w="3138975" h="58257">
                  <a:moveTo>
                    <a:pt x="0" y="46423"/>
                  </a:moveTo>
                  <a:lnTo>
                    <a:pt x="790860" y="58257"/>
                  </a:lnTo>
                  <a:lnTo>
                    <a:pt x="31389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3585896" y="3561314"/>
              <a:ext cx="782451" cy="392327"/>
            </a:xfrm>
            <a:custGeom>
              <a:avLst/>
              <a:pathLst>
                <a:path w="782451" h="392327">
                  <a:moveTo>
                    <a:pt x="0" y="392327"/>
                  </a:moveTo>
                  <a:lnTo>
                    <a:pt x="297202" y="167489"/>
                  </a:lnTo>
                  <a:lnTo>
                    <a:pt x="7824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149013" y="3561314"/>
              <a:ext cx="795897" cy="399609"/>
            </a:xfrm>
            <a:custGeom>
              <a:avLst/>
              <a:pathLst>
                <a:path w="795897" h="399609">
                  <a:moveTo>
                    <a:pt x="0" y="312223"/>
                  </a:moveTo>
                  <a:lnTo>
                    <a:pt x="498290" y="0"/>
                  </a:lnTo>
                  <a:lnTo>
                    <a:pt x="795897" y="39960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3585896" y="3135307"/>
              <a:ext cx="276555" cy="462417"/>
            </a:xfrm>
            <a:custGeom>
              <a:avLst/>
              <a:pathLst>
                <a:path w="276555" h="462417">
                  <a:moveTo>
                    <a:pt x="0" y="462417"/>
                  </a:moveTo>
                  <a:lnTo>
                    <a:pt x="27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3585896" y="4610857"/>
              <a:ext cx="541153" cy="23667"/>
            </a:xfrm>
            <a:custGeom>
              <a:avLst/>
              <a:pathLst>
                <a:path w="541153" h="23667">
                  <a:moveTo>
                    <a:pt x="0" y="20025"/>
                  </a:moveTo>
                  <a:lnTo>
                    <a:pt x="262981" y="23667"/>
                  </a:lnTo>
                  <a:lnTo>
                    <a:pt x="5411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3585896" y="4271326"/>
              <a:ext cx="312284" cy="89206"/>
            </a:xfrm>
            <a:custGeom>
              <a:avLst/>
              <a:pathLst>
                <a:path w="312284" h="89206">
                  <a:moveTo>
                    <a:pt x="0" y="89206"/>
                  </a:moveTo>
                  <a:lnTo>
                    <a:pt x="3122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3585896" y="4316840"/>
              <a:ext cx="613905" cy="144733"/>
            </a:xfrm>
            <a:custGeom>
              <a:avLst/>
              <a:pathLst>
                <a:path w="613905" h="144733">
                  <a:moveTo>
                    <a:pt x="0" y="144733"/>
                  </a:moveTo>
                  <a:lnTo>
                    <a:pt x="6139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6235531" y="4590831"/>
              <a:ext cx="1031932" cy="113783"/>
            </a:xfrm>
            <a:custGeom>
              <a:avLst/>
              <a:pathLst>
                <a:path w="1031932" h="113783">
                  <a:moveTo>
                    <a:pt x="0" y="113783"/>
                  </a:moveTo>
                  <a:lnTo>
                    <a:pt x="522442" y="89206"/>
                  </a:lnTo>
                  <a:lnTo>
                    <a:pt x="10319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3585896" y="3639597"/>
              <a:ext cx="295877" cy="431468"/>
            </a:xfrm>
            <a:custGeom>
              <a:avLst/>
              <a:pathLst>
                <a:path w="295877" h="431468">
                  <a:moveTo>
                    <a:pt x="0" y="431468"/>
                  </a:moveTo>
                  <a:lnTo>
                    <a:pt x="2958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3585896" y="4667294"/>
              <a:ext cx="578573" cy="15474"/>
            </a:xfrm>
            <a:custGeom>
              <a:avLst/>
              <a:pathLst>
                <a:path w="578573" h="15474">
                  <a:moveTo>
                    <a:pt x="0" y="15474"/>
                  </a:moveTo>
                  <a:lnTo>
                    <a:pt x="578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49377" y="4654550"/>
              <a:ext cx="1218314" cy="1820"/>
            </a:xfrm>
            <a:custGeom>
              <a:avLst/>
              <a:pathLst>
                <a:path w="1218314" h="1820">
                  <a:moveTo>
                    <a:pt x="0" y="0"/>
                  </a:moveTo>
                  <a:lnTo>
                    <a:pt x="518738" y="1820"/>
                  </a:lnTo>
                  <a:lnTo>
                    <a:pt x="1218314" y="9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3585896" y="4578998"/>
              <a:ext cx="815512" cy="73731"/>
            </a:xfrm>
            <a:custGeom>
              <a:avLst/>
              <a:pathLst>
                <a:path w="815512" h="73731">
                  <a:moveTo>
                    <a:pt x="0" y="73731"/>
                  </a:moveTo>
                  <a:lnTo>
                    <a:pt x="8155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3585896" y="3669636"/>
              <a:ext cx="296807" cy="163848"/>
            </a:xfrm>
            <a:custGeom>
              <a:avLst/>
              <a:pathLst>
                <a:path w="296807" h="163848">
                  <a:moveTo>
                    <a:pt x="0" y="0"/>
                  </a:moveTo>
                  <a:lnTo>
                    <a:pt x="296807" y="1638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3585896" y="3522172"/>
              <a:ext cx="1118287" cy="243042"/>
            </a:xfrm>
            <a:custGeom>
              <a:avLst/>
              <a:pathLst>
                <a:path w="1118287" h="243042">
                  <a:moveTo>
                    <a:pt x="0" y="243042"/>
                  </a:moveTo>
                  <a:lnTo>
                    <a:pt x="311372" y="26397"/>
                  </a:lnTo>
                  <a:lnTo>
                    <a:pt x="609516" y="0"/>
                  </a:lnTo>
                  <a:lnTo>
                    <a:pt x="1118287" y="1574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3585896" y="4613588"/>
              <a:ext cx="1048484" cy="48244"/>
            </a:xfrm>
            <a:custGeom>
              <a:avLst/>
              <a:pathLst>
                <a:path w="1048484" h="48244">
                  <a:moveTo>
                    <a:pt x="0" y="39141"/>
                  </a:moveTo>
                  <a:lnTo>
                    <a:pt x="595503" y="0"/>
                  </a:lnTo>
                  <a:lnTo>
                    <a:pt x="1048484" y="48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3585896" y="4622691"/>
              <a:ext cx="1227580" cy="56436"/>
            </a:xfrm>
            <a:custGeom>
              <a:avLst/>
              <a:pathLst>
                <a:path w="1227580" h="56436">
                  <a:moveTo>
                    <a:pt x="0" y="0"/>
                  </a:moveTo>
                  <a:lnTo>
                    <a:pt x="1227580" y="564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3585896" y="4434265"/>
              <a:ext cx="483583" cy="177502"/>
            </a:xfrm>
            <a:custGeom>
              <a:avLst/>
              <a:pathLst>
                <a:path w="483583" h="177502">
                  <a:moveTo>
                    <a:pt x="0" y="177502"/>
                  </a:moveTo>
                  <a:lnTo>
                    <a:pt x="4835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3585896" y="4515279"/>
              <a:ext cx="1344597" cy="106501"/>
            </a:xfrm>
            <a:custGeom>
              <a:avLst/>
              <a:pathLst>
                <a:path w="1344597" h="106501">
                  <a:moveTo>
                    <a:pt x="0" y="0"/>
                  </a:moveTo>
                  <a:lnTo>
                    <a:pt x="580012" y="87386"/>
                  </a:lnTo>
                  <a:lnTo>
                    <a:pt x="1344597" y="10650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35136" y="4608126"/>
              <a:ext cx="1609615" cy="87386"/>
            </a:xfrm>
            <a:custGeom>
              <a:avLst/>
              <a:pathLst>
                <a:path w="1609615" h="87386">
                  <a:moveTo>
                    <a:pt x="0" y="87386"/>
                  </a:moveTo>
                  <a:lnTo>
                    <a:pt x="537383" y="56436"/>
                  </a:lnTo>
                  <a:lnTo>
                    <a:pt x="1064995" y="49154"/>
                  </a:lnTo>
                  <a:lnTo>
                    <a:pt x="16096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3585896" y="4596293"/>
              <a:ext cx="1833587" cy="71911"/>
            </a:xfrm>
            <a:custGeom>
              <a:avLst/>
              <a:pathLst>
                <a:path w="1833587" h="71911">
                  <a:moveTo>
                    <a:pt x="0" y="45513"/>
                  </a:moveTo>
                  <a:lnTo>
                    <a:pt x="932625" y="71911"/>
                  </a:lnTo>
                  <a:lnTo>
                    <a:pt x="18335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245491" y="4579908"/>
              <a:ext cx="1721622" cy="66449"/>
            </a:xfrm>
            <a:custGeom>
              <a:avLst/>
              <a:pathLst>
                <a:path w="1721622" h="66449">
                  <a:moveTo>
                    <a:pt x="0" y="66449"/>
                  </a:moveTo>
                  <a:lnTo>
                    <a:pt x="392486" y="55526"/>
                  </a:lnTo>
                  <a:lnTo>
                    <a:pt x="961654" y="45513"/>
                  </a:lnTo>
                  <a:lnTo>
                    <a:pt x="17216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3585896" y="3934525"/>
              <a:ext cx="2631644" cy="544342"/>
            </a:xfrm>
            <a:custGeom>
              <a:avLst/>
              <a:pathLst>
                <a:path w="2631644" h="544342">
                  <a:moveTo>
                    <a:pt x="0" y="544342"/>
                  </a:moveTo>
                  <a:lnTo>
                    <a:pt x="663488" y="516123"/>
                  </a:lnTo>
                  <a:lnTo>
                    <a:pt x="1097418" y="442391"/>
                  </a:lnTo>
                  <a:lnTo>
                    <a:pt x="1616263" y="459687"/>
                  </a:lnTo>
                  <a:lnTo>
                    <a:pt x="2127911" y="232119"/>
                  </a:lnTo>
                  <a:lnTo>
                    <a:pt x="26316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65189" y="4767424"/>
              <a:ext cx="612395" cy="14564"/>
            </a:xfrm>
            <a:custGeom>
              <a:avLst/>
              <a:pathLst>
                <a:path w="612395" h="14564">
                  <a:moveTo>
                    <a:pt x="0" y="14564"/>
                  </a:moveTo>
                  <a:lnTo>
                    <a:pt x="6123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3585896" y="4707346"/>
              <a:ext cx="1374441" cy="30949"/>
            </a:xfrm>
            <a:custGeom>
              <a:avLst/>
              <a:pathLst>
                <a:path w="1374441" h="30949">
                  <a:moveTo>
                    <a:pt x="0" y="30949"/>
                  </a:moveTo>
                  <a:lnTo>
                    <a:pt x="13744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3585896" y="4654550"/>
              <a:ext cx="787160" cy="14564"/>
            </a:xfrm>
            <a:custGeom>
              <a:avLst/>
              <a:pathLst>
                <a:path w="787160" h="14564">
                  <a:moveTo>
                    <a:pt x="0" y="0"/>
                  </a:moveTo>
                  <a:lnTo>
                    <a:pt x="787160" y="145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3585896" y="4649999"/>
              <a:ext cx="2184533" cy="60077"/>
            </a:xfrm>
            <a:custGeom>
              <a:avLst/>
              <a:pathLst>
                <a:path w="2184533" h="60077">
                  <a:moveTo>
                    <a:pt x="0" y="0"/>
                  </a:moveTo>
                  <a:lnTo>
                    <a:pt x="543372" y="38231"/>
                  </a:lnTo>
                  <a:lnTo>
                    <a:pt x="1227903" y="45513"/>
                  </a:lnTo>
                  <a:lnTo>
                    <a:pt x="1635753" y="42782"/>
                  </a:lnTo>
                  <a:lnTo>
                    <a:pt x="2184533" y="600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3585896" y="4633614"/>
              <a:ext cx="1021858" cy="17295"/>
            </a:xfrm>
            <a:custGeom>
              <a:avLst/>
              <a:pathLst>
                <a:path w="1021858" h="17295">
                  <a:moveTo>
                    <a:pt x="0" y="17295"/>
                  </a:moveTo>
                  <a:lnTo>
                    <a:pt x="10218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3585896" y="4553510"/>
              <a:ext cx="266838" cy="2730"/>
            </a:xfrm>
            <a:custGeom>
              <a:avLst/>
              <a:pathLst>
                <a:path w="266838" h="2730">
                  <a:moveTo>
                    <a:pt x="0" y="2730"/>
                  </a:moveTo>
                  <a:lnTo>
                    <a:pt x="266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3585896" y="4079259"/>
              <a:ext cx="528229" cy="131079"/>
            </a:xfrm>
            <a:custGeom>
              <a:avLst/>
              <a:pathLst>
                <a:path w="528229" h="131079">
                  <a:moveTo>
                    <a:pt x="0" y="131079"/>
                  </a:moveTo>
                  <a:lnTo>
                    <a:pt x="266288" y="71001"/>
                  </a:lnTo>
                  <a:lnTo>
                    <a:pt x="5282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3585896" y="4360533"/>
              <a:ext cx="633983" cy="8192"/>
            </a:xfrm>
            <a:custGeom>
              <a:avLst/>
              <a:pathLst>
                <a:path w="633983" h="8192">
                  <a:moveTo>
                    <a:pt x="0" y="8192"/>
                  </a:moveTo>
                  <a:lnTo>
                    <a:pt x="6339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3585896" y="4632704"/>
              <a:ext cx="2617971" cy="86475"/>
            </a:xfrm>
            <a:custGeom>
              <a:avLst/>
              <a:pathLst>
                <a:path w="2617971" h="86475">
                  <a:moveTo>
                    <a:pt x="0" y="86475"/>
                  </a:moveTo>
                  <a:lnTo>
                    <a:pt x="709899" y="45513"/>
                  </a:lnTo>
                  <a:lnTo>
                    <a:pt x="1052082" y="85565"/>
                  </a:lnTo>
                  <a:lnTo>
                    <a:pt x="1636388" y="0"/>
                  </a:lnTo>
                  <a:lnTo>
                    <a:pt x="2154537" y="37321"/>
                  </a:lnTo>
                  <a:lnTo>
                    <a:pt x="2617971" y="573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3585896" y="3275489"/>
              <a:ext cx="265334" cy="66449"/>
            </a:xfrm>
            <a:custGeom>
              <a:avLst/>
              <a:pathLst>
                <a:path w="265334" h="66449">
                  <a:moveTo>
                    <a:pt x="0" y="0"/>
                  </a:moveTo>
                  <a:lnTo>
                    <a:pt x="265334" y="6644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3585896" y="4729193"/>
              <a:ext cx="528109" cy="4551"/>
            </a:xfrm>
            <a:custGeom>
              <a:avLst/>
              <a:pathLst>
                <a:path w="528109" h="4551">
                  <a:moveTo>
                    <a:pt x="0" y="0"/>
                  </a:moveTo>
                  <a:lnTo>
                    <a:pt x="528109" y="45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3585896" y="2080302"/>
              <a:ext cx="784478" cy="304030"/>
            </a:xfrm>
            <a:custGeom>
              <a:avLst/>
              <a:pathLst>
                <a:path w="784478" h="304030">
                  <a:moveTo>
                    <a:pt x="0" y="304030"/>
                  </a:moveTo>
                  <a:lnTo>
                    <a:pt x="7844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3585896" y="4064694"/>
              <a:ext cx="498369" cy="54616"/>
            </a:xfrm>
            <a:custGeom>
              <a:avLst/>
              <a:pathLst>
                <a:path w="498369" h="54616">
                  <a:moveTo>
                    <a:pt x="0" y="54616"/>
                  </a:moveTo>
                  <a:lnTo>
                    <a:pt x="4983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3585896" y="4511638"/>
              <a:ext cx="568498" cy="120155"/>
            </a:xfrm>
            <a:custGeom>
              <a:avLst/>
              <a:pathLst>
                <a:path w="568498" h="120155">
                  <a:moveTo>
                    <a:pt x="0" y="26397"/>
                  </a:moveTo>
                  <a:lnTo>
                    <a:pt x="294054" y="120155"/>
                  </a:lnTo>
                  <a:lnTo>
                    <a:pt x="5684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3585896" y="4191222"/>
              <a:ext cx="905999" cy="351364"/>
            </a:xfrm>
            <a:custGeom>
              <a:avLst/>
              <a:pathLst>
                <a:path w="905999" h="351364">
                  <a:moveTo>
                    <a:pt x="0" y="351364"/>
                  </a:moveTo>
                  <a:lnTo>
                    <a:pt x="9059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3585896" y="4627242"/>
              <a:ext cx="1178015" cy="85565"/>
            </a:xfrm>
            <a:custGeom>
              <a:avLst/>
              <a:pathLst>
                <a:path w="1178015" h="85565">
                  <a:moveTo>
                    <a:pt x="0" y="85565"/>
                  </a:moveTo>
                  <a:lnTo>
                    <a:pt x="523292" y="0"/>
                  </a:lnTo>
                  <a:lnTo>
                    <a:pt x="11780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350605" y="4578087"/>
              <a:ext cx="2113519" cy="57347"/>
            </a:xfrm>
            <a:custGeom>
              <a:avLst/>
              <a:pathLst>
                <a:path w="2113519" h="57347">
                  <a:moveTo>
                    <a:pt x="0" y="910"/>
                  </a:moveTo>
                  <a:lnTo>
                    <a:pt x="544031" y="57347"/>
                  </a:lnTo>
                  <a:lnTo>
                    <a:pt x="1057839" y="0"/>
                  </a:lnTo>
                  <a:lnTo>
                    <a:pt x="1584599" y="10923"/>
                  </a:lnTo>
                  <a:lnTo>
                    <a:pt x="2113519" y="218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3585896" y="4534394"/>
              <a:ext cx="1868849" cy="40962"/>
            </a:xfrm>
            <a:custGeom>
              <a:avLst/>
              <a:pathLst>
                <a:path w="1868849" h="40962">
                  <a:moveTo>
                    <a:pt x="0" y="0"/>
                  </a:moveTo>
                  <a:lnTo>
                    <a:pt x="1868849" y="409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3585896" y="4335955"/>
              <a:ext cx="850589" cy="87386"/>
            </a:xfrm>
            <a:custGeom>
              <a:avLst/>
              <a:pathLst>
                <a:path w="850589" h="87386">
                  <a:moveTo>
                    <a:pt x="0" y="87386"/>
                  </a:moveTo>
                  <a:lnTo>
                    <a:pt x="8505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3585896" y="4667294"/>
              <a:ext cx="793019" cy="50064"/>
            </a:xfrm>
            <a:custGeom>
              <a:avLst/>
              <a:pathLst>
                <a:path w="793019" h="50064">
                  <a:moveTo>
                    <a:pt x="0" y="50064"/>
                  </a:moveTo>
                  <a:lnTo>
                    <a:pt x="7930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3585896" y="2757544"/>
              <a:ext cx="1315462" cy="523406"/>
            </a:xfrm>
            <a:custGeom>
              <a:avLst/>
              <a:pathLst>
                <a:path w="1315462" h="523406">
                  <a:moveTo>
                    <a:pt x="0" y="523406"/>
                  </a:moveTo>
                  <a:lnTo>
                    <a:pt x="530142" y="229388"/>
                  </a:lnTo>
                  <a:lnTo>
                    <a:pt x="796617" y="122886"/>
                  </a:lnTo>
                  <a:lnTo>
                    <a:pt x="1077268" y="72821"/>
                  </a:lnTo>
                  <a:lnTo>
                    <a:pt x="13154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3585896" y="4466124"/>
              <a:ext cx="1616072" cy="131079"/>
            </a:xfrm>
            <a:custGeom>
              <a:avLst/>
              <a:pathLst>
                <a:path w="1616072" h="131079">
                  <a:moveTo>
                    <a:pt x="0" y="131079"/>
                  </a:moveTo>
                  <a:lnTo>
                    <a:pt x="528728" y="120155"/>
                  </a:lnTo>
                  <a:lnTo>
                    <a:pt x="1077196" y="50064"/>
                  </a:lnTo>
                  <a:lnTo>
                    <a:pt x="16160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3585896" y="2936868"/>
              <a:ext cx="282090" cy="86475"/>
            </a:xfrm>
            <a:custGeom>
              <a:avLst/>
              <a:pathLst>
                <a:path w="282090" h="86475">
                  <a:moveTo>
                    <a:pt x="0" y="0"/>
                  </a:moveTo>
                  <a:lnTo>
                    <a:pt x="282090" y="864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3585896" y="4690051"/>
              <a:ext cx="2764054" cy="51885"/>
            </a:xfrm>
            <a:custGeom>
              <a:avLst/>
              <a:pathLst>
                <a:path w="2764054" h="51885">
                  <a:moveTo>
                    <a:pt x="0" y="30038"/>
                  </a:moveTo>
                  <a:lnTo>
                    <a:pt x="327426" y="19115"/>
                  </a:lnTo>
                  <a:lnTo>
                    <a:pt x="1526310" y="51885"/>
                  </a:lnTo>
                  <a:lnTo>
                    <a:pt x="27640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3585896" y="4333224"/>
              <a:ext cx="2863031" cy="334069"/>
            </a:xfrm>
            <a:custGeom>
              <a:avLst/>
              <a:pathLst>
                <a:path w="2863031" h="334069">
                  <a:moveTo>
                    <a:pt x="0" y="334069"/>
                  </a:moveTo>
                  <a:lnTo>
                    <a:pt x="735192" y="316774"/>
                  </a:lnTo>
                  <a:lnTo>
                    <a:pt x="1314023" y="305851"/>
                  </a:lnTo>
                  <a:lnTo>
                    <a:pt x="1932954" y="203900"/>
                  </a:lnTo>
                  <a:lnTo>
                    <a:pt x="2410002" y="30038"/>
                  </a:lnTo>
                  <a:lnTo>
                    <a:pt x="286303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3585896" y="4721000"/>
              <a:ext cx="790860" cy="19115"/>
            </a:xfrm>
            <a:custGeom>
              <a:avLst/>
              <a:pathLst>
                <a:path w="790860" h="19115">
                  <a:moveTo>
                    <a:pt x="0" y="0"/>
                  </a:moveTo>
                  <a:lnTo>
                    <a:pt x="790860" y="19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3585896" y="4620870"/>
              <a:ext cx="1530508" cy="20936"/>
            </a:xfrm>
            <a:custGeom>
              <a:avLst/>
              <a:pathLst>
                <a:path w="1530508" h="20936">
                  <a:moveTo>
                    <a:pt x="0" y="0"/>
                  </a:moveTo>
                  <a:lnTo>
                    <a:pt x="844832" y="20936"/>
                  </a:lnTo>
                  <a:lnTo>
                    <a:pt x="1530508" y="109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3585896" y="4680948"/>
              <a:ext cx="1092380" cy="31859"/>
            </a:xfrm>
            <a:custGeom>
              <a:avLst/>
              <a:pathLst>
                <a:path w="1092380" h="31859">
                  <a:moveTo>
                    <a:pt x="0" y="13654"/>
                  </a:moveTo>
                  <a:lnTo>
                    <a:pt x="569139" y="31859"/>
                  </a:lnTo>
                  <a:lnTo>
                    <a:pt x="10923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3585896" y="3447530"/>
              <a:ext cx="1096698" cy="1182442"/>
            </a:xfrm>
            <a:custGeom>
              <a:avLst/>
              <a:pathLst>
                <a:path w="1096698" h="1182442">
                  <a:moveTo>
                    <a:pt x="0" y="1182442"/>
                  </a:moveTo>
                  <a:lnTo>
                    <a:pt x="256903" y="0"/>
                  </a:lnTo>
                  <a:lnTo>
                    <a:pt x="543695" y="37321"/>
                  </a:lnTo>
                  <a:lnTo>
                    <a:pt x="789421" y="128348"/>
                  </a:lnTo>
                  <a:lnTo>
                    <a:pt x="1096698" y="4833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3585896" y="4503445"/>
              <a:ext cx="1878204" cy="91027"/>
            </a:xfrm>
            <a:custGeom>
              <a:avLst/>
              <a:pathLst>
                <a:path w="1878204" h="91027">
                  <a:moveTo>
                    <a:pt x="0" y="91027"/>
                  </a:moveTo>
                  <a:lnTo>
                    <a:pt x="895924" y="0"/>
                  </a:lnTo>
                  <a:lnTo>
                    <a:pt x="1362080" y="3641"/>
                  </a:lnTo>
                  <a:lnTo>
                    <a:pt x="1878204" y="491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3585896" y="4259492"/>
              <a:ext cx="795178" cy="134720"/>
            </a:xfrm>
            <a:custGeom>
              <a:avLst/>
              <a:pathLst>
                <a:path w="795178" h="134720">
                  <a:moveTo>
                    <a:pt x="0" y="134720"/>
                  </a:moveTo>
                  <a:lnTo>
                    <a:pt x="266536" y="111963"/>
                  </a:lnTo>
                  <a:lnTo>
                    <a:pt x="528199" y="12743"/>
                  </a:lnTo>
                  <a:lnTo>
                    <a:pt x="7951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3585896" y="4489791"/>
              <a:ext cx="2092650" cy="156566"/>
            </a:xfrm>
            <a:custGeom>
              <a:avLst/>
              <a:pathLst>
                <a:path w="2092650" h="156566">
                  <a:moveTo>
                    <a:pt x="0" y="156566"/>
                  </a:moveTo>
                  <a:lnTo>
                    <a:pt x="543311" y="127438"/>
                  </a:lnTo>
                  <a:lnTo>
                    <a:pt x="1057119" y="139271"/>
                  </a:lnTo>
                  <a:lnTo>
                    <a:pt x="1598992" y="131989"/>
                  </a:lnTo>
                  <a:lnTo>
                    <a:pt x="20926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3585896" y="3680560"/>
              <a:ext cx="273403" cy="196618"/>
            </a:xfrm>
            <a:custGeom>
              <a:avLst/>
              <a:pathLst>
                <a:path w="273403" h="196618">
                  <a:moveTo>
                    <a:pt x="0" y="196618"/>
                  </a:moveTo>
                  <a:lnTo>
                    <a:pt x="2734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3585896" y="4128413"/>
              <a:ext cx="301520" cy="156566"/>
            </a:xfrm>
            <a:custGeom>
              <a:avLst/>
              <a:pathLst>
                <a:path w="301520" h="156566">
                  <a:moveTo>
                    <a:pt x="0" y="0"/>
                  </a:moveTo>
                  <a:lnTo>
                    <a:pt x="301520" y="1565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3585896" y="4320481"/>
              <a:ext cx="1597024" cy="219375"/>
            </a:xfrm>
            <a:custGeom>
              <a:avLst/>
              <a:pathLst>
                <a:path w="1597024" h="219375">
                  <a:moveTo>
                    <a:pt x="0" y="219375"/>
                  </a:moveTo>
                  <a:lnTo>
                    <a:pt x="788892" y="191157"/>
                  </a:lnTo>
                  <a:lnTo>
                    <a:pt x="15970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3585896" y="4658191"/>
              <a:ext cx="780618" cy="48244"/>
            </a:xfrm>
            <a:custGeom>
              <a:avLst/>
              <a:pathLst>
                <a:path w="780618" h="48244">
                  <a:moveTo>
                    <a:pt x="0" y="0"/>
                  </a:moveTo>
                  <a:lnTo>
                    <a:pt x="780618" y="482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3585896" y="2830366"/>
              <a:ext cx="639021" cy="263978"/>
            </a:xfrm>
            <a:custGeom>
              <a:avLst/>
              <a:pathLst>
                <a:path w="639021" h="263978">
                  <a:moveTo>
                    <a:pt x="0" y="142912"/>
                  </a:moveTo>
                  <a:lnTo>
                    <a:pt x="312277" y="0"/>
                  </a:lnTo>
                  <a:lnTo>
                    <a:pt x="639021" y="2639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3585896" y="4635435"/>
              <a:ext cx="1114688" cy="28218"/>
            </a:xfrm>
            <a:custGeom>
              <a:avLst/>
              <a:pathLst>
                <a:path w="1114688" h="28218">
                  <a:moveTo>
                    <a:pt x="0" y="19115"/>
                  </a:moveTo>
                  <a:lnTo>
                    <a:pt x="572096" y="0"/>
                  </a:lnTo>
                  <a:lnTo>
                    <a:pt x="1114688" y="282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3585896" y="4630883"/>
              <a:ext cx="1021858" cy="69180"/>
            </a:xfrm>
            <a:custGeom>
              <a:avLst/>
              <a:pathLst>
                <a:path w="1021858" h="69180">
                  <a:moveTo>
                    <a:pt x="0" y="0"/>
                  </a:moveTo>
                  <a:lnTo>
                    <a:pt x="534945" y="13654"/>
                  </a:lnTo>
                  <a:lnTo>
                    <a:pt x="1021858" y="691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3585896" y="4591742"/>
              <a:ext cx="800795" cy="32769"/>
            </a:xfrm>
            <a:custGeom>
              <a:avLst/>
              <a:pathLst>
                <a:path w="800795" h="32769">
                  <a:moveTo>
                    <a:pt x="0" y="0"/>
                  </a:moveTo>
                  <a:lnTo>
                    <a:pt x="800795" y="327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3585896" y="4636345"/>
              <a:ext cx="1090941" cy="35500"/>
            </a:xfrm>
            <a:custGeom>
              <a:avLst/>
              <a:pathLst>
                <a:path w="1090941" h="35500">
                  <a:moveTo>
                    <a:pt x="0" y="35500"/>
                  </a:moveTo>
                  <a:lnTo>
                    <a:pt x="10909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3585896" y="4329583"/>
              <a:ext cx="1665197" cy="308582"/>
            </a:xfrm>
            <a:custGeom>
              <a:avLst/>
              <a:pathLst>
                <a:path w="1665197" h="308582">
                  <a:moveTo>
                    <a:pt x="0" y="0"/>
                  </a:moveTo>
                  <a:lnTo>
                    <a:pt x="853467" y="230298"/>
                  </a:lnTo>
                  <a:lnTo>
                    <a:pt x="1665197" y="3085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3585896" y="4610857"/>
              <a:ext cx="574082" cy="33680"/>
            </a:xfrm>
            <a:custGeom>
              <a:avLst/>
              <a:pathLst>
                <a:path w="574082" h="33680">
                  <a:moveTo>
                    <a:pt x="0" y="33680"/>
                  </a:moveTo>
                  <a:lnTo>
                    <a:pt x="5740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3585896" y="4669115"/>
              <a:ext cx="1397935" cy="23667"/>
            </a:xfrm>
            <a:custGeom>
              <a:avLst/>
              <a:pathLst>
                <a:path w="1397935" h="23667">
                  <a:moveTo>
                    <a:pt x="0" y="23667"/>
                  </a:moveTo>
                  <a:lnTo>
                    <a:pt x="139793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3585896" y="4722821"/>
              <a:ext cx="557704" cy="15474"/>
            </a:xfrm>
            <a:custGeom>
              <a:avLst/>
              <a:pathLst>
                <a:path w="557704" h="15474">
                  <a:moveTo>
                    <a:pt x="0" y="15474"/>
                  </a:moveTo>
                  <a:lnTo>
                    <a:pt x="557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3585896" y="4548959"/>
              <a:ext cx="1657238" cy="129258"/>
            </a:xfrm>
            <a:custGeom>
              <a:avLst/>
              <a:pathLst>
                <a:path w="1657238" h="129258">
                  <a:moveTo>
                    <a:pt x="0" y="129258"/>
                  </a:moveTo>
                  <a:lnTo>
                    <a:pt x="550508" y="26397"/>
                  </a:lnTo>
                  <a:lnTo>
                    <a:pt x="1103175" y="0"/>
                  </a:lnTo>
                  <a:lnTo>
                    <a:pt x="1657238" y="391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3585896" y="4651819"/>
              <a:ext cx="1816088" cy="11833"/>
            </a:xfrm>
            <a:custGeom>
              <a:avLst/>
              <a:pathLst>
                <a:path w="1816088" h="11833">
                  <a:moveTo>
                    <a:pt x="0" y="0"/>
                  </a:moveTo>
                  <a:lnTo>
                    <a:pt x="548840" y="11833"/>
                  </a:lnTo>
                  <a:lnTo>
                    <a:pt x="18160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3585896" y="4548959"/>
              <a:ext cx="2163173" cy="98309"/>
            </a:xfrm>
            <a:custGeom>
              <a:avLst/>
              <a:pathLst>
                <a:path w="2163173" h="98309">
                  <a:moveTo>
                    <a:pt x="0" y="0"/>
                  </a:moveTo>
                  <a:lnTo>
                    <a:pt x="527751" y="57347"/>
                  </a:lnTo>
                  <a:lnTo>
                    <a:pt x="1075829" y="98309"/>
                  </a:lnTo>
                  <a:lnTo>
                    <a:pt x="2163173" y="782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3585896" y="4648178"/>
              <a:ext cx="528496" cy="10923"/>
            </a:xfrm>
            <a:custGeom>
              <a:avLst/>
              <a:pathLst>
                <a:path w="528496" h="10923">
                  <a:moveTo>
                    <a:pt x="0" y="0"/>
                  </a:moveTo>
                  <a:lnTo>
                    <a:pt x="528496" y="109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3585896" y="4726462"/>
              <a:ext cx="1373751" cy="34590"/>
            </a:xfrm>
            <a:custGeom>
              <a:avLst/>
              <a:pathLst>
                <a:path w="1373751" h="34590">
                  <a:moveTo>
                    <a:pt x="0" y="16384"/>
                  </a:moveTo>
                  <a:lnTo>
                    <a:pt x="568498" y="34590"/>
                  </a:lnTo>
                  <a:lnTo>
                    <a:pt x="13737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3585896" y="2823994"/>
              <a:ext cx="1632002" cy="1148762"/>
            </a:xfrm>
            <a:custGeom>
              <a:avLst/>
              <a:pathLst>
                <a:path w="1632002" h="1148762">
                  <a:moveTo>
                    <a:pt x="0" y="1140570"/>
                  </a:moveTo>
                  <a:lnTo>
                    <a:pt x="528827" y="1148762"/>
                  </a:lnTo>
                  <a:lnTo>
                    <a:pt x="1137624" y="775551"/>
                  </a:lnTo>
                  <a:lnTo>
                    <a:pt x="16320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3585896" y="3691483"/>
              <a:ext cx="322121" cy="344082"/>
            </a:xfrm>
            <a:custGeom>
              <a:avLst/>
              <a:pathLst>
                <a:path w="322121" h="344082">
                  <a:moveTo>
                    <a:pt x="0" y="0"/>
                  </a:moveTo>
                  <a:lnTo>
                    <a:pt x="322121" y="3440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3585896" y="4539856"/>
              <a:ext cx="1706215" cy="62808"/>
            </a:xfrm>
            <a:custGeom>
              <a:avLst/>
              <a:pathLst>
                <a:path w="1706215" h="62808">
                  <a:moveTo>
                    <a:pt x="0" y="37321"/>
                  </a:moveTo>
                  <a:lnTo>
                    <a:pt x="580012" y="62808"/>
                  </a:lnTo>
                  <a:lnTo>
                    <a:pt x="1102455" y="47334"/>
                  </a:lnTo>
                  <a:lnTo>
                    <a:pt x="17062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3585896" y="4478868"/>
              <a:ext cx="2496356" cy="137451"/>
            </a:xfrm>
            <a:custGeom>
              <a:avLst/>
              <a:pathLst>
                <a:path w="2496356" h="137451">
                  <a:moveTo>
                    <a:pt x="0" y="137451"/>
                  </a:moveTo>
                  <a:lnTo>
                    <a:pt x="807411" y="34590"/>
                  </a:lnTo>
                  <a:lnTo>
                    <a:pt x="1358720" y="0"/>
                  </a:lnTo>
                  <a:lnTo>
                    <a:pt x="1811999" y="48244"/>
                  </a:lnTo>
                  <a:lnTo>
                    <a:pt x="2496356" y="36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3585896" y="4542587"/>
              <a:ext cx="1349555" cy="36410"/>
            </a:xfrm>
            <a:custGeom>
              <a:avLst/>
              <a:pathLst>
                <a:path w="1349555" h="36410">
                  <a:moveTo>
                    <a:pt x="0" y="13654"/>
                  </a:moveTo>
                  <a:lnTo>
                    <a:pt x="203465" y="0"/>
                  </a:lnTo>
                  <a:lnTo>
                    <a:pt x="836196" y="5461"/>
                  </a:lnTo>
                  <a:lnTo>
                    <a:pt x="1349555" y="364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3585896" y="4269505"/>
              <a:ext cx="830439" cy="276722"/>
            </a:xfrm>
            <a:custGeom>
              <a:avLst/>
              <a:pathLst>
                <a:path w="830439" h="276722">
                  <a:moveTo>
                    <a:pt x="0" y="276722"/>
                  </a:moveTo>
                  <a:lnTo>
                    <a:pt x="8304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3585896" y="3756112"/>
              <a:ext cx="1868658" cy="394147"/>
            </a:xfrm>
            <a:custGeom>
              <a:avLst/>
              <a:pathLst>
                <a:path w="1868658" h="394147">
                  <a:moveTo>
                    <a:pt x="0" y="144733"/>
                  </a:moveTo>
                  <a:lnTo>
                    <a:pt x="256713" y="242132"/>
                  </a:lnTo>
                  <a:lnTo>
                    <a:pt x="548878" y="181144"/>
                  </a:lnTo>
                  <a:lnTo>
                    <a:pt x="872665" y="0"/>
                  </a:lnTo>
                  <a:lnTo>
                    <a:pt x="1228917" y="154746"/>
                  </a:lnTo>
                  <a:lnTo>
                    <a:pt x="1611754" y="348634"/>
                  </a:lnTo>
                  <a:lnTo>
                    <a:pt x="1868658" y="3941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648053" y="4662743"/>
              <a:ext cx="528199" cy="49154"/>
            </a:xfrm>
            <a:custGeom>
              <a:avLst/>
              <a:pathLst>
                <a:path w="528199" h="49154">
                  <a:moveTo>
                    <a:pt x="0" y="0"/>
                  </a:moveTo>
                  <a:lnTo>
                    <a:pt x="528199" y="4915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rc1683"/>
            <p:cNvSpPr/>
            <p:nvPr/>
          </p:nvSpPr>
          <p:spPr>
            <a:xfrm>
              <a:off x="3400738" y="1761070"/>
              <a:ext cx="40734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tx1684"/>
            <p:cNvSpPr/>
            <p:nvPr/>
          </p:nvSpPr>
          <p:spPr>
            <a:xfrm>
              <a:off x="3275953" y="459566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85" name="tx1685"/>
            <p:cNvSpPr/>
            <p:nvPr/>
          </p:nvSpPr>
          <p:spPr>
            <a:xfrm>
              <a:off x="3275953" y="3984591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686" name="tx1686"/>
            <p:cNvSpPr/>
            <p:nvPr/>
          </p:nvSpPr>
          <p:spPr>
            <a:xfrm>
              <a:off x="3213797" y="337067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87" name="tx1687"/>
            <p:cNvSpPr/>
            <p:nvPr/>
          </p:nvSpPr>
          <p:spPr>
            <a:xfrm>
              <a:off x="3213797" y="275818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688" name="tx1688"/>
            <p:cNvSpPr/>
            <p:nvPr/>
          </p:nvSpPr>
          <p:spPr>
            <a:xfrm>
              <a:off x="3213797" y="2145684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689" name="pl1689"/>
            <p:cNvSpPr/>
            <p:nvPr/>
          </p:nvSpPr>
          <p:spPr>
            <a:xfrm>
              <a:off x="3365944" y="46373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3365944" y="402486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3365944" y="34123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3365944" y="27998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3365944" y="21873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358589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89920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621250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tx1697"/>
            <p:cNvSpPr/>
            <p:nvPr/>
          </p:nvSpPr>
          <p:spPr>
            <a:xfrm>
              <a:off x="3554818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98" name="tx1698"/>
            <p:cNvSpPr/>
            <p:nvPr/>
          </p:nvSpPr>
          <p:spPr>
            <a:xfrm>
              <a:off x="4868122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699" name="tx1699"/>
            <p:cNvSpPr/>
            <p:nvPr/>
          </p:nvSpPr>
          <p:spPr>
            <a:xfrm>
              <a:off x="6150348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700" name="tx1700"/>
            <p:cNvSpPr/>
            <p:nvPr/>
          </p:nvSpPr>
          <p:spPr>
            <a:xfrm>
              <a:off x="4816294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701" name="tx1701"/>
            <p:cNvSpPr/>
            <p:nvPr/>
          </p:nvSpPr>
          <p:spPr>
            <a:xfrm rot="-5400000">
              <a:off x="2532384" y="32845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1702" name="rc1702"/>
            <p:cNvSpPr/>
            <p:nvPr/>
          </p:nvSpPr>
          <p:spPr>
            <a:xfrm>
              <a:off x="7543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rc1703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7613389" y="4278803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7613389" y="3246945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7613389" y="2215087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781488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86208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942681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1023278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1103875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1184471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7613389" y="479473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7613389" y="376287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7613389" y="273101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821786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902383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982979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1063576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11441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rc1721"/>
            <p:cNvSpPr/>
            <p:nvPr/>
          </p:nvSpPr>
          <p:spPr>
            <a:xfrm>
              <a:off x="7884360" y="4774095"/>
              <a:ext cx="138959" cy="2063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22" name="rc1722"/>
            <p:cNvSpPr/>
            <p:nvPr/>
          </p:nvSpPr>
          <p:spPr>
            <a:xfrm>
              <a:off x="8023320" y="4774095"/>
              <a:ext cx="138959" cy="2063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23" name="rc1723"/>
            <p:cNvSpPr/>
            <p:nvPr/>
          </p:nvSpPr>
          <p:spPr>
            <a:xfrm>
              <a:off x="8162280" y="4753458"/>
              <a:ext cx="138959" cy="4127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24" name="rc1724"/>
            <p:cNvSpPr/>
            <p:nvPr/>
          </p:nvSpPr>
          <p:spPr>
            <a:xfrm>
              <a:off x="8301240" y="4774095"/>
              <a:ext cx="138959" cy="2063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25" name="rc1725"/>
            <p:cNvSpPr/>
            <p:nvPr/>
          </p:nvSpPr>
          <p:spPr>
            <a:xfrm>
              <a:off x="8440200" y="4712183"/>
              <a:ext cx="138959" cy="8254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26" name="rc1726"/>
            <p:cNvSpPr/>
            <p:nvPr/>
          </p:nvSpPr>
          <p:spPr>
            <a:xfrm>
              <a:off x="8579160" y="4753458"/>
              <a:ext cx="138959" cy="4127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27" name="rc1727"/>
            <p:cNvSpPr/>
            <p:nvPr/>
          </p:nvSpPr>
          <p:spPr>
            <a:xfrm>
              <a:off x="8718120" y="4691546"/>
              <a:ext cx="138959" cy="10318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28" name="rc1728"/>
            <p:cNvSpPr/>
            <p:nvPr/>
          </p:nvSpPr>
          <p:spPr>
            <a:xfrm>
              <a:off x="8857080" y="4650272"/>
              <a:ext cx="138959" cy="14446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29" name="rc1729"/>
            <p:cNvSpPr/>
            <p:nvPr/>
          </p:nvSpPr>
          <p:spPr>
            <a:xfrm>
              <a:off x="8996040" y="4712183"/>
              <a:ext cx="138959" cy="8254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0" name="rc1730"/>
            <p:cNvSpPr/>
            <p:nvPr/>
          </p:nvSpPr>
          <p:spPr>
            <a:xfrm>
              <a:off x="9135000" y="4629635"/>
              <a:ext cx="138959" cy="16509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1" name="rc1731"/>
            <p:cNvSpPr/>
            <p:nvPr/>
          </p:nvSpPr>
          <p:spPr>
            <a:xfrm>
              <a:off x="9273960" y="4526449"/>
              <a:ext cx="138959" cy="26828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2" name="rc1732"/>
            <p:cNvSpPr/>
            <p:nvPr/>
          </p:nvSpPr>
          <p:spPr>
            <a:xfrm>
              <a:off x="9412920" y="4485175"/>
              <a:ext cx="138959" cy="30955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3" name="rc1733"/>
            <p:cNvSpPr/>
            <p:nvPr/>
          </p:nvSpPr>
          <p:spPr>
            <a:xfrm>
              <a:off x="9551880" y="4402626"/>
              <a:ext cx="138959" cy="39210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4" name="rc1734"/>
            <p:cNvSpPr/>
            <p:nvPr/>
          </p:nvSpPr>
          <p:spPr>
            <a:xfrm>
              <a:off x="9690840" y="4526449"/>
              <a:ext cx="138959" cy="26828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5" name="rc1735"/>
            <p:cNvSpPr/>
            <p:nvPr/>
          </p:nvSpPr>
          <p:spPr>
            <a:xfrm>
              <a:off x="9829799" y="4443900"/>
              <a:ext cx="138959" cy="35083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6" name="rc1736"/>
            <p:cNvSpPr/>
            <p:nvPr/>
          </p:nvSpPr>
          <p:spPr>
            <a:xfrm>
              <a:off x="9968759" y="4526449"/>
              <a:ext cx="138959" cy="26828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7" name="rc1737"/>
            <p:cNvSpPr/>
            <p:nvPr/>
          </p:nvSpPr>
          <p:spPr>
            <a:xfrm>
              <a:off x="10107719" y="4423263"/>
              <a:ext cx="138959" cy="37146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8" name="rc1738"/>
            <p:cNvSpPr/>
            <p:nvPr/>
          </p:nvSpPr>
          <p:spPr>
            <a:xfrm>
              <a:off x="10246679" y="4567723"/>
              <a:ext cx="138959" cy="22700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39" name="rc1739"/>
            <p:cNvSpPr/>
            <p:nvPr/>
          </p:nvSpPr>
          <p:spPr>
            <a:xfrm>
              <a:off x="10385639" y="4547086"/>
              <a:ext cx="138959" cy="24764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0" name="rc1740"/>
            <p:cNvSpPr/>
            <p:nvPr/>
          </p:nvSpPr>
          <p:spPr>
            <a:xfrm>
              <a:off x="10524599" y="4608998"/>
              <a:ext cx="138959" cy="18573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1" name="rc1741"/>
            <p:cNvSpPr/>
            <p:nvPr/>
          </p:nvSpPr>
          <p:spPr>
            <a:xfrm>
              <a:off x="10663559" y="4629635"/>
              <a:ext cx="138959" cy="16509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2" name="rc1742"/>
            <p:cNvSpPr/>
            <p:nvPr/>
          </p:nvSpPr>
          <p:spPr>
            <a:xfrm>
              <a:off x="10802519" y="4650272"/>
              <a:ext cx="138959" cy="14446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3" name="rc1743"/>
            <p:cNvSpPr/>
            <p:nvPr/>
          </p:nvSpPr>
          <p:spPr>
            <a:xfrm>
              <a:off x="10941479" y="4608998"/>
              <a:ext cx="138959" cy="18573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4" name="rc1744"/>
            <p:cNvSpPr/>
            <p:nvPr/>
          </p:nvSpPr>
          <p:spPr>
            <a:xfrm>
              <a:off x="11080439" y="4670909"/>
              <a:ext cx="138959" cy="12382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5" name="rc1745"/>
            <p:cNvSpPr/>
            <p:nvPr/>
          </p:nvSpPr>
          <p:spPr>
            <a:xfrm>
              <a:off x="11219399" y="4753458"/>
              <a:ext cx="138959" cy="41274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6" name="rc1746"/>
            <p:cNvSpPr/>
            <p:nvPr/>
          </p:nvSpPr>
          <p:spPr>
            <a:xfrm>
              <a:off x="11358359" y="4712183"/>
              <a:ext cx="138959" cy="8254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7" name="rc1747"/>
            <p:cNvSpPr/>
            <p:nvPr/>
          </p:nvSpPr>
          <p:spPr>
            <a:xfrm>
              <a:off x="11497319" y="4712183"/>
              <a:ext cx="138959" cy="82548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8" name="rc1748"/>
            <p:cNvSpPr/>
            <p:nvPr/>
          </p:nvSpPr>
          <p:spPr>
            <a:xfrm>
              <a:off x="11636279" y="4774095"/>
              <a:ext cx="138959" cy="20637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1182980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7814880" y="4522234"/>
              <a:ext cx="4029838" cy="272498"/>
            </a:xfrm>
            <a:custGeom>
              <a:avLst/>
              <a:pathLst>
                <a:path w="4029838" h="272498">
                  <a:moveTo>
                    <a:pt x="0" y="254890"/>
                  </a:moveTo>
                  <a:lnTo>
                    <a:pt x="7886" y="254563"/>
                  </a:lnTo>
                  <a:lnTo>
                    <a:pt x="15772" y="254228"/>
                  </a:lnTo>
                  <a:lnTo>
                    <a:pt x="23658" y="253893"/>
                  </a:lnTo>
                  <a:lnTo>
                    <a:pt x="31544" y="253550"/>
                  </a:lnTo>
                  <a:lnTo>
                    <a:pt x="39430" y="253205"/>
                  </a:lnTo>
                  <a:lnTo>
                    <a:pt x="47317" y="252854"/>
                  </a:lnTo>
                  <a:lnTo>
                    <a:pt x="55203" y="252500"/>
                  </a:lnTo>
                  <a:lnTo>
                    <a:pt x="63089" y="252141"/>
                  </a:lnTo>
                  <a:lnTo>
                    <a:pt x="70975" y="251778"/>
                  </a:lnTo>
                  <a:lnTo>
                    <a:pt x="78861" y="251410"/>
                  </a:lnTo>
                  <a:lnTo>
                    <a:pt x="86747" y="251038"/>
                  </a:lnTo>
                  <a:lnTo>
                    <a:pt x="94634" y="250661"/>
                  </a:lnTo>
                  <a:lnTo>
                    <a:pt x="102520" y="250279"/>
                  </a:lnTo>
                  <a:lnTo>
                    <a:pt x="110406" y="249894"/>
                  </a:lnTo>
                  <a:lnTo>
                    <a:pt x="118292" y="249502"/>
                  </a:lnTo>
                  <a:lnTo>
                    <a:pt x="126178" y="249107"/>
                  </a:lnTo>
                  <a:lnTo>
                    <a:pt x="134065" y="248706"/>
                  </a:lnTo>
                  <a:lnTo>
                    <a:pt x="141951" y="248302"/>
                  </a:lnTo>
                  <a:lnTo>
                    <a:pt x="149837" y="247890"/>
                  </a:lnTo>
                  <a:lnTo>
                    <a:pt x="157723" y="247477"/>
                  </a:lnTo>
                  <a:lnTo>
                    <a:pt x="165609" y="247055"/>
                  </a:lnTo>
                  <a:lnTo>
                    <a:pt x="173495" y="246631"/>
                  </a:lnTo>
                  <a:lnTo>
                    <a:pt x="181382" y="246199"/>
                  </a:lnTo>
                  <a:lnTo>
                    <a:pt x="189268" y="245765"/>
                  </a:lnTo>
                  <a:lnTo>
                    <a:pt x="197154" y="245323"/>
                  </a:lnTo>
                  <a:lnTo>
                    <a:pt x="205040" y="244878"/>
                  </a:lnTo>
                  <a:lnTo>
                    <a:pt x="212926" y="244425"/>
                  </a:lnTo>
                  <a:lnTo>
                    <a:pt x="220813" y="243969"/>
                  </a:lnTo>
                  <a:lnTo>
                    <a:pt x="228699" y="243506"/>
                  </a:lnTo>
                  <a:lnTo>
                    <a:pt x="236585" y="243038"/>
                  </a:lnTo>
                  <a:lnTo>
                    <a:pt x="244471" y="242565"/>
                  </a:lnTo>
                  <a:lnTo>
                    <a:pt x="252357" y="242085"/>
                  </a:lnTo>
                  <a:lnTo>
                    <a:pt x="260243" y="241601"/>
                  </a:lnTo>
                  <a:lnTo>
                    <a:pt x="268130" y="241109"/>
                  </a:lnTo>
                  <a:lnTo>
                    <a:pt x="276016" y="240614"/>
                  </a:lnTo>
                  <a:lnTo>
                    <a:pt x="283902" y="240110"/>
                  </a:lnTo>
                  <a:lnTo>
                    <a:pt x="291788" y="239603"/>
                  </a:lnTo>
                  <a:lnTo>
                    <a:pt x="299674" y="239087"/>
                  </a:lnTo>
                  <a:lnTo>
                    <a:pt x="307561" y="238569"/>
                  </a:lnTo>
                  <a:lnTo>
                    <a:pt x="315447" y="238039"/>
                  </a:lnTo>
                  <a:lnTo>
                    <a:pt x="323333" y="237509"/>
                  </a:lnTo>
                  <a:lnTo>
                    <a:pt x="331219" y="236967"/>
                  </a:lnTo>
                  <a:lnTo>
                    <a:pt x="339105" y="236423"/>
                  </a:lnTo>
                  <a:lnTo>
                    <a:pt x="346991" y="235869"/>
                  </a:lnTo>
                  <a:lnTo>
                    <a:pt x="354878" y="235311"/>
                  </a:lnTo>
                  <a:lnTo>
                    <a:pt x="362764" y="234744"/>
                  </a:lnTo>
                  <a:lnTo>
                    <a:pt x="370650" y="234173"/>
                  </a:lnTo>
                  <a:lnTo>
                    <a:pt x="378536" y="233593"/>
                  </a:lnTo>
                  <a:lnTo>
                    <a:pt x="386422" y="233008"/>
                  </a:lnTo>
                  <a:lnTo>
                    <a:pt x="394309" y="232415"/>
                  </a:lnTo>
                  <a:lnTo>
                    <a:pt x="402195" y="231815"/>
                  </a:lnTo>
                  <a:lnTo>
                    <a:pt x="410081" y="231209"/>
                  </a:lnTo>
                  <a:lnTo>
                    <a:pt x="417967" y="230594"/>
                  </a:lnTo>
                  <a:lnTo>
                    <a:pt x="425853" y="229974"/>
                  </a:lnTo>
                  <a:lnTo>
                    <a:pt x="433739" y="229345"/>
                  </a:lnTo>
                  <a:lnTo>
                    <a:pt x="441626" y="228710"/>
                  </a:lnTo>
                  <a:lnTo>
                    <a:pt x="449512" y="228065"/>
                  </a:lnTo>
                  <a:lnTo>
                    <a:pt x="457398" y="227417"/>
                  </a:lnTo>
                  <a:lnTo>
                    <a:pt x="465284" y="226756"/>
                  </a:lnTo>
                  <a:lnTo>
                    <a:pt x="473170" y="226093"/>
                  </a:lnTo>
                  <a:lnTo>
                    <a:pt x="481056" y="225416"/>
                  </a:lnTo>
                  <a:lnTo>
                    <a:pt x="488943" y="224738"/>
                  </a:lnTo>
                  <a:lnTo>
                    <a:pt x="496829" y="224045"/>
                  </a:lnTo>
                  <a:lnTo>
                    <a:pt x="504715" y="223351"/>
                  </a:lnTo>
                  <a:lnTo>
                    <a:pt x="512601" y="222643"/>
                  </a:lnTo>
                  <a:lnTo>
                    <a:pt x="520487" y="221931"/>
                  </a:lnTo>
                  <a:lnTo>
                    <a:pt x="528374" y="221207"/>
                  </a:lnTo>
                  <a:lnTo>
                    <a:pt x="536260" y="220479"/>
                  </a:lnTo>
                  <a:lnTo>
                    <a:pt x="544146" y="219739"/>
                  </a:lnTo>
                  <a:lnTo>
                    <a:pt x="552032" y="218993"/>
                  </a:lnTo>
                  <a:lnTo>
                    <a:pt x="559918" y="218237"/>
                  </a:lnTo>
                  <a:lnTo>
                    <a:pt x="567804" y="217473"/>
                  </a:lnTo>
                  <a:lnTo>
                    <a:pt x="575691" y="216701"/>
                  </a:lnTo>
                  <a:lnTo>
                    <a:pt x="583577" y="215919"/>
                  </a:lnTo>
                  <a:lnTo>
                    <a:pt x="591463" y="215130"/>
                  </a:lnTo>
                  <a:lnTo>
                    <a:pt x="599349" y="214329"/>
                  </a:lnTo>
                  <a:lnTo>
                    <a:pt x="607235" y="213524"/>
                  </a:lnTo>
                  <a:lnTo>
                    <a:pt x="615122" y="212704"/>
                  </a:lnTo>
                  <a:lnTo>
                    <a:pt x="623008" y="211881"/>
                  </a:lnTo>
                  <a:lnTo>
                    <a:pt x="630894" y="211043"/>
                  </a:lnTo>
                  <a:lnTo>
                    <a:pt x="638780" y="210202"/>
                  </a:lnTo>
                  <a:lnTo>
                    <a:pt x="646666" y="209345"/>
                  </a:lnTo>
                  <a:lnTo>
                    <a:pt x="654552" y="208485"/>
                  </a:lnTo>
                  <a:lnTo>
                    <a:pt x="662439" y="207609"/>
                  </a:lnTo>
                  <a:lnTo>
                    <a:pt x="670325" y="206730"/>
                  </a:lnTo>
                  <a:lnTo>
                    <a:pt x="678211" y="205836"/>
                  </a:lnTo>
                  <a:lnTo>
                    <a:pt x="686097" y="204937"/>
                  </a:lnTo>
                  <a:lnTo>
                    <a:pt x="693983" y="204024"/>
                  </a:lnTo>
                  <a:lnTo>
                    <a:pt x="701870" y="203105"/>
                  </a:lnTo>
                  <a:lnTo>
                    <a:pt x="709756" y="202173"/>
                  </a:lnTo>
                  <a:lnTo>
                    <a:pt x="717642" y="201233"/>
                  </a:lnTo>
                  <a:lnTo>
                    <a:pt x="725528" y="200283"/>
                  </a:lnTo>
                  <a:lnTo>
                    <a:pt x="733414" y="199322"/>
                  </a:lnTo>
                  <a:lnTo>
                    <a:pt x="741300" y="198353"/>
                  </a:lnTo>
                  <a:lnTo>
                    <a:pt x="749187" y="197371"/>
                  </a:lnTo>
                  <a:lnTo>
                    <a:pt x="757073" y="196382"/>
                  </a:lnTo>
                  <a:lnTo>
                    <a:pt x="764959" y="195380"/>
                  </a:lnTo>
                  <a:lnTo>
                    <a:pt x="772845" y="194371"/>
                  </a:lnTo>
                  <a:lnTo>
                    <a:pt x="780731" y="193347"/>
                  </a:lnTo>
                  <a:lnTo>
                    <a:pt x="788618" y="192319"/>
                  </a:lnTo>
                  <a:lnTo>
                    <a:pt x="796504" y="191274"/>
                  </a:lnTo>
                  <a:lnTo>
                    <a:pt x="804390" y="190226"/>
                  </a:lnTo>
                  <a:lnTo>
                    <a:pt x="812276" y="189158"/>
                  </a:lnTo>
                  <a:lnTo>
                    <a:pt x="820162" y="188089"/>
                  </a:lnTo>
                  <a:lnTo>
                    <a:pt x="828048" y="187002"/>
                  </a:lnTo>
                  <a:lnTo>
                    <a:pt x="835935" y="185910"/>
                  </a:lnTo>
                  <a:lnTo>
                    <a:pt x="843821" y="184803"/>
                  </a:lnTo>
                  <a:lnTo>
                    <a:pt x="851707" y="183690"/>
                  </a:lnTo>
                  <a:lnTo>
                    <a:pt x="859593" y="182562"/>
                  </a:lnTo>
                  <a:lnTo>
                    <a:pt x="867479" y="181427"/>
                  </a:lnTo>
                  <a:lnTo>
                    <a:pt x="875366" y="180279"/>
                  </a:lnTo>
                  <a:lnTo>
                    <a:pt x="883252" y="179121"/>
                  </a:lnTo>
                  <a:lnTo>
                    <a:pt x="891138" y="177953"/>
                  </a:lnTo>
                  <a:lnTo>
                    <a:pt x="899024" y="176774"/>
                  </a:lnTo>
                  <a:lnTo>
                    <a:pt x="906910" y="175585"/>
                  </a:lnTo>
                  <a:lnTo>
                    <a:pt x="914796" y="174383"/>
                  </a:lnTo>
                  <a:lnTo>
                    <a:pt x="922683" y="173175"/>
                  </a:lnTo>
                  <a:lnTo>
                    <a:pt x="930569" y="171951"/>
                  </a:lnTo>
                  <a:lnTo>
                    <a:pt x="938455" y="170722"/>
                  </a:lnTo>
                  <a:lnTo>
                    <a:pt x="946341" y="169477"/>
                  </a:lnTo>
                  <a:lnTo>
                    <a:pt x="954227" y="168228"/>
                  </a:lnTo>
                  <a:lnTo>
                    <a:pt x="962113" y="166961"/>
                  </a:lnTo>
                  <a:lnTo>
                    <a:pt x="970000" y="165692"/>
                  </a:lnTo>
                  <a:lnTo>
                    <a:pt x="977886" y="164403"/>
                  </a:lnTo>
                  <a:lnTo>
                    <a:pt x="985772" y="163113"/>
                  </a:lnTo>
                  <a:lnTo>
                    <a:pt x="993658" y="161805"/>
                  </a:lnTo>
                  <a:lnTo>
                    <a:pt x="1001544" y="160493"/>
                  </a:lnTo>
                  <a:lnTo>
                    <a:pt x="1009431" y="159166"/>
                  </a:lnTo>
                  <a:lnTo>
                    <a:pt x="1017317" y="157833"/>
                  </a:lnTo>
                  <a:lnTo>
                    <a:pt x="1025203" y="156487"/>
                  </a:lnTo>
                  <a:lnTo>
                    <a:pt x="1033089" y="155133"/>
                  </a:lnTo>
                  <a:lnTo>
                    <a:pt x="1040975" y="153768"/>
                  </a:lnTo>
                  <a:lnTo>
                    <a:pt x="1048861" y="152395"/>
                  </a:lnTo>
                  <a:lnTo>
                    <a:pt x="1056748" y="151012"/>
                  </a:lnTo>
                  <a:lnTo>
                    <a:pt x="1064634" y="149618"/>
                  </a:lnTo>
                  <a:lnTo>
                    <a:pt x="1072520" y="148217"/>
                  </a:lnTo>
                  <a:lnTo>
                    <a:pt x="1080406" y="146805"/>
                  </a:lnTo>
                  <a:lnTo>
                    <a:pt x="1088292" y="145386"/>
                  </a:lnTo>
                  <a:lnTo>
                    <a:pt x="1096179" y="143955"/>
                  </a:lnTo>
                  <a:lnTo>
                    <a:pt x="1104065" y="142520"/>
                  </a:lnTo>
                  <a:lnTo>
                    <a:pt x="1111951" y="141071"/>
                  </a:lnTo>
                  <a:lnTo>
                    <a:pt x="1119837" y="139620"/>
                  </a:lnTo>
                  <a:lnTo>
                    <a:pt x="1127723" y="138153"/>
                  </a:lnTo>
                  <a:lnTo>
                    <a:pt x="1135609" y="136686"/>
                  </a:lnTo>
                  <a:lnTo>
                    <a:pt x="1143496" y="135204"/>
                  </a:lnTo>
                  <a:lnTo>
                    <a:pt x="1151382" y="133720"/>
                  </a:lnTo>
                  <a:lnTo>
                    <a:pt x="1159268" y="132223"/>
                  </a:lnTo>
                  <a:lnTo>
                    <a:pt x="1167154" y="130724"/>
                  </a:lnTo>
                  <a:lnTo>
                    <a:pt x="1175040" y="129214"/>
                  </a:lnTo>
                  <a:lnTo>
                    <a:pt x="1182927" y="127700"/>
                  </a:lnTo>
                  <a:lnTo>
                    <a:pt x="1190813" y="126178"/>
                  </a:lnTo>
                  <a:lnTo>
                    <a:pt x="1198699" y="124651"/>
                  </a:lnTo>
                  <a:lnTo>
                    <a:pt x="1206585" y="123117"/>
                  </a:lnTo>
                  <a:lnTo>
                    <a:pt x="1214471" y="121577"/>
                  </a:lnTo>
                  <a:lnTo>
                    <a:pt x="1222357" y="120032"/>
                  </a:lnTo>
                  <a:lnTo>
                    <a:pt x="1230244" y="118481"/>
                  </a:lnTo>
                  <a:lnTo>
                    <a:pt x="1238130" y="116926"/>
                  </a:lnTo>
                  <a:lnTo>
                    <a:pt x="1246016" y="115366"/>
                  </a:lnTo>
                  <a:lnTo>
                    <a:pt x="1253902" y="113802"/>
                  </a:lnTo>
                  <a:lnTo>
                    <a:pt x="1261788" y="112233"/>
                  </a:lnTo>
                  <a:lnTo>
                    <a:pt x="1269675" y="110661"/>
                  </a:lnTo>
                  <a:lnTo>
                    <a:pt x="1277561" y="109085"/>
                  </a:lnTo>
                  <a:lnTo>
                    <a:pt x="1285447" y="107507"/>
                  </a:lnTo>
                  <a:lnTo>
                    <a:pt x="1293333" y="105924"/>
                  </a:lnTo>
                  <a:lnTo>
                    <a:pt x="1301219" y="104341"/>
                  </a:lnTo>
                  <a:lnTo>
                    <a:pt x="1309105" y="102754"/>
                  </a:lnTo>
                  <a:lnTo>
                    <a:pt x="1316992" y="101166"/>
                  </a:lnTo>
                  <a:lnTo>
                    <a:pt x="1324878" y="99577"/>
                  </a:lnTo>
                  <a:lnTo>
                    <a:pt x="1332764" y="97986"/>
                  </a:lnTo>
                  <a:lnTo>
                    <a:pt x="1340650" y="96395"/>
                  </a:lnTo>
                  <a:lnTo>
                    <a:pt x="1348536" y="94804"/>
                  </a:lnTo>
                  <a:lnTo>
                    <a:pt x="1356423" y="93213"/>
                  </a:lnTo>
                  <a:lnTo>
                    <a:pt x="1364309" y="91622"/>
                  </a:lnTo>
                  <a:lnTo>
                    <a:pt x="1372195" y="90032"/>
                  </a:lnTo>
                  <a:lnTo>
                    <a:pt x="1380081" y="88444"/>
                  </a:lnTo>
                  <a:lnTo>
                    <a:pt x="1387967" y="86857"/>
                  </a:lnTo>
                  <a:lnTo>
                    <a:pt x="1395853" y="85272"/>
                  </a:lnTo>
                  <a:lnTo>
                    <a:pt x="1403740" y="83689"/>
                  </a:lnTo>
                  <a:lnTo>
                    <a:pt x="1411626" y="82111"/>
                  </a:lnTo>
                  <a:lnTo>
                    <a:pt x="1419512" y="80534"/>
                  </a:lnTo>
                  <a:lnTo>
                    <a:pt x="1427398" y="78962"/>
                  </a:lnTo>
                  <a:lnTo>
                    <a:pt x="1435284" y="77393"/>
                  </a:lnTo>
                  <a:lnTo>
                    <a:pt x="1443170" y="75831"/>
                  </a:lnTo>
                  <a:lnTo>
                    <a:pt x="1451057" y="74270"/>
                  </a:lnTo>
                  <a:lnTo>
                    <a:pt x="1458943" y="72720"/>
                  </a:lnTo>
                  <a:lnTo>
                    <a:pt x="1466829" y="71171"/>
                  </a:lnTo>
                  <a:lnTo>
                    <a:pt x="1474715" y="69632"/>
                  </a:lnTo>
                  <a:lnTo>
                    <a:pt x="1482601" y="68096"/>
                  </a:lnTo>
                  <a:lnTo>
                    <a:pt x="1490488" y="66572"/>
                  </a:lnTo>
                  <a:lnTo>
                    <a:pt x="1498374" y="65051"/>
                  </a:lnTo>
                  <a:lnTo>
                    <a:pt x="1506260" y="63542"/>
                  </a:lnTo>
                  <a:lnTo>
                    <a:pt x="1514146" y="62039"/>
                  </a:lnTo>
                  <a:lnTo>
                    <a:pt x="1522032" y="60546"/>
                  </a:lnTo>
                  <a:lnTo>
                    <a:pt x="1529918" y="59062"/>
                  </a:lnTo>
                  <a:lnTo>
                    <a:pt x="1537805" y="57588"/>
                  </a:lnTo>
                  <a:lnTo>
                    <a:pt x="1545691" y="56125"/>
                  </a:lnTo>
                  <a:lnTo>
                    <a:pt x="1553577" y="54671"/>
                  </a:lnTo>
                  <a:lnTo>
                    <a:pt x="1561463" y="53231"/>
                  </a:lnTo>
                  <a:lnTo>
                    <a:pt x="1569349" y="51799"/>
                  </a:lnTo>
                  <a:lnTo>
                    <a:pt x="1577236" y="50384"/>
                  </a:lnTo>
                  <a:lnTo>
                    <a:pt x="1585122" y="48974"/>
                  </a:lnTo>
                  <a:lnTo>
                    <a:pt x="1593008" y="47586"/>
                  </a:lnTo>
                  <a:lnTo>
                    <a:pt x="1600894" y="46201"/>
                  </a:lnTo>
                  <a:lnTo>
                    <a:pt x="1608780" y="44842"/>
                  </a:lnTo>
                  <a:lnTo>
                    <a:pt x="1616666" y="43484"/>
                  </a:lnTo>
                  <a:lnTo>
                    <a:pt x="1624553" y="42154"/>
                  </a:lnTo>
                  <a:lnTo>
                    <a:pt x="1632439" y="40827"/>
                  </a:lnTo>
                  <a:lnTo>
                    <a:pt x="1640325" y="39526"/>
                  </a:lnTo>
                  <a:lnTo>
                    <a:pt x="1648211" y="38231"/>
                  </a:lnTo>
                  <a:lnTo>
                    <a:pt x="1656097" y="36961"/>
                  </a:lnTo>
                  <a:lnTo>
                    <a:pt x="1663984" y="35701"/>
                  </a:lnTo>
                  <a:lnTo>
                    <a:pt x="1671870" y="34462"/>
                  </a:lnTo>
                  <a:lnTo>
                    <a:pt x="1679756" y="33238"/>
                  </a:lnTo>
                  <a:lnTo>
                    <a:pt x="1687642" y="32033"/>
                  </a:lnTo>
                  <a:lnTo>
                    <a:pt x="1695528" y="30845"/>
                  </a:lnTo>
                  <a:lnTo>
                    <a:pt x="1703414" y="29675"/>
                  </a:lnTo>
                  <a:lnTo>
                    <a:pt x="1711301" y="28526"/>
                  </a:lnTo>
                  <a:lnTo>
                    <a:pt x="1719187" y="27392"/>
                  </a:lnTo>
                  <a:lnTo>
                    <a:pt x="1727073" y="26284"/>
                  </a:lnTo>
                  <a:lnTo>
                    <a:pt x="1734959" y="25187"/>
                  </a:lnTo>
                  <a:lnTo>
                    <a:pt x="1742845" y="24120"/>
                  </a:lnTo>
                  <a:lnTo>
                    <a:pt x="1750732" y="23062"/>
                  </a:lnTo>
                  <a:lnTo>
                    <a:pt x="1758618" y="22038"/>
                  </a:lnTo>
                  <a:lnTo>
                    <a:pt x="1766504" y="21019"/>
                  </a:lnTo>
                  <a:lnTo>
                    <a:pt x="1774390" y="20039"/>
                  </a:lnTo>
                  <a:lnTo>
                    <a:pt x="1782276" y="19063"/>
                  </a:lnTo>
                  <a:lnTo>
                    <a:pt x="1790162" y="18126"/>
                  </a:lnTo>
                  <a:lnTo>
                    <a:pt x="1798049" y="17196"/>
                  </a:lnTo>
                  <a:lnTo>
                    <a:pt x="1805935" y="16301"/>
                  </a:lnTo>
                  <a:lnTo>
                    <a:pt x="1813821" y="15417"/>
                  </a:lnTo>
                  <a:lnTo>
                    <a:pt x="1821707" y="14566"/>
                  </a:lnTo>
                  <a:lnTo>
                    <a:pt x="1829593" y="13730"/>
                  </a:lnTo>
                  <a:lnTo>
                    <a:pt x="1837479" y="12923"/>
                  </a:lnTo>
                  <a:lnTo>
                    <a:pt x="1845366" y="12135"/>
                  </a:lnTo>
                  <a:lnTo>
                    <a:pt x="1853252" y="11373"/>
                  </a:lnTo>
                  <a:lnTo>
                    <a:pt x="1861138" y="10635"/>
                  </a:lnTo>
                  <a:lnTo>
                    <a:pt x="1869024" y="9918"/>
                  </a:lnTo>
                  <a:lnTo>
                    <a:pt x="1876910" y="9229"/>
                  </a:lnTo>
                  <a:lnTo>
                    <a:pt x="1884797" y="8559"/>
                  </a:lnTo>
                  <a:lnTo>
                    <a:pt x="1892683" y="7921"/>
                  </a:lnTo>
                  <a:lnTo>
                    <a:pt x="1900569" y="7297"/>
                  </a:lnTo>
                  <a:lnTo>
                    <a:pt x="1908455" y="6711"/>
                  </a:lnTo>
                  <a:lnTo>
                    <a:pt x="1916341" y="6134"/>
                  </a:lnTo>
                  <a:lnTo>
                    <a:pt x="1924227" y="5599"/>
                  </a:lnTo>
                  <a:lnTo>
                    <a:pt x="1932114" y="5069"/>
                  </a:lnTo>
                  <a:lnTo>
                    <a:pt x="1940000" y="4587"/>
                  </a:lnTo>
                  <a:lnTo>
                    <a:pt x="1947886" y="4108"/>
                  </a:lnTo>
                  <a:lnTo>
                    <a:pt x="1955772" y="3674"/>
                  </a:lnTo>
                  <a:lnTo>
                    <a:pt x="1963658" y="3249"/>
                  </a:lnTo>
                  <a:lnTo>
                    <a:pt x="1971545" y="2863"/>
                  </a:lnTo>
                  <a:lnTo>
                    <a:pt x="1979431" y="2490"/>
                  </a:lnTo>
                  <a:lnTo>
                    <a:pt x="1987317" y="2152"/>
                  </a:lnTo>
                  <a:lnTo>
                    <a:pt x="1995203" y="1832"/>
                  </a:lnTo>
                  <a:lnTo>
                    <a:pt x="2003089" y="1543"/>
                  </a:lnTo>
                  <a:lnTo>
                    <a:pt x="2010975" y="1275"/>
                  </a:lnTo>
                  <a:lnTo>
                    <a:pt x="2018862" y="1034"/>
                  </a:lnTo>
                  <a:lnTo>
                    <a:pt x="2026748" y="820"/>
                  </a:lnTo>
                  <a:lnTo>
                    <a:pt x="2034634" y="627"/>
                  </a:lnTo>
                  <a:lnTo>
                    <a:pt x="2042520" y="465"/>
                  </a:lnTo>
                  <a:lnTo>
                    <a:pt x="2050406" y="320"/>
                  </a:lnTo>
                  <a:lnTo>
                    <a:pt x="2058293" y="210"/>
                  </a:lnTo>
                  <a:lnTo>
                    <a:pt x="2066179" y="113"/>
                  </a:lnTo>
                  <a:lnTo>
                    <a:pt x="2074065" y="56"/>
                  </a:lnTo>
                  <a:lnTo>
                    <a:pt x="2081951" y="7"/>
                  </a:lnTo>
                  <a:lnTo>
                    <a:pt x="2089837" y="1"/>
                  </a:lnTo>
                  <a:lnTo>
                    <a:pt x="2097723" y="0"/>
                  </a:lnTo>
                  <a:lnTo>
                    <a:pt x="2105610" y="44"/>
                  </a:lnTo>
                  <a:lnTo>
                    <a:pt x="2113496" y="94"/>
                  </a:lnTo>
                  <a:lnTo>
                    <a:pt x="2121382" y="186"/>
                  </a:lnTo>
                  <a:lnTo>
                    <a:pt x="2129268" y="287"/>
                  </a:lnTo>
                  <a:lnTo>
                    <a:pt x="2137154" y="424"/>
                  </a:lnTo>
                  <a:lnTo>
                    <a:pt x="2145041" y="575"/>
                  </a:lnTo>
                  <a:lnTo>
                    <a:pt x="2152927" y="758"/>
                  </a:lnTo>
                  <a:lnTo>
                    <a:pt x="2160813" y="959"/>
                  </a:lnTo>
                  <a:lnTo>
                    <a:pt x="2168699" y="1187"/>
                  </a:lnTo>
                  <a:lnTo>
                    <a:pt x="2176585" y="1436"/>
                  </a:lnTo>
                  <a:lnTo>
                    <a:pt x="2184471" y="1708"/>
                  </a:lnTo>
                  <a:lnTo>
                    <a:pt x="2192358" y="2006"/>
                  </a:lnTo>
                  <a:lnTo>
                    <a:pt x="2200244" y="2322"/>
                  </a:lnTo>
                  <a:lnTo>
                    <a:pt x="2208130" y="2667"/>
                  </a:lnTo>
                  <a:lnTo>
                    <a:pt x="2216016" y="3026"/>
                  </a:lnTo>
                  <a:lnTo>
                    <a:pt x="2223902" y="3417"/>
                  </a:lnTo>
                  <a:lnTo>
                    <a:pt x="2231789" y="3819"/>
                  </a:lnTo>
                  <a:lnTo>
                    <a:pt x="2239675" y="4255"/>
                  </a:lnTo>
                  <a:lnTo>
                    <a:pt x="2247561" y="4698"/>
                  </a:lnTo>
                  <a:lnTo>
                    <a:pt x="2255447" y="5180"/>
                  </a:lnTo>
                  <a:lnTo>
                    <a:pt x="2263333" y="5665"/>
                  </a:lnTo>
                  <a:lnTo>
                    <a:pt x="2271219" y="6189"/>
                  </a:lnTo>
                  <a:lnTo>
                    <a:pt x="2279106" y="6717"/>
                  </a:lnTo>
                  <a:lnTo>
                    <a:pt x="2286992" y="7280"/>
                  </a:lnTo>
                  <a:lnTo>
                    <a:pt x="2294878" y="7851"/>
                  </a:lnTo>
                  <a:lnTo>
                    <a:pt x="2302764" y="8451"/>
                  </a:lnTo>
                  <a:lnTo>
                    <a:pt x="2310650" y="9064"/>
                  </a:lnTo>
                  <a:lnTo>
                    <a:pt x="2318536" y="9702"/>
                  </a:lnTo>
                  <a:lnTo>
                    <a:pt x="2326423" y="10354"/>
                  </a:lnTo>
                  <a:lnTo>
                    <a:pt x="2334309" y="11028"/>
                  </a:lnTo>
                  <a:lnTo>
                    <a:pt x="2342195" y="11720"/>
                  </a:lnTo>
                  <a:lnTo>
                    <a:pt x="2350081" y="12429"/>
                  </a:lnTo>
                  <a:lnTo>
                    <a:pt x="2357967" y="13159"/>
                  </a:lnTo>
                  <a:lnTo>
                    <a:pt x="2365854" y="13903"/>
                  </a:lnTo>
                  <a:lnTo>
                    <a:pt x="2373740" y="14669"/>
                  </a:lnTo>
                  <a:lnTo>
                    <a:pt x="2381626" y="15446"/>
                  </a:lnTo>
                  <a:lnTo>
                    <a:pt x="2389512" y="16248"/>
                  </a:lnTo>
                  <a:lnTo>
                    <a:pt x="2397398" y="17057"/>
                  </a:lnTo>
                  <a:lnTo>
                    <a:pt x="2405284" y="17893"/>
                  </a:lnTo>
                  <a:lnTo>
                    <a:pt x="2413171" y="18733"/>
                  </a:lnTo>
                  <a:lnTo>
                    <a:pt x="2421057" y="19603"/>
                  </a:lnTo>
                  <a:lnTo>
                    <a:pt x="2428943" y="20475"/>
                  </a:lnTo>
                  <a:lnTo>
                    <a:pt x="2436829" y="21374"/>
                  </a:lnTo>
                  <a:lnTo>
                    <a:pt x="2444715" y="22277"/>
                  </a:lnTo>
                  <a:lnTo>
                    <a:pt x="2452602" y="23205"/>
                  </a:lnTo>
                  <a:lnTo>
                    <a:pt x="2460488" y="24138"/>
                  </a:lnTo>
                  <a:lnTo>
                    <a:pt x="2468374" y="25092"/>
                  </a:lnTo>
                  <a:lnTo>
                    <a:pt x="2476260" y="26055"/>
                  </a:lnTo>
                  <a:lnTo>
                    <a:pt x="2484146" y="27035"/>
                  </a:lnTo>
                  <a:lnTo>
                    <a:pt x="2492032" y="28025"/>
                  </a:lnTo>
                  <a:lnTo>
                    <a:pt x="2499919" y="29030"/>
                  </a:lnTo>
                  <a:lnTo>
                    <a:pt x="2507805" y="30047"/>
                  </a:lnTo>
                  <a:lnTo>
                    <a:pt x="2515691" y="31074"/>
                  </a:lnTo>
                  <a:lnTo>
                    <a:pt x="2523577" y="32116"/>
                  </a:lnTo>
                  <a:lnTo>
                    <a:pt x="2531463" y="33166"/>
                  </a:lnTo>
                  <a:lnTo>
                    <a:pt x="2539350" y="34232"/>
                  </a:lnTo>
                  <a:lnTo>
                    <a:pt x="2547236" y="35304"/>
                  </a:lnTo>
                  <a:lnTo>
                    <a:pt x="2555122" y="36391"/>
                  </a:lnTo>
                  <a:lnTo>
                    <a:pt x="2563008" y="37483"/>
                  </a:lnTo>
                  <a:lnTo>
                    <a:pt x="2570894" y="38592"/>
                  </a:lnTo>
                  <a:lnTo>
                    <a:pt x="2578780" y="39703"/>
                  </a:lnTo>
                  <a:lnTo>
                    <a:pt x="2586667" y="40832"/>
                  </a:lnTo>
                  <a:lnTo>
                    <a:pt x="2594553" y="41962"/>
                  </a:lnTo>
                  <a:lnTo>
                    <a:pt x="2602439" y="43108"/>
                  </a:lnTo>
                  <a:lnTo>
                    <a:pt x="2610325" y="44257"/>
                  </a:lnTo>
                  <a:lnTo>
                    <a:pt x="2618211" y="45418"/>
                  </a:lnTo>
                  <a:lnTo>
                    <a:pt x="2626098" y="46584"/>
                  </a:lnTo>
                  <a:lnTo>
                    <a:pt x="2633984" y="47760"/>
                  </a:lnTo>
                  <a:lnTo>
                    <a:pt x="2641870" y="48942"/>
                  </a:lnTo>
                  <a:lnTo>
                    <a:pt x="2649756" y="50132"/>
                  </a:lnTo>
                  <a:lnTo>
                    <a:pt x="2657642" y="51328"/>
                  </a:lnTo>
                  <a:lnTo>
                    <a:pt x="2665528" y="52531"/>
                  </a:lnTo>
                  <a:lnTo>
                    <a:pt x="2673415" y="53740"/>
                  </a:lnTo>
                  <a:lnTo>
                    <a:pt x="2681301" y="54955"/>
                  </a:lnTo>
                  <a:lnTo>
                    <a:pt x="2689187" y="56176"/>
                  </a:lnTo>
                  <a:lnTo>
                    <a:pt x="2697073" y="57401"/>
                  </a:lnTo>
                  <a:lnTo>
                    <a:pt x="2704959" y="58633"/>
                  </a:lnTo>
                  <a:lnTo>
                    <a:pt x="2712846" y="59868"/>
                  </a:lnTo>
                  <a:lnTo>
                    <a:pt x="2720732" y="61110"/>
                  </a:lnTo>
                  <a:lnTo>
                    <a:pt x="2728618" y="62354"/>
                  </a:lnTo>
                  <a:lnTo>
                    <a:pt x="2736504" y="63604"/>
                  </a:lnTo>
                  <a:lnTo>
                    <a:pt x="2744390" y="64856"/>
                  </a:lnTo>
                  <a:lnTo>
                    <a:pt x="2752276" y="66114"/>
                  </a:lnTo>
                  <a:lnTo>
                    <a:pt x="2760163" y="67373"/>
                  </a:lnTo>
                  <a:lnTo>
                    <a:pt x="2768049" y="68637"/>
                  </a:lnTo>
                  <a:lnTo>
                    <a:pt x="2775935" y="69902"/>
                  </a:lnTo>
                  <a:lnTo>
                    <a:pt x="2783821" y="71171"/>
                  </a:lnTo>
                  <a:lnTo>
                    <a:pt x="2791707" y="72441"/>
                  </a:lnTo>
                  <a:lnTo>
                    <a:pt x="2799593" y="73715"/>
                  </a:lnTo>
                  <a:lnTo>
                    <a:pt x="2807480" y="74989"/>
                  </a:lnTo>
                  <a:lnTo>
                    <a:pt x="2815366" y="76266"/>
                  </a:lnTo>
                  <a:lnTo>
                    <a:pt x="2823252" y="77544"/>
                  </a:lnTo>
                  <a:lnTo>
                    <a:pt x="2831138" y="78824"/>
                  </a:lnTo>
                  <a:lnTo>
                    <a:pt x="2839024" y="80104"/>
                  </a:lnTo>
                  <a:lnTo>
                    <a:pt x="2846911" y="81385"/>
                  </a:lnTo>
                  <a:lnTo>
                    <a:pt x="2854797" y="82667"/>
                  </a:lnTo>
                  <a:lnTo>
                    <a:pt x="2862683" y="83950"/>
                  </a:lnTo>
                  <a:lnTo>
                    <a:pt x="2870569" y="85233"/>
                  </a:lnTo>
                  <a:lnTo>
                    <a:pt x="2878455" y="86515"/>
                  </a:lnTo>
                  <a:lnTo>
                    <a:pt x="2886341" y="87798"/>
                  </a:lnTo>
                  <a:lnTo>
                    <a:pt x="2894228" y="89081"/>
                  </a:lnTo>
                  <a:lnTo>
                    <a:pt x="2902114" y="90363"/>
                  </a:lnTo>
                  <a:lnTo>
                    <a:pt x="2910000" y="91644"/>
                  </a:lnTo>
                  <a:lnTo>
                    <a:pt x="2917886" y="92925"/>
                  </a:lnTo>
                  <a:lnTo>
                    <a:pt x="2925772" y="94205"/>
                  </a:lnTo>
                  <a:lnTo>
                    <a:pt x="2933659" y="95483"/>
                  </a:lnTo>
                  <a:lnTo>
                    <a:pt x="2941545" y="96761"/>
                  </a:lnTo>
                  <a:lnTo>
                    <a:pt x="2949431" y="98036"/>
                  </a:lnTo>
                  <a:lnTo>
                    <a:pt x="2957317" y="99311"/>
                  </a:lnTo>
                  <a:lnTo>
                    <a:pt x="2965203" y="100584"/>
                  </a:lnTo>
                  <a:lnTo>
                    <a:pt x="2973089" y="101855"/>
                  </a:lnTo>
                  <a:lnTo>
                    <a:pt x="2980976" y="103124"/>
                  </a:lnTo>
                  <a:lnTo>
                    <a:pt x="2988862" y="104391"/>
                  </a:lnTo>
                  <a:lnTo>
                    <a:pt x="2996748" y="105656"/>
                  </a:lnTo>
                  <a:lnTo>
                    <a:pt x="3004634" y="106918"/>
                  </a:lnTo>
                  <a:lnTo>
                    <a:pt x="3012520" y="108179"/>
                  </a:lnTo>
                  <a:lnTo>
                    <a:pt x="3020407" y="109436"/>
                  </a:lnTo>
                  <a:lnTo>
                    <a:pt x="3028293" y="110692"/>
                  </a:lnTo>
                  <a:lnTo>
                    <a:pt x="3036179" y="111943"/>
                  </a:lnTo>
                  <a:lnTo>
                    <a:pt x="3044065" y="113194"/>
                  </a:lnTo>
                  <a:lnTo>
                    <a:pt x="3051951" y="114439"/>
                  </a:lnTo>
                  <a:lnTo>
                    <a:pt x="3059837" y="115684"/>
                  </a:lnTo>
                  <a:lnTo>
                    <a:pt x="3067724" y="116923"/>
                  </a:lnTo>
                  <a:lnTo>
                    <a:pt x="3075610" y="118162"/>
                  </a:lnTo>
                  <a:lnTo>
                    <a:pt x="3083496" y="119395"/>
                  </a:lnTo>
                  <a:lnTo>
                    <a:pt x="3091382" y="120626"/>
                  </a:lnTo>
                  <a:lnTo>
                    <a:pt x="3099268" y="121853"/>
                  </a:lnTo>
                  <a:lnTo>
                    <a:pt x="3107155" y="123078"/>
                  </a:lnTo>
                  <a:lnTo>
                    <a:pt x="3115041" y="124297"/>
                  </a:lnTo>
                  <a:lnTo>
                    <a:pt x="3122927" y="125515"/>
                  </a:lnTo>
                  <a:lnTo>
                    <a:pt x="3130813" y="126728"/>
                  </a:lnTo>
                  <a:lnTo>
                    <a:pt x="3138699" y="127937"/>
                  </a:lnTo>
                  <a:lnTo>
                    <a:pt x="3146585" y="129143"/>
                  </a:lnTo>
                  <a:lnTo>
                    <a:pt x="3154472" y="130345"/>
                  </a:lnTo>
                  <a:lnTo>
                    <a:pt x="3162358" y="131544"/>
                  </a:lnTo>
                  <a:lnTo>
                    <a:pt x="3170244" y="132738"/>
                  </a:lnTo>
                  <a:lnTo>
                    <a:pt x="3178130" y="133929"/>
                  </a:lnTo>
                  <a:lnTo>
                    <a:pt x="3186016" y="135115"/>
                  </a:lnTo>
                  <a:lnTo>
                    <a:pt x="3193903" y="136298"/>
                  </a:lnTo>
                  <a:lnTo>
                    <a:pt x="3201789" y="137476"/>
                  </a:lnTo>
                  <a:lnTo>
                    <a:pt x="3209675" y="138652"/>
                  </a:lnTo>
                  <a:lnTo>
                    <a:pt x="3217561" y="139820"/>
                  </a:lnTo>
                  <a:lnTo>
                    <a:pt x="3225447" y="140989"/>
                  </a:lnTo>
                  <a:lnTo>
                    <a:pt x="3233333" y="142149"/>
                  </a:lnTo>
                  <a:lnTo>
                    <a:pt x="3241220" y="143308"/>
                  </a:lnTo>
                  <a:lnTo>
                    <a:pt x="3249106" y="144461"/>
                  </a:lnTo>
                  <a:lnTo>
                    <a:pt x="3256992" y="145612"/>
                  </a:lnTo>
                  <a:lnTo>
                    <a:pt x="3264878" y="146756"/>
                  </a:lnTo>
                  <a:lnTo>
                    <a:pt x="3272764" y="147898"/>
                  </a:lnTo>
                  <a:lnTo>
                    <a:pt x="3280650" y="149034"/>
                  </a:lnTo>
                  <a:lnTo>
                    <a:pt x="3288537" y="150168"/>
                  </a:lnTo>
                  <a:lnTo>
                    <a:pt x="3296423" y="151296"/>
                  </a:lnTo>
                  <a:lnTo>
                    <a:pt x="3304309" y="152420"/>
                  </a:lnTo>
                  <a:lnTo>
                    <a:pt x="3312195" y="153540"/>
                  </a:lnTo>
                  <a:lnTo>
                    <a:pt x="3320081" y="154655"/>
                  </a:lnTo>
                  <a:lnTo>
                    <a:pt x="3327968" y="155767"/>
                  </a:lnTo>
                  <a:lnTo>
                    <a:pt x="3335854" y="156874"/>
                  </a:lnTo>
                  <a:lnTo>
                    <a:pt x="3343740" y="157977"/>
                  </a:lnTo>
                  <a:lnTo>
                    <a:pt x="3351626" y="159074"/>
                  </a:lnTo>
                  <a:lnTo>
                    <a:pt x="3359512" y="160170"/>
                  </a:lnTo>
                  <a:lnTo>
                    <a:pt x="3367398" y="161258"/>
                  </a:lnTo>
                  <a:lnTo>
                    <a:pt x="3375285" y="162345"/>
                  </a:lnTo>
                  <a:lnTo>
                    <a:pt x="3383171" y="163424"/>
                  </a:lnTo>
                  <a:lnTo>
                    <a:pt x="3391057" y="164502"/>
                  </a:lnTo>
                  <a:lnTo>
                    <a:pt x="3398943" y="165573"/>
                  </a:lnTo>
                  <a:lnTo>
                    <a:pt x="3406829" y="166642"/>
                  </a:lnTo>
                  <a:lnTo>
                    <a:pt x="3414716" y="167704"/>
                  </a:lnTo>
                  <a:lnTo>
                    <a:pt x="3422602" y="168764"/>
                  </a:lnTo>
                  <a:lnTo>
                    <a:pt x="3430488" y="169818"/>
                  </a:lnTo>
                  <a:lnTo>
                    <a:pt x="3438374" y="170869"/>
                  </a:lnTo>
                  <a:lnTo>
                    <a:pt x="3446260" y="171914"/>
                  </a:lnTo>
                  <a:lnTo>
                    <a:pt x="3454146" y="172956"/>
                  </a:lnTo>
                  <a:lnTo>
                    <a:pt x="3462033" y="173992"/>
                  </a:lnTo>
                  <a:lnTo>
                    <a:pt x="3469919" y="175025"/>
                  </a:lnTo>
                  <a:lnTo>
                    <a:pt x="3477805" y="176053"/>
                  </a:lnTo>
                  <a:lnTo>
                    <a:pt x="3485691" y="177076"/>
                  </a:lnTo>
                  <a:lnTo>
                    <a:pt x="3493577" y="178096"/>
                  </a:lnTo>
                  <a:lnTo>
                    <a:pt x="3501464" y="179110"/>
                  </a:lnTo>
                  <a:lnTo>
                    <a:pt x="3509350" y="180121"/>
                  </a:lnTo>
                  <a:lnTo>
                    <a:pt x="3517236" y="181126"/>
                  </a:lnTo>
                  <a:lnTo>
                    <a:pt x="3525122" y="182129"/>
                  </a:lnTo>
                  <a:lnTo>
                    <a:pt x="3533008" y="183124"/>
                  </a:lnTo>
                  <a:lnTo>
                    <a:pt x="3540894" y="184118"/>
                  </a:lnTo>
                  <a:lnTo>
                    <a:pt x="3548781" y="185104"/>
                  </a:lnTo>
                  <a:lnTo>
                    <a:pt x="3556667" y="186089"/>
                  </a:lnTo>
                  <a:lnTo>
                    <a:pt x="3564553" y="187065"/>
                  </a:lnTo>
                  <a:lnTo>
                    <a:pt x="3572439" y="188041"/>
                  </a:lnTo>
                  <a:lnTo>
                    <a:pt x="3580325" y="189009"/>
                  </a:lnTo>
                  <a:lnTo>
                    <a:pt x="3588212" y="189975"/>
                  </a:lnTo>
                  <a:lnTo>
                    <a:pt x="3596098" y="190934"/>
                  </a:lnTo>
                  <a:lnTo>
                    <a:pt x="3603984" y="191890"/>
                  </a:lnTo>
                  <a:lnTo>
                    <a:pt x="3611870" y="192840"/>
                  </a:lnTo>
                  <a:lnTo>
                    <a:pt x="3619756" y="193787"/>
                  </a:lnTo>
                  <a:lnTo>
                    <a:pt x="3627642" y="194728"/>
                  </a:lnTo>
                  <a:lnTo>
                    <a:pt x="3635529" y="195664"/>
                  </a:lnTo>
                  <a:lnTo>
                    <a:pt x="3643415" y="196597"/>
                  </a:lnTo>
                  <a:lnTo>
                    <a:pt x="3651301" y="197523"/>
                  </a:lnTo>
                  <a:lnTo>
                    <a:pt x="3659187" y="198446"/>
                  </a:lnTo>
                  <a:lnTo>
                    <a:pt x="3667073" y="199363"/>
                  </a:lnTo>
                  <a:lnTo>
                    <a:pt x="3674959" y="200277"/>
                  </a:lnTo>
                  <a:lnTo>
                    <a:pt x="3682846" y="201183"/>
                  </a:lnTo>
                  <a:lnTo>
                    <a:pt x="3690732" y="202088"/>
                  </a:lnTo>
                  <a:lnTo>
                    <a:pt x="3698618" y="202984"/>
                  </a:lnTo>
                  <a:lnTo>
                    <a:pt x="3706504" y="203879"/>
                  </a:lnTo>
                  <a:lnTo>
                    <a:pt x="3714390" y="204765"/>
                  </a:lnTo>
                  <a:lnTo>
                    <a:pt x="3722277" y="205650"/>
                  </a:lnTo>
                  <a:lnTo>
                    <a:pt x="3730163" y="206526"/>
                  </a:lnTo>
                  <a:lnTo>
                    <a:pt x="3738049" y="207400"/>
                  </a:lnTo>
                  <a:lnTo>
                    <a:pt x="3745935" y="208266"/>
                  </a:lnTo>
                  <a:lnTo>
                    <a:pt x="3753821" y="209129"/>
                  </a:lnTo>
                  <a:lnTo>
                    <a:pt x="3761707" y="209986"/>
                  </a:lnTo>
                  <a:lnTo>
                    <a:pt x="3769594" y="210838"/>
                  </a:lnTo>
                  <a:lnTo>
                    <a:pt x="3777480" y="211685"/>
                  </a:lnTo>
                  <a:lnTo>
                    <a:pt x="3785366" y="212526"/>
                  </a:lnTo>
                  <a:lnTo>
                    <a:pt x="3793252" y="213363"/>
                  </a:lnTo>
                  <a:lnTo>
                    <a:pt x="3801138" y="214193"/>
                  </a:lnTo>
                  <a:lnTo>
                    <a:pt x="3809025" y="215019"/>
                  </a:lnTo>
                  <a:lnTo>
                    <a:pt x="3816911" y="215838"/>
                  </a:lnTo>
                  <a:lnTo>
                    <a:pt x="3824797" y="216654"/>
                  </a:lnTo>
                  <a:lnTo>
                    <a:pt x="3832683" y="217461"/>
                  </a:lnTo>
                  <a:lnTo>
                    <a:pt x="3840569" y="218266"/>
                  </a:lnTo>
                  <a:lnTo>
                    <a:pt x="3848455" y="219063"/>
                  </a:lnTo>
                  <a:lnTo>
                    <a:pt x="3856342" y="219857"/>
                  </a:lnTo>
                  <a:lnTo>
                    <a:pt x="3864228" y="220641"/>
                  </a:lnTo>
                  <a:lnTo>
                    <a:pt x="3872114" y="221424"/>
                  </a:lnTo>
                  <a:lnTo>
                    <a:pt x="3880000" y="222197"/>
                  </a:lnTo>
                  <a:lnTo>
                    <a:pt x="3887886" y="222968"/>
                  </a:lnTo>
                  <a:lnTo>
                    <a:pt x="3895773" y="223730"/>
                  </a:lnTo>
                  <a:lnTo>
                    <a:pt x="3903659" y="224489"/>
                  </a:lnTo>
                  <a:lnTo>
                    <a:pt x="3911545" y="225239"/>
                  </a:lnTo>
                  <a:lnTo>
                    <a:pt x="3919431" y="225986"/>
                  </a:lnTo>
                  <a:lnTo>
                    <a:pt x="3927317" y="226725"/>
                  </a:lnTo>
                  <a:lnTo>
                    <a:pt x="3935203" y="227459"/>
                  </a:lnTo>
                  <a:lnTo>
                    <a:pt x="3943090" y="228187"/>
                  </a:lnTo>
                  <a:lnTo>
                    <a:pt x="3950976" y="228908"/>
                  </a:lnTo>
                  <a:lnTo>
                    <a:pt x="3958862" y="229624"/>
                  </a:lnTo>
                  <a:lnTo>
                    <a:pt x="3966748" y="230333"/>
                  </a:lnTo>
                  <a:lnTo>
                    <a:pt x="3974634" y="231037"/>
                  </a:lnTo>
                  <a:lnTo>
                    <a:pt x="3982521" y="231733"/>
                  </a:lnTo>
                  <a:lnTo>
                    <a:pt x="3990407" y="232425"/>
                  </a:lnTo>
                  <a:lnTo>
                    <a:pt x="3998293" y="233108"/>
                  </a:lnTo>
                  <a:lnTo>
                    <a:pt x="4006179" y="233788"/>
                  </a:lnTo>
                  <a:lnTo>
                    <a:pt x="4014065" y="234458"/>
                  </a:lnTo>
                  <a:lnTo>
                    <a:pt x="4021951" y="235126"/>
                  </a:lnTo>
                  <a:lnTo>
                    <a:pt x="4029838" y="235782"/>
                  </a:lnTo>
                  <a:lnTo>
                    <a:pt x="4029838" y="272498"/>
                  </a:lnTo>
                  <a:lnTo>
                    <a:pt x="4021951" y="272498"/>
                  </a:lnTo>
                  <a:lnTo>
                    <a:pt x="4014065" y="272498"/>
                  </a:lnTo>
                  <a:lnTo>
                    <a:pt x="4006179" y="272498"/>
                  </a:lnTo>
                  <a:lnTo>
                    <a:pt x="3998293" y="272498"/>
                  </a:lnTo>
                  <a:lnTo>
                    <a:pt x="3990407" y="272498"/>
                  </a:lnTo>
                  <a:lnTo>
                    <a:pt x="3982521" y="272498"/>
                  </a:lnTo>
                  <a:lnTo>
                    <a:pt x="3974634" y="272498"/>
                  </a:lnTo>
                  <a:lnTo>
                    <a:pt x="3966748" y="272498"/>
                  </a:lnTo>
                  <a:lnTo>
                    <a:pt x="3958862" y="272498"/>
                  </a:lnTo>
                  <a:lnTo>
                    <a:pt x="3950976" y="272498"/>
                  </a:lnTo>
                  <a:lnTo>
                    <a:pt x="3943090" y="272498"/>
                  </a:lnTo>
                  <a:lnTo>
                    <a:pt x="3935203" y="272498"/>
                  </a:lnTo>
                  <a:lnTo>
                    <a:pt x="3927317" y="272498"/>
                  </a:lnTo>
                  <a:lnTo>
                    <a:pt x="3919431" y="272498"/>
                  </a:lnTo>
                  <a:lnTo>
                    <a:pt x="3911545" y="272498"/>
                  </a:lnTo>
                  <a:lnTo>
                    <a:pt x="3903659" y="272498"/>
                  </a:lnTo>
                  <a:lnTo>
                    <a:pt x="3895773" y="272498"/>
                  </a:lnTo>
                  <a:lnTo>
                    <a:pt x="3887886" y="272498"/>
                  </a:lnTo>
                  <a:lnTo>
                    <a:pt x="3880000" y="272498"/>
                  </a:lnTo>
                  <a:lnTo>
                    <a:pt x="3872114" y="272498"/>
                  </a:lnTo>
                  <a:lnTo>
                    <a:pt x="3864228" y="272498"/>
                  </a:lnTo>
                  <a:lnTo>
                    <a:pt x="3856342" y="272498"/>
                  </a:lnTo>
                  <a:lnTo>
                    <a:pt x="3848455" y="272498"/>
                  </a:lnTo>
                  <a:lnTo>
                    <a:pt x="3840569" y="272498"/>
                  </a:lnTo>
                  <a:lnTo>
                    <a:pt x="3832683" y="272498"/>
                  </a:lnTo>
                  <a:lnTo>
                    <a:pt x="3824797" y="272498"/>
                  </a:lnTo>
                  <a:lnTo>
                    <a:pt x="3816911" y="272498"/>
                  </a:lnTo>
                  <a:lnTo>
                    <a:pt x="3809025" y="272498"/>
                  </a:lnTo>
                  <a:lnTo>
                    <a:pt x="3801138" y="272498"/>
                  </a:lnTo>
                  <a:lnTo>
                    <a:pt x="3793252" y="272498"/>
                  </a:lnTo>
                  <a:lnTo>
                    <a:pt x="3785366" y="272498"/>
                  </a:lnTo>
                  <a:lnTo>
                    <a:pt x="3777480" y="272498"/>
                  </a:lnTo>
                  <a:lnTo>
                    <a:pt x="3769594" y="272498"/>
                  </a:lnTo>
                  <a:lnTo>
                    <a:pt x="3761707" y="272498"/>
                  </a:lnTo>
                  <a:lnTo>
                    <a:pt x="3753821" y="272498"/>
                  </a:lnTo>
                  <a:lnTo>
                    <a:pt x="3745935" y="272498"/>
                  </a:lnTo>
                  <a:lnTo>
                    <a:pt x="3738049" y="272498"/>
                  </a:lnTo>
                  <a:lnTo>
                    <a:pt x="3730163" y="272498"/>
                  </a:lnTo>
                  <a:lnTo>
                    <a:pt x="3722277" y="272498"/>
                  </a:lnTo>
                  <a:lnTo>
                    <a:pt x="3714390" y="272498"/>
                  </a:lnTo>
                  <a:lnTo>
                    <a:pt x="3706504" y="272498"/>
                  </a:lnTo>
                  <a:lnTo>
                    <a:pt x="3698618" y="272498"/>
                  </a:lnTo>
                  <a:lnTo>
                    <a:pt x="3690732" y="272498"/>
                  </a:lnTo>
                  <a:lnTo>
                    <a:pt x="3682846" y="272498"/>
                  </a:lnTo>
                  <a:lnTo>
                    <a:pt x="3674959" y="272498"/>
                  </a:lnTo>
                  <a:lnTo>
                    <a:pt x="3667073" y="272498"/>
                  </a:lnTo>
                  <a:lnTo>
                    <a:pt x="3659187" y="272498"/>
                  </a:lnTo>
                  <a:lnTo>
                    <a:pt x="3651301" y="272498"/>
                  </a:lnTo>
                  <a:lnTo>
                    <a:pt x="3643415" y="272498"/>
                  </a:lnTo>
                  <a:lnTo>
                    <a:pt x="3635529" y="272498"/>
                  </a:lnTo>
                  <a:lnTo>
                    <a:pt x="3627642" y="272498"/>
                  </a:lnTo>
                  <a:lnTo>
                    <a:pt x="3619756" y="272498"/>
                  </a:lnTo>
                  <a:lnTo>
                    <a:pt x="3611870" y="272498"/>
                  </a:lnTo>
                  <a:lnTo>
                    <a:pt x="3603984" y="272498"/>
                  </a:lnTo>
                  <a:lnTo>
                    <a:pt x="3596098" y="272498"/>
                  </a:lnTo>
                  <a:lnTo>
                    <a:pt x="3588212" y="272498"/>
                  </a:lnTo>
                  <a:lnTo>
                    <a:pt x="3580325" y="272498"/>
                  </a:lnTo>
                  <a:lnTo>
                    <a:pt x="3572439" y="272498"/>
                  </a:lnTo>
                  <a:lnTo>
                    <a:pt x="3564553" y="272498"/>
                  </a:lnTo>
                  <a:lnTo>
                    <a:pt x="3556667" y="272498"/>
                  </a:lnTo>
                  <a:lnTo>
                    <a:pt x="3548781" y="272498"/>
                  </a:lnTo>
                  <a:lnTo>
                    <a:pt x="3540894" y="272498"/>
                  </a:lnTo>
                  <a:lnTo>
                    <a:pt x="3533008" y="272498"/>
                  </a:lnTo>
                  <a:lnTo>
                    <a:pt x="3525122" y="272498"/>
                  </a:lnTo>
                  <a:lnTo>
                    <a:pt x="3517236" y="272498"/>
                  </a:lnTo>
                  <a:lnTo>
                    <a:pt x="3509350" y="272498"/>
                  </a:lnTo>
                  <a:lnTo>
                    <a:pt x="3501464" y="272498"/>
                  </a:lnTo>
                  <a:lnTo>
                    <a:pt x="3493577" y="272498"/>
                  </a:lnTo>
                  <a:lnTo>
                    <a:pt x="3485691" y="272498"/>
                  </a:lnTo>
                  <a:lnTo>
                    <a:pt x="3477805" y="272498"/>
                  </a:lnTo>
                  <a:lnTo>
                    <a:pt x="3469919" y="272498"/>
                  </a:lnTo>
                  <a:lnTo>
                    <a:pt x="3462033" y="272498"/>
                  </a:lnTo>
                  <a:lnTo>
                    <a:pt x="3454146" y="272498"/>
                  </a:lnTo>
                  <a:lnTo>
                    <a:pt x="3446260" y="272498"/>
                  </a:lnTo>
                  <a:lnTo>
                    <a:pt x="3438374" y="272498"/>
                  </a:lnTo>
                  <a:lnTo>
                    <a:pt x="3430488" y="272498"/>
                  </a:lnTo>
                  <a:lnTo>
                    <a:pt x="3422602" y="272498"/>
                  </a:lnTo>
                  <a:lnTo>
                    <a:pt x="3414716" y="272498"/>
                  </a:lnTo>
                  <a:lnTo>
                    <a:pt x="3406829" y="272498"/>
                  </a:lnTo>
                  <a:lnTo>
                    <a:pt x="3398943" y="272498"/>
                  </a:lnTo>
                  <a:lnTo>
                    <a:pt x="3391057" y="272498"/>
                  </a:lnTo>
                  <a:lnTo>
                    <a:pt x="3383171" y="272498"/>
                  </a:lnTo>
                  <a:lnTo>
                    <a:pt x="3375285" y="272498"/>
                  </a:lnTo>
                  <a:lnTo>
                    <a:pt x="3367398" y="272498"/>
                  </a:lnTo>
                  <a:lnTo>
                    <a:pt x="3359512" y="272498"/>
                  </a:lnTo>
                  <a:lnTo>
                    <a:pt x="3351626" y="272498"/>
                  </a:lnTo>
                  <a:lnTo>
                    <a:pt x="3343740" y="272498"/>
                  </a:lnTo>
                  <a:lnTo>
                    <a:pt x="3335854" y="272498"/>
                  </a:lnTo>
                  <a:lnTo>
                    <a:pt x="3327968" y="272498"/>
                  </a:lnTo>
                  <a:lnTo>
                    <a:pt x="3320081" y="272498"/>
                  </a:lnTo>
                  <a:lnTo>
                    <a:pt x="3312195" y="272498"/>
                  </a:lnTo>
                  <a:lnTo>
                    <a:pt x="3304309" y="272498"/>
                  </a:lnTo>
                  <a:lnTo>
                    <a:pt x="3296423" y="272498"/>
                  </a:lnTo>
                  <a:lnTo>
                    <a:pt x="3288537" y="272498"/>
                  </a:lnTo>
                  <a:lnTo>
                    <a:pt x="3280650" y="272498"/>
                  </a:lnTo>
                  <a:lnTo>
                    <a:pt x="3272764" y="272498"/>
                  </a:lnTo>
                  <a:lnTo>
                    <a:pt x="3264878" y="272498"/>
                  </a:lnTo>
                  <a:lnTo>
                    <a:pt x="3256992" y="272498"/>
                  </a:lnTo>
                  <a:lnTo>
                    <a:pt x="3249106" y="272498"/>
                  </a:lnTo>
                  <a:lnTo>
                    <a:pt x="3241220" y="272498"/>
                  </a:lnTo>
                  <a:lnTo>
                    <a:pt x="3233333" y="272498"/>
                  </a:lnTo>
                  <a:lnTo>
                    <a:pt x="3225447" y="272498"/>
                  </a:lnTo>
                  <a:lnTo>
                    <a:pt x="3217561" y="272498"/>
                  </a:lnTo>
                  <a:lnTo>
                    <a:pt x="3209675" y="272498"/>
                  </a:lnTo>
                  <a:lnTo>
                    <a:pt x="3201789" y="272498"/>
                  </a:lnTo>
                  <a:lnTo>
                    <a:pt x="3193903" y="272498"/>
                  </a:lnTo>
                  <a:lnTo>
                    <a:pt x="3186016" y="272498"/>
                  </a:lnTo>
                  <a:lnTo>
                    <a:pt x="3178130" y="272498"/>
                  </a:lnTo>
                  <a:lnTo>
                    <a:pt x="3170244" y="272498"/>
                  </a:lnTo>
                  <a:lnTo>
                    <a:pt x="3162358" y="272498"/>
                  </a:lnTo>
                  <a:lnTo>
                    <a:pt x="3154472" y="272498"/>
                  </a:lnTo>
                  <a:lnTo>
                    <a:pt x="3146585" y="272498"/>
                  </a:lnTo>
                  <a:lnTo>
                    <a:pt x="3138699" y="272498"/>
                  </a:lnTo>
                  <a:lnTo>
                    <a:pt x="3130813" y="272498"/>
                  </a:lnTo>
                  <a:lnTo>
                    <a:pt x="3122927" y="272498"/>
                  </a:lnTo>
                  <a:lnTo>
                    <a:pt x="3115041" y="272498"/>
                  </a:lnTo>
                  <a:lnTo>
                    <a:pt x="3107155" y="272498"/>
                  </a:lnTo>
                  <a:lnTo>
                    <a:pt x="3099268" y="272498"/>
                  </a:lnTo>
                  <a:lnTo>
                    <a:pt x="3091382" y="272498"/>
                  </a:lnTo>
                  <a:lnTo>
                    <a:pt x="3083496" y="272498"/>
                  </a:lnTo>
                  <a:lnTo>
                    <a:pt x="3075610" y="272498"/>
                  </a:lnTo>
                  <a:lnTo>
                    <a:pt x="3067724" y="272498"/>
                  </a:lnTo>
                  <a:lnTo>
                    <a:pt x="3059837" y="272498"/>
                  </a:lnTo>
                  <a:lnTo>
                    <a:pt x="3051951" y="272498"/>
                  </a:lnTo>
                  <a:lnTo>
                    <a:pt x="3044065" y="272498"/>
                  </a:lnTo>
                  <a:lnTo>
                    <a:pt x="3036179" y="272498"/>
                  </a:lnTo>
                  <a:lnTo>
                    <a:pt x="3028293" y="272498"/>
                  </a:lnTo>
                  <a:lnTo>
                    <a:pt x="3020407" y="272498"/>
                  </a:lnTo>
                  <a:lnTo>
                    <a:pt x="3012520" y="272498"/>
                  </a:lnTo>
                  <a:lnTo>
                    <a:pt x="3004634" y="272498"/>
                  </a:lnTo>
                  <a:lnTo>
                    <a:pt x="2996748" y="272498"/>
                  </a:lnTo>
                  <a:lnTo>
                    <a:pt x="2988862" y="272498"/>
                  </a:lnTo>
                  <a:lnTo>
                    <a:pt x="2980976" y="272498"/>
                  </a:lnTo>
                  <a:lnTo>
                    <a:pt x="2973089" y="272498"/>
                  </a:lnTo>
                  <a:lnTo>
                    <a:pt x="2965203" y="272498"/>
                  </a:lnTo>
                  <a:lnTo>
                    <a:pt x="2957317" y="272498"/>
                  </a:lnTo>
                  <a:lnTo>
                    <a:pt x="2949431" y="272498"/>
                  </a:lnTo>
                  <a:lnTo>
                    <a:pt x="2941545" y="272498"/>
                  </a:lnTo>
                  <a:lnTo>
                    <a:pt x="2933659" y="272498"/>
                  </a:lnTo>
                  <a:lnTo>
                    <a:pt x="2925772" y="272498"/>
                  </a:lnTo>
                  <a:lnTo>
                    <a:pt x="2917886" y="272498"/>
                  </a:lnTo>
                  <a:lnTo>
                    <a:pt x="2910000" y="272498"/>
                  </a:lnTo>
                  <a:lnTo>
                    <a:pt x="2902114" y="272498"/>
                  </a:lnTo>
                  <a:lnTo>
                    <a:pt x="2894228" y="272498"/>
                  </a:lnTo>
                  <a:lnTo>
                    <a:pt x="2886341" y="272498"/>
                  </a:lnTo>
                  <a:lnTo>
                    <a:pt x="2878455" y="272498"/>
                  </a:lnTo>
                  <a:lnTo>
                    <a:pt x="2870569" y="272498"/>
                  </a:lnTo>
                  <a:lnTo>
                    <a:pt x="2862683" y="272498"/>
                  </a:lnTo>
                  <a:lnTo>
                    <a:pt x="2854797" y="272498"/>
                  </a:lnTo>
                  <a:lnTo>
                    <a:pt x="2846911" y="272498"/>
                  </a:lnTo>
                  <a:lnTo>
                    <a:pt x="2839024" y="272498"/>
                  </a:lnTo>
                  <a:lnTo>
                    <a:pt x="2831138" y="272498"/>
                  </a:lnTo>
                  <a:lnTo>
                    <a:pt x="2823252" y="272498"/>
                  </a:lnTo>
                  <a:lnTo>
                    <a:pt x="2815366" y="272498"/>
                  </a:lnTo>
                  <a:lnTo>
                    <a:pt x="2807480" y="272498"/>
                  </a:lnTo>
                  <a:lnTo>
                    <a:pt x="2799593" y="272498"/>
                  </a:lnTo>
                  <a:lnTo>
                    <a:pt x="2791707" y="272498"/>
                  </a:lnTo>
                  <a:lnTo>
                    <a:pt x="2783821" y="272498"/>
                  </a:lnTo>
                  <a:lnTo>
                    <a:pt x="2775935" y="272498"/>
                  </a:lnTo>
                  <a:lnTo>
                    <a:pt x="2768049" y="272498"/>
                  </a:lnTo>
                  <a:lnTo>
                    <a:pt x="2760163" y="272498"/>
                  </a:lnTo>
                  <a:lnTo>
                    <a:pt x="2752276" y="272498"/>
                  </a:lnTo>
                  <a:lnTo>
                    <a:pt x="2744390" y="272498"/>
                  </a:lnTo>
                  <a:lnTo>
                    <a:pt x="2736504" y="272498"/>
                  </a:lnTo>
                  <a:lnTo>
                    <a:pt x="2728618" y="272498"/>
                  </a:lnTo>
                  <a:lnTo>
                    <a:pt x="2720732" y="272498"/>
                  </a:lnTo>
                  <a:lnTo>
                    <a:pt x="2712846" y="272498"/>
                  </a:lnTo>
                  <a:lnTo>
                    <a:pt x="2704959" y="272498"/>
                  </a:lnTo>
                  <a:lnTo>
                    <a:pt x="2697073" y="272498"/>
                  </a:lnTo>
                  <a:lnTo>
                    <a:pt x="2689187" y="272498"/>
                  </a:lnTo>
                  <a:lnTo>
                    <a:pt x="2681301" y="272498"/>
                  </a:lnTo>
                  <a:lnTo>
                    <a:pt x="2673415" y="272498"/>
                  </a:lnTo>
                  <a:lnTo>
                    <a:pt x="2665528" y="272498"/>
                  </a:lnTo>
                  <a:lnTo>
                    <a:pt x="2657642" y="272498"/>
                  </a:lnTo>
                  <a:lnTo>
                    <a:pt x="2649756" y="272498"/>
                  </a:lnTo>
                  <a:lnTo>
                    <a:pt x="2641870" y="272498"/>
                  </a:lnTo>
                  <a:lnTo>
                    <a:pt x="2633984" y="272498"/>
                  </a:lnTo>
                  <a:lnTo>
                    <a:pt x="2626098" y="272498"/>
                  </a:lnTo>
                  <a:lnTo>
                    <a:pt x="2618211" y="272498"/>
                  </a:lnTo>
                  <a:lnTo>
                    <a:pt x="2610325" y="272498"/>
                  </a:lnTo>
                  <a:lnTo>
                    <a:pt x="2602439" y="272498"/>
                  </a:lnTo>
                  <a:lnTo>
                    <a:pt x="2594553" y="272498"/>
                  </a:lnTo>
                  <a:lnTo>
                    <a:pt x="2586667" y="272498"/>
                  </a:lnTo>
                  <a:lnTo>
                    <a:pt x="2578780" y="272498"/>
                  </a:lnTo>
                  <a:lnTo>
                    <a:pt x="2570894" y="272498"/>
                  </a:lnTo>
                  <a:lnTo>
                    <a:pt x="2563008" y="272498"/>
                  </a:lnTo>
                  <a:lnTo>
                    <a:pt x="2555122" y="272498"/>
                  </a:lnTo>
                  <a:lnTo>
                    <a:pt x="2547236" y="272498"/>
                  </a:lnTo>
                  <a:lnTo>
                    <a:pt x="2539350" y="272498"/>
                  </a:lnTo>
                  <a:lnTo>
                    <a:pt x="2531463" y="272498"/>
                  </a:lnTo>
                  <a:lnTo>
                    <a:pt x="2523577" y="272498"/>
                  </a:lnTo>
                  <a:lnTo>
                    <a:pt x="2515691" y="272498"/>
                  </a:lnTo>
                  <a:lnTo>
                    <a:pt x="2507805" y="272498"/>
                  </a:lnTo>
                  <a:lnTo>
                    <a:pt x="2499919" y="272498"/>
                  </a:lnTo>
                  <a:lnTo>
                    <a:pt x="2492032" y="272498"/>
                  </a:lnTo>
                  <a:lnTo>
                    <a:pt x="2484146" y="272498"/>
                  </a:lnTo>
                  <a:lnTo>
                    <a:pt x="2476260" y="272498"/>
                  </a:lnTo>
                  <a:lnTo>
                    <a:pt x="2468374" y="272498"/>
                  </a:lnTo>
                  <a:lnTo>
                    <a:pt x="2460488" y="272498"/>
                  </a:lnTo>
                  <a:lnTo>
                    <a:pt x="2452602" y="272498"/>
                  </a:lnTo>
                  <a:lnTo>
                    <a:pt x="2444715" y="272498"/>
                  </a:lnTo>
                  <a:lnTo>
                    <a:pt x="2436829" y="272498"/>
                  </a:lnTo>
                  <a:lnTo>
                    <a:pt x="2428943" y="272498"/>
                  </a:lnTo>
                  <a:lnTo>
                    <a:pt x="2421057" y="272498"/>
                  </a:lnTo>
                  <a:lnTo>
                    <a:pt x="2413171" y="272498"/>
                  </a:lnTo>
                  <a:lnTo>
                    <a:pt x="2405284" y="272498"/>
                  </a:lnTo>
                  <a:lnTo>
                    <a:pt x="2397398" y="272498"/>
                  </a:lnTo>
                  <a:lnTo>
                    <a:pt x="2389512" y="272498"/>
                  </a:lnTo>
                  <a:lnTo>
                    <a:pt x="2381626" y="272498"/>
                  </a:lnTo>
                  <a:lnTo>
                    <a:pt x="2373740" y="272498"/>
                  </a:lnTo>
                  <a:lnTo>
                    <a:pt x="2365854" y="272498"/>
                  </a:lnTo>
                  <a:lnTo>
                    <a:pt x="2357967" y="272498"/>
                  </a:lnTo>
                  <a:lnTo>
                    <a:pt x="2350081" y="272498"/>
                  </a:lnTo>
                  <a:lnTo>
                    <a:pt x="2342195" y="272498"/>
                  </a:lnTo>
                  <a:lnTo>
                    <a:pt x="2334309" y="272498"/>
                  </a:lnTo>
                  <a:lnTo>
                    <a:pt x="2326423" y="272498"/>
                  </a:lnTo>
                  <a:lnTo>
                    <a:pt x="2318536" y="272498"/>
                  </a:lnTo>
                  <a:lnTo>
                    <a:pt x="2310650" y="272498"/>
                  </a:lnTo>
                  <a:lnTo>
                    <a:pt x="2302764" y="272498"/>
                  </a:lnTo>
                  <a:lnTo>
                    <a:pt x="2294878" y="272498"/>
                  </a:lnTo>
                  <a:lnTo>
                    <a:pt x="2286992" y="272498"/>
                  </a:lnTo>
                  <a:lnTo>
                    <a:pt x="2279106" y="272498"/>
                  </a:lnTo>
                  <a:lnTo>
                    <a:pt x="2271219" y="272498"/>
                  </a:lnTo>
                  <a:lnTo>
                    <a:pt x="2263333" y="272498"/>
                  </a:lnTo>
                  <a:lnTo>
                    <a:pt x="2255447" y="272498"/>
                  </a:lnTo>
                  <a:lnTo>
                    <a:pt x="2247561" y="272498"/>
                  </a:lnTo>
                  <a:lnTo>
                    <a:pt x="2239675" y="272498"/>
                  </a:lnTo>
                  <a:lnTo>
                    <a:pt x="2231789" y="272498"/>
                  </a:lnTo>
                  <a:lnTo>
                    <a:pt x="2223902" y="272498"/>
                  </a:lnTo>
                  <a:lnTo>
                    <a:pt x="2216016" y="272498"/>
                  </a:lnTo>
                  <a:lnTo>
                    <a:pt x="2208130" y="272498"/>
                  </a:lnTo>
                  <a:lnTo>
                    <a:pt x="2200244" y="272498"/>
                  </a:lnTo>
                  <a:lnTo>
                    <a:pt x="2192358" y="272498"/>
                  </a:lnTo>
                  <a:lnTo>
                    <a:pt x="2184471" y="272498"/>
                  </a:lnTo>
                  <a:lnTo>
                    <a:pt x="2176585" y="272498"/>
                  </a:lnTo>
                  <a:lnTo>
                    <a:pt x="2168699" y="272498"/>
                  </a:lnTo>
                  <a:lnTo>
                    <a:pt x="2160813" y="272498"/>
                  </a:lnTo>
                  <a:lnTo>
                    <a:pt x="2152927" y="272498"/>
                  </a:lnTo>
                  <a:lnTo>
                    <a:pt x="2145041" y="272498"/>
                  </a:lnTo>
                  <a:lnTo>
                    <a:pt x="2137154" y="272498"/>
                  </a:lnTo>
                  <a:lnTo>
                    <a:pt x="2129268" y="272498"/>
                  </a:lnTo>
                  <a:lnTo>
                    <a:pt x="2121382" y="272498"/>
                  </a:lnTo>
                  <a:lnTo>
                    <a:pt x="2113496" y="272498"/>
                  </a:lnTo>
                  <a:lnTo>
                    <a:pt x="2105610" y="272498"/>
                  </a:lnTo>
                  <a:lnTo>
                    <a:pt x="2097723" y="272498"/>
                  </a:lnTo>
                  <a:lnTo>
                    <a:pt x="2089837" y="272498"/>
                  </a:lnTo>
                  <a:lnTo>
                    <a:pt x="2081951" y="272498"/>
                  </a:lnTo>
                  <a:lnTo>
                    <a:pt x="2074065" y="272498"/>
                  </a:lnTo>
                  <a:lnTo>
                    <a:pt x="2066179" y="272498"/>
                  </a:lnTo>
                  <a:lnTo>
                    <a:pt x="2058293" y="272498"/>
                  </a:lnTo>
                  <a:lnTo>
                    <a:pt x="2050406" y="272498"/>
                  </a:lnTo>
                  <a:lnTo>
                    <a:pt x="2042520" y="272498"/>
                  </a:lnTo>
                  <a:lnTo>
                    <a:pt x="2034634" y="272498"/>
                  </a:lnTo>
                  <a:lnTo>
                    <a:pt x="2026748" y="272498"/>
                  </a:lnTo>
                  <a:lnTo>
                    <a:pt x="2018862" y="272498"/>
                  </a:lnTo>
                  <a:lnTo>
                    <a:pt x="2010975" y="272498"/>
                  </a:lnTo>
                  <a:lnTo>
                    <a:pt x="2003089" y="272498"/>
                  </a:lnTo>
                  <a:lnTo>
                    <a:pt x="1995203" y="272498"/>
                  </a:lnTo>
                  <a:lnTo>
                    <a:pt x="1987317" y="272498"/>
                  </a:lnTo>
                  <a:lnTo>
                    <a:pt x="1979431" y="272498"/>
                  </a:lnTo>
                  <a:lnTo>
                    <a:pt x="1971545" y="272498"/>
                  </a:lnTo>
                  <a:lnTo>
                    <a:pt x="1963658" y="272498"/>
                  </a:lnTo>
                  <a:lnTo>
                    <a:pt x="1955772" y="272498"/>
                  </a:lnTo>
                  <a:lnTo>
                    <a:pt x="1947886" y="272498"/>
                  </a:lnTo>
                  <a:lnTo>
                    <a:pt x="1940000" y="272498"/>
                  </a:lnTo>
                  <a:lnTo>
                    <a:pt x="1932114" y="272498"/>
                  </a:lnTo>
                  <a:lnTo>
                    <a:pt x="1924227" y="272498"/>
                  </a:lnTo>
                  <a:lnTo>
                    <a:pt x="1916341" y="272498"/>
                  </a:lnTo>
                  <a:lnTo>
                    <a:pt x="1908455" y="272498"/>
                  </a:lnTo>
                  <a:lnTo>
                    <a:pt x="1900569" y="272498"/>
                  </a:lnTo>
                  <a:lnTo>
                    <a:pt x="1892683" y="272498"/>
                  </a:lnTo>
                  <a:lnTo>
                    <a:pt x="1884797" y="272498"/>
                  </a:lnTo>
                  <a:lnTo>
                    <a:pt x="1876910" y="272498"/>
                  </a:lnTo>
                  <a:lnTo>
                    <a:pt x="1869024" y="272498"/>
                  </a:lnTo>
                  <a:lnTo>
                    <a:pt x="1861138" y="272498"/>
                  </a:lnTo>
                  <a:lnTo>
                    <a:pt x="1853252" y="272498"/>
                  </a:lnTo>
                  <a:lnTo>
                    <a:pt x="1845366" y="272498"/>
                  </a:lnTo>
                  <a:lnTo>
                    <a:pt x="1837479" y="272498"/>
                  </a:lnTo>
                  <a:lnTo>
                    <a:pt x="1829593" y="272498"/>
                  </a:lnTo>
                  <a:lnTo>
                    <a:pt x="1821707" y="272498"/>
                  </a:lnTo>
                  <a:lnTo>
                    <a:pt x="1813821" y="272498"/>
                  </a:lnTo>
                  <a:lnTo>
                    <a:pt x="1805935" y="272498"/>
                  </a:lnTo>
                  <a:lnTo>
                    <a:pt x="1798049" y="272498"/>
                  </a:lnTo>
                  <a:lnTo>
                    <a:pt x="1790162" y="272498"/>
                  </a:lnTo>
                  <a:lnTo>
                    <a:pt x="1782276" y="272498"/>
                  </a:lnTo>
                  <a:lnTo>
                    <a:pt x="1774390" y="272498"/>
                  </a:lnTo>
                  <a:lnTo>
                    <a:pt x="1766504" y="272498"/>
                  </a:lnTo>
                  <a:lnTo>
                    <a:pt x="1758618" y="272498"/>
                  </a:lnTo>
                  <a:lnTo>
                    <a:pt x="1750732" y="272498"/>
                  </a:lnTo>
                  <a:lnTo>
                    <a:pt x="1742845" y="272498"/>
                  </a:lnTo>
                  <a:lnTo>
                    <a:pt x="1734959" y="272498"/>
                  </a:lnTo>
                  <a:lnTo>
                    <a:pt x="1727073" y="272498"/>
                  </a:lnTo>
                  <a:lnTo>
                    <a:pt x="1719187" y="272498"/>
                  </a:lnTo>
                  <a:lnTo>
                    <a:pt x="1711301" y="272498"/>
                  </a:lnTo>
                  <a:lnTo>
                    <a:pt x="1703414" y="272498"/>
                  </a:lnTo>
                  <a:lnTo>
                    <a:pt x="1695528" y="272498"/>
                  </a:lnTo>
                  <a:lnTo>
                    <a:pt x="1687642" y="272498"/>
                  </a:lnTo>
                  <a:lnTo>
                    <a:pt x="1679756" y="272498"/>
                  </a:lnTo>
                  <a:lnTo>
                    <a:pt x="1671870" y="272498"/>
                  </a:lnTo>
                  <a:lnTo>
                    <a:pt x="1663984" y="272498"/>
                  </a:lnTo>
                  <a:lnTo>
                    <a:pt x="1656097" y="272498"/>
                  </a:lnTo>
                  <a:lnTo>
                    <a:pt x="1648211" y="272498"/>
                  </a:lnTo>
                  <a:lnTo>
                    <a:pt x="1640325" y="272498"/>
                  </a:lnTo>
                  <a:lnTo>
                    <a:pt x="1632439" y="272498"/>
                  </a:lnTo>
                  <a:lnTo>
                    <a:pt x="1624553" y="272498"/>
                  </a:lnTo>
                  <a:lnTo>
                    <a:pt x="1616666" y="272498"/>
                  </a:lnTo>
                  <a:lnTo>
                    <a:pt x="1608780" y="272498"/>
                  </a:lnTo>
                  <a:lnTo>
                    <a:pt x="1600894" y="272498"/>
                  </a:lnTo>
                  <a:lnTo>
                    <a:pt x="1593008" y="272498"/>
                  </a:lnTo>
                  <a:lnTo>
                    <a:pt x="1585122" y="272498"/>
                  </a:lnTo>
                  <a:lnTo>
                    <a:pt x="1577236" y="272498"/>
                  </a:lnTo>
                  <a:lnTo>
                    <a:pt x="1569349" y="272498"/>
                  </a:lnTo>
                  <a:lnTo>
                    <a:pt x="1561463" y="272498"/>
                  </a:lnTo>
                  <a:lnTo>
                    <a:pt x="1553577" y="272498"/>
                  </a:lnTo>
                  <a:lnTo>
                    <a:pt x="1545691" y="272498"/>
                  </a:lnTo>
                  <a:lnTo>
                    <a:pt x="1537805" y="272498"/>
                  </a:lnTo>
                  <a:lnTo>
                    <a:pt x="1529918" y="272498"/>
                  </a:lnTo>
                  <a:lnTo>
                    <a:pt x="1522032" y="272498"/>
                  </a:lnTo>
                  <a:lnTo>
                    <a:pt x="1514146" y="272498"/>
                  </a:lnTo>
                  <a:lnTo>
                    <a:pt x="1506260" y="272498"/>
                  </a:lnTo>
                  <a:lnTo>
                    <a:pt x="1498374" y="272498"/>
                  </a:lnTo>
                  <a:lnTo>
                    <a:pt x="1490488" y="272498"/>
                  </a:lnTo>
                  <a:lnTo>
                    <a:pt x="1482601" y="272498"/>
                  </a:lnTo>
                  <a:lnTo>
                    <a:pt x="1474715" y="272498"/>
                  </a:lnTo>
                  <a:lnTo>
                    <a:pt x="1466829" y="272498"/>
                  </a:lnTo>
                  <a:lnTo>
                    <a:pt x="1458943" y="272498"/>
                  </a:lnTo>
                  <a:lnTo>
                    <a:pt x="1451057" y="272498"/>
                  </a:lnTo>
                  <a:lnTo>
                    <a:pt x="1443170" y="272498"/>
                  </a:lnTo>
                  <a:lnTo>
                    <a:pt x="1435284" y="272498"/>
                  </a:lnTo>
                  <a:lnTo>
                    <a:pt x="1427398" y="272498"/>
                  </a:lnTo>
                  <a:lnTo>
                    <a:pt x="1419512" y="272498"/>
                  </a:lnTo>
                  <a:lnTo>
                    <a:pt x="1411626" y="272498"/>
                  </a:lnTo>
                  <a:lnTo>
                    <a:pt x="1403740" y="272498"/>
                  </a:lnTo>
                  <a:lnTo>
                    <a:pt x="1395853" y="272498"/>
                  </a:lnTo>
                  <a:lnTo>
                    <a:pt x="1387967" y="272498"/>
                  </a:lnTo>
                  <a:lnTo>
                    <a:pt x="1380081" y="272498"/>
                  </a:lnTo>
                  <a:lnTo>
                    <a:pt x="1372195" y="272498"/>
                  </a:lnTo>
                  <a:lnTo>
                    <a:pt x="1364309" y="272498"/>
                  </a:lnTo>
                  <a:lnTo>
                    <a:pt x="1356423" y="272498"/>
                  </a:lnTo>
                  <a:lnTo>
                    <a:pt x="1348536" y="272498"/>
                  </a:lnTo>
                  <a:lnTo>
                    <a:pt x="1340650" y="272498"/>
                  </a:lnTo>
                  <a:lnTo>
                    <a:pt x="1332764" y="272498"/>
                  </a:lnTo>
                  <a:lnTo>
                    <a:pt x="1324878" y="272498"/>
                  </a:lnTo>
                  <a:lnTo>
                    <a:pt x="1316992" y="272498"/>
                  </a:lnTo>
                  <a:lnTo>
                    <a:pt x="1309105" y="272498"/>
                  </a:lnTo>
                  <a:lnTo>
                    <a:pt x="1301219" y="272498"/>
                  </a:lnTo>
                  <a:lnTo>
                    <a:pt x="1293333" y="272498"/>
                  </a:lnTo>
                  <a:lnTo>
                    <a:pt x="1285447" y="272498"/>
                  </a:lnTo>
                  <a:lnTo>
                    <a:pt x="1277561" y="272498"/>
                  </a:lnTo>
                  <a:lnTo>
                    <a:pt x="1269675" y="272498"/>
                  </a:lnTo>
                  <a:lnTo>
                    <a:pt x="1261788" y="272498"/>
                  </a:lnTo>
                  <a:lnTo>
                    <a:pt x="1253902" y="272498"/>
                  </a:lnTo>
                  <a:lnTo>
                    <a:pt x="1246016" y="272498"/>
                  </a:lnTo>
                  <a:lnTo>
                    <a:pt x="1238130" y="272498"/>
                  </a:lnTo>
                  <a:lnTo>
                    <a:pt x="1230244" y="272498"/>
                  </a:lnTo>
                  <a:lnTo>
                    <a:pt x="1222357" y="272498"/>
                  </a:lnTo>
                  <a:lnTo>
                    <a:pt x="1214471" y="272498"/>
                  </a:lnTo>
                  <a:lnTo>
                    <a:pt x="1206585" y="272498"/>
                  </a:lnTo>
                  <a:lnTo>
                    <a:pt x="1198699" y="272498"/>
                  </a:lnTo>
                  <a:lnTo>
                    <a:pt x="1190813" y="272498"/>
                  </a:lnTo>
                  <a:lnTo>
                    <a:pt x="1182927" y="272498"/>
                  </a:lnTo>
                  <a:lnTo>
                    <a:pt x="1175040" y="272498"/>
                  </a:lnTo>
                  <a:lnTo>
                    <a:pt x="1167154" y="272498"/>
                  </a:lnTo>
                  <a:lnTo>
                    <a:pt x="1159268" y="272498"/>
                  </a:lnTo>
                  <a:lnTo>
                    <a:pt x="1151382" y="272498"/>
                  </a:lnTo>
                  <a:lnTo>
                    <a:pt x="1143496" y="272498"/>
                  </a:lnTo>
                  <a:lnTo>
                    <a:pt x="1135609" y="272498"/>
                  </a:lnTo>
                  <a:lnTo>
                    <a:pt x="1127723" y="272498"/>
                  </a:lnTo>
                  <a:lnTo>
                    <a:pt x="1119837" y="272498"/>
                  </a:lnTo>
                  <a:lnTo>
                    <a:pt x="1111951" y="272498"/>
                  </a:lnTo>
                  <a:lnTo>
                    <a:pt x="1104065" y="272498"/>
                  </a:lnTo>
                  <a:lnTo>
                    <a:pt x="1096179" y="272498"/>
                  </a:lnTo>
                  <a:lnTo>
                    <a:pt x="1088292" y="272498"/>
                  </a:lnTo>
                  <a:lnTo>
                    <a:pt x="1080406" y="272498"/>
                  </a:lnTo>
                  <a:lnTo>
                    <a:pt x="1072520" y="272498"/>
                  </a:lnTo>
                  <a:lnTo>
                    <a:pt x="1064634" y="272498"/>
                  </a:lnTo>
                  <a:lnTo>
                    <a:pt x="1056748" y="272498"/>
                  </a:lnTo>
                  <a:lnTo>
                    <a:pt x="1048861" y="272498"/>
                  </a:lnTo>
                  <a:lnTo>
                    <a:pt x="1040975" y="272498"/>
                  </a:lnTo>
                  <a:lnTo>
                    <a:pt x="1033089" y="272498"/>
                  </a:lnTo>
                  <a:lnTo>
                    <a:pt x="1025203" y="272498"/>
                  </a:lnTo>
                  <a:lnTo>
                    <a:pt x="1017317" y="272498"/>
                  </a:lnTo>
                  <a:lnTo>
                    <a:pt x="1009431" y="272498"/>
                  </a:lnTo>
                  <a:lnTo>
                    <a:pt x="1001544" y="272498"/>
                  </a:lnTo>
                  <a:lnTo>
                    <a:pt x="993658" y="272498"/>
                  </a:lnTo>
                  <a:lnTo>
                    <a:pt x="985772" y="272498"/>
                  </a:lnTo>
                  <a:lnTo>
                    <a:pt x="977886" y="272498"/>
                  </a:lnTo>
                  <a:lnTo>
                    <a:pt x="970000" y="272498"/>
                  </a:lnTo>
                  <a:lnTo>
                    <a:pt x="962113" y="272498"/>
                  </a:lnTo>
                  <a:lnTo>
                    <a:pt x="954227" y="272498"/>
                  </a:lnTo>
                  <a:lnTo>
                    <a:pt x="946341" y="272498"/>
                  </a:lnTo>
                  <a:lnTo>
                    <a:pt x="938455" y="272498"/>
                  </a:lnTo>
                  <a:lnTo>
                    <a:pt x="930569" y="272498"/>
                  </a:lnTo>
                  <a:lnTo>
                    <a:pt x="922683" y="272498"/>
                  </a:lnTo>
                  <a:lnTo>
                    <a:pt x="914796" y="272498"/>
                  </a:lnTo>
                  <a:lnTo>
                    <a:pt x="906910" y="272498"/>
                  </a:lnTo>
                  <a:lnTo>
                    <a:pt x="899024" y="272498"/>
                  </a:lnTo>
                  <a:lnTo>
                    <a:pt x="891138" y="272498"/>
                  </a:lnTo>
                  <a:lnTo>
                    <a:pt x="883252" y="272498"/>
                  </a:lnTo>
                  <a:lnTo>
                    <a:pt x="875366" y="272498"/>
                  </a:lnTo>
                  <a:lnTo>
                    <a:pt x="867479" y="272498"/>
                  </a:lnTo>
                  <a:lnTo>
                    <a:pt x="859593" y="272498"/>
                  </a:lnTo>
                  <a:lnTo>
                    <a:pt x="851707" y="272498"/>
                  </a:lnTo>
                  <a:lnTo>
                    <a:pt x="843821" y="272498"/>
                  </a:lnTo>
                  <a:lnTo>
                    <a:pt x="835935" y="272498"/>
                  </a:lnTo>
                  <a:lnTo>
                    <a:pt x="828048" y="272498"/>
                  </a:lnTo>
                  <a:lnTo>
                    <a:pt x="820162" y="272498"/>
                  </a:lnTo>
                  <a:lnTo>
                    <a:pt x="812276" y="272498"/>
                  </a:lnTo>
                  <a:lnTo>
                    <a:pt x="804390" y="272498"/>
                  </a:lnTo>
                  <a:lnTo>
                    <a:pt x="796504" y="272498"/>
                  </a:lnTo>
                  <a:lnTo>
                    <a:pt x="788618" y="272498"/>
                  </a:lnTo>
                  <a:lnTo>
                    <a:pt x="780731" y="272498"/>
                  </a:lnTo>
                  <a:lnTo>
                    <a:pt x="772845" y="272498"/>
                  </a:lnTo>
                  <a:lnTo>
                    <a:pt x="764959" y="272498"/>
                  </a:lnTo>
                  <a:lnTo>
                    <a:pt x="757073" y="272498"/>
                  </a:lnTo>
                  <a:lnTo>
                    <a:pt x="749187" y="272498"/>
                  </a:lnTo>
                  <a:lnTo>
                    <a:pt x="741300" y="272498"/>
                  </a:lnTo>
                  <a:lnTo>
                    <a:pt x="733414" y="272498"/>
                  </a:lnTo>
                  <a:lnTo>
                    <a:pt x="725528" y="272498"/>
                  </a:lnTo>
                  <a:lnTo>
                    <a:pt x="717642" y="272498"/>
                  </a:lnTo>
                  <a:lnTo>
                    <a:pt x="709756" y="272498"/>
                  </a:lnTo>
                  <a:lnTo>
                    <a:pt x="701870" y="272498"/>
                  </a:lnTo>
                  <a:lnTo>
                    <a:pt x="693983" y="272498"/>
                  </a:lnTo>
                  <a:lnTo>
                    <a:pt x="686097" y="272498"/>
                  </a:lnTo>
                  <a:lnTo>
                    <a:pt x="678211" y="272498"/>
                  </a:lnTo>
                  <a:lnTo>
                    <a:pt x="670325" y="272498"/>
                  </a:lnTo>
                  <a:lnTo>
                    <a:pt x="662439" y="272498"/>
                  </a:lnTo>
                  <a:lnTo>
                    <a:pt x="654552" y="272498"/>
                  </a:lnTo>
                  <a:lnTo>
                    <a:pt x="646666" y="272498"/>
                  </a:lnTo>
                  <a:lnTo>
                    <a:pt x="638780" y="272498"/>
                  </a:lnTo>
                  <a:lnTo>
                    <a:pt x="630894" y="272498"/>
                  </a:lnTo>
                  <a:lnTo>
                    <a:pt x="623008" y="272498"/>
                  </a:lnTo>
                  <a:lnTo>
                    <a:pt x="615122" y="272498"/>
                  </a:lnTo>
                  <a:lnTo>
                    <a:pt x="607235" y="272498"/>
                  </a:lnTo>
                  <a:lnTo>
                    <a:pt x="599349" y="272498"/>
                  </a:lnTo>
                  <a:lnTo>
                    <a:pt x="591463" y="272498"/>
                  </a:lnTo>
                  <a:lnTo>
                    <a:pt x="583577" y="272498"/>
                  </a:lnTo>
                  <a:lnTo>
                    <a:pt x="575691" y="272498"/>
                  </a:lnTo>
                  <a:lnTo>
                    <a:pt x="567804" y="272498"/>
                  </a:lnTo>
                  <a:lnTo>
                    <a:pt x="559918" y="272498"/>
                  </a:lnTo>
                  <a:lnTo>
                    <a:pt x="552032" y="272498"/>
                  </a:lnTo>
                  <a:lnTo>
                    <a:pt x="544146" y="272498"/>
                  </a:lnTo>
                  <a:lnTo>
                    <a:pt x="536260" y="272498"/>
                  </a:lnTo>
                  <a:lnTo>
                    <a:pt x="528374" y="272498"/>
                  </a:lnTo>
                  <a:lnTo>
                    <a:pt x="520487" y="272498"/>
                  </a:lnTo>
                  <a:lnTo>
                    <a:pt x="512601" y="272498"/>
                  </a:lnTo>
                  <a:lnTo>
                    <a:pt x="504715" y="272498"/>
                  </a:lnTo>
                  <a:lnTo>
                    <a:pt x="496829" y="272498"/>
                  </a:lnTo>
                  <a:lnTo>
                    <a:pt x="488943" y="272498"/>
                  </a:lnTo>
                  <a:lnTo>
                    <a:pt x="481056" y="272498"/>
                  </a:lnTo>
                  <a:lnTo>
                    <a:pt x="473170" y="272498"/>
                  </a:lnTo>
                  <a:lnTo>
                    <a:pt x="465284" y="272498"/>
                  </a:lnTo>
                  <a:lnTo>
                    <a:pt x="457398" y="272498"/>
                  </a:lnTo>
                  <a:lnTo>
                    <a:pt x="449512" y="272498"/>
                  </a:lnTo>
                  <a:lnTo>
                    <a:pt x="441626" y="272498"/>
                  </a:lnTo>
                  <a:lnTo>
                    <a:pt x="433739" y="272498"/>
                  </a:lnTo>
                  <a:lnTo>
                    <a:pt x="425853" y="272498"/>
                  </a:lnTo>
                  <a:lnTo>
                    <a:pt x="417967" y="272498"/>
                  </a:lnTo>
                  <a:lnTo>
                    <a:pt x="410081" y="272498"/>
                  </a:lnTo>
                  <a:lnTo>
                    <a:pt x="402195" y="272498"/>
                  </a:lnTo>
                  <a:lnTo>
                    <a:pt x="394309" y="272498"/>
                  </a:lnTo>
                  <a:lnTo>
                    <a:pt x="386422" y="272498"/>
                  </a:lnTo>
                  <a:lnTo>
                    <a:pt x="378536" y="272498"/>
                  </a:lnTo>
                  <a:lnTo>
                    <a:pt x="370650" y="272498"/>
                  </a:lnTo>
                  <a:lnTo>
                    <a:pt x="362764" y="272498"/>
                  </a:lnTo>
                  <a:lnTo>
                    <a:pt x="354878" y="272498"/>
                  </a:lnTo>
                  <a:lnTo>
                    <a:pt x="346991" y="272498"/>
                  </a:lnTo>
                  <a:lnTo>
                    <a:pt x="339105" y="272498"/>
                  </a:lnTo>
                  <a:lnTo>
                    <a:pt x="331219" y="272498"/>
                  </a:lnTo>
                  <a:lnTo>
                    <a:pt x="323333" y="272498"/>
                  </a:lnTo>
                  <a:lnTo>
                    <a:pt x="315447" y="272498"/>
                  </a:lnTo>
                  <a:lnTo>
                    <a:pt x="307561" y="272498"/>
                  </a:lnTo>
                  <a:lnTo>
                    <a:pt x="299674" y="272498"/>
                  </a:lnTo>
                  <a:lnTo>
                    <a:pt x="291788" y="272498"/>
                  </a:lnTo>
                  <a:lnTo>
                    <a:pt x="283902" y="272498"/>
                  </a:lnTo>
                  <a:lnTo>
                    <a:pt x="276016" y="272498"/>
                  </a:lnTo>
                  <a:lnTo>
                    <a:pt x="268130" y="272498"/>
                  </a:lnTo>
                  <a:lnTo>
                    <a:pt x="260243" y="272498"/>
                  </a:lnTo>
                  <a:lnTo>
                    <a:pt x="252357" y="272498"/>
                  </a:lnTo>
                  <a:lnTo>
                    <a:pt x="244471" y="272498"/>
                  </a:lnTo>
                  <a:lnTo>
                    <a:pt x="236585" y="272498"/>
                  </a:lnTo>
                  <a:lnTo>
                    <a:pt x="228699" y="272498"/>
                  </a:lnTo>
                  <a:lnTo>
                    <a:pt x="220813" y="272498"/>
                  </a:lnTo>
                  <a:lnTo>
                    <a:pt x="212926" y="272498"/>
                  </a:lnTo>
                  <a:lnTo>
                    <a:pt x="205040" y="272498"/>
                  </a:lnTo>
                  <a:lnTo>
                    <a:pt x="197154" y="272498"/>
                  </a:lnTo>
                  <a:lnTo>
                    <a:pt x="189268" y="272498"/>
                  </a:lnTo>
                  <a:lnTo>
                    <a:pt x="181382" y="272498"/>
                  </a:lnTo>
                  <a:lnTo>
                    <a:pt x="173495" y="272498"/>
                  </a:lnTo>
                  <a:lnTo>
                    <a:pt x="165609" y="272498"/>
                  </a:lnTo>
                  <a:lnTo>
                    <a:pt x="157723" y="272498"/>
                  </a:lnTo>
                  <a:lnTo>
                    <a:pt x="149837" y="272498"/>
                  </a:lnTo>
                  <a:lnTo>
                    <a:pt x="141951" y="272498"/>
                  </a:lnTo>
                  <a:lnTo>
                    <a:pt x="134065" y="272498"/>
                  </a:lnTo>
                  <a:lnTo>
                    <a:pt x="126178" y="272498"/>
                  </a:lnTo>
                  <a:lnTo>
                    <a:pt x="118292" y="272498"/>
                  </a:lnTo>
                  <a:lnTo>
                    <a:pt x="110406" y="272498"/>
                  </a:lnTo>
                  <a:lnTo>
                    <a:pt x="102520" y="272498"/>
                  </a:lnTo>
                  <a:lnTo>
                    <a:pt x="94634" y="272498"/>
                  </a:lnTo>
                  <a:lnTo>
                    <a:pt x="86747" y="272498"/>
                  </a:lnTo>
                  <a:lnTo>
                    <a:pt x="78861" y="272498"/>
                  </a:lnTo>
                  <a:lnTo>
                    <a:pt x="70975" y="272498"/>
                  </a:lnTo>
                  <a:lnTo>
                    <a:pt x="63089" y="272498"/>
                  </a:lnTo>
                  <a:lnTo>
                    <a:pt x="55203" y="272498"/>
                  </a:lnTo>
                  <a:lnTo>
                    <a:pt x="47317" y="272498"/>
                  </a:lnTo>
                  <a:lnTo>
                    <a:pt x="39430" y="272498"/>
                  </a:lnTo>
                  <a:lnTo>
                    <a:pt x="31544" y="272498"/>
                  </a:lnTo>
                  <a:lnTo>
                    <a:pt x="23658" y="272498"/>
                  </a:lnTo>
                  <a:lnTo>
                    <a:pt x="15772" y="272498"/>
                  </a:lnTo>
                  <a:lnTo>
                    <a:pt x="7886" y="272498"/>
                  </a:lnTo>
                  <a:lnTo>
                    <a:pt x="0" y="272498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7814880" y="4522234"/>
              <a:ext cx="4029838" cy="254890"/>
            </a:xfrm>
            <a:custGeom>
              <a:avLst/>
              <a:pathLst>
                <a:path w="4029838" h="254890">
                  <a:moveTo>
                    <a:pt x="0" y="254890"/>
                  </a:moveTo>
                  <a:lnTo>
                    <a:pt x="7886" y="254563"/>
                  </a:lnTo>
                  <a:lnTo>
                    <a:pt x="15772" y="254228"/>
                  </a:lnTo>
                  <a:lnTo>
                    <a:pt x="23658" y="253893"/>
                  </a:lnTo>
                  <a:lnTo>
                    <a:pt x="31544" y="253550"/>
                  </a:lnTo>
                  <a:lnTo>
                    <a:pt x="39430" y="253205"/>
                  </a:lnTo>
                  <a:lnTo>
                    <a:pt x="47317" y="252854"/>
                  </a:lnTo>
                  <a:lnTo>
                    <a:pt x="55203" y="252500"/>
                  </a:lnTo>
                  <a:lnTo>
                    <a:pt x="63089" y="252141"/>
                  </a:lnTo>
                  <a:lnTo>
                    <a:pt x="70975" y="251778"/>
                  </a:lnTo>
                  <a:lnTo>
                    <a:pt x="78861" y="251410"/>
                  </a:lnTo>
                  <a:lnTo>
                    <a:pt x="86747" y="251038"/>
                  </a:lnTo>
                  <a:lnTo>
                    <a:pt x="94634" y="250661"/>
                  </a:lnTo>
                  <a:lnTo>
                    <a:pt x="102520" y="250279"/>
                  </a:lnTo>
                  <a:lnTo>
                    <a:pt x="110406" y="249894"/>
                  </a:lnTo>
                  <a:lnTo>
                    <a:pt x="118292" y="249502"/>
                  </a:lnTo>
                  <a:lnTo>
                    <a:pt x="126178" y="249107"/>
                  </a:lnTo>
                  <a:lnTo>
                    <a:pt x="134065" y="248706"/>
                  </a:lnTo>
                  <a:lnTo>
                    <a:pt x="141951" y="248302"/>
                  </a:lnTo>
                  <a:lnTo>
                    <a:pt x="149837" y="247890"/>
                  </a:lnTo>
                  <a:lnTo>
                    <a:pt x="157723" y="247477"/>
                  </a:lnTo>
                  <a:lnTo>
                    <a:pt x="165609" y="247055"/>
                  </a:lnTo>
                  <a:lnTo>
                    <a:pt x="173495" y="246631"/>
                  </a:lnTo>
                  <a:lnTo>
                    <a:pt x="181382" y="246199"/>
                  </a:lnTo>
                  <a:lnTo>
                    <a:pt x="189268" y="245765"/>
                  </a:lnTo>
                  <a:lnTo>
                    <a:pt x="197154" y="245323"/>
                  </a:lnTo>
                  <a:lnTo>
                    <a:pt x="205040" y="244878"/>
                  </a:lnTo>
                  <a:lnTo>
                    <a:pt x="212926" y="244425"/>
                  </a:lnTo>
                  <a:lnTo>
                    <a:pt x="220813" y="243969"/>
                  </a:lnTo>
                  <a:lnTo>
                    <a:pt x="228699" y="243506"/>
                  </a:lnTo>
                  <a:lnTo>
                    <a:pt x="236585" y="243038"/>
                  </a:lnTo>
                  <a:lnTo>
                    <a:pt x="244471" y="242565"/>
                  </a:lnTo>
                  <a:lnTo>
                    <a:pt x="252357" y="242085"/>
                  </a:lnTo>
                  <a:lnTo>
                    <a:pt x="260243" y="241601"/>
                  </a:lnTo>
                  <a:lnTo>
                    <a:pt x="268130" y="241109"/>
                  </a:lnTo>
                  <a:lnTo>
                    <a:pt x="276016" y="240614"/>
                  </a:lnTo>
                  <a:lnTo>
                    <a:pt x="283902" y="240110"/>
                  </a:lnTo>
                  <a:lnTo>
                    <a:pt x="291788" y="239603"/>
                  </a:lnTo>
                  <a:lnTo>
                    <a:pt x="299674" y="239087"/>
                  </a:lnTo>
                  <a:lnTo>
                    <a:pt x="307561" y="238569"/>
                  </a:lnTo>
                  <a:lnTo>
                    <a:pt x="315447" y="238039"/>
                  </a:lnTo>
                  <a:lnTo>
                    <a:pt x="323333" y="237509"/>
                  </a:lnTo>
                  <a:lnTo>
                    <a:pt x="331219" y="236967"/>
                  </a:lnTo>
                  <a:lnTo>
                    <a:pt x="339105" y="236423"/>
                  </a:lnTo>
                  <a:lnTo>
                    <a:pt x="346991" y="235869"/>
                  </a:lnTo>
                  <a:lnTo>
                    <a:pt x="354878" y="235311"/>
                  </a:lnTo>
                  <a:lnTo>
                    <a:pt x="362764" y="234744"/>
                  </a:lnTo>
                  <a:lnTo>
                    <a:pt x="370650" y="234173"/>
                  </a:lnTo>
                  <a:lnTo>
                    <a:pt x="378536" y="233593"/>
                  </a:lnTo>
                  <a:lnTo>
                    <a:pt x="386422" y="233008"/>
                  </a:lnTo>
                  <a:lnTo>
                    <a:pt x="394309" y="232415"/>
                  </a:lnTo>
                  <a:lnTo>
                    <a:pt x="402195" y="231815"/>
                  </a:lnTo>
                  <a:lnTo>
                    <a:pt x="410081" y="231209"/>
                  </a:lnTo>
                  <a:lnTo>
                    <a:pt x="417967" y="230594"/>
                  </a:lnTo>
                  <a:lnTo>
                    <a:pt x="425853" y="229974"/>
                  </a:lnTo>
                  <a:lnTo>
                    <a:pt x="433739" y="229345"/>
                  </a:lnTo>
                  <a:lnTo>
                    <a:pt x="441626" y="228710"/>
                  </a:lnTo>
                  <a:lnTo>
                    <a:pt x="449512" y="228065"/>
                  </a:lnTo>
                  <a:lnTo>
                    <a:pt x="457398" y="227417"/>
                  </a:lnTo>
                  <a:lnTo>
                    <a:pt x="465284" y="226756"/>
                  </a:lnTo>
                  <a:lnTo>
                    <a:pt x="473170" y="226093"/>
                  </a:lnTo>
                  <a:lnTo>
                    <a:pt x="481056" y="225416"/>
                  </a:lnTo>
                  <a:lnTo>
                    <a:pt x="488943" y="224738"/>
                  </a:lnTo>
                  <a:lnTo>
                    <a:pt x="496829" y="224045"/>
                  </a:lnTo>
                  <a:lnTo>
                    <a:pt x="504715" y="223351"/>
                  </a:lnTo>
                  <a:lnTo>
                    <a:pt x="512601" y="222643"/>
                  </a:lnTo>
                  <a:lnTo>
                    <a:pt x="520487" y="221931"/>
                  </a:lnTo>
                  <a:lnTo>
                    <a:pt x="528374" y="221207"/>
                  </a:lnTo>
                  <a:lnTo>
                    <a:pt x="536260" y="220479"/>
                  </a:lnTo>
                  <a:lnTo>
                    <a:pt x="544146" y="219739"/>
                  </a:lnTo>
                  <a:lnTo>
                    <a:pt x="552032" y="218993"/>
                  </a:lnTo>
                  <a:lnTo>
                    <a:pt x="559918" y="218237"/>
                  </a:lnTo>
                  <a:lnTo>
                    <a:pt x="567804" y="217473"/>
                  </a:lnTo>
                  <a:lnTo>
                    <a:pt x="575691" y="216701"/>
                  </a:lnTo>
                  <a:lnTo>
                    <a:pt x="583577" y="215919"/>
                  </a:lnTo>
                  <a:lnTo>
                    <a:pt x="591463" y="215130"/>
                  </a:lnTo>
                  <a:lnTo>
                    <a:pt x="599349" y="214329"/>
                  </a:lnTo>
                  <a:lnTo>
                    <a:pt x="607235" y="213524"/>
                  </a:lnTo>
                  <a:lnTo>
                    <a:pt x="615122" y="212704"/>
                  </a:lnTo>
                  <a:lnTo>
                    <a:pt x="623008" y="211881"/>
                  </a:lnTo>
                  <a:lnTo>
                    <a:pt x="630894" y="211043"/>
                  </a:lnTo>
                  <a:lnTo>
                    <a:pt x="638780" y="210202"/>
                  </a:lnTo>
                  <a:lnTo>
                    <a:pt x="646666" y="209345"/>
                  </a:lnTo>
                  <a:lnTo>
                    <a:pt x="654552" y="208485"/>
                  </a:lnTo>
                  <a:lnTo>
                    <a:pt x="662439" y="207609"/>
                  </a:lnTo>
                  <a:lnTo>
                    <a:pt x="670325" y="206730"/>
                  </a:lnTo>
                  <a:lnTo>
                    <a:pt x="678211" y="205836"/>
                  </a:lnTo>
                  <a:lnTo>
                    <a:pt x="686097" y="204937"/>
                  </a:lnTo>
                  <a:lnTo>
                    <a:pt x="693983" y="204024"/>
                  </a:lnTo>
                  <a:lnTo>
                    <a:pt x="701870" y="203105"/>
                  </a:lnTo>
                  <a:lnTo>
                    <a:pt x="709756" y="202173"/>
                  </a:lnTo>
                  <a:lnTo>
                    <a:pt x="717642" y="201233"/>
                  </a:lnTo>
                  <a:lnTo>
                    <a:pt x="725528" y="200283"/>
                  </a:lnTo>
                  <a:lnTo>
                    <a:pt x="733414" y="199322"/>
                  </a:lnTo>
                  <a:lnTo>
                    <a:pt x="741300" y="198353"/>
                  </a:lnTo>
                  <a:lnTo>
                    <a:pt x="749187" y="197371"/>
                  </a:lnTo>
                  <a:lnTo>
                    <a:pt x="757073" y="196382"/>
                  </a:lnTo>
                  <a:lnTo>
                    <a:pt x="764959" y="195380"/>
                  </a:lnTo>
                  <a:lnTo>
                    <a:pt x="772845" y="194371"/>
                  </a:lnTo>
                  <a:lnTo>
                    <a:pt x="780731" y="193347"/>
                  </a:lnTo>
                  <a:lnTo>
                    <a:pt x="788618" y="192319"/>
                  </a:lnTo>
                  <a:lnTo>
                    <a:pt x="796504" y="191274"/>
                  </a:lnTo>
                  <a:lnTo>
                    <a:pt x="804390" y="190226"/>
                  </a:lnTo>
                  <a:lnTo>
                    <a:pt x="812276" y="189158"/>
                  </a:lnTo>
                  <a:lnTo>
                    <a:pt x="820162" y="188089"/>
                  </a:lnTo>
                  <a:lnTo>
                    <a:pt x="828048" y="187002"/>
                  </a:lnTo>
                  <a:lnTo>
                    <a:pt x="835935" y="185910"/>
                  </a:lnTo>
                  <a:lnTo>
                    <a:pt x="843821" y="184803"/>
                  </a:lnTo>
                  <a:lnTo>
                    <a:pt x="851707" y="183690"/>
                  </a:lnTo>
                  <a:lnTo>
                    <a:pt x="859593" y="182562"/>
                  </a:lnTo>
                  <a:lnTo>
                    <a:pt x="867479" y="181427"/>
                  </a:lnTo>
                  <a:lnTo>
                    <a:pt x="875366" y="180279"/>
                  </a:lnTo>
                  <a:lnTo>
                    <a:pt x="883252" y="179121"/>
                  </a:lnTo>
                  <a:lnTo>
                    <a:pt x="891138" y="177953"/>
                  </a:lnTo>
                  <a:lnTo>
                    <a:pt x="899024" y="176774"/>
                  </a:lnTo>
                  <a:lnTo>
                    <a:pt x="906910" y="175585"/>
                  </a:lnTo>
                  <a:lnTo>
                    <a:pt x="914796" y="174383"/>
                  </a:lnTo>
                  <a:lnTo>
                    <a:pt x="922683" y="173175"/>
                  </a:lnTo>
                  <a:lnTo>
                    <a:pt x="930569" y="171951"/>
                  </a:lnTo>
                  <a:lnTo>
                    <a:pt x="938455" y="170722"/>
                  </a:lnTo>
                  <a:lnTo>
                    <a:pt x="946341" y="169477"/>
                  </a:lnTo>
                  <a:lnTo>
                    <a:pt x="954227" y="168228"/>
                  </a:lnTo>
                  <a:lnTo>
                    <a:pt x="962113" y="166961"/>
                  </a:lnTo>
                  <a:lnTo>
                    <a:pt x="970000" y="165692"/>
                  </a:lnTo>
                  <a:lnTo>
                    <a:pt x="977886" y="164403"/>
                  </a:lnTo>
                  <a:lnTo>
                    <a:pt x="985772" y="163113"/>
                  </a:lnTo>
                  <a:lnTo>
                    <a:pt x="993658" y="161805"/>
                  </a:lnTo>
                  <a:lnTo>
                    <a:pt x="1001544" y="160493"/>
                  </a:lnTo>
                  <a:lnTo>
                    <a:pt x="1009431" y="159166"/>
                  </a:lnTo>
                  <a:lnTo>
                    <a:pt x="1017317" y="157833"/>
                  </a:lnTo>
                  <a:lnTo>
                    <a:pt x="1025203" y="156487"/>
                  </a:lnTo>
                  <a:lnTo>
                    <a:pt x="1033089" y="155133"/>
                  </a:lnTo>
                  <a:lnTo>
                    <a:pt x="1040975" y="153768"/>
                  </a:lnTo>
                  <a:lnTo>
                    <a:pt x="1048861" y="152395"/>
                  </a:lnTo>
                  <a:lnTo>
                    <a:pt x="1056748" y="151012"/>
                  </a:lnTo>
                  <a:lnTo>
                    <a:pt x="1064634" y="149618"/>
                  </a:lnTo>
                  <a:lnTo>
                    <a:pt x="1072520" y="148217"/>
                  </a:lnTo>
                  <a:lnTo>
                    <a:pt x="1080406" y="146805"/>
                  </a:lnTo>
                  <a:lnTo>
                    <a:pt x="1088292" y="145386"/>
                  </a:lnTo>
                  <a:lnTo>
                    <a:pt x="1096179" y="143955"/>
                  </a:lnTo>
                  <a:lnTo>
                    <a:pt x="1104065" y="142520"/>
                  </a:lnTo>
                  <a:lnTo>
                    <a:pt x="1111951" y="141071"/>
                  </a:lnTo>
                  <a:lnTo>
                    <a:pt x="1119837" y="139620"/>
                  </a:lnTo>
                  <a:lnTo>
                    <a:pt x="1127723" y="138153"/>
                  </a:lnTo>
                  <a:lnTo>
                    <a:pt x="1135609" y="136686"/>
                  </a:lnTo>
                  <a:lnTo>
                    <a:pt x="1143496" y="135204"/>
                  </a:lnTo>
                  <a:lnTo>
                    <a:pt x="1151382" y="133720"/>
                  </a:lnTo>
                  <a:lnTo>
                    <a:pt x="1159268" y="132223"/>
                  </a:lnTo>
                  <a:lnTo>
                    <a:pt x="1167154" y="130724"/>
                  </a:lnTo>
                  <a:lnTo>
                    <a:pt x="1175040" y="129214"/>
                  </a:lnTo>
                  <a:lnTo>
                    <a:pt x="1182927" y="127700"/>
                  </a:lnTo>
                  <a:lnTo>
                    <a:pt x="1190813" y="126178"/>
                  </a:lnTo>
                  <a:lnTo>
                    <a:pt x="1198699" y="124651"/>
                  </a:lnTo>
                  <a:lnTo>
                    <a:pt x="1206585" y="123117"/>
                  </a:lnTo>
                  <a:lnTo>
                    <a:pt x="1214471" y="121577"/>
                  </a:lnTo>
                  <a:lnTo>
                    <a:pt x="1222357" y="120032"/>
                  </a:lnTo>
                  <a:lnTo>
                    <a:pt x="1230244" y="118481"/>
                  </a:lnTo>
                  <a:lnTo>
                    <a:pt x="1238130" y="116926"/>
                  </a:lnTo>
                  <a:lnTo>
                    <a:pt x="1246016" y="115366"/>
                  </a:lnTo>
                  <a:lnTo>
                    <a:pt x="1253902" y="113802"/>
                  </a:lnTo>
                  <a:lnTo>
                    <a:pt x="1261788" y="112233"/>
                  </a:lnTo>
                  <a:lnTo>
                    <a:pt x="1269675" y="110661"/>
                  </a:lnTo>
                  <a:lnTo>
                    <a:pt x="1277561" y="109085"/>
                  </a:lnTo>
                  <a:lnTo>
                    <a:pt x="1285447" y="107507"/>
                  </a:lnTo>
                  <a:lnTo>
                    <a:pt x="1293333" y="105924"/>
                  </a:lnTo>
                  <a:lnTo>
                    <a:pt x="1301219" y="104341"/>
                  </a:lnTo>
                  <a:lnTo>
                    <a:pt x="1309105" y="102754"/>
                  </a:lnTo>
                  <a:lnTo>
                    <a:pt x="1316992" y="101166"/>
                  </a:lnTo>
                  <a:lnTo>
                    <a:pt x="1324878" y="99577"/>
                  </a:lnTo>
                  <a:lnTo>
                    <a:pt x="1332764" y="97986"/>
                  </a:lnTo>
                  <a:lnTo>
                    <a:pt x="1340650" y="96395"/>
                  </a:lnTo>
                  <a:lnTo>
                    <a:pt x="1348536" y="94804"/>
                  </a:lnTo>
                  <a:lnTo>
                    <a:pt x="1356423" y="93213"/>
                  </a:lnTo>
                  <a:lnTo>
                    <a:pt x="1364309" y="91622"/>
                  </a:lnTo>
                  <a:lnTo>
                    <a:pt x="1372195" y="90032"/>
                  </a:lnTo>
                  <a:lnTo>
                    <a:pt x="1380081" y="88444"/>
                  </a:lnTo>
                  <a:lnTo>
                    <a:pt x="1387967" y="86857"/>
                  </a:lnTo>
                  <a:lnTo>
                    <a:pt x="1395853" y="85272"/>
                  </a:lnTo>
                  <a:lnTo>
                    <a:pt x="1403740" y="83689"/>
                  </a:lnTo>
                  <a:lnTo>
                    <a:pt x="1411626" y="82111"/>
                  </a:lnTo>
                  <a:lnTo>
                    <a:pt x="1419512" y="80534"/>
                  </a:lnTo>
                  <a:lnTo>
                    <a:pt x="1427398" y="78962"/>
                  </a:lnTo>
                  <a:lnTo>
                    <a:pt x="1435284" y="77393"/>
                  </a:lnTo>
                  <a:lnTo>
                    <a:pt x="1443170" y="75831"/>
                  </a:lnTo>
                  <a:lnTo>
                    <a:pt x="1451057" y="74270"/>
                  </a:lnTo>
                  <a:lnTo>
                    <a:pt x="1458943" y="72720"/>
                  </a:lnTo>
                  <a:lnTo>
                    <a:pt x="1466829" y="71171"/>
                  </a:lnTo>
                  <a:lnTo>
                    <a:pt x="1474715" y="69632"/>
                  </a:lnTo>
                  <a:lnTo>
                    <a:pt x="1482601" y="68096"/>
                  </a:lnTo>
                  <a:lnTo>
                    <a:pt x="1490488" y="66572"/>
                  </a:lnTo>
                  <a:lnTo>
                    <a:pt x="1498374" y="65051"/>
                  </a:lnTo>
                  <a:lnTo>
                    <a:pt x="1506260" y="63542"/>
                  </a:lnTo>
                  <a:lnTo>
                    <a:pt x="1514146" y="62039"/>
                  </a:lnTo>
                  <a:lnTo>
                    <a:pt x="1522032" y="60546"/>
                  </a:lnTo>
                  <a:lnTo>
                    <a:pt x="1529918" y="59062"/>
                  </a:lnTo>
                  <a:lnTo>
                    <a:pt x="1537805" y="57588"/>
                  </a:lnTo>
                  <a:lnTo>
                    <a:pt x="1545691" y="56125"/>
                  </a:lnTo>
                  <a:lnTo>
                    <a:pt x="1553577" y="54671"/>
                  </a:lnTo>
                  <a:lnTo>
                    <a:pt x="1561463" y="53231"/>
                  </a:lnTo>
                  <a:lnTo>
                    <a:pt x="1569349" y="51799"/>
                  </a:lnTo>
                  <a:lnTo>
                    <a:pt x="1577236" y="50384"/>
                  </a:lnTo>
                  <a:lnTo>
                    <a:pt x="1585122" y="48974"/>
                  </a:lnTo>
                  <a:lnTo>
                    <a:pt x="1593008" y="47586"/>
                  </a:lnTo>
                  <a:lnTo>
                    <a:pt x="1600894" y="46201"/>
                  </a:lnTo>
                  <a:lnTo>
                    <a:pt x="1608780" y="44842"/>
                  </a:lnTo>
                  <a:lnTo>
                    <a:pt x="1616666" y="43484"/>
                  </a:lnTo>
                  <a:lnTo>
                    <a:pt x="1624553" y="42154"/>
                  </a:lnTo>
                  <a:lnTo>
                    <a:pt x="1632439" y="40827"/>
                  </a:lnTo>
                  <a:lnTo>
                    <a:pt x="1640325" y="39526"/>
                  </a:lnTo>
                  <a:lnTo>
                    <a:pt x="1648211" y="38231"/>
                  </a:lnTo>
                  <a:lnTo>
                    <a:pt x="1656097" y="36961"/>
                  </a:lnTo>
                  <a:lnTo>
                    <a:pt x="1663984" y="35701"/>
                  </a:lnTo>
                  <a:lnTo>
                    <a:pt x="1671870" y="34462"/>
                  </a:lnTo>
                  <a:lnTo>
                    <a:pt x="1679756" y="33238"/>
                  </a:lnTo>
                  <a:lnTo>
                    <a:pt x="1687642" y="32033"/>
                  </a:lnTo>
                  <a:lnTo>
                    <a:pt x="1695528" y="30845"/>
                  </a:lnTo>
                  <a:lnTo>
                    <a:pt x="1703414" y="29675"/>
                  </a:lnTo>
                  <a:lnTo>
                    <a:pt x="1711301" y="28526"/>
                  </a:lnTo>
                  <a:lnTo>
                    <a:pt x="1719187" y="27392"/>
                  </a:lnTo>
                  <a:lnTo>
                    <a:pt x="1727073" y="26284"/>
                  </a:lnTo>
                  <a:lnTo>
                    <a:pt x="1734959" y="25187"/>
                  </a:lnTo>
                  <a:lnTo>
                    <a:pt x="1742845" y="24120"/>
                  </a:lnTo>
                  <a:lnTo>
                    <a:pt x="1750732" y="23062"/>
                  </a:lnTo>
                  <a:lnTo>
                    <a:pt x="1758618" y="22038"/>
                  </a:lnTo>
                  <a:lnTo>
                    <a:pt x="1766504" y="21019"/>
                  </a:lnTo>
                  <a:lnTo>
                    <a:pt x="1774390" y="20039"/>
                  </a:lnTo>
                  <a:lnTo>
                    <a:pt x="1782276" y="19063"/>
                  </a:lnTo>
                  <a:lnTo>
                    <a:pt x="1790162" y="18126"/>
                  </a:lnTo>
                  <a:lnTo>
                    <a:pt x="1798049" y="17196"/>
                  </a:lnTo>
                  <a:lnTo>
                    <a:pt x="1805935" y="16301"/>
                  </a:lnTo>
                  <a:lnTo>
                    <a:pt x="1813821" y="15417"/>
                  </a:lnTo>
                  <a:lnTo>
                    <a:pt x="1821707" y="14566"/>
                  </a:lnTo>
                  <a:lnTo>
                    <a:pt x="1829593" y="13730"/>
                  </a:lnTo>
                  <a:lnTo>
                    <a:pt x="1837479" y="12923"/>
                  </a:lnTo>
                  <a:lnTo>
                    <a:pt x="1845366" y="12135"/>
                  </a:lnTo>
                  <a:lnTo>
                    <a:pt x="1853252" y="11373"/>
                  </a:lnTo>
                  <a:lnTo>
                    <a:pt x="1861138" y="10635"/>
                  </a:lnTo>
                  <a:lnTo>
                    <a:pt x="1869024" y="9918"/>
                  </a:lnTo>
                  <a:lnTo>
                    <a:pt x="1876910" y="9229"/>
                  </a:lnTo>
                  <a:lnTo>
                    <a:pt x="1884797" y="8559"/>
                  </a:lnTo>
                  <a:lnTo>
                    <a:pt x="1892683" y="7921"/>
                  </a:lnTo>
                  <a:lnTo>
                    <a:pt x="1900569" y="7297"/>
                  </a:lnTo>
                  <a:lnTo>
                    <a:pt x="1908455" y="6711"/>
                  </a:lnTo>
                  <a:lnTo>
                    <a:pt x="1916341" y="6134"/>
                  </a:lnTo>
                  <a:lnTo>
                    <a:pt x="1924227" y="5599"/>
                  </a:lnTo>
                  <a:lnTo>
                    <a:pt x="1932114" y="5069"/>
                  </a:lnTo>
                  <a:lnTo>
                    <a:pt x="1940000" y="4587"/>
                  </a:lnTo>
                  <a:lnTo>
                    <a:pt x="1947886" y="4108"/>
                  </a:lnTo>
                  <a:lnTo>
                    <a:pt x="1955772" y="3674"/>
                  </a:lnTo>
                  <a:lnTo>
                    <a:pt x="1963658" y="3249"/>
                  </a:lnTo>
                  <a:lnTo>
                    <a:pt x="1971545" y="2863"/>
                  </a:lnTo>
                  <a:lnTo>
                    <a:pt x="1979431" y="2490"/>
                  </a:lnTo>
                  <a:lnTo>
                    <a:pt x="1987317" y="2152"/>
                  </a:lnTo>
                  <a:lnTo>
                    <a:pt x="1995203" y="1832"/>
                  </a:lnTo>
                  <a:lnTo>
                    <a:pt x="2003089" y="1543"/>
                  </a:lnTo>
                  <a:lnTo>
                    <a:pt x="2010975" y="1275"/>
                  </a:lnTo>
                  <a:lnTo>
                    <a:pt x="2018862" y="1034"/>
                  </a:lnTo>
                  <a:lnTo>
                    <a:pt x="2026748" y="820"/>
                  </a:lnTo>
                  <a:lnTo>
                    <a:pt x="2034634" y="627"/>
                  </a:lnTo>
                  <a:lnTo>
                    <a:pt x="2042520" y="465"/>
                  </a:lnTo>
                  <a:lnTo>
                    <a:pt x="2050406" y="320"/>
                  </a:lnTo>
                  <a:lnTo>
                    <a:pt x="2058293" y="210"/>
                  </a:lnTo>
                  <a:lnTo>
                    <a:pt x="2066179" y="113"/>
                  </a:lnTo>
                  <a:lnTo>
                    <a:pt x="2074065" y="56"/>
                  </a:lnTo>
                  <a:lnTo>
                    <a:pt x="2081951" y="7"/>
                  </a:lnTo>
                  <a:lnTo>
                    <a:pt x="2089837" y="1"/>
                  </a:lnTo>
                  <a:lnTo>
                    <a:pt x="2097723" y="0"/>
                  </a:lnTo>
                  <a:lnTo>
                    <a:pt x="2105610" y="44"/>
                  </a:lnTo>
                  <a:lnTo>
                    <a:pt x="2113496" y="94"/>
                  </a:lnTo>
                  <a:lnTo>
                    <a:pt x="2121382" y="186"/>
                  </a:lnTo>
                  <a:lnTo>
                    <a:pt x="2129268" y="287"/>
                  </a:lnTo>
                  <a:lnTo>
                    <a:pt x="2137154" y="424"/>
                  </a:lnTo>
                  <a:lnTo>
                    <a:pt x="2145041" y="575"/>
                  </a:lnTo>
                  <a:lnTo>
                    <a:pt x="2152927" y="758"/>
                  </a:lnTo>
                  <a:lnTo>
                    <a:pt x="2160813" y="959"/>
                  </a:lnTo>
                  <a:lnTo>
                    <a:pt x="2168699" y="1187"/>
                  </a:lnTo>
                  <a:lnTo>
                    <a:pt x="2176585" y="1436"/>
                  </a:lnTo>
                  <a:lnTo>
                    <a:pt x="2184471" y="1708"/>
                  </a:lnTo>
                  <a:lnTo>
                    <a:pt x="2192358" y="2006"/>
                  </a:lnTo>
                  <a:lnTo>
                    <a:pt x="2200244" y="2322"/>
                  </a:lnTo>
                  <a:lnTo>
                    <a:pt x="2208130" y="2667"/>
                  </a:lnTo>
                  <a:lnTo>
                    <a:pt x="2216016" y="3026"/>
                  </a:lnTo>
                  <a:lnTo>
                    <a:pt x="2223902" y="3417"/>
                  </a:lnTo>
                  <a:lnTo>
                    <a:pt x="2231789" y="3819"/>
                  </a:lnTo>
                  <a:lnTo>
                    <a:pt x="2239675" y="4255"/>
                  </a:lnTo>
                  <a:lnTo>
                    <a:pt x="2247561" y="4698"/>
                  </a:lnTo>
                  <a:lnTo>
                    <a:pt x="2255447" y="5180"/>
                  </a:lnTo>
                  <a:lnTo>
                    <a:pt x="2263333" y="5665"/>
                  </a:lnTo>
                  <a:lnTo>
                    <a:pt x="2271219" y="6189"/>
                  </a:lnTo>
                  <a:lnTo>
                    <a:pt x="2279106" y="6717"/>
                  </a:lnTo>
                  <a:lnTo>
                    <a:pt x="2286992" y="7280"/>
                  </a:lnTo>
                  <a:lnTo>
                    <a:pt x="2294878" y="7851"/>
                  </a:lnTo>
                  <a:lnTo>
                    <a:pt x="2302764" y="8451"/>
                  </a:lnTo>
                  <a:lnTo>
                    <a:pt x="2310650" y="9064"/>
                  </a:lnTo>
                  <a:lnTo>
                    <a:pt x="2318536" y="9702"/>
                  </a:lnTo>
                  <a:lnTo>
                    <a:pt x="2326423" y="10354"/>
                  </a:lnTo>
                  <a:lnTo>
                    <a:pt x="2334309" y="11028"/>
                  </a:lnTo>
                  <a:lnTo>
                    <a:pt x="2342195" y="11720"/>
                  </a:lnTo>
                  <a:lnTo>
                    <a:pt x="2350081" y="12429"/>
                  </a:lnTo>
                  <a:lnTo>
                    <a:pt x="2357967" y="13159"/>
                  </a:lnTo>
                  <a:lnTo>
                    <a:pt x="2365854" y="13903"/>
                  </a:lnTo>
                  <a:lnTo>
                    <a:pt x="2373740" y="14669"/>
                  </a:lnTo>
                  <a:lnTo>
                    <a:pt x="2381626" y="15446"/>
                  </a:lnTo>
                  <a:lnTo>
                    <a:pt x="2389512" y="16248"/>
                  </a:lnTo>
                  <a:lnTo>
                    <a:pt x="2397398" y="17057"/>
                  </a:lnTo>
                  <a:lnTo>
                    <a:pt x="2405284" y="17893"/>
                  </a:lnTo>
                  <a:lnTo>
                    <a:pt x="2413171" y="18733"/>
                  </a:lnTo>
                  <a:lnTo>
                    <a:pt x="2421057" y="19603"/>
                  </a:lnTo>
                  <a:lnTo>
                    <a:pt x="2428943" y="20475"/>
                  </a:lnTo>
                  <a:lnTo>
                    <a:pt x="2436829" y="21374"/>
                  </a:lnTo>
                  <a:lnTo>
                    <a:pt x="2444715" y="22277"/>
                  </a:lnTo>
                  <a:lnTo>
                    <a:pt x="2452602" y="23205"/>
                  </a:lnTo>
                  <a:lnTo>
                    <a:pt x="2460488" y="24138"/>
                  </a:lnTo>
                  <a:lnTo>
                    <a:pt x="2468374" y="25092"/>
                  </a:lnTo>
                  <a:lnTo>
                    <a:pt x="2476260" y="26055"/>
                  </a:lnTo>
                  <a:lnTo>
                    <a:pt x="2484146" y="27035"/>
                  </a:lnTo>
                  <a:lnTo>
                    <a:pt x="2492032" y="28025"/>
                  </a:lnTo>
                  <a:lnTo>
                    <a:pt x="2499919" y="29030"/>
                  </a:lnTo>
                  <a:lnTo>
                    <a:pt x="2507805" y="30047"/>
                  </a:lnTo>
                  <a:lnTo>
                    <a:pt x="2515691" y="31074"/>
                  </a:lnTo>
                  <a:lnTo>
                    <a:pt x="2523577" y="32116"/>
                  </a:lnTo>
                  <a:lnTo>
                    <a:pt x="2531463" y="33166"/>
                  </a:lnTo>
                  <a:lnTo>
                    <a:pt x="2539350" y="34232"/>
                  </a:lnTo>
                  <a:lnTo>
                    <a:pt x="2547236" y="35304"/>
                  </a:lnTo>
                  <a:lnTo>
                    <a:pt x="2555122" y="36391"/>
                  </a:lnTo>
                  <a:lnTo>
                    <a:pt x="2563008" y="37483"/>
                  </a:lnTo>
                  <a:lnTo>
                    <a:pt x="2570894" y="38592"/>
                  </a:lnTo>
                  <a:lnTo>
                    <a:pt x="2578780" y="39703"/>
                  </a:lnTo>
                  <a:lnTo>
                    <a:pt x="2586667" y="40832"/>
                  </a:lnTo>
                  <a:lnTo>
                    <a:pt x="2594553" y="41962"/>
                  </a:lnTo>
                  <a:lnTo>
                    <a:pt x="2602439" y="43108"/>
                  </a:lnTo>
                  <a:lnTo>
                    <a:pt x="2610325" y="44257"/>
                  </a:lnTo>
                  <a:lnTo>
                    <a:pt x="2618211" y="45418"/>
                  </a:lnTo>
                  <a:lnTo>
                    <a:pt x="2626098" y="46584"/>
                  </a:lnTo>
                  <a:lnTo>
                    <a:pt x="2633984" y="47760"/>
                  </a:lnTo>
                  <a:lnTo>
                    <a:pt x="2641870" y="48942"/>
                  </a:lnTo>
                  <a:lnTo>
                    <a:pt x="2649756" y="50132"/>
                  </a:lnTo>
                  <a:lnTo>
                    <a:pt x="2657642" y="51328"/>
                  </a:lnTo>
                  <a:lnTo>
                    <a:pt x="2665528" y="52531"/>
                  </a:lnTo>
                  <a:lnTo>
                    <a:pt x="2673415" y="53740"/>
                  </a:lnTo>
                  <a:lnTo>
                    <a:pt x="2681301" y="54955"/>
                  </a:lnTo>
                  <a:lnTo>
                    <a:pt x="2689187" y="56176"/>
                  </a:lnTo>
                  <a:lnTo>
                    <a:pt x="2697073" y="57401"/>
                  </a:lnTo>
                  <a:lnTo>
                    <a:pt x="2704959" y="58633"/>
                  </a:lnTo>
                  <a:lnTo>
                    <a:pt x="2712846" y="59868"/>
                  </a:lnTo>
                  <a:lnTo>
                    <a:pt x="2720732" y="61110"/>
                  </a:lnTo>
                  <a:lnTo>
                    <a:pt x="2728618" y="62354"/>
                  </a:lnTo>
                  <a:lnTo>
                    <a:pt x="2736504" y="63604"/>
                  </a:lnTo>
                  <a:lnTo>
                    <a:pt x="2744390" y="64856"/>
                  </a:lnTo>
                  <a:lnTo>
                    <a:pt x="2752276" y="66114"/>
                  </a:lnTo>
                  <a:lnTo>
                    <a:pt x="2760163" y="67373"/>
                  </a:lnTo>
                  <a:lnTo>
                    <a:pt x="2768049" y="68637"/>
                  </a:lnTo>
                  <a:lnTo>
                    <a:pt x="2775935" y="69902"/>
                  </a:lnTo>
                  <a:lnTo>
                    <a:pt x="2783821" y="71171"/>
                  </a:lnTo>
                  <a:lnTo>
                    <a:pt x="2791707" y="72441"/>
                  </a:lnTo>
                  <a:lnTo>
                    <a:pt x="2799593" y="73715"/>
                  </a:lnTo>
                  <a:lnTo>
                    <a:pt x="2807480" y="74989"/>
                  </a:lnTo>
                  <a:lnTo>
                    <a:pt x="2815366" y="76266"/>
                  </a:lnTo>
                  <a:lnTo>
                    <a:pt x="2823252" y="77544"/>
                  </a:lnTo>
                  <a:lnTo>
                    <a:pt x="2831138" y="78824"/>
                  </a:lnTo>
                  <a:lnTo>
                    <a:pt x="2839024" y="80104"/>
                  </a:lnTo>
                  <a:lnTo>
                    <a:pt x="2846911" y="81385"/>
                  </a:lnTo>
                  <a:lnTo>
                    <a:pt x="2854797" y="82667"/>
                  </a:lnTo>
                  <a:lnTo>
                    <a:pt x="2862683" y="83950"/>
                  </a:lnTo>
                  <a:lnTo>
                    <a:pt x="2870569" y="85233"/>
                  </a:lnTo>
                  <a:lnTo>
                    <a:pt x="2878455" y="86515"/>
                  </a:lnTo>
                  <a:lnTo>
                    <a:pt x="2886341" y="87798"/>
                  </a:lnTo>
                  <a:lnTo>
                    <a:pt x="2894228" y="89081"/>
                  </a:lnTo>
                  <a:lnTo>
                    <a:pt x="2902114" y="90363"/>
                  </a:lnTo>
                  <a:lnTo>
                    <a:pt x="2910000" y="91644"/>
                  </a:lnTo>
                  <a:lnTo>
                    <a:pt x="2917886" y="92925"/>
                  </a:lnTo>
                  <a:lnTo>
                    <a:pt x="2925772" y="94205"/>
                  </a:lnTo>
                  <a:lnTo>
                    <a:pt x="2933659" y="95483"/>
                  </a:lnTo>
                  <a:lnTo>
                    <a:pt x="2941545" y="96761"/>
                  </a:lnTo>
                  <a:lnTo>
                    <a:pt x="2949431" y="98036"/>
                  </a:lnTo>
                  <a:lnTo>
                    <a:pt x="2957317" y="99311"/>
                  </a:lnTo>
                  <a:lnTo>
                    <a:pt x="2965203" y="100584"/>
                  </a:lnTo>
                  <a:lnTo>
                    <a:pt x="2973089" y="101855"/>
                  </a:lnTo>
                  <a:lnTo>
                    <a:pt x="2980976" y="103124"/>
                  </a:lnTo>
                  <a:lnTo>
                    <a:pt x="2988862" y="104391"/>
                  </a:lnTo>
                  <a:lnTo>
                    <a:pt x="2996748" y="105656"/>
                  </a:lnTo>
                  <a:lnTo>
                    <a:pt x="3004634" y="106918"/>
                  </a:lnTo>
                  <a:lnTo>
                    <a:pt x="3012520" y="108179"/>
                  </a:lnTo>
                  <a:lnTo>
                    <a:pt x="3020407" y="109436"/>
                  </a:lnTo>
                  <a:lnTo>
                    <a:pt x="3028293" y="110692"/>
                  </a:lnTo>
                  <a:lnTo>
                    <a:pt x="3036179" y="111943"/>
                  </a:lnTo>
                  <a:lnTo>
                    <a:pt x="3044065" y="113194"/>
                  </a:lnTo>
                  <a:lnTo>
                    <a:pt x="3051951" y="114439"/>
                  </a:lnTo>
                  <a:lnTo>
                    <a:pt x="3059837" y="115684"/>
                  </a:lnTo>
                  <a:lnTo>
                    <a:pt x="3067724" y="116923"/>
                  </a:lnTo>
                  <a:lnTo>
                    <a:pt x="3075610" y="118162"/>
                  </a:lnTo>
                  <a:lnTo>
                    <a:pt x="3083496" y="119395"/>
                  </a:lnTo>
                  <a:lnTo>
                    <a:pt x="3091382" y="120626"/>
                  </a:lnTo>
                  <a:lnTo>
                    <a:pt x="3099268" y="121853"/>
                  </a:lnTo>
                  <a:lnTo>
                    <a:pt x="3107155" y="123078"/>
                  </a:lnTo>
                  <a:lnTo>
                    <a:pt x="3115041" y="124297"/>
                  </a:lnTo>
                  <a:lnTo>
                    <a:pt x="3122927" y="125515"/>
                  </a:lnTo>
                  <a:lnTo>
                    <a:pt x="3130813" y="126728"/>
                  </a:lnTo>
                  <a:lnTo>
                    <a:pt x="3138699" y="127937"/>
                  </a:lnTo>
                  <a:lnTo>
                    <a:pt x="3146585" y="129143"/>
                  </a:lnTo>
                  <a:lnTo>
                    <a:pt x="3154472" y="130345"/>
                  </a:lnTo>
                  <a:lnTo>
                    <a:pt x="3162358" y="131544"/>
                  </a:lnTo>
                  <a:lnTo>
                    <a:pt x="3170244" y="132738"/>
                  </a:lnTo>
                  <a:lnTo>
                    <a:pt x="3178130" y="133929"/>
                  </a:lnTo>
                  <a:lnTo>
                    <a:pt x="3186016" y="135115"/>
                  </a:lnTo>
                  <a:lnTo>
                    <a:pt x="3193903" y="136298"/>
                  </a:lnTo>
                  <a:lnTo>
                    <a:pt x="3201789" y="137476"/>
                  </a:lnTo>
                  <a:lnTo>
                    <a:pt x="3209675" y="138652"/>
                  </a:lnTo>
                  <a:lnTo>
                    <a:pt x="3217561" y="139820"/>
                  </a:lnTo>
                  <a:lnTo>
                    <a:pt x="3225447" y="140989"/>
                  </a:lnTo>
                  <a:lnTo>
                    <a:pt x="3233333" y="142149"/>
                  </a:lnTo>
                  <a:lnTo>
                    <a:pt x="3241220" y="143308"/>
                  </a:lnTo>
                  <a:lnTo>
                    <a:pt x="3249106" y="144461"/>
                  </a:lnTo>
                  <a:lnTo>
                    <a:pt x="3256992" y="145612"/>
                  </a:lnTo>
                  <a:lnTo>
                    <a:pt x="3264878" y="146756"/>
                  </a:lnTo>
                  <a:lnTo>
                    <a:pt x="3272764" y="147898"/>
                  </a:lnTo>
                  <a:lnTo>
                    <a:pt x="3280650" y="149034"/>
                  </a:lnTo>
                  <a:lnTo>
                    <a:pt x="3288537" y="150168"/>
                  </a:lnTo>
                  <a:lnTo>
                    <a:pt x="3296423" y="151296"/>
                  </a:lnTo>
                  <a:lnTo>
                    <a:pt x="3304309" y="152420"/>
                  </a:lnTo>
                  <a:lnTo>
                    <a:pt x="3312195" y="153540"/>
                  </a:lnTo>
                  <a:lnTo>
                    <a:pt x="3320081" y="154655"/>
                  </a:lnTo>
                  <a:lnTo>
                    <a:pt x="3327968" y="155767"/>
                  </a:lnTo>
                  <a:lnTo>
                    <a:pt x="3335854" y="156874"/>
                  </a:lnTo>
                  <a:lnTo>
                    <a:pt x="3343740" y="157977"/>
                  </a:lnTo>
                  <a:lnTo>
                    <a:pt x="3351626" y="159074"/>
                  </a:lnTo>
                  <a:lnTo>
                    <a:pt x="3359512" y="160170"/>
                  </a:lnTo>
                  <a:lnTo>
                    <a:pt x="3367398" y="161258"/>
                  </a:lnTo>
                  <a:lnTo>
                    <a:pt x="3375285" y="162345"/>
                  </a:lnTo>
                  <a:lnTo>
                    <a:pt x="3383171" y="163424"/>
                  </a:lnTo>
                  <a:lnTo>
                    <a:pt x="3391057" y="164502"/>
                  </a:lnTo>
                  <a:lnTo>
                    <a:pt x="3398943" y="165573"/>
                  </a:lnTo>
                  <a:lnTo>
                    <a:pt x="3406829" y="166642"/>
                  </a:lnTo>
                  <a:lnTo>
                    <a:pt x="3414716" y="167704"/>
                  </a:lnTo>
                  <a:lnTo>
                    <a:pt x="3422602" y="168764"/>
                  </a:lnTo>
                  <a:lnTo>
                    <a:pt x="3430488" y="169818"/>
                  </a:lnTo>
                  <a:lnTo>
                    <a:pt x="3438374" y="170869"/>
                  </a:lnTo>
                  <a:lnTo>
                    <a:pt x="3446260" y="171914"/>
                  </a:lnTo>
                  <a:lnTo>
                    <a:pt x="3454146" y="172956"/>
                  </a:lnTo>
                  <a:lnTo>
                    <a:pt x="3462033" y="173992"/>
                  </a:lnTo>
                  <a:lnTo>
                    <a:pt x="3469919" y="175025"/>
                  </a:lnTo>
                  <a:lnTo>
                    <a:pt x="3477805" y="176053"/>
                  </a:lnTo>
                  <a:lnTo>
                    <a:pt x="3485691" y="177076"/>
                  </a:lnTo>
                  <a:lnTo>
                    <a:pt x="3493577" y="178096"/>
                  </a:lnTo>
                  <a:lnTo>
                    <a:pt x="3501464" y="179110"/>
                  </a:lnTo>
                  <a:lnTo>
                    <a:pt x="3509350" y="180121"/>
                  </a:lnTo>
                  <a:lnTo>
                    <a:pt x="3517236" y="181126"/>
                  </a:lnTo>
                  <a:lnTo>
                    <a:pt x="3525122" y="182129"/>
                  </a:lnTo>
                  <a:lnTo>
                    <a:pt x="3533008" y="183124"/>
                  </a:lnTo>
                  <a:lnTo>
                    <a:pt x="3540894" y="184118"/>
                  </a:lnTo>
                  <a:lnTo>
                    <a:pt x="3548781" y="185104"/>
                  </a:lnTo>
                  <a:lnTo>
                    <a:pt x="3556667" y="186089"/>
                  </a:lnTo>
                  <a:lnTo>
                    <a:pt x="3564553" y="187065"/>
                  </a:lnTo>
                  <a:lnTo>
                    <a:pt x="3572439" y="188041"/>
                  </a:lnTo>
                  <a:lnTo>
                    <a:pt x="3580325" y="189009"/>
                  </a:lnTo>
                  <a:lnTo>
                    <a:pt x="3588212" y="189975"/>
                  </a:lnTo>
                  <a:lnTo>
                    <a:pt x="3596098" y="190934"/>
                  </a:lnTo>
                  <a:lnTo>
                    <a:pt x="3603984" y="191890"/>
                  </a:lnTo>
                  <a:lnTo>
                    <a:pt x="3611870" y="192840"/>
                  </a:lnTo>
                  <a:lnTo>
                    <a:pt x="3619756" y="193787"/>
                  </a:lnTo>
                  <a:lnTo>
                    <a:pt x="3627642" y="194728"/>
                  </a:lnTo>
                  <a:lnTo>
                    <a:pt x="3635529" y="195664"/>
                  </a:lnTo>
                  <a:lnTo>
                    <a:pt x="3643415" y="196597"/>
                  </a:lnTo>
                  <a:lnTo>
                    <a:pt x="3651301" y="197523"/>
                  </a:lnTo>
                  <a:lnTo>
                    <a:pt x="3659187" y="198446"/>
                  </a:lnTo>
                  <a:lnTo>
                    <a:pt x="3667073" y="199363"/>
                  </a:lnTo>
                  <a:lnTo>
                    <a:pt x="3674959" y="200277"/>
                  </a:lnTo>
                  <a:lnTo>
                    <a:pt x="3682846" y="201183"/>
                  </a:lnTo>
                  <a:lnTo>
                    <a:pt x="3690732" y="202088"/>
                  </a:lnTo>
                  <a:lnTo>
                    <a:pt x="3698618" y="202984"/>
                  </a:lnTo>
                  <a:lnTo>
                    <a:pt x="3706504" y="203879"/>
                  </a:lnTo>
                  <a:lnTo>
                    <a:pt x="3714390" y="204765"/>
                  </a:lnTo>
                  <a:lnTo>
                    <a:pt x="3722277" y="205650"/>
                  </a:lnTo>
                  <a:lnTo>
                    <a:pt x="3730163" y="206526"/>
                  </a:lnTo>
                  <a:lnTo>
                    <a:pt x="3738049" y="207400"/>
                  </a:lnTo>
                  <a:lnTo>
                    <a:pt x="3745935" y="208266"/>
                  </a:lnTo>
                  <a:lnTo>
                    <a:pt x="3753821" y="209129"/>
                  </a:lnTo>
                  <a:lnTo>
                    <a:pt x="3761707" y="209986"/>
                  </a:lnTo>
                  <a:lnTo>
                    <a:pt x="3769594" y="210838"/>
                  </a:lnTo>
                  <a:lnTo>
                    <a:pt x="3777480" y="211685"/>
                  </a:lnTo>
                  <a:lnTo>
                    <a:pt x="3785366" y="212526"/>
                  </a:lnTo>
                  <a:lnTo>
                    <a:pt x="3793252" y="213363"/>
                  </a:lnTo>
                  <a:lnTo>
                    <a:pt x="3801138" y="214193"/>
                  </a:lnTo>
                  <a:lnTo>
                    <a:pt x="3809025" y="215019"/>
                  </a:lnTo>
                  <a:lnTo>
                    <a:pt x="3816911" y="215838"/>
                  </a:lnTo>
                  <a:lnTo>
                    <a:pt x="3824797" y="216654"/>
                  </a:lnTo>
                  <a:lnTo>
                    <a:pt x="3832683" y="217461"/>
                  </a:lnTo>
                  <a:lnTo>
                    <a:pt x="3840569" y="218266"/>
                  </a:lnTo>
                  <a:lnTo>
                    <a:pt x="3848455" y="219063"/>
                  </a:lnTo>
                  <a:lnTo>
                    <a:pt x="3856342" y="219857"/>
                  </a:lnTo>
                  <a:lnTo>
                    <a:pt x="3864228" y="220641"/>
                  </a:lnTo>
                  <a:lnTo>
                    <a:pt x="3872114" y="221424"/>
                  </a:lnTo>
                  <a:lnTo>
                    <a:pt x="3880000" y="222197"/>
                  </a:lnTo>
                  <a:lnTo>
                    <a:pt x="3887886" y="222968"/>
                  </a:lnTo>
                  <a:lnTo>
                    <a:pt x="3895773" y="223730"/>
                  </a:lnTo>
                  <a:lnTo>
                    <a:pt x="3903659" y="224489"/>
                  </a:lnTo>
                  <a:lnTo>
                    <a:pt x="3911545" y="225239"/>
                  </a:lnTo>
                  <a:lnTo>
                    <a:pt x="3919431" y="225986"/>
                  </a:lnTo>
                  <a:lnTo>
                    <a:pt x="3927317" y="226725"/>
                  </a:lnTo>
                  <a:lnTo>
                    <a:pt x="3935203" y="227459"/>
                  </a:lnTo>
                  <a:lnTo>
                    <a:pt x="3943090" y="228187"/>
                  </a:lnTo>
                  <a:lnTo>
                    <a:pt x="3950976" y="228908"/>
                  </a:lnTo>
                  <a:lnTo>
                    <a:pt x="3958862" y="229624"/>
                  </a:lnTo>
                  <a:lnTo>
                    <a:pt x="3966748" y="230333"/>
                  </a:lnTo>
                  <a:lnTo>
                    <a:pt x="3974634" y="231037"/>
                  </a:lnTo>
                  <a:lnTo>
                    <a:pt x="3982521" y="231733"/>
                  </a:lnTo>
                  <a:lnTo>
                    <a:pt x="3990407" y="232425"/>
                  </a:lnTo>
                  <a:lnTo>
                    <a:pt x="3998293" y="233108"/>
                  </a:lnTo>
                  <a:lnTo>
                    <a:pt x="4006179" y="233788"/>
                  </a:lnTo>
                  <a:lnTo>
                    <a:pt x="4014065" y="234458"/>
                  </a:lnTo>
                  <a:lnTo>
                    <a:pt x="4021951" y="235126"/>
                  </a:lnTo>
                  <a:lnTo>
                    <a:pt x="4029838" y="23578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rc1752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821786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9023832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982979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1063576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1144173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tx1758"/>
            <p:cNvSpPr/>
            <p:nvPr/>
          </p:nvSpPr>
          <p:spPr>
            <a:xfrm>
              <a:off x="816817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759" name="tx1759"/>
            <p:cNvSpPr/>
            <p:nvPr/>
          </p:nvSpPr>
          <p:spPr>
            <a:xfrm>
              <a:off x="8974146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760" name="tx1760"/>
            <p:cNvSpPr/>
            <p:nvPr/>
          </p:nvSpPr>
          <p:spPr>
            <a:xfrm>
              <a:off x="979872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61" name="tx1761"/>
            <p:cNvSpPr/>
            <p:nvPr/>
          </p:nvSpPr>
          <p:spPr>
            <a:xfrm>
              <a:off x="10604689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762" name="tx1762"/>
            <p:cNvSpPr/>
            <p:nvPr/>
          </p:nvSpPr>
          <p:spPr>
            <a:xfrm>
              <a:off x="11410657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763" name="tx1763"/>
            <p:cNvSpPr/>
            <p:nvPr/>
          </p:nvSpPr>
          <p:spPr>
            <a:xfrm>
              <a:off x="9076627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1764" name="rc1764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rc1765"/>
            <p:cNvSpPr/>
            <p:nvPr/>
          </p:nvSpPr>
          <p:spPr>
            <a:xfrm>
              <a:off x="3438838" y="5418670"/>
              <a:ext cx="25113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3438838" y="8331171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3438838" y="7563110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3438838" y="6795049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3438838" y="6026988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391696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41139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90583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540026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589470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3438838" y="7947140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3438838" y="7179079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3438838" y="6411018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3438838" y="5642957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366974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16417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65861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515304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564748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3621487" y="71585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3697908" y="71144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3566376" y="7162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3677333" y="71651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3961706" y="68915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3717013" y="70785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3924965" y="652142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3704521" y="70629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3843401" y="75173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3588420" y="71502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3577398" y="71507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3560497" y="7171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4578214" y="73410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4256366" y="65773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3554619" y="71618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3789024" y="691709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3698642" y="72193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3728035" y="7132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5124181" y="555809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3550210" y="71485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3811069" y="69877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3689825" y="69837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3655288" y="71716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3750079" y="70051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3658228" y="705237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3657493" y="71066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3605321" y="71750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3622957" y="71491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4986036" y="66256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4343074" y="71720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4257835" y="71086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3562702" y="7136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3605321" y="71890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3572254" y="71320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3680272" y="71968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3633979" y="695899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3718482" y="70974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3580337" y="71616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3850014" y="71839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4265184" y="68908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3686885" y="70727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3695703" y="7092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3694233" y="71614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3624426" y="71359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3680272" y="72169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3633979" y="7175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3658962" y="7138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3625161" y="71279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3556089" y="71232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4097646" y="69111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3654554" y="698261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3694233" y="71491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3697173" y="70851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3670719" y="70958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4879488" y="78439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5675291" y="67482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5146225" y="622680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3603851" y="7068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3596503" y="71373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3722891" y="72026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3575194" y="71978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3700847" y="71507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3596503" y="71732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3570785" y="71581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3567846" y="71206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3897042" y="67058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4290167" y="74886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3992568" y="72557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3662637" y="7178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3783146" y="71295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4633325" y="8073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4229913" y="693464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4006529" y="71542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3539923" y="71430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3678068" y="71037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3747875" y="70763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3765510" y="71276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3831644" y="691177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3578868" y="71198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4545882" y="638949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3650879" y="71409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3726565" y="688578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4257835" y="82407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3620017" y="71347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4161575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3611200" y="7102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4003590" y="7740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3608260" y="71183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3980811" y="70327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4723707" y="68171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3539923" y="7163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3714808" y="73227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3603851" y="71126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4075602" y="685341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3633244" y="71652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3567111" y="71354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3619283" y="71840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4024165" y="69390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4765592" y="81087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3674394" y="71658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3622222" y="69898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3805190" y="70886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3602382" y="69813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3662637" y="71612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3617078" y="71239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3628835" y="703211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3554619" y="71690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3705991" y="7161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3581072" y="71150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4062375" y="72503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3689090" y="72142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3775063" y="71127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3565641" y="71763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3866180" y="68055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3826500" y="71611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3582542" y="71376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4461379" y="82887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3633979" y="71556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3567111" y="71263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3639122" y="71305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3582542" y="71091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4102790" y="67671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3592829" y="7156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3783146" y="72779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3617813" y="71485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4386428" y="671127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3689090" y="696277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3625896" y="72071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3588420" y="71537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4256366" y="694245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3636183" y="71631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4630386" y="70995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3565641" y="71477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3730974" y="73404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5161656" y="642817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3631774" y="70759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3976402" y="65916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3657493" y="71701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3553884" y="71936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3650145" y="71454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4168188" y="70737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3673659" y="71739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3581072" y="71628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3600912" y="71718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4064580" y="687498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4572336" y="74955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4005794" y="64861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3603117" y="71832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3528900" y="71520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4642878" y="59468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3676598" y="699208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3679537" y="70934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3644266" y="71113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3873528" y="7335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3629570" y="71603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3868384" y="7148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3913208" y="71170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3603851" y="71466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3606791" y="71353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3628835" y="70956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3764776" y="7176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3622957" y="71705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4734729" y="83089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4021226" y="71933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3599443" y="7152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3595768" y="71439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3531105" y="71417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4184354" y="76017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3628100" y="71045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4161575" y="651344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3652349" y="71689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4429782" y="74802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4190967" y="75022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3625161" y="71809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3628835" y="71592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3714808" y="7185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3564906" y="72000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5387244" y="7207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3639857" y="71387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3600912" y="71451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4831725" y="7202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4468727" y="72435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3933783" y="663576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3614874" y="71623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3671454" y="71589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3600177" y="72024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4582623" y="77120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3556089" y="7158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3616343" y="71453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5811231" y="7460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3983750" y="682187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3541392" y="71292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3579603" y="71943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4061640" y="610868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3602382" y="71986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3546536" y="66170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3894838" y="73630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3541392" y="7162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3651614" y="71701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3650879" y="71431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3636918" y="71692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3716278" y="703556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3566376" y="71490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3642062" y="71680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3666311" y="7129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3861771" y="70599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3719217" y="7140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3722156" y="7116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4958848" y="67584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3852218" y="71975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4418025" y="72336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3608995" y="72529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3620752" y="71248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3731709" y="70224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3595034" y="73173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3594299" y="71835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4182884" y="70283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3574459" y="71758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5019102" y="689703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3622957" y="71488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3559028" y="71582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3591360" y="71722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3558293" y="72621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3691294" y="72143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4210073" y="72987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3812538" y="700810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3714073" y="691740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3584011" y="71325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3807395" y="70863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4462848" y="74455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3652349" y="69870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4991914" y="690673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3740527" y="68867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5509223" y="8063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3664106" y="72075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3528166" y="71048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3654554" y="69529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4456235" y="73188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3651614" y="7267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3672189" y="70970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3623691" y="72603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4819968" y="685735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3657493" y="72479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3606791" y="71623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4007264" y="667076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3578868" y="71195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3740527" y="71729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3653084" y="71433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3680272" y="70900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3584011" y="71521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3789024" y="705595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3593564" y="70985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3604586" y="7176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4498119" y="694329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4127773" y="70735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3620752" y="71808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3610465" y="71364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3545801" y="71265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4673005" y="77483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4701663" y="606837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3716278" y="695272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3995507" y="72857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3661902" y="71441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4437130" y="76061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3553149" y="7119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3597973" y="7174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3648675" y="69538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3675863" y="72619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3739057" y="71353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4196846" y="66155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4090298" y="694294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3650145" y="71127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3868384" y="68377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3786820" y="68930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3581807" y="71275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4102055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3608260" y="71246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3631040" y="71549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3632509" y="71272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4426108" y="77659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4348952" y="70999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3632509" y="71596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3656758" y="72051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3665576" y="67475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3743466" y="72389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3597973" y="70984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3641327" y="7127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3637653" y="71124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3772859" y="69382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3528166" y="71278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3563437" y="71293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4344543" y="74128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3631040" y="71747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3634714" y="71798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3633979" y="71354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3710399" y="71429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3989629" y="687934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3861771" y="71399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3578868" y="71370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4744282" y="74317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3570785" y="71638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463664" y="672479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4063110" y="70328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3725096" y="7107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3721422" y="67244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3584011" y="70770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3692029" y="7153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3728035" y="71785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3817682" y="704040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3580337" y="71555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4739873" y="671977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3677333" y="70589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017633" y="74939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3578133" y="71469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3620752" y="70121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3577398" y="7181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3658228" y="71629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3598708" y="71411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3650879" y="665903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3679537" y="71243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3841196" y="69438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3637653" y="7089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4258570" y="635734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4055762" y="77296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3723626" y="70015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3628100" y="72227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4988240" y="73694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3631040" y="71628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3650145" y="7228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3681742" y="71996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3617078" y="71181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3893368" y="73604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3639122" y="70892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3600177" y="71354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3563437" y="7123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3611934" y="70948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3633244" y="71524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3716278" y="71909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3636183" y="71771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3559763" y="71387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4188028" y="63965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4408472" y="83379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3693499" y="71289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3661902" y="71037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3710399" y="71743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3718482" y="678499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4239465" y="72738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3624426" y="7257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3438838" y="7083782"/>
              <a:ext cx="2511372" cy="0"/>
            </a:xfrm>
            <a:custGeom>
              <a:avLst/>
              <a:pathLst>
                <a:path w="2511372" h="0">
                  <a:moveTo>
                    <a:pt x="0" y="0"/>
                  </a:moveTo>
                  <a:lnTo>
                    <a:pt x="2511372" y="0"/>
                  </a:lnTo>
                  <a:lnTo>
                    <a:pt x="251137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3552992" y="7107256"/>
              <a:ext cx="2283065" cy="65258"/>
            </a:xfrm>
            <a:custGeom>
              <a:avLst/>
              <a:pathLst>
                <a:path w="2283065" h="65258">
                  <a:moveTo>
                    <a:pt x="0" y="237"/>
                  </a:moveTo>
                  <a:lnTo>
                    <a:pt x="28899" y="238"/>
                  </a:lnTo>
                  <a:lnTo>
                    <a:pt x="57799" y="240"/>
                  </a:lnTo>
                  <a:lnTo>
                    <a:pt x="86698" y="241"/>
                  </a:lnTo>
                  <a:lnTo>
                    <a:pt x="115598" y="241"/>
                  </a:lnTo>
                  <a:lnTo>
                    <a:pt x="144497" y="242"/>
                  </a:lnTo>
                  <a:lnTo>
                    <a:pt x="173397" y="242"/>
                  </a:lnTo>
                  <a:lnTo>
                    <a:pt x="202296" y="242"/>
                  </a:lnTo>
                  <a:lnTo>
                    <a:pt x="231196" y="242"/>
                  </a:lnTo>
                  <a:lnTo>
                    <a:pt x="260096" y="242"/>
                  </a:lnTo>
                  <a:lnTo>
                    <a:pt x="288995" y="242"/>
                  </a:lnTo>
                  <a:lnTo>
                    <a:pt x="317895" y="242"/>
                  </a:lnTo>
                  <a:lnTo>
                    <a:pt x="346794" y="241"/>
                  </a:lnTo>
                  <a:lnTo>
                    <a:pt x="375694" y="240"/>
                  </a:lnTo>
                  <a:lnTo>
                    <a:pt x="404593" y="239"/>
                  </a:lnTo>
                  <a:lnTo>
                    <a:pt x="433493" y="239"/>
                  </a:lnTo>
                  <a:lnTo>
                    <a:pt x="462393" y="237"/>
                  </a:lnTo>
                  <a:lnTo>
                    <a:pt x="491292" y="236"/>
                  </a:lnTo>
                  <a:lnTo>
                    <a:pt x="520192" y="235"/>
                  </a:lnTo>
                  <a:lnTo>
                    <a:pt x="549091" y="234"/>
                  </a:lnTo>
                  <a:lnTo>
                    <a:pt x="577991" y="232"/>
                  </a:lnTo>
                  <a:lnTo>
                    <a:pt x="606890" y="231"/>
                  </a:lnTo>
                  <a:lnTo>
                    <a:pt x="635790" y="229"/>
                  </a:lnTo>
                  <a:lnTo>
                    <a:pt x="664689" y="227"/>
                  </a:lnTo>
                  <a:lnTo>
                    <a:pt x="693589" y="225"/>
                  </a:lnTo>
                  <a:lnTo>
                    <a:pt x="722489" y="223"/>
                  </a:lnTo>
                  <a:lnTo>
                    <a:pt x="751388" y="221"/>
                  </a:lnTo>
                  <a:lnTo>
                    <a:pt x="780288" y="219"/>
                  </a:lnTo>
                  <a:lnTo>
                    <a:pt x="809187" y="217"/>
                  </a:lnTo>
                  <a:lnTo>
                    <a:pt x="838087" y="215"/>
                  </a:lnTo>
                  <a:lnTo>
                    <a:pt x="866986" y="213"/>
                  </a:lnTo>
                  <a:lnTo>
                    <a:pt x="895886" y="210"/>
                  </a:lnTo>
                  <a:lnTo>
                    <a:pt x="924786" y="208"/>
                  </a:lnTo>
                  <a:lnTo>
                    <a:pt x="953685" y="205"/>
                  </a:lnTo>
                  <a:lnTo>
                    <a:pt x="982585" y="203"/>
                  </a:lnTo>
                  <a:lnTo>
                    <a:pt x="1011484" y="200"/>
                  </a:lnTo>
                  <a:lnTo>
                    <a:pt x="1040384" y="197"/>
                  </a:lnTo>
                  <a:lnTo>
                    <a:pt x="1069283" y="194"/>
                  </a:lnTo>
                  <a:lnTo>
                    <a:pt x="1098183" y="191"/>
                  </a:lnTo>
                  <a:lnTo>
                    <a:pt x="1127083" y="189"/>
                  </a:lnTo>
                  <a:lnTo>
                    <a:pt x="1155982" y="186"/>
                  </a:lnTo>
                  <a:lnTo>
                    <a:pt x="1184882" y="183"/>
                  </a:lnTo>
                  <a:lnTo>
                    <a:pt x="1213781" y="180"/>
                  </a:lnTo>
                  <a:lnTo>
                    <a:pt x="1242681" y="177"/>
                  </a:lnTo>
                  <a:lnTo>
                    <a:pt x="1271580" y="173"/>
                  </a:lnTo>
                  <a:lnTo>
                    <a:pt x="1300480" y="170"/>
                  </a:lnTo>
                  <a:lnTo>
                    <a:pt x="1329379" y="167"/>
                  </a:lnTo>
                  <a:lnTo>
                    <a:pt x="1358279" y="164"/>
                  </a:lnTo>
                  <a:lnTo>
                    <a:pt x="1387179" y="160"/>
                  </a:lnTo>
                  <a:lnTo>
                    <a:pt x="1416078" y="157"/>
                  </a:lnTo>
                  <a:lnTo>
                    <a:pt x="1444978" y="153"/>
                  </a:lnTo>
                  <a:lnTo>
                    <a:pt x="1473877" y="150"/>
                  </a:lnTo>
                  <a:lnTo>
                    <a:pt x="1502777" y="146"/>
                  </a:lnTo>
                  <a:lnTo>
                    <a:pt x="1531676" y="142"/>
                  </a:lnTo>
                  <a:lnTo>
                    <a:pt x="1560576" y="138"/>
                  </a:lnTo>
                  <a:lnTo>
                    <a:pt x="1589476" y="134"/>
                  </a:lnTo>
                  <a:lnTo>
                    <a:pt x="1618375" y="130"/>
                  </a:lnTo>
                  <a:lnTo>
                    <a:pt x="1647275" y="126"/>
                  </a:lnTo>
                  <a:lnTo>
                    <a:pt x="1676174" y="122"/>
                  </a:lnTo>
                  <a:lnTo>
                    <a:pt x="1705074" y="118"/>
                  </a:lnTo>
                  <a:lnTo>
                    <a:pt x="1733973" y="113"/>
                  </a:lnTo>
                  <a:lnTo>
                    <a:pt x="1762873" y="108"/>
                  </a:lnTo>
                  <a:lnTo>
                    <a:pt x="1791773" y="104"/>
                  </a:lnTo>
                  <a:lnTo>
                    <a:pt x="1820672" y="99"/>
                  </a:lnTo>
                  <a:lnTo>
                    <a:pt x="1849572" y="94"/>
                  </a:lnTo>
                  <a:lnTo>
                    <a:pt x="1878471" y="89"/>
                  </a:lnTo>
                  <a:lnTo>
                    <a:pt x="1907371" y="83"/>
                  </a:lnTo>
                  <a:lnTo>
                    <a:pt x="1936270" y="78"/>
                  </a:lnTo>
                  <a:lnTo>
                    <a:pt x="1965170" y="72"/>
                  </a:lnTo>
                  <a:lnTo>
                    <a:pt x="1994069" y="66"/>
                  </a:lnTo>
                  <a:lnTo>
                    <a:pt x="2022969" y="60"/>
                  </a:lnTo>
                  <a:lnTo>
                    <a:pt x="2051869" y="54"/>
                  </a:lnTo>
                  <a:lnTo>
                    <a:pt x="2080768" y="48"/>
                  </a:lnTo>
                  <a:lnTo>
                    <a:pt x="2109668" y="42"/>
                  </a:lnTo>
                  <a:lnTo>
                    <a:pt x="2138567" y="35"/>
                  </a:lnTo>
                  <a:lnTo>
                    <a:pt x="2167467" y="28"/>
                  </a:lnTo>
                  <a:lnTo>
                    <a:pt x="2196366" y="21"/>
                  </a:lnTo>
                  <a:lnTo>
                    <a:pt x="2225266" y="14"/>
                  </a:lnTo>
                  <a:lnTo>
                    <a:pt x="2254166" y="7"/>
                  </a:lnTo>
                  <a:lnTo>
                    <a:pt x="2283065" y="0"/>
                  </a:lnTo>
                  <a:lnTo>
                    <a:pt x="2283065" y="65258"/>
                  </a:lnTo>
                  <a:lnTo>
                    <a:pt x="2254166" y="65251"/>
                  </a:lnTo>
                  <a:lnTo>
                    <a:pt x="2225266" y="65245"/>
                  </a:lnTo>
                  <a:lnTo>
                    <a:pt x="2196366" y="65238"/>
                  </a:lnTo>
                  <a:lnTo>
                    <a:pt x="2167467" y="65232"/>
                  </a:lnTo>
                  <a:lnTo>
                    <a:pt x="2138567" y="65226"/>
                  </a:lnTo>
                  <a:lnTo>
                    <a:pt x="2109668" y="65219"/>
                  </a:lnTo>
                  <a:lnTo>
                    <a:pt x="2080768" y="65214"/>
                  </a:lnTo>
                  <a:lnTo>
                    <a:pt x="2051869" y="65208"/>
                  </a:lnTo>
                  <a:lnTo>
                    <a:pt x="2022969" y="65202"/>
                  </a:lnTo>
                  <a:lnTo>
                    <a:pt x="1994069" y="65197"/>
                  </a:lnTo>
                  <a:lnTo>
                    <a:pt x="1965170" y="65192"/>
                  </a:lnTo>
                  <a:lnTo>
                    <a:pt x="1936270" y="65186"/>
                  </a:lnTo>
                  <a:lnTo>
                    <a:pt x="1907371" y="65182"/>
                  </a:lnTo>
                  <a:lnTo>
                    <a:pt x="1878471" y="65177"/>
                  </a:lnTo>
                  <a:lnTo>
                    <a:pt x="1849572" y="65172"/>
                  </a:lnTo>
                  <a:lnTo>
                    <a:pt x="1820672" y="65168"/>
                  </a:lnTo>
                  <a:lnTo>
                    <a:pt x="1791773" y="65163"/>
                  </a:lnTo>
                  <a:lnTo>
                    <a:pt x="1762873" y="65159"/>
                  </a:lnTo>
                  <a:lnTo>
                    <a:pt x="1733973" y="65155"/>
                  </a:lnTo>
                  <a:lnTo>
                    <a:pt x="1705074" y="65151"/>
                  </a:lnTo>
                  <a:lnTo>
                    <a:pt x="1676174" y="65147"/>
                  </a:lnTo>
                  <a:lnTo>
                    <a:pt x="1647275" y="65143"/>
                  </a:lnTo>
                  <a:lnTo>
                    <a:pt x="1618375" y="65140"/>
                  </a:lnTo>
                  <a:lnTo>
                    <a:pt x="1589476" y="65136"/>
                  </a:lnTo>
                  <a:lnTo>
                    <a:pt x="1560576" y="65133"/>
                  </a:lnTo>
                  <a:lnTo>
                    <a:pt x="1531676" y="65129"/>
                  </a:lnTo>
                  <a:lnTo>
                    <a:pt x="1502777" y="65126"/>
                  </a:lnTo>
                  <a:lnTo>
                    <a:pt x="1473877" y="65123"/>
                  </a:lnTo>
                  <a:lnTo>
                    <a:pt x="1444978" y="65120"/>
                  </a:lnTo>
                  <a:lnTo>
                    <a:pt x="1416078" y="65117"/>
                  </a:lnTo>
                  <a:lnTo>
                    <a:pt x="1387179" y="65114"/>
                  </a:lnTo>
                  <a:lnTo>
                    <a:pt x="1358279" y="65111"/>
                  </a:lnTo>
                  <a:lnTo>
                    <a:pt x="1329379" y="65108"/>
                  </a:lnTo>
                  <a:lnTo>
                    <a:pt x="1300480" y="65105"/>
                  </a:lnTo>
                  <a:lnTo>
                    <a:pt x="1271580" y="65102"/>
                  </a:lnTo>
                  <a:lnTo>
                    <a:pt x="1242681" y="65100"/>
                  </a:lnTo>
                  <a:lnTo>
                    <a:pt x="1213781" y="65097"/>
                  </a:lnTo>
                  <a:lnTo>
                    <a:pt x="1184882" y="65094"/>
                  </a:lnTo>
                  <a:lnTo>
                    <a:pt x="1155982" y="65092"/>
                  </a:lnTo>
                  <a:lnTo>
                    <a:pt x="1127083" y="65089"/>
                  </a:lnTo>
                  <a:lnTo>
                    <a:pt x="1098183" y="65087"/>
                  </a:lnTo>
                  <a:lnTo>
                    <a:pt x="1069283" y="65085"/>
                  </a:lnTo>
                  <a:lnTo>
                    <a:pt x="1040384" y="65082"/>
                  </a:lnTo>
                  <a:lnTo>
                    <a:pt x="1011484" y="65080"/>
                  </a:lnTo>
                  <a:lnTo>
                    <a:pt x="982585" y="65078"/>
                  </a:lnTo>
                  <a:lnTo>
                    <a:pt x="953685" y="65075"/>
                  </a:lnTo>
                  <a:lnTo>
                    <a:pt x="924786" y="65073"/>
                  </a:lnTo>
                  <a:lnTo>
                    <a:pt x="895886" y="65071"/>
                  </a:lnTo>
                  <a:lnTo>
                    <a:pt x="866986" y="65069"/>
                  </a:lnTo>
                  <a:lnTo>
                    <a:pt x="838087" y="65067"/>
                  </a:lnTo>
                  <a:lnTo>
                    <a:pt x="809187" y="65065"/>
                  </a:lnTo>
                  <a:lnTo>
                    <a:pt x="780288" y="65064"/>
                  </a:lnTo>
                  <a:lnTo>
                    <a:pt x="751388" y="65062"/>
                  </a:lnTo>
                  <a:lnTo>
                    <a:pt x="722489" y="65060"/>
                  </a:lnTo>
                  <a:lnTo>
                    <a:pt x="693589" y="65059"/>
                  </a:lnTo>
                  <a:lnTo>
                    <a:pt x="664689" y="65057"/>
                  </a:lnTo>
                  <a:lnTo>
                    <a:pt x="635790" y="65056"/>
                  </a:lnTo>
                  <a:lnTo>
                    <a:pt x="606890" y="65055"/>
                  </a:lnTo>
                  <a:lnTo>
                    <a:pt x="577991" y="65054"/>
                  </a:lnTo>
                  <a:lnTo>
                    <a:pt x="549091" y="65053"/>
                  </a:lnTo>
                  <a:lnTo>
                    <a:pt x="520192" y="65052"/>
                  </a:lnTo>
                  <a:lnTo>
                    <a:pt x="491292" y="65051"/>
                  </a:lnTo>
                  <a:lnTo>
                    <a:pt x="462393" y="65050"/>
                  </a:lnTo>
                  <a:lnTo>
                    <a:pt x="433493" y="65050"/>
                  </a:lnTo>
                  <a:lnTo>
                    <a:pt x="404593" y="65049"/>
                  </a:lnTo>
                  <a:lnTo>
                    <a:pt x="375694" y="65049"/>
                  </a:lnTo>
                  <a:lnTo>
                    <a:pt x="346794" y="65049"/>
                  </a:lnTo>
                  <a:lnTo>
                    <a:pt x="317895" y="65049"/>
                  </a:lnTo>
                  <a:lnTo>
                    <a:pt x="288995" y="65049"/>
                  </a:lnTo>
                  <a:lnTo>
                    <a:pt x="260096" y="65050"/>
                  </a:lnTo>
                  <a:lnTo>
                    <a:pt x="231196" y="65050"/>
                  </a:lnTo>
                  <a:lnTo>
                    <a:pt x="202296" y="65051"/>
                  </a:lnTo>
                  <a:lnTo>
                    <a:pt x="173397" y="65052"/>
                  </a:lnTo>
                  <a:lnTo>
                    <a:pt x="144497" y="65053"/>
                  </a:lnTo>
                  <a:lnTo>
                    <a:pt x="115598" y="65054"/>
                  </a:lnTo>
                  <a:lnTo>
                    <a:pt x="86698" y="65056"/>
                  </a:lnTo>
                  <a:lnTo>
                    <a:pt x="57799" y="65057"/>
                  </a:lnTo>
                  <a:lnTo>
                    <a:pt x="28899" y="65059"/>
                  </a:lnTo>
                  <a:lnTo>
                    <a:pt x="0" y="6506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3552992" y="7107256"/>
              <a:ext cx="2283065" cy="242"/>
            </a:xfrm>
            <a:custGeom>
              <a:avLst/>
              <a:pathLst>
                <a:path w="2283065" h="242">
                  <a:moveTo>
                    <a:pt x="0" y="237"/>
                  </a:moveTo>
                  <a:lnTo>
                    <a:pt x="28899" y="238"/>
                  </a:lnTo>
                  <a:lnTo>
                    <a:pt x="57799" y="240"/>
                  </a:lnTo>
                  <a:lnTo>
                    <a:pt x="86698" y="241"/>
                  </a:lnTo>
                  <a:lnTo>
                    <a:pt x="115598" y="241"/>
                  </a:lnTo>
                  <a:lnTo>
                    <a:pt x="144497" y="242"/>
                  </a:lnTo>
                  <a:lnTo>
                    <a:pt x="173397" y="242"/>
                  </a:lnTo>
                  <a:lnTo>
                    <a:pt x="202296" y="242"/>
                  </a:lnTo>
                  <a:lnTo>
                    <a:pt x="231196" y="242"/>
                  </a:lnTo>
                  <a:lnTo>
                    <a:pt x="260096" y="242"/>
                  </a:lnTo>
                  <a:lnTo>
                    <a:pt x="288995" y="242"/>
                  </a:lnTo>
                  <a:lnTo>
                    <a:pt x="317895" y="242"/>
                  </a:lnTo>
                  <a:lnTo>
                    <a:pt x="346794" y="241"/>
                  </a:lnTo>
                  <a:lnTo>
                    <a:pt x="375694" y="240"/>
                  </a:lnTo>
                  <a:lnTo>
                    <a:pt x="404593" y="239"/>
                  </a:lnTo>
                  <a:lnTo>
                    <a:pt x="433493" y="239"/>
                  </a:lnTo>
                  <a:lnTo>
                    <a:pt x="462393" y="237"/>
                  </a:lnTo>
                  <a:lnTo>
                    <a:pt x="491292" y="236"/>
                  </a:lnTo>
                  <a:lnTo>
                    <a:pt x="520192" y="235"/>
                  </a:lnTo>
                  <a:lnTo>
                    <a:pt x="549091" y="234"/>
                  </a:lnTo>
                  <a:lnTo>
                    <a:pt x="577991" y="232"/>
                  </a:lnTo>
                  <a:lnTo>
                    <a:pt x="606890" y="231"/>
                  </a:lnTo>
                  <a:lnTo>
                    <a:pt x="635790" y="229"/>
                  </a:lnTo>
                  <a:lnTo>
                    <a:pt x="664689" y="227"/>
                  </a:lnTo>
                  <a:lnTo>
                    <a:pt x="693589" y="225"/>
                  </a:lnTo>
                  <a:lnTo>
                    <a:pt x="722489" y="223"/>
                  </a:lnTo>
                  <a:lnTo>
                    <a:pt x="751388" y="221"/>
                  </a:lnTo>
                  <a:lnTo>
                    <a:pt x="780288" y="219"/>
                  </a:lnTo>
                  <a:lnTo>
                    <a:pt x="809187" y="217"/>
                  </a:lnTo>
                  <a:lnTo>
                    <a:pt x="838087" y="215"/>
                  </a:lnTo>
                  <a:lnTo>
                    <a:pt x="866986" y="213"/>
                  </a:lnTo>
                  <a:lnTo>
                    <a:pt x="895886" y="210"/>
                  </a:lnTo>
                  <a:lnTo>
                    <a:pt x="924786" y="208"/>
                  </a:lnTo>
                  <a:lnTo>
                    <a:pt x="953685" y="205"/>
                  </a:lnTo>
                  <a:lnTo>
                    <a:pt x="982585" y="203"/>
                  </a:lnTo>
                  <a:lnTo>
                    <a:pt x="1011484" y="200"/>
                  </a:lnTo>
                  <a:lnTo>
                    <a:pt x="1040384" y="197"/>
                  </a:lnTo>
                  <a:lnTo>
                    <a:pt x="1069283" y="194"/>
                  </a:lnTo>
                  <a:lnTo>
                    <a:pt x="1098183" y="191"/>
                  </a:lnTo>
                  <a:lnTo>
                    <a:pt x="1127083" y="189"/>
                  </a:lnTo>
                  <a:lnTo>
                    <a:pt x="1155982" y="186"/>
                  </a:lnTo>
                  <a:lnTo>
                    <a:pt x="1184882" y="183"/>
                  </a:lnTo>
                  <a:lnTo>
                    <a:pt x="1213781" y="180"/>
                  </a:lnTo>
                  <a:lnTo>
                    <a:pt x="1242681" y="177"/>
                  </a:lnTo>
                  <a:lnTo>
                    <a:pt x="1271580" y="173"/>
                  </a:lnTo>
                  <a:lnTo>
                    <a:pt x="1300480" y="170"/>
                  </a:lnTo>
                  <a:lnTo>
                    <a:pt x="1329379" y="167"/>
                  </a:lnTo>
                  <a:lnTo>
                    <a:pt x="1358279" y="164"/>
                  </a:lnTo>
                  <a:lnTo>
                    <a:pt x="1387179" y="160"/>
                  </a:lnTo>
                  <a:lnTo>
                    <a:pt x="1416078" y="157"/>
                  </a:lnTo>
                  <a:lnTo>
                    <a:pt x="1444978" y="153"/>
                  </a:lnTo>
                  <a:lnTo>
                    <a:pt x="1473877" y="150"/>
                  </a:lnTo>
                  <a:lnTo>
                    <a:pt x="1502777" y="146"/>
                  </a:lnTo>
                  <a:lnTo>
                    <a:pt x="1531676" y="142"/>
                  </a:lnTo>
                  <a:lnTo>
                    <a:pt x="1560576" y="138"/>
                  </a:lnTo>
                  <a:lnTo>
                    <a:pt x="1589476" y="134"/>
                  </a:lnTo>
                  <a:lnTo>
                    <a:pt x="1618375" y="130"/>
                  </a:lnTo>
                  <a:lnTo>
                    <a:pt x="1647275" y="126"/>
                  </a:lnTo>
                  <a:lnTo>
                    <a:pt x="1676174" y="122"/>
                  </a:lnTo>
                  <a:lnTo>
                    <a:pt x="1705074" y="118"/>
                  </a:lnTo>
                  <a:lnTo>
                    <a:pt x="1733973" y="113"/>
                  </a:lnTo>
                  <a:lnTo>
                    <a:pt x="1762873" y="108"/>
                  </a:lnTo>
                  <a:lnTo>
                    <a:pt x="1791773" y="104"/>
                  </a:lnTo>
                  <a:lnTo>
                    <a:pt x="1820672" y="99"/>
                  </a:lnTo>
                  <a:lnTo>
                    <a:pt x="1849572" y="94"/>
                  </a:lnTo>
                  <a:lnTo>
                    <a:pt x="1878471" y="89"/>
                  </a:lnTo>
                  <a:lnTo>
                    <a:pt x="1907371" y="83"/>
                  </a:lnTo>
                  <a:lnTo>
                    <a:pt x="1936270" y="78"/>
                  </a:lnTo>
                  <a:lnTo>
                    <a:pt x="1965170" y="72"/>
                  </a:lnTo>
                  <a:lnTo>
                    <a:pt x="1994069" y="66"/>
                  </a:lnTo>
                  <a:lnTo>
                    <a:pt x="2022969" y="60"/>
                  </a:lnTo>
                  <a:lnTo>
                    <a:pt x="2051869" y="54"/>
                  </a:lnTo>
                  <a:lnTo>
                    <a:pt x="2080768" y="48"/>
                  </a:lnTo>
                  <a:lnTo>
                    <a:pt x="2109668" y="42"/>
                  </a:lnTo>
                  <a:lnTo>
                    <a:pt x="2138567" y="35"/>
                  </a:lnTo>
                  <a:lnTo>
                    <a:pt x="2167467" y="28"/>
                  </a:lnTo>
                  <a:lnTo>
                    <a:pt x="2196366" y="21"/>
                  </a:lnTo>
                  <a:lnTo>
                    <a:pt x="2225266" y="14"/>
                  </a:lnTo>
                  <a:lnTo>
                    <a:pt x="2254166" y="7"/>
                  </a:lnTo>
                  <a:lnTo>
                    <a:pt x="22830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3552992" y="7172306"/>
              <a:ext cx="2283065" cy="209"/>
            </a:xfrm>
            <a:custGeom>
              <a:avLst/>
              <a:pathLst>
                <a:path w="2283065" h="209">
                  <a:moveTo>
                    <a:pt x="2283065" y="209"/>
                  </a:moveTo>
                  <a:lnTo>
                    <a:pt x="2254166" y="202"/>
                  </a:lnTo>
                  <a:lnTo>
                    <a:pt x="2225266" y="195"/>
                  </a:lnTo>
                  <a:lnTo>
                    <a:pt x="2196366" y="189"/>
                  </a:lnTo>
                  <a:lnTo>
                    <a:pt x="2167467" y="182"/>
                  </a:lnTo>
                  <a:lnTo>
                    <a:pt x="2138567" y="176"/>
                  </a:lnTo>
                  <a:lnTo>
                    <a:pt x="2109668" y="170"/>
                  </a:lnTo>
                  <a:lnTo>
                    <a:pt x="2080768" y="164"/>
                  </a:lnTo>
                  <a:lnTo>
                    <a:pt x="2051869" y="158"/>
                  </a:lnTo>
                  <a:lnTo>
                    <a:pt x="2022969" y="153"/>
                  </a:lnTo>
                  <a:lnTo>
                    <a:pt x="1994069" y="147"/>
                  </a:lnTo>
                  <a:lnTo>
                    <a:pt x="1965170" y="142"/>
                  </a:lnTo>
                  <a:lnTo>
                    <a:pt x="1936270" y="137"/>
                  </a:lnTo>
                  <a:lnTo>
                    <a:pt x="1907371" y="132"/>
                  </a:lnTo>
                  <a:lnTo>
                    <a:pt x="1878471" y="127"/>
                  </a:lnTo>
                  <a:lnTo>
                    <a:pt x="1849572" y="122"/>
                  </a:lnTo>
                  <a:lnTo>
                    <a:pt x="1820672" y="118"/>
                  </a:lnTo>
                  <a:lnTo>
                    <a:pt x="1791773" y="114"/>
                  </a:lnTo>
                  <a:lnTo>
                    <a:pt x="1762873" y="109"/>
                  </a:lnTo>
                  <a:lnTo>
                    <a:pt x="1733973" y="105"/>
                  </a:lnTo>
                  <a:lnTo>
                    <a:pt x="1705074" y="101"/>
                  </a:lnTo>
                  <a:lnTo>
                    <a:pt x="1676174" y="97"/>
                  </a:lnTo>
                  <a:lnTo>
                    <a:pt x="1647275" y="94"/>
                  </a:lnTo>
                  <a:lnTo>
                    <a:pt x="1618375" y="90"/>
                  </a:lnTo>
                  <a:lnTo>
                    <a:pt x="1589476" y="86"/>
                  </a:lnTo>
                  <a:lnTo>
                    <a:pt x="1560576" y="83"/>
                  </a:lnTo>
                  <a:lnTo>
                    <a:pt x="1531676" y="80"/>
                  </a:lnTo>
                  <a:lnTo>
                    <a:pt x="1502777" y="76"/>
                  </a:lnTo>
                  <a:lnTo>
                    <a:pt x="1473877" y="73"/>
                  </a:lnTo>
                  <a:lnTo>
                    <a:pt x="1444978" y="70"/>
                  </a:lnTo>
                  <a:lnTo>
                    <a:pt x="1416078" y="67"/>
                  </a:lnTo>
                  <a:lnTo>
                    <a:pt x="1387179" y="64"/>
                  </a:lnTo>
                  <a:lnTo>
                    <a:pt x="1358279" y="61"/>
                  </a:lnTo>
                  <a:lnTo>
                    <a:pt x="1329379" y="58"/>
                  </a:lnTo>
                  <a:lnTo>
                    <a:pt x="1300480" y="55"/>
                  </a:lnTo>
                  <a:lnTo>
                    <a:pt x="1271580" y="53"/>
                  </a:lnTo>
                  <a:lnTo>
                    <a:pt x="1242681" y="50"/>
                  </a:lnTo>
                  <a:lnTo>
                    <a:pt x="1213781" y="47"/>
                  </a:lnTo>
                  <a:lnTo>
                    <a:pt x="1184882" y="45"/>
                  </a:lnTo>
                  <a:lnTo>
                    <a:pt x="1155982" y="42"/>
                  </a:lnTo>
                  <a:lnTo>
                    <a:pt x="1127083" y="40"/>
                  </a:lnTo>
                  <a:lnTo>
                    <a:pt x="1098183" y="37"/>
                  </a:lnTo>
                  <a:lnTo>
                    <a:pt x="1069283" y="35"/>
                  </a:lnTo>
                  <a:lnTo>
                    <a:pt x="1040384" y="33"/>
                  </a:lnTo>
                  <a:lnTo>
                    <a:pt x="1011484" y="30"/>
                  </a:lnTo>
                  <a:lnTo>
                    <a:pt x="982585" y="28"/>
                  </a:lnTo>
                  <a:lnTo>
                    <a:pt x="953685" y="26"/>
                  </a:lnTo>
                  <a:lnTo>
                    <a:pt x="924786" y="24"/>
                  </a:lnTo>
                  <a:lnTo>
                    <a:pt x="895886" y="22"/>
                  </a:lnTo>
                  <a:lnTo>
                    <a:pt x="866986" y="20"/>
                  </a:lnTo>
                  <a:lnTo>
                    <a:pt x="838087" y="18"/>
                  </a:lnTo>
                  <a:lnTo>
                    <a:pt x="809187" y="16"/>
                  </a:lnTo>
                  <a:lnTo>
                    <a:pt x="780288" y="14"/>
                  </a:lnTo>
                  <a:lnTo>
                    <a:pt x="751388" y="12"/>
                  </a:lnTo>
                  <a:lnTo>
                    <a:pt x="722489" y="11"/>
                  </a:lnTo>
                  <a:lnTo>
                    <a:pt x="693589" y="9"/>
                  </a:lnTo>
                  <a:lnTo>
                    <a:pt x="664689" y="8"/>
                  </a:lnTo>
                  <a:lnTo>
                    <a:pt x="635790" y="7"/>
                  </a:lnTo>
                  <a:lnTo>
                    <a:pt x="606890" y="5"/>
                  </a:lnTo>
                  <a:lnTo>
                    <a:pt x="577991" y="4"/>
                  </a:lnTo>
                  <a:lnTo>
                    <a:pt x="549091" y="3"/>
                  </a:lnTo>
                  <a:lnTo>
                    <a:pt x="520192" y="2"/>
                  </a:lnTo>
                  <a:lnTo>
                    <a:pt x="491292" y="1"/>
                  </a:lnTo>
                  <a:lnTo>
                    <a:pt x="462393" y="1"/>
                  </a:lnTo>
                  <a:lnTo>
                    <a:pt x="433493" y="0"/>
                  </a:lnTo>
                  <a:lnTo>
                    <a:pt x="404593" y="0"/>
                  </a:lnTo>
                  <a:lnTo>
                    <a:pt x="375694" y="0"/>
                  </a:lnTo>
                  <a:lnTo>
                    <a:pt x="346794" y="0"/>
                  </a:lnTo>
                  <a:lnTo>
                    <a:pt x="317895" y="0"/>
                  </a:lnTo>
                  <a:lnTo>
                    <a:pt x="288995" y="0"/>
                  </a:lnTo>
                  <a:lnTo>
                    <a:pt x="260096" y="0"/>
                  </a:lnTo>
                  <a:lnTo>
                    <a:pt x="231196" y="1"/>
                  </a:lnTo>
                  <a:lnTo>
                    <a:pt x="202296" y="1"/>
                  </a:lnTo>
                  <a:lnTo>
                    <a:pt x="173397" y="2"/>
                  </a:lnTo>
                  <a:lnTo>
                    <a:pt x="144497" y="3"/>
                  </a:lnTo>
                  <a:lnTo>
                    <a:pt x="115598" y="5"/>
                  </a:lnTo>
                  <a:lnTo>
                    <a:pt x="86698" y="6"/>
                  </a:lnTo>
                  <a:lnTo>
                    <a:pt x="57799" y="8"/>
                  </a:lnTo>
                  <a:lnTo>
                    <a:pt x="28899" y="10"/>
                  </a:lnTo>
                  <a:lnTo>
                    <a:pt x="0" y="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3552992" y="7139885"/>
              <a:ext cx="2283065" cy="20"/>
            </a:xfrm>
            <a:custGeom>
              <a:avLst/>
              <a:pathLst>
                <a:path w="2283065" h="20">
                  <a:moveTo>
                    <a:pt x="0" y="20"/>
                  </a:moveTo>
                  <a:lnTo>
                    <a:pt x="28899" y="19"/>
                  </a:lnTo>
                  <a:lnTo>
                    <a:pt x="57799" y="19"/>
                  </a:lnTo>
                  <a:lnTo>
                    <a:pt x="86698" y="19"/>
                  </a:lnTo>
                  <a:lnTo>
                    <a:pt x="115598" y="18"/>
                  </a:lnTo>
                  <a:lnTo>
                    <a:pt x="144497" y="18"/>
                  </a:lnTo>
                  <a:lnTo>
                    <a:pt x="173397" y="18"/>
                  </a:lnTo>
                  <a:lnTo>
                    <a:pt x="202296" y="17"/>
                  </a:lnTo>
                  <a:lnTo>
                    <a:pt x="231196" y="17"/>
                  </a:lnTo>
                  <a:lnTo>
                    <a:pt x="260096" y="17"/>
                  </a:lnTo>
                  <a:lnTo>
                    <a:pt x="288995" y="16"/>
                  </a:lnTo>
                  <a:lnTo>
                    <a:pt x="317895" y="16"/>
                  </a:lnTo>
                  <a:lnTo>
                    <a:pt x="346794" y="16"/>
                  </a:lnTo>
                  <a:lnTo>
                    <a:pt x="375694" y="15"/>
                  </a:lnTo>
                  <a:lnTo>
                    <a:pt x="404593" y="15"/>
                  </a:lnTo>
                  <a:lnTo>
                    <a:pt x="433493" y="15"/>
                  </a:lnTo>
                  <a:lnTo>
                    <a:pt x="462393" y="15"/>
                  </a:lnTo>
                  <a:lnTo>
                    <a:pt x="491292" y="14"/>
                  </a:lnTo>
                  <a:lnTo>
                    <a:pt x="520192" y="14"/>
                  </a:lnTo>
                  <a:lnTo>
                    <a:pt x="549091" y="14"/>
                  </a:lnTo>
                  <a:lnTo>
                    <a:pt x="577991" y="14"/>
                  </a:lnTo>
                  <a:lnTo>
                    <a:pt x="606890" y="13"/>
                  </a:lnTo>
                  <a:lnTo>
                    <a:pt x="635790" y="13"/>
                  </a:lnTo>
                  <a:lnTo>
                    <a:pt x="664689" y="13"/>
                  </a:lnTo>
                  <a:lnTo>
                    <a:pt x="693589" y="13"/>
                  </a:lnTo>
                  <a:lnTo>
                    <a:pt x="722489" y="12"/>
                  </a:lnTo>
                  <a:lnTo>
                    <a:pt x="751388" y="12"/>
                  </a:lnTo>
                  <a:lnTo>
                    <a:pt x="780288" y="12"/>
                  </a:lnTo>
                  <a:lnTo>
                    <a:pt x="809187" y="12"/>
                  </a:lnTo>
                  <a:lnTo>
                    <a:pt x="838087" y="12"/>
                  </a:lnTo>
                  <a:lnTo>
                    <a:pt x="866986" y="11"/>
                  </a:lnTo>
                  <a:lnTo>
                    <a:pt x="895886" y="11"/>
                  </a:lnTo>
                  <a:lnTo>
                    <a:pt x="924786" y="11"/>
                  </a:lnTo>
                  <a:lnTo>
                    <a:pt x="953685" y="11"/>
                  </a:lnTo>
                  <a:lnTo>
                    <a:pt x="982585" y="11"/>
                  </a:lnTo>
                  <a:lnTo>
                    <a:pt x="1011484" y="10"/>
                  </a:lnTo>
                  <a:lnTo>
                    <a:pt x="1040384" y="10"/>
                  </a:lnTo>
                  <a:lnTo>
                    <a:pt x="1069283" y="10"/>
                  </a:lnTo>
                  <a:lnTo>
                    <a:pt x="1098183" y="10"/>
                  </a:lnTo>
                  <a:lnTo>
                    <a:pt x="1127083" y="10"/>
                  </a:lnTo>
                  <a:lnTo>
                    <a:pt x="1155982" y="9"/>
                  </a:lnTo>
                  <a:lnTo>
                    <a:pt x="1184882" y="9"/>
                  </a:lnTo>
                  <a:lnTo>
                    <a:pt x="1213781" y="9"/>
                  </a:lnTo>
                  <a:lnTo>
                    <a:pt x="1242681" y="9"/>
                  </a:lnTo>
                  <a:lnTo>
                    <a:pt x="1271580" y="8"/>
                  </a:lnTo>
                  <a:lnTo>
                    <a:pt x="1300480" y="8"/>
                  </a:lnTo>
                  <a:lnTo>
                    <a:pt x="1329379" y="8"/>
                  </a:lnTo>
                  <a:lnTo>
                    <a:pt x="1358279" y="8"/>
                  </a:lnTo>
                  <a:lnTo>
                    <a:pt x="1387179" y="8"/>
                  </a:lnTo>
                  <a:lnTo>
                    <a:pt x="1416078" y="7"/>
                  </a:lnTo>
                  <a:lnTo>
                    <a:pt x="1444978" y="7"/>
                  </a:lnTo>
                  <a:lnTo>
                    <a:pt x="1473877" y="7"/>
                  </a:lnTo>
                  <a:lnTo>
                    <a:pt x="1502777" y="7"/>
                  </a:lnTo>
                  <a:lnTo>
                    <a:pt x="1531676" y="6"/>
                  </a:lnTo>
                  <a:lnTo>
                    <a:pt x="1560576" y="6"/>
                  </a:lnTo>
                  <a:lnTo>
                    <a:pt x="1589476" y="6"/>
                  </a:lnTo>
                  <a:lnTo>
                    <a:pt x="1618375" y="6"/>
                  </a:lnTo>
                  <a:lnTo>
                    <a:pt x="1647275" y="5"/>
                  </a:lnTo>
                  <a:lnTo>
                    <a:pt x="1676174" y="5"/>
                  </a:lnTo>
                  <a:lnTo>
                    <a:pt x="1705074" y="5"/>
                  </a:lnTo>
                  <a:lnTo>
                    <a:pt x="1733973" y="5"/>
                  </a:lnTo>
                  <a:lnTo>
                    <a:pt x="1762873" y="4"/>
                  </a:lnTo>
                  <a:lnTo>
                    <a:pt x="1791773" y="4"/>
                  </a:lnTo>
                  <a:lnTo>
                    <a:pt x="1820672" y="4"/>
                  </a:lnTo>
                  <a:lnTo>
                    <a:pt x="1849572" y="3"/>
                  </a:lnTo>
                  <a:lnTo>
                    <a:pt x="1878471" y="3"/>
                  </a:lnTo>
                  <a:lnTo>
                    <a:pt x="1907371" y="3"/>
                  </a:lnTo>
                  <a:lnTo>
                    <a:pt x="1936270" y="3"/>
                  </a:lnTo>
                  <a:lnTo>
                    <a:pt x="1965170" y="2"/>
                  </a:lnTo>
                  <a:lnTo>
                    <a:pt x="1994069" y="2"/>
                  </a:lnTo>
                  <a:lnTo>
                    <a:pt x="2022969" y="2"/>
                  </a:lnTo>
                  <a:lnTo>
                    <a:pt x="2051869" y="2"/>
                  </a:lnTo>
                  <a:lnTo>
                    <a:pt x="2080768" y="1"/>
                  </a:lnTo>
                  <a:lnTo>
                    <a:pt x="2109668" y="1"/>
                  </a:lnTo>
                  <a:lnTo>
                    <a:pt x="2138567" y="1"/>
                  </a:lnTo>
                  <a:lnTo>
                    <a:pt x="2167467" y="1"/>
                  </a:lnTo>
                  <a:lnTo>
                    <a:pt x="2196366" y="0"/>
                  </a:lnTo>
                  <a:lnTo>
                    <a:pt x="2225266" y="0"/>
                  </a:lnTo>
                  <a:lnTo>
                    <a:pt x="2254166" y="0"/>
                  </a:lnTo>
                  <a:lnTo>
                    <a:pt x="2283065" y="0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rc2137"/>
            <p:cNvSpPr/>
            <p:nvPr/>
          </p:nvSpPr>
          <p:spPr>
            <a:xfrm>
              <a:off x="3438838" y="5418670"/>
              <a:ext cx="25113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tx2138"/>
            <p:cNvSpPr/>
            <p:nvPr/>
          </p:nvSpPr>
          <p:spPr>
            <a:xfrm>
              <a:off x="3214680" y="7905449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2139" name="tx2139"/>
            <p:cNvSpPr/>
            <p:nvPr/>
          </p:nvSpPr>
          <p:spPr>
            <a:xfrm>
              <a:off x="3314053" y="713738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40" name="tx2140"/>
            <p:cNvSpPr/>
            <p:nvPr/>
          </p:nvSpPr>
          <p:spPr>
            <a:xfrm>
              <a:off x="3251897" y="636932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141" name="tx2141"/>
            <p:cNvSpPr/>
            <p:nvPr/>
          </p:nvSpPr>
          <p:spPr>
            <a:xfrm>
              <a:off x="3251897" y="560126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142" name="pl2142"/>
            <p:cNvSpPr/>
            <p:nvPr/>
          </p:nvSpPr>
          <p:spPr>
            <a:xfrm>
              <a:off x="3404044" y="794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3404044" y="71790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3404044" y="64110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3404044" y="56429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366974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416417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465861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515304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564748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tx2151"/>
            <p:cNvSpPr/>
            <p:nvPr/>
          </p:nvSpPr>
          <p:spPr>
            <a:xfrm>
              <a:off x="3638664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52" name="tx2152"/>
            <p:cNvSpPr/>
            <p:nvPr/>
          </p:nvSpPr>
          <p:spPr>
            <a:xfrm>
              <a:off x="4133100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153" name="tx2153"/>
            <p:cNvSpPr/>
            <p:nvPr/>
          </p:nvSpPr>
          <p:spPr>
            <a:xfrm>
              <a:off x="4596457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154" name="tx2154"/>
            <p:cNvSpPr/>
            <p:nvPr/>
          </p:nvSpPr>
          <p:spPr>
            <a:xfrm>
              <a:off x="5090893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155" name="tx2155"/>
            <p:cNvSpPr/>
            <p:nvPr/>
          </p:nvSpPr>
          <p:spPr>
            <a:xfrm>
              <a:off x="5585328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156" name="tx2156"/>
            <p:cNvSpPr/>
            <p:nvPr/>
          </p:nvSpPr>
          <p:spPr>
            <a:xfrm>
              <a:off x="3525935" y="8777412"/>
              <a:ext cx="2337178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CSF Lumipulse pTau181 (Z)</a:t>
              </a:r>
            </a:p>
          </p:txBody>
        </p:sp>
        <p:sp>
          <p:nvSpPr>
            <p:cNvPr id="2157" name="tx2157"/>
            <p:cNvSpPr/>
            <p:nvPr/>
          </p:nvSpPr>
          <p:spPr>
            <a:xfrm rot="-5400000">
              <a:off x="1872424" y="6942179"/>
              <a:ext cx="2406823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CSF Lumipulse pTau181 (Z/year)</a:t>
              </a:r>
            </a:p>
          </p:txBody>
        </p:sp>
        <p:sp>
          <p:nvSpPr>
            <p:cNvPr id="2158" name="rc2158"/>
            <p:cNvSpPr/>
            <p:nvPr/>
          </p:nvSpPr>
          <p:spPr>
            <a:xfrm>
              <a:off x="6019800" y="5715794"/>
              <a:ext cx="3048000" cy="2924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0" y="2098822"/>
                  </a:lnTo>
                  <a:lnTo>
                    <a:pt x="0" y="2093284"/>
                  </a:lnTo>
                  <a:lnTo>
                    <a:pt x="0" y="2087746"/>
                  </a:lnTo>
                  <a:lnTo>
                    <a:pt x="0" y="2082209"/>
                  </a:lnTo>
                  <a:lnTo>
                    <a:pt x="0" y="2076671"/>
                  </a:lnTo>
                  <a:lnTo>
                    <a:pt x="0" y="2071133"/>
                  </a:lnTo>
                  <a:lnTo>
                    <a:pt x="0" y="2065595"/>
                  </a:lnTo>
                  <a:lnTo>
                    <a:pt x="0" y="2060058"/>
                  </a:lnTo>
                  <a:lnTo>
                    <a:pt x="0" y="2054520"/>
                  </a:lnTo>
                  <a:lnTo>
                    <a:pt x="0" y="2048982"/>
                  </a:lnTo>
                  <a:lnTo>
                    <a:pt x="0" y="2043444"/>
                  </a:lnTo>
                  <a:lnTo>
                    <a:pt x="0" y="2037906"/>
                  </a:lnTo>
                  <a:lnTo>
                    <a:pt x="0" y="2032369"/>
                  </a:lnTo>
                  <a:lnTo>
                    <a:pt x="0" y="2026831"/>
                  </a:lnTo>
                  <a:lnTo>
                    <a:pt x="0" y="2021293"/>
                  </a:lnTo>
                  <a:lnTo>
                    <a:pt x="3584" y="2021293"/>
                  </a:lnTo>
                  <a:lnTo>
                    <a:pt x="3584" y="2015755"/>
                  </a:lnTo>
                  <a:lnTo>
                    <a:pt x="3584" y="2010217"/>
                  </a:lnTo>
                  <a:lnTo>
                    <a:pt x="3584" y="2004680"/>
                  </a:lnTo>
                  <a:lnTo>
                    <a:pt x="3584" y="1999142"/>
                  </a:lnTo>
                  <a:lnTo>
                    <a:pt x="3584" y="1993604"/>
                  </a:lnTo>
                  <a:lnTo>
                    <a:pt x="3584" y="1988066"/>
                  </a:lnTo>
                  <a:lnTo>
                    <a:pt x="3584" y="1982528"/>
                  </a:lnTo>
                  <a:lnTo>
                    <a:pt x="3584" y="1976991"/>
                  </a:lnTo>
                  <a:lnTo>
                    <a:pt x="3584" y="1971453"/>
                  </a:lnTo>
                  <a:lnTo>
                    <a:pt x="3584" y="1965915"/>
                  </a:lnTo>
                  <a:lnTo>
                    <a:pt x="3584" y="1960377"/>
                  </a:lnTo>
                  <a:lnTo>
                    <a:pt x="3584" y="1954840"/>
                  </a:lnTo>
                  <a:lnTo>
                    <a:pt x="3584" y="1943764"/>
                  </a:lnTo>
                  <a:lnTo>
                    <a:pt x="3584" y="1938226"/>
                  </a:lnTo>
                  <a:lnTo>
                    <a:pt x="3584" y="1932688"/>
                  </a:lnTo>
                  <a:lnTo>
                    <a:pt x="3584" y="1927151"/>
                  </a:lnTo>
                  <a:lnTo>
                    <a:pt x="3584" y="1921613"/>
                  </a:lnTo>
                  <a:lnTo>
                    <a:pt x="3584" y="1916075"/>
                  </a:lnTo>
                  <a:lnTo>
                    <a:pt x="3584" y="1910537"/>
                  </a:lnTo>
                  <a:lnTo>
                    <a:pt x="3584" y="1904999"/>
                  </a:lnTo>
                  <a:lnTo>
                    <a:pt x="3584" y="1899462"/>
                  </a:lnTo>
                  <a:lnTo>
                    <a:pt x="3584" y="1893924"/>
                  </a:lnTo>
                  <a:lnTo>
                    <a:pt x="3584" y="1888386"/>
                  </a:lnTo>
                  <a:lnTo>
                    <a:pt x="3584" y="1882848"/>
                  </a:lnTo>
                  <a:lnTo>
                    <a:pt x="3584" y="1877310"/>
                  </a:lnTo>
                  <a:lnTo>
                    <a:pt x="3584" y="1871773"/>
                  </a:lnTo>
                  <a:lnTo>
                    <a:pt x="3584" y="1866235"/>
                  </a:lnTo>
                  <a:lnTo>
                    <a:pt x="3584" y="1860697"/>
                  </a:lnTo>
                  <a:lnTo>
                    <a:pt x="3584" y="1855159"/>
                  </a:lnTo>
                  <a:lnTo>
                    <a:pt x="3584" y="1849621"/>
                  </a:lnTo>
                  <a:lnTo>
                    <a:pt x="3584" y="1844084"/>
                  </a:lnTo>
                  <a:lnTo>
                    <a:pt x="3584" y="1838546"/>
                  </a:lnTo>
                  <a:lnTo>
                    <a:pt x="3584" y="1827470"/>
                  </a:lnTo>
                  <a:lnTo>
                    <a:pt x="3584" y="1821933"/>
                  </a:lnTo>
                  <a:lnTo>
                    <a:pt x="3584" y="1816395"/>
                  </a:lnTo>
                  <a:lnTo>
                    <a:pt x="3584" y="1810857"/>
                  </a:lnTo>
                  <a:lnTo>
                    <a:pt x="3584" y="1805319"/>
                  </a:lnTo>
                  <a:lnTo>
                    <a:pt x="3584" y="1799781"/>
                  </a:lnTo>
                  <a:lnTo>
                    <a:pt x="3584" y="1794244"/>
                  </a:lnTo>
                  <a:lnTo>
                    <a:pt x="3584" y="1788706"/>
                  </a:lnTo>
                  <a:lnTo>
                    <a:pt x="3584" y="1783168"/>
                  </a:lnTo>
                  <a:lnTo>
                    <a:pt x="3584" y="1772092"/>
                  </a:lnTo>
                  <a:lnTo>
                    <a:pt x="3584" y="1766555"/>
                  </a:lnTo>
                  <a:lnTo>
                    <a:pt x="3584" y="1761017"/>
                  </a:lnTo>
                  <a:lnTo>
                    <a:pt x="3584" y="1755479"/>
                  </a:lnTo>
                  <a:lnTo>
                    <a:pt x="3584" y="1749941"/>
                  </a:lnTo>
                  <a:lnTo>
                    <a:pt x="3584" y="1744403"/>
                  </a:lnTo>
                  <a:lnTo>
                    <a:pt x="3584" y="1738866"/>
                  </a:lnTo>
                  <a:lnTo>
                    <a:pt x="3584" y="1733328"/>
                  </a:lnTo>
                  <a:lnTo>
                    <a:pt x="3584" y="1727790"/>
                  </a:lnTo>
                  <a:lnTo>
                    <a:pt x="3584" y="1722252"/>
                  </a:lnTo>
                  <a:lnTo>
                    <a:pt x="3584" y="1711177"/>
                  </a:lnTo>
                  <a:lnTo>
                    <a:pt x="3584" y="1705639"/>
                  </a:lnTo>
                  <a:lnTo>
                    <a:pt x="3584" y="1700101"/>
                  </a:lnTo>
                  <a:lnTo>
                    <a:pt x="3584" y="1694563"/>
                  </a:lnTo>
                  <a:lnTo>
                    <a:pt x="3584" y="1689026"/>
                  </a:lnTo>
                  <a:lnTo>
                    <a:pt x="3584" y="1683488"/>
                  </a:lnTo>
                  <a:lnTo>
                    <a:pt x="3584" y="1677950"/>
                  </a:lnTo>
                  <a:lnTo>
                    <a:pt x="3584" y="1672412"/>
                  </a:lnTo>
                  <a:lnTo>
                    <a:pt x="3584" y="1666874"/>
                  </a:lnTo>
                  <a:lnTo>
                    <a:pt x="3584" y="1661337"/>
                  </a:lnTo>
                  <a:lnTo>
                    <a:pt x="3584" y="1655799"/>
                  </a:lnTo>
                  <a:lnTo>
                    <a:pt x="3584" y="1650261"/>
                  </a:lnTo>
                  <a:lnTo>
                    <a:pt x="3584" y="1644723"/>
                  </a:lnTo>
                  <a:lnTo>
                    <a:pt x="3584" y="1633648"/>
                  </a:lnTo>
                  <a:lnTo>
                    <a:pt x="3584" y="1622572"/>
                  </a:lnTo>
                  <a:lnTo>
                    <a:pt x="3584" y="1617034"/>
                  </a:lnTo>
                  <a:lnTo>
                    <a:pt x="3584" y="1611497"/>
                  </a:lnTo>
                  <a:lnTo>
                    <a:pt x="3584" y="1600421"/>
                  </a:lnTo>
                  <a:lnTo>
                    <a:pt x="3584" y="1594883"/>
                  </a:lnTo>
                  <a:lnTo>
                    <a:pt x="3584" y="1589345"/>
                  </a:lnTo>
                  <a:lnTo>
                    <a:pt x="3584" y="1583808"/>
                  </a:lnTo>
                  <a:lnTo>
                    <a:pt x="3584" y="1578270"/>
                  </a:lnTo>
                  <a:lnTo>
                    <a:pt x="3584" y="1572732"/>
                  </a:lnTo>
                  <a:lnTo>
                    <a:pt x="3584" y="1567194"/>
                  </a:lnTo>
                  <a:lnTo>
                    <a:pt x="3584" y="1561656"/>
                  </a:lnTo>
                  <a:lnTo>
                    <a:pt x="3584" y="1556119"/>
                  </a:lnTo>
                  <a:lnTo>
                    <a:pt x="3584" y="1550581"/>
                  </a:lnTo>
                  <a:lnTo>
                    <a:pt x="3584" y="1545043"/>
                  </a:lnTo>
                  <a:lnTo>
                    <a:pt x="3584" y="1533967"/>
                  </a:lnTo>
                  <a:lnTo>
                    <a:pt x="3584" y="1528430"/>
                  </a:lnTo>
                  <a:lnTo>
                    <a:pt x="3584" y="1522892"/>
                  </a:lnTo>
                  <a:lnTo>
                    <a:pt x="3584" y="1517354"/>
                  </a:lnTo>
                  <a:lnTo>
                    <a:pt x="3584" y="1511816"/>
                  </a:lnTo>
                  <a:lnTo>
                    <a:pt x="3584" y="1506278"/>
                  </a:lnTo>
                  <a:lnTo>
                    <a:pt x="3584" y="1500741"/>
                  </a:lnTo>
                  <a:lnTo>
                    <a:pt x="3584" y="1495203"/>
                  </a:lnTo>
                  <a:lnTo>
                    <a:pt x="3584" y="1489665"/>
                  </a:lnTo>
                  <a:lnTo>
                    <a:pt x="3584" y="1478590"/>
                  </a:lnTo>
                  <a:lnTo>
                    <a:pt x="3584" y="1473052"/>
                  </a:lnTo>
                  <a:lnTo>
                    <a:pt x="3584" y="1467514"/>
                  </a:lnTo>
                  <a:lnTo>
                    <a:pt x="3584" y="1461976"/>
                  </a:lnTo>
                  <a:lnTo>
                    <a:pt x="3584" y="1456438"/>
                  </a:lnTo>
                  <a:lnTo>
                    <a:pt x="3584" y="1450901"/>
                  </a:lnTo>
                  <a:lnTo>
                    <a:pt x="3584" y="1445363"/>
                  </a:lnTo>
                  <a:lnTo>
                    <a:pt x="3584" y="1439825"/>
                  </a:lnTo>
                  <a:lnTo>
                    <a:pt x="3584" y="1434287"/>
                  </a:lnTo>
                  <a:lnTo>
                    <a:pt x="3584" y="1428749"/>
                  </a:lnTo>
                  <a:lnTo>
                    <a:pt x="3584" y="1423212"/>
                  </a:lnTo>
                  <a:lnTo>
                    <a:pt x="3584" y="1417674"/>
                  </a:lnTo>
                  <a:lnTo>
                    <a:pt x="3584" y="1412136"/>
                  </a:lnTo>
                  <a:lnTo>
                    <a:pt x="3584" y="1406598"/>
                  </a:lnTo>
                  <a:lnTo>
                    <a:pt x="3584" y="1401060"/>
                  </a:lnTo>
                  <a:lnTo>
                    <a:pt x="3584" y="1389985"/>
                  </a:lnTo>
                  <a:lnTo>
                    <a:pt x="3584" y="1384447"/>
                  </a:lnTo>
                  <a:lnTo>
                    <a:pt x="3584" y="1378909"/>
                  </a:lnTo>
                  <a:lnTo>
                    <a:pt x="3584" y="1373372"/>
                  </a:lnTo>
                  <a:lnTo>
                    <a:pt x="3584" y="1367834"/>
                  </a:lnTo>
                  <a:lnTo>
                    <a:pt x="3584" y="1345683"/>
                  </a:lnTo>
                  <a:lnTo>
                    <a:pt x="7169" y="1340145"/>
                  </a:lnTo>
                  <a:lnTo>
                    <a:pt x="7169" y="1334607"/>
                  </a:lnTo>
                  <a:lnTo>
                    <a:pt x="7169" y="1329069"/>
                  </a:lnTo>
                  <a:lnTo>
                    <a:pt x="7169" y="1323531"/>
                  </a:lnTo>
                  <a:lnTo>
                    <a:pt x="7169" y="1306918"/>
                  </a:lnTo>
                  <a:lnTo>
                    <a:pt x="7169" y="1301380"/>
                  </a:lnTo>
                  <a:lnTo>
                    <a:pt x="7169" y="1295842"/>
                  </a:lnTo>
                  <a:lnTo>
                    <a:pt x="7169" y="1290305"/>
                  </a:lnTo>
                  <a:lnTo>
                    <a:pt x="7169" y="1279229"/>
                  </a:lnTo>
                  <a:lnTo>
                    <a:pt x="10754" y="1279229"/>
                  </a:lnTo>
                  <a:lnTo>
                    <a:pt x="10754" y="1273691"/>
                  </a:lnTo>
                  <a:lnTo>
                    <a:pt x="10754" y="1268154"/>
                  </a:lnTo>
                  <a:lnTo>
                    <a:pt x="10754" y="1262616"/>
                  </a:lnTo>
                  <a:lnTo>
                    <a:pt x="10754" y="1257078"/>
                  </a:lnTo>
                  <a:lnTo>
                    <a:pt x="10754" y="1251540"/>
                  </a:lnTo>
                  <a:lnTo>
                    <a:pt x="10754" y="1246002"/>
                  </a:lnTo>
                  <a:lnTo>
                    <a:pt x="10754" y="1234927"/>
                  </a:lnTo>
                  <a:lnTo>
                    <a:pt x="14339" y="1234927"/>
                  </a:lnTo>
                  <a:lnTo>
                    <a:pt x="14339" y="1229389"/>
                  </a:lnTo>
                  <a:lnTo>
                    <a:pt x="14339" y="1223851"/>
                  </a:lnTo>
                  <a:lnTo>
                    <a:pt x="14339" y="1218313"/>
                  </a:lnTo>
                  <a:lnTo>
                    <a:pt x="14339" y="1212776"/>
                  </a:lnTo>
                  <a:lnTo>
                    <a:pt x="14339" y="1207238"/>
                  </a:lnTo>
                  <a:lnTo>
                    <a:pt x="14339" y="1201700"/>
                  </a:lnTo>
                  <a:lnTo>
                    <a:pt x="14339" y="1196162"/>
                  </a:lnTo>
                  <a:lnTo>
                    <a:pt x="14339" y="1190624"/>
                  </a:lnTo>
                  <a:lnTo>
                    <a:pt x="14339" y="1185087"/>
                  </a:lnTo>
                  <a:lnTo>
                    <a:pt x="14339" y="1179549"/>
                  </a:lnTo>
                  <a:lnTo>
                    <a:pt x="14339" y="1174011"/>
                  </a:lnTo>
                  <a:lnTo>
                    <a:pt x="14339" y="1162935"/>
                  </a:lnTo>
                  <a:lnTo>
                    <a:pt x="14339" y="1151860"/>
                  </a:lnTo>
                  <a:lnTo>
                    <a:pt x="14339" y="1146322"/>
                  </a:lnTo>
                  <a:lnTo>
                    <a:pt x="14339" y="1140784"/>
                  </a:lnTo>
                  <a:lnTo>
                    <a:pt x="14339" y="1129709"/>
                  </a:lnTo>
                  <a:lnTo>
                    <a:pt x="14339" y="1124171"/>
                  </a:lnTo>
                  <a:lnTo>
                    <a:pt x="14339" y="1107558"/>
                  </a:lnTo>
                  <a:lnTo>
                    <a:pt x="14339" y="1102020"/>
                  </a:lnTo>
                  <a:lnTo>
                    <a:pt x="14339" y="1096482"/>
                  </a:lnTo>
                  <a:lnTo>
                    <a:pt x="14339" y="1090944"/>
                  </a:lnTo>
                  <a:lnTo>
                    <a:pt x="14339" y="1085406"/>
                  </a:lnTo>
                  <a:lnTo>
                    <a:pt x="14339" y="1079869"/>
                  </a:lnTo>
                  <a:lnTo>
                    <a:pt x="14339" y="1074331"/>
                  </a:lnTo>
                  <a:lnTo>
                    <a:pt x="14339" y="1068793"/>
                  </a:lnTo>
                  <a:lnTo>
                    <a:pt x="14339" y="1063255"/>
                  </a:lnTo>
                  <a:lnTo>
                    <a:pt x="14339" y="1057717"/>
                  </a:lnTo>
                  <a:lnTo>
                    <a:pt x="14339" y="1052180"/>
                  </a:lnTo>
                  <a:lnTo>
                    <a:pt x="14339" y="1046642"/>
                  </a:lnTo>
                  <a:lnTo>
                    <a:pt x="14339" y="1041104"/>
                  </a:lnTo>
                  <a:lnTo>
                    <a:pt x="14339" y="1030029"/>
                  </a:lnTo>
                  <a:lnTo>
                    <a:pt x="17924" y="1030029"/>
                  </a:lnTo>
                  <a:lnTo>
                    <a:pt x="17924" y="1024491"/>
                  </a:lnTo>
                  <a:lnTo>
                    <a:pt x="21509" y="1024491"/>
                  </a:lnTo>
                  <a:lnTo>
                    <a:pt x="21509" y="1018953"/>
                  </a:lnTo>
                  <a:lnTo>
                    <a:pt x="21509" y="1013415"/>
                  </a:lnTo>
                  <a:lnTo>
                    <a:pt x="25094" y="1013415"/>
                  </a:lnTo>
                  <a:lnTo>
                    <a:pt x="25094" y="1007877"/>
                  </a:lnTo>
                  <a:lnTo>
                    <a:pt x="25094" y="1002340"/>
                  </a:lnTo>
                  <a:lnTo>
                    <a:pt x="25094" y="991264"/>
                  </a:lnTo>
                  <a:lnTo>
                    <a:pt x="25094" y="980188"/>
                  </a:lnTo>
                  <a:lnTo>
                    <a:pt x="25094" y="974651"/>
                  </a:lnTo>
                  <a:lnTo>
                    <a:pt x="25094" y="969113"/>
                  </a:lnTo>
                  <a:lnTo>
                    <a:pt x="25094" y="963575"/>
                  </a:lnTo>
                  <a:lnTo>
                    <a:pt x="25094" y="958037"/>
                  </a:lnTo>
                  <a:lnTo>
                    <a:pt x="25094" y="952499"/>
                  </a:lnTo>
                  <a:lnTo>
                    <a:pt x="25094" y="946962"/>
                  </a:lnTo>
                  <a:lnTo>
                    <a:pt x="28679" y="946962"/>
                  </a:lnTo>
                  <a:lnTo>
                    <a:pt x="28679" y="941424"/>
                  </a:lnTo>
                  <a:lnTo>
                    <a:pt x="28679" y="935886"/>
                  </a:lnTo>
                  <a:lnTo>
                    <a:pt x="28679" y="930348"/>
                  </a:lnTo>
                  <a:lnTo>
                    <a:pt x="28679" y="924810"/>
                  </a:lnTo>
                  <a:lnTo>
                    <a:pt x="28679" y="919273"/>
                  </a:lnTo>
                  <a:lnTo>
                    <a:pt x="28679" y="913735"/>
                  </a:lnTo>
                  <a:lnTo>
                    <a:pt x="28679" y="908197"/>
                  </a:lnTo>
                  <a:lnTo>
                    <a:pt x="28679" y="902659"/>
                  </a:lnTo>
                  <a:lnTo>
                    <a:pt x="28679" y="897122"/>
                  </a:lnTo>
                  <a:lnTo>
                    <a:pt x="28679" y="891584"/>
                  </a:lnTo>
                  <a:lnTo>
                    <a:pt x="28679" y="886046"/>
                  </a:lnTo>
                  <a:lnTo>
                    <a:pt x="28679" y="869433"/>
                  </a:lnTo>
                  <a:lnTo>
                    <a:pt x="28679" y="863895"/>
                  </a:lnTo>
                  <a:lnTo>
                    <a:pt x="28679" y="858357"/>
                  </a:lnTo>
                  <a:lnTo>
                    <a:pt x="28679" y="847281"/>
                  </a:lnTo>
                  <a:lnTo>
                    <a:pt x="28679" y="841744"/>
                  </a:lnTo>
                  <a:lnTo>
                    <a:pt x="32264" y="841744"/>
                  </a:lnTo>
                  <a:lnTo>
                    <a:pt x="32264" y="836206"/>
                  </a:lnTo>
                  <a:lnTo>
                    <a:pt x="32264" y="830668"/>
                  </a:lnTo>
                  <a:lnTo>
                    <a:pt x="32264" y="825130"/>
                  </a:lnTo>
                  <a:lnTo>
                    <a:pt x="32264" y="819592"/>
                  </a:lnTo>
                  <a:lnTo>
                    <a:pt x="32264" y="814055"/>
                  </a:lnTo>
                  <a:lnTo>
                    <a:pt x="32264" y="808517"/>
                  </a:lnTo>
                  <a:lnTo>
                    <a:pt x="32264" y="802979"/>
                  </a:lnTo>
                  <a:lnTo>
                    <a:pt x="35849" y="797441"/>
                  </a:lnTo>
                  <a:lnTo>
                    <a:pt x="35849" y="786366"/>
                  </a:lnTo>
                  <a:lnTo>
                    <a:pt x="35849" y="780828"/>
                  </a:lnTo>
                  <a:lnTo>
                    <a:pt x="35849" y="775290"/>
                  </a:lnTo>
                  <a:lnTo>
                    <a:pt x="35849" y="758677"/>
                  </a:lnTo>
                  <a:lnTo>
                    <a:pt x="35849" y="753139"/>
                  </a:lnTo>
                  <a:lnTo>
                    <a:pt x="35849" y="747601"/>
                  </a:lnTo>
                  <a:lnTo>
                    <a:pt x="35849" y="742063"/>
                  </a:lnTo>
                  <a:lnTo>
                    <a:pt x="39434" y="742063"/>
                  </a:lnTo>
                  <a:lnTo>
                    <a:pt x="39434" y="736526"/>
                  </a:lnTo>
                  <a:lnTo>
                    <a:pt x="39434" y="725450"/>
                  </a:lnTo>
                  <a:lnTo>
                    <a:pt x="39434" y="719912"/>
                  </a:lnTo>
                  <a:lnTo>
                    <a:pt x="39434" y="708837"/>
                  </a:lnTo>
                  <a:lnTo>
                    <a:pt x="39434" y="703299"/>
                  </a:lnTo>
                  <a:lnTo>
                    <a:pt x="39434" y="697761"/>
                  </a:lnTo>
                  <a:lnTo>
                    <a:pt x="43019" y="697761"/>
                  </a:lnTo>
                  <a:lnTo>
                    <a:pt x="43019" y="692223"/>
                  </a:lnTo>
                  <a:lnTo>
                    <a:pt x="43019" y="686686"/>
                  </a:lnTo>
                  <a:lnTo>
                    <a:pt x="43019" y="675610"/>
                  </a:lnTo>
                  <a:lnTo>
                    <a:pt x="43019" y="664534"/>
                  </a:lnTo>
                  <a:lnTo>
                    <a:pt x="43019" y="658997"/>
                  </a:lnTo>
                  <a:lnTo>
                    <a:pt x="43019" y="647921"/>
                  </a:lnTo>
                  <a:lnTo>
                    <a:pt x="43019" y="636845"/>
                  </a:lnTo>
                  <a:lnTo>
                    <a:pt x="43019" y="631308"/>
                  </a:lnTo>
                  <a:lnTo>
                    <a:pt x="43019" y="625770"/>
                  </a:lnTo>
                  <a:lnTo>
                    <a:pt x="43019" y="620232"/>
                  </a:lnTo>
                  <a:lnTo>
                    <a:pt x="43019" y="614694"/>
                  </a:lnTo>
                  <a:lnTo>
                    <a:pt x="46604" y="614694"/>
                  </a:lnTo>
                  <a:lnTo>
                    <a:pt x="50189" y="614694"/>
                  </a:lnTo>
                  <a:lnTo>
                    <a:pt x="53774" y="614694"/>
                  </a:lnTo>
                  <a:lnTo>
                    <a:pt x="53774" y="609156"/>
                  </a:lnTo>
                  <a:lnTo>
                    <a:pt x="57359" y="603619"/>
                  </a:lnTo>
                  <a:lnTo>
                    <a:pt x="64528" y="603619"/>
                  </a:lnTo>
                  <a:lnTo>
                    <a:pt x="64528" y="598081"/>
                  </a:lnTo>
                  <a:lnTo>
                    <a:pt x="64528" y="592543"/>
                  </a:lnTo>
                  <a:lnTo>
                    <a:pt x="64528" y="587005"/>
                  </a:lnTo>
                  <a:lnTo>
                    <a:pt x="64528" y="581467"/>
                  </a:lnTo>
                  <a:lnTo>
                    <a:pt x="64528" y="570392"/>
                  </a:lnTo>
                  <a:lnTo>
                    <a:pt x="68113" y="570392"/>
                  </a:lnTo>
                  <a:lnTo>
                    <a:pt x="68113" y="564854"/>
                  </a:lnTo>
                  <a:lnTo>
                    <a:pt x="71698" y="564854"/>
                  </a:lnTo>
                  <a:lnTo>
                    <a:pt x="75283" y="564854"/>
                  </a:lnTo>
                  <a:lnTo>
                    <a:pt x="78868" y="559316"/>
                  </a:lnTo>
                  <a:lnTo>
                    <a:pt x="82453" y="559316"/>
                  </a:lnTo>
                  <a:lnTo>
                    <a:pt x="86038" y="559316"/>
                  </a:lnTo>
                  <a:lnTo>
                    <a:pt x="86038" y="553779"/>
                  </a:lnTo>
                  <a:lnTo>
                    <a:pt x="86038" y="548241"/>
                  </a:lnTo>
                  <a:lnTo>
                    <a:pt x="89623" y="548241"/>
                  </a:lnTo>
                  <a:lnTo>
                    <a:pt x="89623" y="537165"/>
                  </a:lnTo>
                  <a:lnTo>
                    <a:pt x="93208" y="537165"/>
                  </a:lnTo>
                  <a:lnTo>
                    <a:pt x="93208" y="526090"/>
                  </a:lnTo>
                  <a:lnTo>
                    <a:pt x="96793" y="520552"/>
                  </a:lnTo>
                  <a:lnTo>
                    <a:pt x="96793" y="515014"/>
                  </a:lnTo>
                  <a:lnTo>
                    <a:pt x="96793" y="509476"/>
                  </a:lnTo>
                  <a:lnTo>
                    <a:pt x="96793" y="503938"/>
                  </a:lnTo>
                  <a:lnTo>
                    <a:pt x="96793" y="498401"/>
                  </a:lnTo>
                  <a:lnTo>
                    <a:pt x="100378" y="498401"/>
                  </a:lnTo>
                  <a:lnTo>
                    <a:pt x="100378" y="487325"/>
                  </a:lnTo>
                  <a:lnTo>
                    <a:pt x="103963" y="487325"/>
                  </a:lnTo>
                  <a:lnTo>
                    <a:pt x="103963" y="476249"/>
                  </a:lnTo>
                  <a:lnTo>
                    <a:pt x="107548" y="459636"/>
                  </a:lnTo>
                  <a:lnTo>
                    <a:pt x="107548" y="454098"/>
                  </a:lnTo>
                  <a:lnTo>
                    <a:pt x="111133" y="454098"/>
                  </a:lnTo>
                  <a:lnTo>
                    <a:pt x="114718" y="454098"/>
                  </a:lnTo>
                  <a:lnTo>
                    <a:pt x="121887" y="454098"/>
                  </a:lnTo>
                  <a:lnTo>
                    <a:pt x="121887" y="448561"/>
                  </a:lnTo>
                  <a:lnTo>
                    <a:pt x="125472" y="443023"/>
                  </a:lnTo>
                  <a:lnTo>
                    <a:pt x="136227" y="443023"/>
                  </a:lnTo>
                  <a:lnTo>
                    <a:pt x="136227" y="431947"/>
                  </a:lnTo>
                  <a:lnTo>
                    <a:pt x="139812" y="431947"/>
                  </a:lnTo>
                  <a:lnTo>
                    <a:pt x="139812" y="426409"/>
                  </a:lnTo>
                  <a:lnTo>
                    <a:pt x="139812" y="420872"/>
                  </a:lnTo>
                  <a:lnTo>
                    <a:pt x="146982" y="420872"/>
                  </a:lnTo>
                  <a:lnTo>
                    <a:pt x="150567" y="420872"/>
                  </a:lnTo>
                  <a:lnTo>
                    <a:pt x="150567" y="415334"/>
                  </a:lnTo>
                  <a:lnTo>
                    <a:pt x="157737" y="409796"/>
                  </a:lnTo>
                  <a:lnTo>
                    <a:pt x="164907" y="409796"/>
                  </a:lnTo>
                  <a:lnTo>
                    <a:pt x="172077" y="404258"/>
                  </a:lnTo>
                  <a:lnTo>
                    <a:pt x="175662" y="404258"/>
                  </a:lnTo>
                  <a:lnTo>
                    <a:pt x="179247" y="393183"/>
                  </a:lnTo>
                  <a:lnTo>
                    <a:pt x="182831" y="393183"/>
                  </a:lnTo>
                  <a:lnTo>
                    <a:pt x="182831" y="387645"/>
                  </a:lnTo>
                  <a:lnTo>
                    <a:pt x="186416" y="382107"/>
                  </a:lnTo>
                  <a:lnTo>
                    <a:pt x="190001" y="382107"/>
                  </a:lnTo>
                  <a:lnTo>
                    <a:pt x="193586" y="382107"/>
                  </a:lnTo>
                  <a:lnTo>
                    <a:pt x="193586" y="376569"/>
                  </a:lnTo>
                  <a:lnTo>
                    <a:pt x="197171" y="376569"/>
                  </a:lnTo>
                  <a:lnTo>
                    <a:pt x="200756" y="376569"/>
                  </a:lnTo>
                  <a:lnTo>
                    <a:pt x="204341" y="376569"/>
                  </a:lnTo>
                  <a:lnTo>
                    <a:pt x="211511" y="371031"/>
                  </a:lnTo>
                  <a:lnTo>
                    <a:pt x="218681" y="371031"/>
                  </a:lnTo>
                  <a:lnTo>
                    <a:pt x="225851" y="371031"/>
                  </a:lnTo>
                  <a:lnTo>
                    <a:pt x="229436" y="371031"/>
                  </a:lnTo>
                  <a:lnTo>
                    <a:pt x="233021" y="365494"/>
                  </a:lnTo>
                  <a:lnTo>
                    <a:pt x="233021" y="359956"/>
                  </a:lnTo>
                  <a:lnTo>
                    <a:pt x="236606" y="359956"/>
                  </a:lnTo>
                  <a:lnTo>
                    <a:pt x="240191" y="359956"/>
                  </a:lnTo>
                  <a:lnTo>
                    <a:pt x="243775" y="359956"/>
                  </a:lnTo>
                  <a:lnTo>
                    <a:pt x="250945" y="359956"/>
                  </a:lnTo>
                  <a:lnTo>
                    <a:pt x="254530" y="354418"/>
                  </a:lnTo>
                  <a:lnTo>
                    <a:pt x="265285" y="348880"/>
                  </a:lnTo>
                  <a:lnTo>
                    <a:pt x="268870" y="348880"/>
                  </a:lnTo>
                  <a:lnTo>
                    <a:pt x="272455" y="348880"/>
                  </a:lnTo>
                  <a:lnTo>
                    <a:pt x="272455" y="343343"/>
                  </a:lnTo>
                  <a:lnTo>
                    <a:pt x="276040" y="337805"/>
                  </a:lnTo>
                  <a:lnTo>
                    <a:pt x="276040" y="332267"/>
                  </a:lnTo>
                  <a:lnTo>
                    <a:pt x="283210" y="332267"/>
                  </a:lnTo>
                  <a:lnTo>
                    <a:pt x="290380" y="321191"/>
                  </a:lnTo>
                  <a:lnTo>
                    <a:pt x="301135" y="321191"/>
                  </a:lnTo>
                  <a:lnTo>
                    <a:pt x="308304" y="321191"/>
                  </a:lnTo>
                  <a:lnTo>
                    <a:pt x="311889" y="321191"/>
                  </a:lnTo>
                  <a:lnTo>
                    <a:pt x="315474" y="321191"/>
                  </a:lnTo>
                  <a:lnTo>
                    <a:pt x="319059" y="315654"/>
                  </a:lnTo>
                  <a:lnTo>
                    <a:pt x="326229" y="315654"/>
                  </a:lnTo>
                  <a:lnTo>
                    <a:pt x="326229" y="310116"/>
                  </a:lnTo>
                  <a:lnTo>
                    <a:pt x="333399" y="310116"/>
                  </a:lnTo>
                  <a:lnTo>
                    <a:pt x="340569" y="310116"/>
                  </a:lnTo>
                  <a:lnTo>
                    <a:pt x="344154" y="310116"/>
                  </a:lnTo>
                  <a:lnTo>
                    <a:pt x="351324" y="310116"/>
                  </a:lnTo>
                  <a:lnTo>
                    <a:pt x="351324" y="304578"/>
                  </a:lnTo>
                  <a:lnTo>
                    <a:pt x="358494" y="304578"/>
                  </a:lnTo>
                  <a:lnTo>
                    <a:pt x="362079" y="304578"/>
                  </a:lnTo>
                  <a:lnTo>
                    <a:pt x="369248" y="304578"/>
                  </a:lnTo>
                  <a:lnTo>
                    <a:pt x="372833" y="304578"/>
                  </a:lnTo>
                  <a:lnTo>
                    <a:pt x="376418" y="304578"/>
                  </a:lnTo>
                  <a:lnTo>
                    <a:pt x="380003" y="304578"/>
                  </a:lnTo>
                  <a:lnTo>
                    <a:pt x="380003" y="299040"/>
                  </a:lnTo>
                  <a:lnTo>
                    <a:pt x="387173" y="299040"/>
                  </a:lnTo>
                  <a:lnTo>
                    <a:pt x="394343" y="299040"/>
                  </a:lnTo>
                  <a:lnTo>
                    <a:pt x="401513" y="299040"/>
                  </a:lnTo>
                  <a:lnTo>
                    <a:pt x="408683" y="293502"/>
                  </a:lnTo>
                  <a:lnTo>
                    <a:pt x="412268" y="293502"/>
                  </a:lnTo>
                  <a:lnTo>
                    <a:pt x="415853" y="293502"/>
                  </a:lnTo>
                  <a:lnTo>
                    <a:pt x="419438" y="287965"/>
                  </a:lnTo>
                  <a:lnTo>
                    <a:pt x="430192" y="282427"/>
                  </a:lnTo>
                  <a:lnTo>
                    <a:pt x="433777" y="282427"/>
                  </a:lnTo>
                  <a:lnTo>
                    <a:pt x="433777" y="276889"/>
                  </a:lnTo>
                  <a:lnTo>
                    <a:pt x="433777" y="271351"/>
                  </a:lnTo>
                  <a:lnTo>
                    <a:pt x="437362" y="271351"/>
                  </a:lnTo>
                  <a:lnTo>
                    <a:pt x="440947" y="271351"/>
                  </a:lnTo>
                  <a:lnTo>
                    <a:pt x="444532" y="271351"/>
                  </a:lnTo>
                  <a:lnTo>
                    <a:pt x="458872" y="265813"/>
                  </a:lnTo>
                  <a:lnTo>
                    <a:pt x="469627" y="265813"/>
                  </a:lnTo>
                  <a:lnTo>
                    <a:pt x="476797" y="243662"/>
                  </a:lnTo>
                  <a:lnTo>
                    <a:pt x="480382" y="232587"/>
                  </a:lnTo>
                  <a:lnTo>
                    <a:pt x="487551" y="232587"/>
                  </a:lnTo>
                  <a:lnTo>
                    <a:pt x="491136" y="227049"/>
                  </a:lnTo>
                  <a:lnTo>
                    <a:pt x="498306" y="227049"/>
                  </a:lnTo>
                  <a:lnTo>
                    <a:pt x="501891" y="227049"/>
                  </a:lnTo>
                  <a:lnTo>
                    <a:pt x="509061" y="221511"/>
                  </a:lnTo>
                  <a:lnTo>
                    <a:pt x="519816" y="221511"/>
                  </a:lnTo>
                  <a:lnTo>
                    <a:pt x="523401" y="221511"/>
                  </a:lnTo>
                  <a:lnTo>
                    <a:pt x="530571" y="215973"/>
                  </a:lnTo>
                  <a:lnTo>
                    <a:pt x="534156" y="215973"/>
                  </a:lnTo>
                  <a:lnTo>
                    <a:pt x="537741" y="215973"/>
                  </a:lnTo>
                  <a:lnTo>
                    <a:pt x="544911" y="215973"/>
                  </a:lnTo>
                  <a:lnTo>
                    <a:pt x="548495" y="204898"/>
                  </a:lnTo>
                  <a:lnTo>
                    <a:pt x="552080" y="204898"/>
                  </a:lnTo>
                  <a:lnTo>
                    <a:pt x="559250" y="204898"/>
                  </a:lnTo>
                  <a:lnTo>
                    <a:pt x="566420" y="204898"/>
                  </a:lnTo>
                  <a:lnTo>
                    <a:pt x="570005" y="204898"/>
                  </a:lnTo>
                  <a:lnTo>
                    <a:pt x="577175" y="204898"/>
                  </a:lnTo>
                  <a:lnTo>
                    <a:pt x="587930" y="204898"/>
                  </a:lnTo>
                  <a:lnTo>
                    <a:pt x="602270" y="204898"/>
                  </a:lnTo>
                  <a:lnTo>
                    <a:pt x="609439" y="199360"/>
                  </a:lnTo>
                  <a:lnTo>
                    <a:pt x="613024" y="199360"/>
                  </a:lnTo>
                  <a:lnTo>
                    <a:pt x="627364" y="199360"/>
                  </a:lnTo>
                  <a:lnTo>
                    <a:pt x="634534" y="199360"/>
                  </a:lnTo>
                  <a:lnTo>
                    <a:pt x="648874" y="199360"/>
                  </a:lnTo>
                  <a:lnTo>
                    <a:pt x="659629" y="199360"/>
                  </a:lnTo>
                  <a:lnTo>
                    <a:pt x="673968" y="188284"/>
                  </a:lnTo>
                  <a:lnTo>
                    <a:pt x="684723" y="188284"/>
                  </a:lnTo>
                  <a:lnTo>
                    <a:pt x="691893" y="188284"/>
                  </a:lnTo>
                  <a:lnTo>
                    <a:pt x="706233" y="182747"/>
                  </a:lnTo>
                  <a:lnTo>
                    <a:pt x="720573" y="182747"/>
                  </a:lnTo>
                  <a:lnTo>
                    <a:pt x="724158" y="182747"/>
                  </a:lnTo>
                  <a:lnTo>
                    <a:pt x="734912" y="177209"/>
                  </a:lnTo>
                  <a:lnTo>
                    <a:pt x="745667" y="177209"/>
                  </a:lnTo>
                  <a:lnTo>
                    <a:pt x="760007" y="177209"/>
                  </a:lnTo>
                  <a:lnTo>
                    <a:pt x="763592" y="171671"/>
                  </a:lnTo>
                  <a:lnTo>
                    <a:pt x="774347" y="166133"/>
                  </a:lnTo>
                  <a:lnTo>
                    <a:pt x="785102" y="166133"/>
                  </a:lnTo>
                  <a:lnTo>
                    <a:pt x="788687" y="160595"/>
                  </a:lnTo>
                  <a:lnTo>
                    <a:pt x="795856" y="160595"/>
                  </a:lnTo>
                  <a:lnTo>
                    <a:pt x="806611" y="160595"/>
                  </a:lnTo>
                  <a:lnTo>
                    <a:pt x="813781" y="160595"/>
                  </a:lnTo>
                  <a:lnTo>
                    <a:pt x="817366" y="160595"/>
                  </a:lnTo>
                  <a:lnTo>
                    <a:pt x="820951" y="160595"/>
                  </a:lnTo>
                  <a:lnTo>
                    <a:pt x="831706" y="160595"/>
                  </a:lnTo>
                  <a:lnTo>
                    <a:pt x="831706" y="155058"/>
                  </a:lnTo>
                  <a:lnTo>
                    <a:pt x="856800" y="155058"/>
                  </a:lnTo>
                  <a:lnTo>
                    <a:pt x="871140" y="155058"/>
                  </a:lnTo>
                  <a:lnTo>
                    <a:pt x="878310" y="143982"/>
                  </a:lnTo>
                  <a:lnTo>
                    <a:pt x="885480" y="143982"/>
                  </a:lnTo>
                  <a:lnTo>
                    <a:pt x="896235" y="143982"/>
                  </a:lnTo>
                  <a:lnTo>
                    <a:pt x="899820" y="143982"/>
                  </a:lnTo>
                  <a:lnTo>
                    <a:pt x="906990" y="143982"/>
                  </a:lnTo>
                  <a:lnTo>
                    <a:pt x="921329" y="143982"/>
                  </a:lnTo>
                  <a:lnTo>
                    <a:pt x="939254" y="143982"/>
                  </a:lnTo>
                  <a:lnTo>
                    <a:pt x="939254" y="138444"/>
                  </a:lnTo>
                  <a:lnTo>
                    <a:pt x="946424" y="132906"/>
                  </a:lnTo>
                  <a:lnTo>
                    <a:pt x="967934" y="132906"/>
                  </a:lnTo>
                  <a:lnTo>
                    <a:pt x="982273" y="132906"/>
                  </a:lnTo>
                  <a:lnTo>
                    <a:pt x="996613" y="132906"/>
                  </a:lnTo>
                  <a:lnTo>
                    <a:pt x="1007368" y="132906"/>
                  </a:lnTo>
                  <a:lnTo>
                    <a:pt x="1014538" y="132906"/>
                  </a:lnTo>
                  <a:lnTo>
                    <a:pt x="1021708" y="132906"/>
                  </a:lnTo>
                  <a:lnTo>
                    <a:pt x="1032463" y="132906"/>
                  </a:lnTo>
                  <a:lnTo>
                    <a:pt x="1046802" y="132906"/>
                  </a:lnTo>
                  <a:lnTo>
                    <a:pt x="1057557" y="132906"/>
                  </a:lnTo>
                  <a:lnTo>
                    <a:pt x="1064727" y="132906"/>
                  </a:lnTo>
                  <a:lnTo>
                    <a:pt x="1068312" y="132906"/>
                  </a:lnTo>
                  <a:lnTo>
                    <a:pt x="1071897" y="127369"/>
                  </a:lnTo>
                  <a:lnTo>
                    <a:pt x="1093406" y="127369"/>
                  </a:lnTo>
                  <a:lnTo>
                    <a:pt x="1100576" y="121831"/>
                  </a:lnTo>
                  <a:lnTo>
                    <a:pt x="1118501" y="110755"/>
                  </a:lnTo>
                  <a:lnTo>
                    <a:pt x="1129256" y="105218"/>
                  </a:lnTo>
                  <a:lnTo>
                    <a:pt x="1143596" y="105218"/>
                  </a:lnTo>
                  <a:lnTo>
                    <a:pt x="1157935" y="105218"/>
                  </a:lnTo>
                  <a:lnTo>
                    <a:pt x="1179445" y="99680"/>
                  </a:lnTo>
                  <a:lnTo>
                    <a:pt x="1186615" y="94142"/>
                  </a:lnTo>
                  <a:lnTo>
                    <a:pt x="1200955" y="94142"/>
                  </a:lnTo>
                  <a:lnTo>
                    <a:pt x="1226049" y="94142"/>
                  </a:lnTo>
                  <a:lnTo>
                    <a:pt x="1236804" y="94142"/>
                  </a:lnTo>
                  <a:lnTo>
                    <a:pt x="1243974" y="94142"/>
                  </a:lnTo>
                  <a:lnTo>
                    <a:pt x="1247559" y="94142"/>
                  </a:lnTo>
                  <a:lnTo>
                    <a:pt x="1258314" y="94142"/>
                  </a:lnTo>
                  <a:lnTo>
                    <a:pt x="1265484" y="88604"/>
                  </a:lnTo>
                  <a:lnTo>
                    <a:pt x="1269069" y="88604"/>
                  </a:lnTo>
                  <a:lnTo>
                    <a:pt x="1276238" y="77529"/>
                  </a:lnTo>
                  <a:lnTo>
                    <a:pt x="1294163" y="77529"/>
                  </a:lnTo>
                  <a:lnTo>
                    <a:pt x="1301333" y="77529"/>
                  </a:lnTo>
                  <a:lnTo>
                    <a:pt x="1308503" y="77529"/>
                  </a:lnTo>
                  <a:lnTo>
                    <a:pt x="1319258" y="77529"/>
                  </a:lnTo>
                  <a:lnTo>
                    <a:pt x="1326428" y="71991"/>
                  </a:lnTo>
                  <a:lnTo>
                    <a:pt x="1340767" y="66453"/>
                  </a:lnTo>
                  <a:lnTo>
                    <a:pt x="1347937" y="66453"/>
                  </a:lnTo>
                  <a:lnTo>
                    <a:pt x="1362277" y="66453"/>
                  </a:lnTo>
                  <a:lnTo>
                    <a:pt x="1373032" y="60915"/>
                  </a:lnTo>
                  <a:lnTo>
                    <a:pt x="1380202" y="49840"/>
                  </a:lnTo>
                  <a:lnTo>
                    <a:pt x="1383787" y="49840"/>
                  </a:lnTo>
                  <a:lnTo>
                    <a:pt x="1398126" y="44302"/>
                  </a:lnTo>
                  <a:lnTo>
                    <a:pt x="1412466" y="44302"/>
                  </a:lnTo>
                  <a:lnTo>
                    <a:pt x="1423221" y="44302"/>
                  </a:lnTo>
                  <a:lnTo>
                    <a:pt x="1441146" y="44302"/>
                  </a:lnTo>
                  <a:lnTo>
                    <a:pt x="1448316" y="44302"/>
                  </a:lnTo>
                  <a:lnTo>
                    <a:pt x="1455486" y="44302"/>
                  </a:lnTo>
                  <a:lnTo>
                    <a:pt x="1473410" y="38764"/>
                  </a:lnTo>
                  <a:lnTo>
                    <a:pt x="1484165" y="38764"/>
                  </a:lnTo>
                  <a:lnTo>
                    <a:pt x="1494920" y="33226"/>
                  </a:lnTo>
                  <a:lnTo>
                    <a:pt x="1509260" y="27688"/>
                  </a:lnTo>
                  <a:lnTo>
                    <a:pt x="1530769" y="27688"/>
                  </a:lnTo>
                  <a:lnTo>
                    <a:pt x="1534354" y="27688"/>
                  </a:lnTo>
                  <a:lnTo>
                    <a:pt x="1559449" y="27688"/>
                  </a:lnTo>
                  <a:lnTo>
                    <a:pt x="1570204" y="27688"/>
                  </a:lnTo>
                  <a:lnTo>
                    <a:pt x="1577374" y="27688"/>
                  </a:lnTo>
                  <a:lnTo>
                    <a:pt x="1584543" y="27688"/>
                  </a:lnTo>
                  <a:lnTo>
                    <a:pt x="1588128" y="27688"/>
                  </a:lnTo>
                  <a:lnTo>
                    <a:pt x="1595298" y="27688"/>
                  </a:lnTo>
                  <a:lnTo>
                    <a:pt x="1609638" y="22151"/>
                  </a:lnTo>
                  <a:lnTo>
                    <a:pt x="1613223" y="16613"/>
                  </a:lnTo>
                  <a:lnTo>
                    <a:pt x="1616808" y="16613"/>
                  </a:lnTo>
                  <a:lnTo>
                    <a:pt x="1634733" y="16613"/>
                  </a:lnTo>
                  <a:lnTo>
                    <a:pt x="1641902" y="16613"/>
                  </a:lnTo>
                  <a:lnTo>
                    <a:pt x="1656242" y="11075"/>
                  </a:lnTo>
                  <a:lnTo>
                    <a:pt x="1663412" y="11075"/>
                  </a:lnTo>
                  <a:lnTo>
                    <a:pt x="1666997" y="11075"/>
                  </a:lnTo>
                  <a:lnTo>
                    <a:pt x="1674167" y="11075"/>
                  </a:lnTo>
                  <a:lnTo>
                    <a:pt x="1681337" y="11075"/>
                  </a:lnTo>
                  <a:lnTo>
                    <a:pt x="1695677" y="11075"/>
                  </a:lnTo>
                  <a:lnTo>
                    <a:pt x="1702846" y="11075"/>
                  </a:lnTo>
                  <a:lnTo>
                    <a:pt x="1713601" y="11075"/>
                  </a:lnTo>
                  <a:lnTo>
                    <a:pt x="1720771" y="11075"/>
                  </a:lnTo>
                  <a:lnTo>
                    <a:pt x="1724356" y="11075"/>
                  </a:lnTo>
                  <a:lnTo>
                    <a:pt x="1727941" y="11075"/>
                  </a:lnTo>
                  <a:lnTo>
                    <a:pt x="1738696" y="11075"/>
                  </a:lnTo>
                  <a:lnTo>
                    <a:pt x="1753036" y="11075"/>
                  </a:lnTo>
                  <a:lnTo>
                    <a:pt x="1760206" y="11075"/>
                  </a:lnTo>
                  <a:lnTo>
                    <a:pt x="1774545" y="11075"/>
                  </a:lnTo>
                  <a:lnTo>
                    <a:pt x="1788885" y="11075"/>
                  </a:lnTo>
                  <a:lnTo>
                    <a:pt x="1799640" y="11075"/>
                  </a:lnTo>
                  <a:lnTo>
                    <a:pt x="1803225" y="11075"/>
                  </a:lnTo>
                  <a:lnTo>
                    <a:pt x="1813980" y="11075"/>
                  </a:lnTo>
                  <a:lnTo>
                    <a:pt x="1817565" y="11075"/>
                  </a:lnTo>
                  <a:lnTo>
                    <a:pt x="1824734" y="11075"/>
                  </a:lnTo>
                  <a:lnTo>
                    <a:pt x="1835489" y="11075"/>
                  </a:lnTo>
                  <a:lnTo>
                    <a:pt x="1849829" y="5537"/>
                  </a:lnTo>
                  <a:lnTo>
                    <a:pt x="1856999" y="5537"/>
                  </a:lnTo>
                  <a:lnTo>
                    <a:pt x="1860584" y="5537"/>
                  </a:lnTo>
                  <a:lnTo>
                    <a:pt x="1864169" y="5537"/>
                  </a:lnTo>
                  <a:lnTo>
                    <a:pt x="1874924" y="5537"/>
                  </a:lnTo>
                  <a:lnTo>
                    <a:pt x="1878509" y="5537"/>
                  </a:lnTo>
                  <a:lnTo>
                    <a:pt x="1892848" y="5537"/>
                  </a:lnTo>
                  <a:lnTo>
                    <a:pt x="1900018" y="5537"/>
                  </a:lnTo>
                  <a:lnTo>
                    <a:pt x="1907188" y="5537"/>
                  </a:lnTo>
                  <a:lnTo>
                    <a:pt x="1910773" y="0"/>
                  </a:lnTo>
                  <a:lnTo>
                    <a:pt x="1914358" y="0"/>
                  </a:lnTo>
                  <a:lnTo>
                    <a:pt x="1925113" y="0"/>
                  </a:lnTo>
                  <a:lnTo>
                    <a:pt x="1928698" y="0"/>
                  </a:lnTo>
                  <a:lnTo>
                    <a:pt x="1935868" y="0"/>
                  </a:lnTo>
                  <a:lnTo>
                    <a:pt x="1943038" y="0"/>
                  </a:lnTo>
                  <a:lnTo>
                    <a:pt x="1950207" y="0"/>
                  </a:lnTo>
                  <a:lnTo>
                    <a:pt x="1953792" y="0"/>
                  </a:lnTo>
                  <a:lnTo>
                    <a:pt x="1960962" y="0"/>
                  </a:lnTo>
                  <a:lnTo>
                    <a:pt x="1968132" y="0"/>
                  </a:lnTo>
                  <a:lnTo>
                    <a:pt x="1971717" y="0"/>
                  </a:lnTo>
                  <a:lnTo>
                    <a:pt x="1975302" y="0"/>
                  </a:lnTo>
                  <a:lnTo>
                    <a:pt x="1982472" y="0"/>
                  </a:lnTo>
                  <a:lnTo>
                    <a:pt x="1986057" y="0"/>
                  </a:lnTo>
                  <a:lnTo>
                    <a:pt x="1989642" y="0"/>
                  </a:lnTo>
                  <a:lnTo>
                    <a:pt x="2003982" y="0"/>
                  </a:lnTo>
                  <a:lnTo>
                    <a:pt x="2007566" y="0"/>
                  </a:lnTo>
                  <a:lnTo>
                    <a:pt x="2014736" y="0"/>
                  </a:lnTo>
                  <a:lnTo>
                    <a:pt x="2018321" y="0"/>
                  </a:lnTo>
                  <a:lnTo>
                    <a:pt x="2025491" y="0"/>
                  </a:lnTo>
                  <a:lnTo>
                    <a:pt x="2032661" y="0"/>
                  </a:lnTo>
                  <a:lnTo>
                    <a:pt x="2043416" y="0"/>
                  </a:lnTo>
                  <a:lnTo>
                    <a:pt x="2047001" y="0"/>
                  </a:lnTo>
                  <a:lnTo>
                    <a:pt x="2050586" y="0"/>
                  </a:lnTo>
                  <a:lnTo>
                    <a:pt x="2057756" y="0"/>
                  </a:lnTo>
                  <a:lnTo>
                    <a:pt x="2061341" y="0"/>
                  </a:lnTo>
                  <a:lnTo>
                    <a:pt x="2072095" y="0"/>
                  </a:lnTo>
                  <a:lnTo>
                    <a:pt x="2075680" y="0"/>
                  </a:lnTo>
                  <a:lnTo>
                    <a:pt x="2079265" y="0"/>
                  </a:lnTo>
                  <a:lnTo>
                    <a:pt x="2082850" y="0"/>
                  </a:lnTo>
                  <a:lnTo>
                    <a:pt x="2097190" y="0"/>
                  </a:lnTo>
                  <a:lnTo>
                    <a:pt x="2100775" y="0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7295743" y="7165402"/>
              <a:ext cx="1683488" cy="855331"/>
            </a:xfrm>
            <a:custGeom>
              <a:avLst/>
              <a:pathLst>
                <a:path w="1683488" h="855331">
                  <a:moveTo>
                    <a:pt x="27318" y="855331"/>
                  </a:moveTo>
                  <a:lnTo>
                    <a:pt x="1683488" y="855331"/>
                  </a:lnTo>
                  <a:lnTo>
                    <a:pt x="1683488" y="0"/>
                  </a:lnTo>
                  <a:lnTo>
                    <a:pt x="27318" y="0"/>
                  </a:lnTo>
                  <a:lnTo>
                    <a:pt x="30610" y="199"/>
                  </a:lnTo>
                  <a:lnTo>
                    <a:pt x="26218" y="22"/>
                  </a:lnTo>
                  <a:lnTo>
                    <a:pt x="21853" y="552"/>
                  </a:lnTo>
                  <a:lnTo>
                    <a:pt x="17630" y="1775"/>
                  </a:lnTo>
                  <a:lnTo>
                    <a:pt x="13659" y="3659"/>
                  </a:lnTo>
                  <a:lnTo>
                    <a:pt x="10040" y="6157"/>
                  </a:lnTo>
                  <a:lnTo>
                    <a:pt x="6870" y="9202"/>
                  </a:lnTo>
                  <a:lnTo>
                    <a:pt x="4229" y="12717"/>
                  </a:lnTo>
                  <a:lnTo>
                    <a:pt x="2186" y="16610"/>
                  </a:lnTo>
                  <a:lnTo>
                    <a:pt x="793" y="20780"/>
                  </a:lnTo>
                  <a:lnTo>
                    <a:pt x="88" y="25119"/>
                  </a:lnTo>
                  <a:lnTo>
                    <a:pt x="0" y="27318"/>
                  </a:lnTo>
                  <a:lnTo>
                    <a:pt x="0" y="828013"/>
                  </a:lnTo>
                  <a:lnTo>
                    <a:pt x="88" y="825815"/>
                  </a:lnTo>
                  <a:lnTo>
                    <a:pt x="88" y="830211"/>
                  </a:lnTo>
                  <a:lnTo>
                    <a:pt x="793" y="834551"/>
                  </a:lnTo>
                  <a:lnTo>
                    <a:pt x="2186" y="838721"/>
                  </a:lnTo>
                  <a:lnTo>
                    <a:pt x="4229" y="842614"/>
                  </a:lnTo>
                  <a:lnTo>
                    <a:pt x="6870" y="846128"/>
                  </a:lnTo>
                  <a:lnTo>
                    <a:pt x="10040" y="849174"/>
                  </a:lnTo>
                  <a:lnTo>
                    <a:pt x="13659" y="851671"/>
                  </a:lnTo>
                  <a:lnTo>
                    <a:pt x="17630" y="853556"/>
                  </a:lnTo>
                  <a:lnTo>
                    <a:pt x="21853" y="854779"/>
                  </a:lnTo>
                  <a:lnTo>
                    <a:pt x="26218" y="855309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8623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tx2180"/>
            <p:cNvSpPr/>
            <p:nvPr/>
          </p:nvSpPr>
          <p:spPr>
            <a:xfrm>
              <a:off x="7341273" y="7180327"/>
              <a:ext cx="2113622" cy="1392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Threshold = 1.12 [0.930, 1.398]</a:t>
              </a:r>
            </a:p>
          </p:txBody>
        </p:sp>
        <p:sp>
          <p:nvSpPr>
            <p:cNvPr id="2181" name="tx2181"/>
            <p:cNvSpPr/>
            <p:nvPr/>
          </p:nvSpPr>
          <p:spPr>
            <a:xfrm>
              <a:off x="7341273" y="7425771"/>
              <a:ext cx="873178" cy="112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AUC = 0.921</a:t>
              </a:r>
            </a:p>
          </p:txBody>
        </p:sp>
        <p:sp>
          <p:nvSpPr>
            <p:cNvPr id="2182" name="tx2182"/>
            <p:cNvSpPr/>
            <p:nvPr/>
          </p:nvSpPr>
          <p:spPr>
            <a:xfrm>
              <a:off x="7341273" y="7645724"/>
              <a:ext cx="1176935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Precision = 0.886</a:t>
              </a:r>
            </a:p>
          </p:txBody>
        </p:sp>
        <p:sp>
          <p:nvSpPr>
            <p:cNvPr id="2183" name="tx2183"/>
            <p:cNvSpPr/>
            <p:nvPr/>
          </p:nvSpPr>
          <p:spPr>
            <a:xfrm>
              <a:off x="7341273" y="7864268"/>
              <a:ext cx="974480" cy="1109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Recall = 0.800</a:t>
              </a:r>
            </a:p>
          </p:txBody>
        </p:sp>
        <p:sp>
          <p:nvSpPr>
            <p:cNvPr id="2184" name="tx2184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85" name="tx2185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86" name="tx2186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87" name="tx2187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88" name="tx2188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89" name="tx2189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90" name="tx2190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91" name="tx2191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92" name="tx2192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93" name="tx2193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94" name="tx2194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2195" name="tx2195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2196" name="rc2196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rc2197"/>
            <p:cNvSpPr/>
            <p:nvPr/>
          </p:nvSpPr>
          <p:spPr>
            <a:xfrm>
              <a:off x="9534838" y="5418670"/>
              <a:ext cx="987372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9534838" y="8331171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9534838" y="7563110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9534838" y="6795049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9534838" y="6026988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972281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991720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1011160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10305994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1050038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9534838" y="7947140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9534838" y="7179079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9534838" y="6411018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9534838" y="5642957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962562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982001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1001440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1020879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1040319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9591583" y="71585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9621629" y="71144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9569916" y="71621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9613540" y="71651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9725344" y="68915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9629140" y="70785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9710899" y="652142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9624229" y="70629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9678831" y="75173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9578583" y="71502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9574249" y="71507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9567604" y="71713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9967730" y="73410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9841192" y="657737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9565293" y="71618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9657452" y="691709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9621918" y="72193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9633474" y="7132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10182383" y="555809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9563560" y="71485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9666119" y="69877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9618451" y="698373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9604873" y="71716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9642141" y="70051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9606028" y="705237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9605739" y="71066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9585227" y="717500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9592161" y="71491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10128070" y="66256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9875283" y="71720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9841770" y="71086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9568471" y="7136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9585227" y="71890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9572227" y="71320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9614695" y="71968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9596494" y="695899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9629718" y="70974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9575405" y="71616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9681431" y="71839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9844659" y="68908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9617295" y="70727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9620762" y="70928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9620184" y="71614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9592739" y="71359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9614695" y="72169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9596494" y="7175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9606317" y="7138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9593028" y="71279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9565871" y="71232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9778790" y="691110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9604584" y="698261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9620184" y="71491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9621340" y="70851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9610939" y="70958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10086179" y="78439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10399058" y="674826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10191050" y="622680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9584650" y="70687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9581761" y="71373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9631451" y="72026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9573382" y="719787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9622784" y="71507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9581761" y="71732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9571649" y="71581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9570493" y="71206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9699921" y="67058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9854482" y="74886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9737477" y="72557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9607762" y="7178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9655141" y="71295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9989398" y="8073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9830792" y="693464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9742967" y="71542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9559515" y="71430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9613828" y="71037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9641274" y="70763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9648207" y="71276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9674208" y="691177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9574827" y="71198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9955019" y="638949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9603139" y="71409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9632896" y="688578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9841770" y="82407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9591005" y="71347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9803924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9587539" y="7102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9741811" y="77406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9586383" y="71183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9732855" y="70327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10024933" y="681714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9559515" y="7163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9628273" y="73227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9584650" y="71126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9770123" y="685341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9596206" y="71652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9570205" y="71354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9590716" y="71840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9749900" y="69390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10041400" y="81087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9612384" y="71658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9591872" y="698986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9663808" y="70886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9584072" y="698138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9607762" y="71612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9589850" y="71239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9594472" y="703211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9565293" y="71690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9624807" y="7161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9575694" y="711504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9764923" y="72503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9618162" y="72142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9651963" y="71127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9569627" y="71763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9687787" y="680559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9672186" y="71611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9576271" y="713767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9921795" y="82887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9596494" y="71556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9570205" y="71263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9598517" y="71305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9576271" y="71091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9780812" y="67671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9580316" y="715643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9655141" y="72779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9590139" y="71485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9892328" y="671127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9618162" y="696277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9593317" y="720711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9578583" y="71537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9841192" y="694245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9597361" y="71631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9988242" y="70995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9569627" y="71477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9634629" y="734046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10197117" y="642817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9595628" y="70759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9731122" y="659168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9605739" y="71701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9565004" y="71936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9602850" y="71454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9806524" y="70737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9612095" y="71739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9575694" y="71628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9583494" y="71718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9765790" y="687498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9965419" y="74955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9742678" y="64861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9584361" y="71832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9555182" y="71520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9993154" y="594683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9613251" y="699208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9614406" y="70934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9600539" y="711132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9690676" y="73354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9594761" y="71603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9688653" y="7148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9706276" y="71170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9584650" y="71466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9585805" y="713536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9594472" y="70956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9647919" y="71765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9592161" y="71705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10029266" y="83089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9748745" y="71933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9582916" y="71523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9581472" y="71439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9556049" y="71417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9812880" y="76017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9594183" y="71045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9803924" y="651344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9603717" y="71689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9909373" y="74802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9815480" y="75022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9593028" y="71809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9594472" y="71592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9628273" y="7185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9569338" y="72000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10285809" y="7207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9598806" y="71387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9583494" y="714518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10067401" y="72022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9924684" y="72435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9714365" y="663576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9588983" y="71623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9611228" y="71589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9583205" y="72024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9969464" y="77120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9565871" y="7158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9589561" y="71453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10452504" y="7460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9734011" y="682187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9560093" y="71292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9575116" y="719438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9764634" y="610868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9584072" y="71986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9562115" y="661704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9699054" y="736309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9560093" y="716284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9603428" y="71701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9603139" y="71431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9597650" y="71692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9628851" y="703556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9569916" y="71490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9599672" y="71680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9609206" y="71294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9686053" y="70599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9630007" y="7140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9631162" y="71167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10117380" y="67584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9682298" y="71975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9904750" y="72336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9586672" y="725292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9591294" y="71248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9634918" y="702247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9581183" y="73173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9580894" y="71835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9812302" y="70283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9573094" y="717583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10141070" y="689703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9592161" y="71488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9567027" y="71582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9579738" y="71722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9566738" y="72621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9619029" y="72143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9822992" y="72987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9666697" y="700810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9627985" y="691740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9576849" y="71325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9664675" y="70863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9922373" y="74455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9603717" y="698701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10130381" y="690673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9638385" y="68867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10333766" y="80639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9608339" y="72075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9554893" y="71048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9604584" y="695292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9919773" y="73188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9603428" y="72676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9611517" y="70970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9592450" y="726039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10062778" y="685735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9605739" y="72479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9585805" y="71623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9743255" y="667076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9574827" y="71195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9638385" y="71729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9604006" y="71433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9614695" y="70900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9576849" y="715212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9657452" y="7055955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9580605" y="70985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9584938" y="7176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9936240" y="6943291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9790635" y="70735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9591294" y="718087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9587250" y="71364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9561827" y="71265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10004998" y="77483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10016266" y="606837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9628851" y="695272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9738633" y="72857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9607473" y="714416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9912262" y="76061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9564715" y="71198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9582338" y="717415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9602272" y="695384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9612962" y="726197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9637807" y="71353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9817792" y="66155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9775901" y="694294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9602850" y="71127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9688653" y="68377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9656586" y="689300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9575983" y="712756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9780523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9586383" y="71246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9595339" y="71549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9595917" y="712725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9907928" y="77659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9877594" y="70999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9595917" y="71596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9605450" y="72051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9608917" y="67475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9639540" y="723891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9582338" y="70984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9599383" y="71270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9597939" y="711249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9651096" y="693827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9554893" y="712789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9568760" y="71293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9875860" y="741285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9595339" y="717475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9596783" y="71798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9596494" y="71354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9626540" y="71429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9736322" y="6879343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9686053" y="713993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9574827" y="713704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10033022" y="74317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9571649" y="71638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10315854" y="672479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9765212" y="703281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9632318" y="71076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9630874" y="672449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9576849" y="70770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9619318" y="71535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9633474" y="71785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9668719" y="704040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9575405" y="71555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10031288" y="671977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9613540" y="70589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10140492" y="74939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9574538" y="714697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9591294" y="701210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9574249" y="718103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9606028" y="71629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9582627" y="714112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9603139" y="665903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9614406" y="712438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9677964" y="6943806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9597939" y="7089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9842059" y="6357342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9762323" y="77296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9631740" y="7001589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9594183" y="722273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10128936" y="736948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9595339" y="716288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9602850" y="72285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9615273" y="71996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9589850" y="71181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9698476" y="73604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9598517" y="708924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9583205" y="713549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9568760" y="7123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9587827" y="70948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9596206" y="71524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9628851" y="71909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9597361" y="717715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9567316" y="71387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9814325" y="6396507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9900995" y="833792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9619895" y="71289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9607473" y="71037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9626540" y="717430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9629718" y="6784998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9834548" y="727381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9592739" y="7257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9534838" y="7083782"/>
              <a:ext cx="987372" cy="0"/>
            </a:xfrm>
            <a:custGeom>
              <a:avLst/>
              <a:pathLst>
                <a:path w="987372" h="0">
                  <a:moveTo>
                    <a:pt x="0" y="0"/>
                  </a:moveTo>
                  <a:lnTo>
                    <a:pt x="987372" y="0"/>
                  </a:lnTo>
                  <a:lnTo>
                    <a:pt x="98737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9579719" y="7107256"/>
              <a:ext cx="897611" cy="65258"/>
            </a:xfrm>
            <a:custGeom>
              <a:avLst/>
              <a:pathLst>
                <a:path w="897611" h="65258">
                  <a:moveTo>
                    <a:pt x="0" y="237"/>
                  </a:moveTo>
                  <a:lnTo>
                    <a:pt x="11362" y="238"/>
                  </a:lnTo>
                  <a:lnTo>
                    <a:pt x="22724" y="240"/>
                  </a:lnTo>
                  <a:lnTo>
                    <a:pt x="34086" y="241"/>
                  </a:lnTo>
                  <a:lnTo>
                    <a:pt x="45448" y="241"/>
                  </a:lnTo>
                  <a:lnTo>
                    <a:pt x="56810" y="242"/>
                  </a:lnTo>
                  <a:lnTo>
                    <a:pt x="68172" y="242"/>
                  </a:lnTo>
                  <a:lnTo>
                    <a:pt x="79535" y="242"/>
                  </a:lnTo>
                  <a:lnTo>
                    <a:pt x="90897" y="242"/>
                  </a:lnTo>
                  <a:lnTo>
                    <a:pt x="102259" y="242"/>
                  </a:lnTo>
                  <a:lnTo>
                    <a:pt x="113621" y="242"/>
                  </a:lnTo>
                  <a:lnTo>
                    <a:pt x="124983" y="242"/>
                  </a:lnTo>
                  <a:lnTo>
                    <a:pt x="136345" y="241"/>
                  </a:lnTo>
                  <a:lnTo>
                    <a:pt x="147708" y="240"/>
                  </a:lnTo>
                  <a:lnTo>
                    <a:pt x="159070" y="239"/>
                  </a:lnTo>
                  <a:lnTo>
                    <a:pt x="170432" y="239"/>
                  </a:lnTo>
                  <a:lnTo>
                    <a:pt x="181794" y="237"/>
                  </a:lnTo>
                  <a:lnTo>
                    <a:pt x="193156" y="236"/>
                  </a:lnTo>
                  <a:lnTo>
                    <a:pt x="204518" y="235"/>
                  </a:lnTo>
                  <a:lnTo>
                    <a:pt x="215881" y="234"/>
                  </a:lnTo>
                  <a:lnTo>
                    <a:pt x="227243" y="232"/>
                  </a:lnTo>
                  <a:lnTo>
                    <a:pt x="238605" y="231"/>
                  </a:lnTo>
                  <a:lnTo>
                    <a:pt x="249967" y="229"/>
                  </a:lnTo>
                  <a:lnTo>
                    <a:pt x="261329" y="227"/>
                  </a:lnTo>
                  <a:lnTo>
                    <a:pt x="272691" y="225"/>
                  </a:lnTo>
                  <a:lnTo>
                    <a:pt x="284054" y="223"/>
                  </a:lnTo>
                  <a:lnTo>
                    <a:pt x="295416" y="221"/>
                  </a:lnTo>
                  <a:lnTo>
                    <a:pt x="306778" y="219"/>
                  </a:lnTo>
                  <a:lnTo>
                    <a:pt x="318140" y="217"/>
                  </a:lnTo>
                  <a:lnTo>
                    <a:pt x="329502" y="215"/>
                  </a:lnTo>
                  <a:lnTo>
                    <a:pt x="340864" y="213"/>
                  </a:lnTo>
                  <a:lnTo>
                    <a:pt x="352227" y="210"/>
                  </a:lnTo>
                  <a:lnTo>
                    <a:pt x="363589" y="208"/>
                  </a:lnTo>
                  <a:lnTo>
                    <a:pt x="374951" y="205"/>
                  </a:lnTo>
                  <a:lnTo>
                    <a:pt x="386313" y="203"/>
                  </a:lnTo>
                  <a:lnTo>
                    <a:pt x="397675" y="200"/>
                  </a:lnTo>
                  <a:lnTo>
                    <a:pt x="409037" y="197"/>
                  </a:lnTo>
                  <a:lnTo>
                    <a:pt x="420400" y="194"/>
                  </a:lnTo>
                  <a:lnTo>
                    <a:pt x="431762" y="191"/>
                  </a:lnTo>
                  <a:lnTo>
                    <a:pt x="443124" y="189"/>
                  </a:lnTo>
                  <a:lnTo>
                    <a:pt x="454486" y="186"/>
                  </a:lnTo>
                  <a:lnTo>
                    <a:pt x="465848" y="183"/>
                  </a:lnTo>
                  <a:lnTo>
                    <a:pt x="477210" y="180"/>
                  </a:lnTo>
                  <a:lnTo>
                    <a:pt x="488573" y="177"/>
                  </a:lnTo>
                  <a:lnTo>
                    <a:pt x="499935" y="173"/>
                  </a:lnTo>
                  <a:lnTo>
                    <a:pt x="511297" y="170"/>
                  </a:lnTo>
                  <a:lnTo>
                    <a:pt x="522659" y="167"/>
                  </a:lnTo>
                  <a:lnTo>
                    <a:pt x="534021" y="164"/>
                  </a:lnTo>
                  <a:lnTo>
                    <a:pt x="545383" y="160"/>
                  </a:lnTo>
                  <a:lnTo>
                    <a:pt x="556746" y="157"/>
                  </a:lnTo>
                  <a:lnTo>
                    <a:pt x="568108" y="153"/>
                  </a:lnTo>
                  <a:lnTo>
                    <a:pt x="579470" y="150"/>
                  </a:lnTo>
                  <a:lnTo>
                    <a:pt x="590832" y="146"/>
                  </a:lnTo>
                  <a:lnTo>
                    <a:pt x="602194" y="142"/>
                  </a:lnTo>
                  <a:lnTo>
                    <a:pt x="613556" y="138"/>
                  </a:lnTo>
                  <a:lnTo>
                    <a:pt x="624919" y="134"/>
                  </a:lnTo>
                  <a:lnTo>
                    <a:pt x="636281" y="130"/>
                  </a:lnTo>
                  <a:lnTo>
                    <a:pt x="647643" y="126"/>
                  </a:lnTo>
                  <a:lnTo>
                    <a:pt x="659005" y="122"/>
                  </a:lnTo>
                  <a:lnTo>
                    <a:pt x="670367" y="118"/>
                  </a:lnTo>
                  <a:lnTo>
                    <a:pt x="681729" y="113"/>
                  </a:lnTo>
                  <a:lnTo>
                    <a:pt x="693092" y="108"/>
                  </a:lnTo>
                  <a:lnTo>
                    <a:pt x="704454" y="104"/>
                  </a:lnTo>
                  <a:lnTo>
                    <a:pt x="715816" y="99"/>
                  </a:lnTo>
                  <a:lnTo>
                    <a:pt x="727178" y="94"/>
                  </a:lnTo>
                  <a:lnTo>
                    <a:pt x="738540" y="89"/>
                  </a:lnTo>
                  <a:lnTo>
                    <a:pt x="749902" y="83"/>
                  </a:lnTo>
                  <a:lnTo>
                    <a:pt x="761265" y="78"/>
                  </a:lnTo>
                  <a:lnTo>
                    <a:pt x="772627" y="72"/>
                  </a:lnTo>
                  <a:lnTo>
                    <a:pt x="783989" y="66"/>
                  </a:lnTo>
                  <a:lnTo>
                    <a:pt x="795351" y="60"/>
                  </a:lnTo>
                  <a:lnTo>
                    <a:pt x="806713" y="54"/>
                  </a:lnTo>
                  <a:lnTo>
                    <a:pt x="818075" y="48"/>
                  </a:lnTo>
                  <a:lnTo>
                    <a:pt x="829438" y="42"/>
                  </a:lnTo>
                  <a:lnTo>
                    <a:pt x="840800" y="35"/>
                  </a:lnTo>
                  <a:lnTo>
                    <a:pt x="852162" y="28"/>
                  </a:lnTo>
                  <a:lnTo>
                    <a:pt x="863524" y="21"/>
                  </a:lnTo>
                  <a:lnTo>
                    <a:pt x="874886" y="14"/>
                  </a:lnTo>
                  <a:lnTo>
                    <a:pt x="886248" y="7"/>
                  </a:lnTo>
                  <a:lnTo>
                    <a:pt x="897611" y="0"/>
                  </a:lnTo>
                  <a:lnTo>
                    <a:pt x="897611" y="65258"/>
                  </a:lnTo>
                  <a:lnTo>
                    <a:pt x="886248" y="65251"/>
                  </a:lnTo>
                  <a:lnTo>
                    <a:pt x="874886" y="65245"/>
                  </a:lnTo>
                  <a:lnTo>
                    <a:pt x="863524" y="65238"/>
                  </a:lnTo>
                  <a:lnTo>
                    <a:pt x="852162" y="65232"/>
                  </a:lnTo>
                  <a:lnTo>
                    <a:pt x="840800" y="65226"/>
                  </a:lnTo>
                  <a:lnTo>
                    <a:pt x="829438" y="65219"/>
                  </a:lnTo>
                  <a:lnTo>
                    <a:pt x="818075" y="65214"/>
                  </a:lnTo>
                  <a:lnTo>
                    <a:pt x="806713" y="65208"/>
                  </a:lnTo>
                  <a:lnTo>
                    <a:pt x="795351" y="65202"/>
                  </a:lnTo>
                  <a:lnTo>
                    <a:pt x="783989" y="65197"/>
                  </a:lnTo>
                  <a:lnTo>
                    <a:pt x="772627" y="65192"/>
                  </a:lnTo>
                  <a:lnTo>
                    <a:pt x="761265" y="65186"/>
                  </a:lnTo>
                  <a:lnTo>
                    <a:pt x="749902" y="65182"/>
                  </a:lnTo>
                  <a:lnTo>
                    <a:pt x="738540" y="65177"/>
                  </a:lnTo>
                  <a:lnTo>
                    <a:pt x="727178" y="65172"/>
                  </a:lnTo>
                  <a:lnTo>
                    <a:pt x="715816" y="65168"/>
                  </a:lnTo>
                  <a:lnTo>
                    <a:pt x="704454" y="65163"/>
                  </a:lnTo>
                  <a:lnTo>
                    <a:pt x="693092" y="65159"/>
                  </a:lnTo>
                  <a:lnTo>
                    <a:pt x="681729" y="65155"/>
                  </a:lnTo>
                  <a:lnTo>
                    <a:pt x="670367" y="65151"/>
                  </a:lnTo>
                  <a:lnTo>
                    <a:pt x="659005" y="65147"/>
                  </a:lnTo>
                  <a:lnTo>
                    <a:pt x="647643" y="65143"/>
                  </a:lnTo>
                  <a:lnTo>
                    <a:pt x="636281" y="65140"/>
                  </a:lnTo>
                  <a:lnTo>
                    <a:pt x="624919" y="65136"/>
                  </a:lnTo>
                  <a:lnTo>
                    <a:pt x="613556" y="65133"/>
                  </a:lnTo>
                  <a:lnTo>
                    <a:pt x="602194" y="65129"/>
                  </a:lnTo>
                  <a:lnTo>
                    <a:pt x="590832" y="65126"/>
                  </a:lnTo>
                  <a:lnTo>
                    <a:pt x="579470" y="65123"/>
                  </a:lnTo>
                  <a:lnTo>
                    <a:pt x="568108" y="65120"/>
                  </a:lnTo>
                  <a:lnTo>
                    <a:pt x="556746" y="65117"/>
                  </a:lnTo>
                  <a:lnTo>
                    <a:pt x="545383" y="65114"/>
                  </a:lnTo>
                  <a:lnTo>
                    <a:pt x="534021" y="65111"/>
                  </a:lnTo>
                  <a:lnTo>
                    <a:pt x="522659" y="65108"/>
                  </a:lnTo>
                  <a:lnTo>
                    <a:pt x="511297" y="65105"/>
                  </a:lnTo>
                  <a:lnTo>
                    <a:pt x="499935" y="65102"/>
                  </a:lnTo>
                  <a:lnTo>
                    <a:pt x="488573" y="65100"/>
                  </a:lnTo>
                  <a:lnTo>
                    <a:pt x="477210" y="65097"/>
                  </a:lnTo>
                  <a:lnTo>
                    <a:pt x="465848" y="65094"/>
                  </a:lnTo>
                  <a:lnTo>
                    <a:pt x="454486" y="65092"/>
                  </a:lnTo>
                  <a:lnTo>
                    <a:pt x="443124" y="65089"/>
                  </a:lnTo>
                  <a:lnTo>
                    <a:pt x="431762" y="65087"/>
                  </a:lnTo>
                  <a:lnTo>
                    <a:pt x="420400" y="65085"/>
                  </a:lnTo>
                  <a:lnTo>
                    <a:pt x="409037" y="65082"/>
                  </a:lnTo>
                  <a:lnTo>
                    <a:pt x="397675" y="65080"/>
                  </a:lnTo>
                  <a:lnTo>
                    <a:pt x="386313" y="65078"/>
                  </a:lnTo>
                  <a:lnTo>
                    <a:pt x="374951" y="65075"/>
                  </a:lnTo>
                  <a:lnTo>
                    <a:pt x="363589" y="65073"/>
                  </a:lnTo>
                  <a:lnTo>
                    <a:pt x="352227" y="65071"/>
                  </a:lnTo>
                  <a:lnTo>
                    <a:pt x="340864" y="65069"/>
                  </a:lnTo>
                  <a:lnTo>
                    <a:pt x="329502" y="65067"/>
                  </a:lnTo>
                  <a:lnTo>
                    <a:pt x="318140" y="65065"/>
                  </a:lnTo>
                  <a:lnTo>
                    <a:pt x="306778" y="65064"/>
                  </a:lnTo>
                  <a:lnTo>
                    <a:pt x="295416" y="65062"/>
                  </a:lnTo>
                  <a:lnTo>
                    <a:pt x="284054" y="65060"/>
                  </a:lnTo>
                  <a:lnTo>
                    <a:pt x="272691" y="65059"/>
                  </a:lnTo>
                  <a:lnTo>
                    <a:pt x="261329" y="65057"/>
                  </a:lnTo>
                  <a:lnTo>
                    <a:pt x="249967" y="65056"/>
                  </a:lnTo>
                  <a:lnTo>
                    <a:pt x="238605" y="65055"/>
                  </a:lnTo>
                  <a:lnTo>
                    <a:pt x="227243" y="65054"/>
                  </a:lnTo>
                  <a:lnTo>
                    <a:pt x="215881" y="65053"/>
                  </a:lnTo>
                  <a:lnTo>
                    <a:pt x="204518" y="65052"/>
                  </a:lnTo>
                  <a:lnTo>
                    <a:pt x="193156" y="65051"/>
                  </a:lnTo>
                  <a:lnTo>
                    <a:pt x="181794" y="65050"/>
                  </a:lnTo>
                  <a:lnTo>
                    <a:pt x="170432" y="65050"/>
                  </a:lnTo>
                  <a:lnTo>
                    <a:pt x="159070" y="65049"/>
                  </a:lnTo>
                  <a:lnTo>
                    <a:pt x="147708" y="65049"/>
                  </a:lnTo>
                  <a:lnTo>
                    <a:pt x="136345" y="65049"/>
                  </a:lnTo>
                  <a:lnTo>
                    <a:pt x="124983" y="65049"/>
                  </a:lnTo>
                  <a:lnTo>
                    <a:pt x="113621" y="65049"/>
                  </a:lnTo>
                  <a:lnTo>
                    <a:pt x="102259" y="65050"/>
                  </a:lnTo>
                  <a:lnTo>
                    <a:pt x="90897" y="65050"/>
                  </a:lnTo>
                  <a:lnTo>
                    <a:pt x="79535" y="65051"/>
                  </a:lnTo>
                  <a:lnTo>
                    <a:pt x="68172" y="65052"/>
                  </a:lnTo>
                  <a:lnTo>
                    <a:pt x="56810" y="65053"/>
                  </a:lnTo>
                  <a:lnTo>
                    <a:pt x="45448" y="65054"/>
                  </a:lnTo>
                  <a:lnTo>
                    <a:pt x="34086" y="65056"/>
                  </a:lnTo>
                  <a:lnTo>
                    <a:pt x="22724" y="65057"/>
                  </a:lnTo>
                  <a:lnTo>
                    <a:pt x="11362" y="65059"/>
                  </a:lnTo>
                  <a:lnTo>
                    <a:pt x="0" y="6506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9579719" y="7107256"/>
              <a:ext cx="897611" cy="242"/>
            </a:xfrm>
            <a:custGeom>
              <a:avLst/>
              <a:pathLst>
                <a:path w="897611" h="242">
                  <a:moveTo>
                    <a:pt x="0" y="237"/>
                  </a:moveTo>
                  <a:lnTo>
                    <a:pt x="11362" y="238"/>
                  </a:lnTo>
                  <a:lnTo>
                    <a:pt x="22724" y="240"/>
                  </a:lnTo>
                  <a:lnTo>
                    <a:pt x="34086" y="241"/>
                  </a:lnTo>
                  <a:lnTo>
                    <a:pt x="45448" y="241"/>
                  </a:lnTo>
                  <a:lnTo>
                    <a:pt x="56810" y="242"/>
                  </a:lnTo>
                  <a:lnTo>
                    <a:pt x="68172" y="242"/>
                  </a:lnTo>
                  <a:lnTo>
                    <a:pt x="79535" y="242"/>
                  </a:lnTo>
                  <a:lnTo>
                    <a:pt x="90897" y="242"/>
                  </a:lnTo>
                  <a:lnTo>
                    <a:pt x="102259" y="242"/>
                  </a:lnTo>
                  <a:lnTo>
                    <a:pt x="113621" y="242"/>
                  </a:lnTo>
                  <a:lnTo>
                    <a:pt x="124983" y="242"/>
                  </a:lnTo>
                  <a:lnTo>
                    <a:pt x="136345" y="241"/>
                  </a:lnTo>
                  <a:lnTo>
                    <a:pt x="147708" y="240"/>
                  </a:lnTo>
                  <a:lnTo>
                    <a:pt x="159070" y="239"/>
                  </a:lnTo>
                  <a:lnTo>
                    <a:pt x="170432" y="239"/>
                  </a:lnTo>
                  <a:lnTo>
                    <a:pt x="181794" y="237"/>
                  </a:lnTo>
                  <a:lnTo>
                    <a:pt x="193156" y="236"/>
                  </a:lnTo>
                  <a:lnTo>
                    <a:pt x="204518" y="235"/>
                  </a:lnTo>
                  <a:lnTo>
                    <a:pt x="215881" y="234"/>
                  </a:lnTo>
                  <a:lnTo>
                    <a:pt x="227243" y="232"/>
                  </a:lnTo>
                  <a:lnTo>
                    <a:pt x="238605" y="231"/>
                  </a:lnTo>
                  <a:lnTo>
                    <a:pt x="249967" y="229"/>
                  </a:lnTo>
                  <a:lnTo>
                    <a:pt x="261329" y="227"/>
                  </a:lnTo>
                  <a:lnTo>
                    <a:pt x="272691" y="225"/>
                  </a:lnTo>
                  <a:lnTo>
                    <a:pt x="284054" y="223"/>
                  </a:lnTo>
                  <a:lnTo>
                    <a:pt x="295416" y="221"/>
                  </a:lnTo>
                  <a:lnTo>
                    <a:pt x="306778" y="219"/>
                  </a:lnTo>
                  <a:lnTo>
                    <a:pt x="318140" y="217"/>
                  </a:lnTo>
                  <a:lnTo>
                    <a:pt x="329502" y="215"/>
                  </a:lnTo>
                  <a:lnTo>
                    <a:pt x="340864" y="213"/>
                  </a:lnTo>
                  <a:lnTo>
                    <a:pt x="352227" y="210"/>
                  </a:lnTo>
                  <a:lnTo>
                    <a:pt x="363589" y="208"/>
                  </a:lnTo>
                  <a:lnTo>
                    <a:pt x="374951" y="205"/>
                  </a:lnTo>
                  <a:lnTo>
                    <a:pt x="386313" y="203"/>
                  </a:lnTo>
                  <a:lnTo>
                    <a:pt x="397675" y="200"/>
                  </a:lnTo>
                  <a:lnTo>
                    <a:pt x="409037" y="197"/>
                  </a:lnTo>
                  <a:lnTo>
                    <a:pt x="420400" y="194"/>
                  </a:lnTo>
                  <a:lnTo>
                    <a:pt x="431762" y="191"/>
                  </a:lnTo>
                  <a:lnTo>
                    <a:pt x="443124" y="189"/>
                  </a:lnTo>
                  <a:lnTo>
                    <a:pt x="454486" y="186"/>
                  </a:lnTo>
                  <a:lnTo>
                    <a:pt x="465848" y="183"/>
                  </a:lnTo>
                  <a:lnTo>
                    <a:pt x="477210" y="180"/>
                  </a:lnTo>
                  <a:lnTo>
                    <a:pt x="488573" y="177"/>
                  </a:lnTo>
                  <a:lnTo>
                    <a:pt x="499935" y="173"/>
                  </a:lnTo>
                  <a:lnTo>
                    <a:pt x="511297" y="170"/>
                  </a:lnTo>
                  <a:lnTo>
                    <a:pt x="522659" y="167"/>
                  </a:lnTo>
                  <a:lnTo>
                    <a:pt x="534021" y="164"/>
                  </a:lnTo>
                  <a:lnTo>
                    <a:pt x="545383" y="160"/>
                  </a:lnTo>
                  <a:lnTo>
                    <a:pt x="556746" y="157"/>
                  </a:lnTo>
                  <a:lnTo>
                    <a:pt x="568108" y="153"/>
                  </a:lnTo>
                  <a:lnTo>
                    <a:pt x="579470" y="150"/>
                  </a:lnTo>
                  <a:lnTo>
                    <a:pt x="590832" y="146"/>
                  </a:lnTo>
                  <a:lnTo>
                    <a:pt x="602194" y="142"/>
                  </a:lnTo>
                  <a:lnTo>
                    <a:pt x="613556" y="138"/>
                  </a:lnTo>
                  <a:lnTo>
                    <a:pt x="624919" y="134"/>
                  </a:lnTo>
                  <a:lnTo>
                    <a:pt x="636281" y="130"/>
                  </a:lnTo>
                  <a:lnTo>
                    <a:pt x="647643" y="126"/>
                  </a:lnTo>
                  <a:lnTo>
                    <a:pt x="659005" y="122"/>
                  </a:lnTo>
                  <a:lnTo>
                    <a:pt x="670367" y="118"/>
                  </a:lnTo>
                  <a:lnTo>
                    <a:pt x="681729" y="113"/>
                  </a:lnTo>
                  <a:lnTo>
                    <a:pt x="693092" y="108"/>
                  </a:lnTo>
                  <a:lnTo>
                    <a:pt x="704454" y="104"/>
                  </a:lnTo>
                  <a:lnTo>
                    <a:pt x="715816" y="99"/>
                  </a:lnTo>
                  <a:lnTo>
                    <a:pt x="727178" y="94"/>
                  </a:lnTo>
                  <a:lnTo>
                    <a:pt x="738540" y="89"/>
                  </a:lnTo>
                  <a:lnTo>
                    <a:pt x="749902" y="83"/>
                  </a:lnTo>
                  <a:lnTo>
                    <a:pt x="761265" y="78"/>
                  </a:lnTo>
                  <a:lnTo>
                    <a:pt x="772627" y="72"/>
                  </a:lnTo>
                  <a:lnTo>
                    <a:pt x="783989" y="66"/>
                  </a:lnTo>
                  <a:lnTo>
                    <a:pt x="795351" y="60"/>
                  </a:lnTo>
                  <a:lnTo>
                    <a:pt x="806713" y="54"/>
                  </a:lnTo>
                  <a:lnTo>
                    <a:pt x="818075" y="48"/>
                  </a:lnTo>
                  <a:lnTo>
                    <a:pt x="829438" y="42"/>
                  </a:lnTo>
                  <a:lnTo>
                    <a:pt x="840800" y="35"/>
                  </a:lnTo>
                  <a:lnTo>
                    <a:pt x="852162" y="28"/>
                  </a:lnTo>
                  <a:lnTo>
                    <a:pt x="863524" y="21"/>
                  </a:lnTo>
                  <a:lnTo>
                    <a:pt x="874886" y="14"/>
                  </a:lnTo>
                  <a:lnTo>
                    <a:pt x="886248" y="7"/>
                  </a:lnTo>
                  <a:lnTo>
                    <a:pt x="8976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9579719" y="7172306"/>
              <a:ext cx="897611" cy="209"/>
            </a:xfrm>
            <a:custGeom>
              <a:avLst/>
              <a:pathLst>
                <a:path w="897611" h="209">
                  <a:moveTo>
                    <a:pt x="897611" y="209"/>
                  </a:moveTo>
                  <a:lnTo>
                    <a:pt x="886248" y="202"/>
                  </a:lnTo>
                  <a:lnTo>
                    <a:pt x="874886" y="195"/>
                  </a:lnTo>
                  <a:lnTo>
                    <a:pt x="863524" y="189"/>
                  </a:lnTo>
                  <a:lnTo>
                    <a:pt x="852162" y="182"/>
                  </a:lnTo>
                  <a:lnTo>
                    <a:pt x="840800" y="176"/>
                  </a:lnTo>
                  <a:lnTo>
                    <a:pt x="829438" y="170"/>
                  </a:lnTo>
                  <a:lnTo>
                    <a:pt x="818075" y="164"/>
                  </a:lnTo>
                  <a:lnTo>
                    <a:pt x="806713" y="158"/>
                  </a:lnTo>
                  <a:lnTo>
                    <a:pt x="795351" y="153"/>
                  </a:lnTo>
                  <a:lnTo>
                    <a:pt x="783989" y="147"/>
                  </a:lnTo>
                  <a:lnTo>
                    <a:pt x="772627" y="142"/>
                  </a:lnTo>
                  <a:lnTo>
                    <a:pt x="761265" y="137"/>
                  </a:lnTo>
                  <a:lnTo>
                    <a:pt x="749902" y="132"/>
                  </a:lnTo>
                  <a:lnTo>
                    <a:pt x="738540" y="127"/>
                  </a:lnTo>
                  <a:lnTo>
                    <a:pt x="727178" y="122"/>
                  </a:lnTo>
                  <a:lnTo>
                    <a:pt x="715816" y="118"/>
                  </a:lnTo>
                  <a:lnTo>
                    <a:pt x="704454" y="114"/>
                  </a:lnTo>
                  <a:lnTo>
                    <a:pt x="693092" y="109"/>
                  </a:lnTo>
                  <a:lnTo>
                    <a:pt x="681729" y="105"/>
                  </a:lnTo>
                  <a:lnTo>
                    <a:pt x="670367" y="101"/>
                  </a:lnTo>
                  <a:lnTo>
                    <a:pt x="659005" y="97"/>
                  </a:lnTo>
                  <a:lnTo>
                    <a:pt x="647643" y="94"/>
                  </a:lnTo>
                  <a:lnTo>
                    <a:pt x="636281" y="90"/>
                  </a:lnTo>
                  <a:lnTo>
                    <a:pt x="624919" y="86"/>
                  </a:lnTo>
                  <a:lnTo>
                    <a:pt x="613556" y="83"/>
                  </a:lnTo>
                  <a:lnTo>
                    <a:pt x="602194" y="80"/>
                  </a:lnTo>
                  <a:lnTo>
                    <a:pt x="590832" y="76"/>
                  </a:lnTo>
                  <a:lnTo>
                    <a:pt x="579470" y="73"/>
                  </a:lnTo>
                  <a:lnTo>
                    <a:pt x="568108" y="70"/>
                  </a:lnTo>
                  <a:lnTo>
                    <a:pt x="556746" y="67"/>
                  </a:lnTo>
                  <a:lnTo>
                    <a:pt x="545383" y="64"/>
                  </a:lnTo>
                  <a:lnTo>
                    <a:pt x="534021" y="61"/>
                  </a:lnTo>
                  <a:lnTo>
                    <a:pt x="522659" y="58"/>
                  </a:lnTo>
                  <a:lnTo>
                    <a:pt x="511297" y="55"/>
                  </a:lnTo>
                  <a:lnTo>
                    <a:pt x="499935" y="53"/>
                  </a:lnTo>
                  <a:lnTo>
                    <a:pt x="488573" y="50"/>
                  </a:lnTo>
                  <a:lnTo>
                    <a:pt x="477210" y="47"/>
                  </a:lnTo>
                  <a:lnTo>
                    <a:pt x="465848" y="45"/>
                  </a:lnTo>
                  <a:lnTo>
                    <a:pt x="454486" y="42"/>
                  </a:lnTo>
                  <a:lnTo>
                    <a:pt x="443124" y="40"/>
                  </a:lnTo>
                  <a:lnTo>
                    <a:pt x="431762" y="37"/>
                  </a:lnTo>
                  <a:lnTo>
                    <a:pt x="420400" y="35"/>
                  </a:lnTo>
                  <a:lnTo>
                    <a:pt x="409037" y="33"/>
                  </a:lnTo>
                  <a:lnTo>
                    <a:pt x="397675" y="30"/>
                  </a:lnTo>
                  <a:lnTo>
                    <a:pt x="386313" y="28"/>
                  </a:lnTo>
                  <a:lnTo>
                    <a:pt x="374951" y="26"/>
                  </a:lnTo>
                  <a:lnTo>
                    <a:pt x="363589" y="24"/>
                  </a:lnTo>
                  <a:lnTo>
                    <a:pt x="352227" y="22"/>
                  </a:lnTo>
                  <a:lnTo>
                    <a:pt x="340864" y="20"/>
                  </a:lnTo>
                  <a:lnTo>
                    <a:pt x="329502" y="18"/>
                  </a:lnTo>
                  <a:lnTo>
                    <a:pt x="318140" y="16"/>
                  </a:lnTo>
                  <a:lnTo>
                    <a:pt x="306778" y="14"/>
                  </a:lnTo>
                  <a:lnTo>
                    <a:pt x="295416" y="12"/>
                  </a:lnTo>
                  <a:lnTo>
                    <a:pt x="284054" y="11"/>
                  </a:lnTo>
                  <a:lnTo>
                    <a:pt x="272691" y="9"/>
                  </a:lnTo>
                  <a:lnTo>
                    <a:pt x="261329" y="8"/>
                  </a:lnTo>
                  <a:lnTo>
                    <a:pt x="249967" y="7"/>
                  </a:lnTo>
                  <a:lnTo>
                    <a:pt x="238605" y="5"/>
                  </a:lnTo>
                  <a:lnTo>
                    <a:pt x="227243" y="4"/>
                  </a:lnTo>
                  <a:lnTo>
                    <a:pt x="215881" y="3"/>
                  </a:lnTo>
                  <a:lnTo>
                    <a:pt x="204518" y="2"/>
                  </a:lnTo>
                  <a:lnTo>
                    <a:pt x="193156" y="1"/>
                  </a:lnTo>
                  <a:lnTo>
                    <a:pt x="181794" y="1"/>
                  </a:lnTo>
                  <a:lnTo>
                    <a:pt x="170432" y="0"/>
                  </a:lnTo>
                  <a:lnTo>
                    <a:pt x="159070" y="0"/>
                  </a:lnTo>
                  <a:lnTo>
                    <a:pt x="147708" y="0"/>
                  </a:lnTo>
                  <a:lnTo>
                    <a:pt x="136345" y="0"/>
                  </a:lnTo>
                  <a:lnTo>
                    <a:pt x="124983" y="0"/>
                  </a:lnTo>
                  <a:lnTo>
                    <a:pt x="113621" y="0"/>
                  </a:lnTo>
                  <a:lnTo>
                    <a:pt x="102259" y="0"/>
                  </a:lnTo>
                  <a:lnTo>
                    <a:pt x="90897" y="1"/>
                  </a:lnTo>
                  <a:lnTo>
                    <a:pt x="79535" y="1"/>
                  </a:lnTo>
                  <a:lnTo>
                    <a:pt x="68172" y="2"/>
                  </a:lnTo>
                  <a:lnTo>
                    <a:pt x="56810" y="3"/>
                  </a:lnTo>
                  <a:lnTo>
                    <a:pt x="45448" y="5"/>
                  </a:lnTo>
                  <a:lnTo>
                    <a:pt x="34086" y="6"/>
                  </a:lnTo>
                  <a:lnTo>
                    <a:pt x="22724" y="8"/>
                  </a:lnTo>
                  <a:lnTo>
                    <a:pt x="11362" y="10"/>
                  </a:lnTo>
                  <a:lnTo>
                    <a:pt x="0" y="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9579719" y="7139885"/>
              <a:ext cx="897611" cy="20"/>
            </a:xfrm>
            <a:custGeom>
              <a:avLst/>
              <a:pathLst>
                <a:path w="897611" h="20">
                  <a:moveTo>
                    <a:pt x="0" y="20"/>
                  </a:moveTo>
                  <a:lnTo>
                    <a:pt x="11362" y="19"/>
                  </a:lnTo>
                  <a:lnTo>
                    <a:pt x="22724" y="19"/>
                  </a:lnTo>
                  <a:lnTo>
                    <a:pt x="34086" y="19"/>
                  </a:lnTo>
                  <a:lnTo>
                    <a:pt x="45448" y="18"/>
                  </a:lnTo>
                  <a:lnTo>
                    <a:pt x="56810" y="18"/>
                  </a:lnTo>
                  <a:lnTo>
                    <a:pt x="68172" y="18"/>
                  </a:lnTo>
                  <a:lnTo>
                    <a:pt x="79535" y="17"/>
                  </a:lnTo>
                  <a:lnTo>
                    <a:pt x="90897" y="17"/>
                  </a:lnTo>
                  <a:lnTo>
                    <a:pt x="102259" y="17"/>
                  </a:lnTo>
                  <a:lnTo>
                    <a:pt x="113621" y="16"/>
                  </a:lnTo>
                  <a:lnTo>
                    <a:pt x="124983" y="16"/>
                  </a:lnTo>
                  <a:lnTo>
                    <a:pt x="136345" y="16"/>
                  </a:lnTo>
                  <a:lnTo>
                    <a:pt x="147708" y="15"/>
                  </a:lnTo>
                  <a:lnTo>
                    <a:pt x="159070" y="15"/>
                  </a:lnTo>
                  <a:lnTo>
                    <a:pt x="170432" y="15"/>
                  </a:lnTo>
                  <a:lnTo>
                    <a:pt x="181794" y="15"/>
                  </a:lnTo>
                  <a:lnTo>
                    <a:pt x="193156" y="14"/>
                  </a:lnTo>
                  <a:lnTo>
                    <a:pt x="204518" y="14"/>
                  </a:lnTo>
                  <a:lnTo>
                    <a:pt x="215881" y="14"/>
                  </a:lnTo>
                  <a:lnTo>
                    <a:pt x="227243" y="14"/>
                  </a:lnTo>
                  <a:lnTo>
                    <a:pt x="238605" y="13"/>
                  </a:lnTo>
                  <a:lnTo>
                    <a:pt x="249967" y="13"/>
                  </a:lnTo>
                  <a:lnTo>
                    <a:pt x="261329" y="13"/>
                  </a:lnTo>
                  <a:lnTo>
                    <a:pt x="272691" y="13"/>
                  </a:lnTo>
                  <a:lnTo>
                    <a:pt x="284054" y="12"/>
                  </a:lnTo>
                  <a:lnTo>
                    <a:pt x="295416" y="12"/>
                  </a:lnTo>
                  <a:lnTo>
                    <a:pt x="306778" y="12"/>
                  </a:lnTo>
                  <a:lnTo>
                    <a:pt x="318140" y="12"/>
                  </a:lnTo>
                  <a:lnTo>
                    <a:pt x="329502" y="12"/>
                  </a:lnTo>
                  <a:lnTo>
                    <a:pt x="340864" y="11"/>
                  </a:lnTo>
                  <a:lnTo>
                    <a:pt x="352227" y="11"/>
                  </a:lnTo>
                  <a:lnTo>
                    <a:pt x="363589" y="11"/>
                  </a:lnTo>
                  <a:lnTo>
                    <a:pt x="374951" y="11"/>
                  </a:lnTo>
                  <a:lnTo>
                    <a:pt x="386313" y="11"/>
                  </a:lnTo>
                  <a:lnTo>
                    <a:pt x="397675" y="10"/>
                  </a:lnTo>
                  <a:lnTo>
                    <a:pt x="409037" y="10"/>
                  </a:lnTo>
                  <a:lnTo>
                    <a:pt x="420400" y="10"/>
                  </a:lnTo>
                  <a:lnTo>
                    <a:pt x="431762" y="10"/>
                  </a:lnTo>
                  <a:lnTo>
                    <a:pt x="443124" y="10"/>
                  </a:lnTo>
                  <a:lnTo>
                    <a:pt x="454486" y="9"/>
                  </a:lnTo>
                  <a:lnTo>
                    <a:pt x="465848" y="9"/>
                  </a:lnTo>
                  <a:lnTo>
                    <a:pt x="477210" y="9"/>
                  </a:lnTo>
                  <a:lnTo>
                    <a:pt x="488573" y="9"/>
                  </a:lnTo>
                  <a:lnTo>
                    <a:pt x="499935" y="8"/>
                  </a:lnTo>
                  <a:lnTo>
                    <a:pt x="511297" y="8"/>
                  </a:lnTo>
                  <a:lnTo>
                    <a:pt x="522659" y="8"/>
                  </a:lnTo>
                  <a:lnTo>
                    <a:pt x="534021" y="8"/>
                  </a:lnTo>
                  <a:lnTo>
                    <a:pt x="545383" y="8"/>
                  </a:lnTo>
                  <a:lnTo>
                    <a:pt x="556746" y="7"/>
                  </a:lnTo>
                  <a:lnTo>
                    <a:pt x="568108" y="7"/>
                  </a:lnTo>
                  <a:lnTo>
                    <a:pt x="579470" y="7"/>
                  </a:lnTo>
                  <a:lnTo>
                    <a:pt x="590832" y="7"/>
                  </a:lnTo>
                  <a:lnTo>
                    <a:pt x="602194" y="6"/>
                  </a:lnTo>
                  <a:lnTo>
                    <a:pt x="613556" y="6"/>
                  </a:lnTo>
                  <a:lnTo>
                    <a:pt x="624919" y="6"/>
                  </a:lnTo>
                  <a:lnTo>
                    <a:pt x="636281" y="6"/>
                  </a:lnTo>
                  <a:lnTo>
                    <a:pt x="647643" y="5"/>
                  </a:lnTo>
                  <a:lnTo>
                    <a:pt x="659005" y="5"/>
                  </a:lnTo>
                  <a:lnTo>
                    <a:pt x="670367" y="5"/>
                  </a:lnTo>
                  <a:lnTo>
                    <a:pt x="681729" y="5"/>
                  </a:lnTo>
                  <a:lnTo>
                    <a:pt x="693092" y="4"/>
                  </a:lnTo>
                  <a:lnTo>
                    <a:pt x="704454" y="4"/>
                  </a:lnTo>
                  <a:lnTo>
                    <a:pt x="715816" y="4"/>
                  </a:lnTo>
                  <a:lnTo>
                    <a:pt x="727178" y="3"/>
                  </a:lnTo>
                  <a:lnTo>
                    <a:pt x="738540" y="3"/>
                  </a:lnTo>
                  <a:lnTo>
                    <a:pt x="749902" y="3"/>
                  </a:lnTo>
                  <a:lnTo>
                    <a:pt x="761265" y="3"/>
                  </a:lnTo>
                  <a:lnTo>
                    <a:pt x="772627" y="2"/>
                  </a:lnTo>
                  <a:lnTo>
                    <a:pt x="783989" y="2"/>
                  </a:lnTo>
                  <a:lnTo>
                    <a:pt x="795351" y="2"/>
                  </a:lnTo>
                  <a:lnTo>
                    <a:pt x="806713" y="2"/>
                  </a:lnTo>
                  <a:lnTo>
                    <a:pt x="818075" y="1"/>
                  </a:lnTo>
                  <a:lnTo>
                    <a:pt x="829438" y="1"/>
                  </a:lnTo>
                  <a:lnTo>
                    <a:pt x="840800" y="1"/>
                  </a:lnTo>
                  <a:lnTo>
                    <a:pt x="852162" y="1"/>
                  </a:lnTo>
                  <a:lnTo>
                    <a:pt x="863524" y="0"/>
                  </a:lnTo>
                  <a:lnTo>
                    <a:pt x="874886" y="0"/>
                  </a:lnTo>
                  <a:lnTo>
                    <a:pt x="886248" y="0"/>
                  </a:lnTo>
                  <a:lnTo>
                    <a:pt x="897611" y="0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967026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9534838" y="5418670"/>
              <a:ext cx="987372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tx2571"/>
            <p:cNvSpPr/>
            <p:nvPr/>
          </p:nvSpPr>
          <p:spPr>
            <a:xfrm>
              <a:off x="9310680" y="7905449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2572" name="tx2572"/>
            <p:cNvSpPr/>
            <p:nvPr/>
          </p:nvSpPr>
          <p:spPr>
            <a:xfrm>
              <a:off x="9410053" y="713738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73" name="tx2573"/>
            <p:cNvSpPr/>
            <p:nvPr/>
          </p:nvSpPr>
          <p:spPr>
            <a:xfrm>
              <a:off x="9347897" y="636932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74" name="tx2574"/>
            <p:cNvSpPr/>
            <p:nvPr/>
          </p:nvSpPr>
          <p:spPr>
            <a:xfrm>
              <a:off x="9347897" y="560126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575" name="pl2575"/>
            <p:cNvSpPr/>
            <p:nvPr/>
          </p:nvSpPr>
          <p:spPr>
            <a:xfrm>
              <a:off x="9500044" y="794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9500044" y="71790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9500044" y="64110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9500044" y="56429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962562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982001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1001440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1020879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10403190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tx2584"/>
            <p:cNvSpPr/>
            <p:nvPr/>
          </p:nvSpPr>
          <p:spPr>
            <a:xfrm>
              <a:off x="959454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85" name="tx2585"/>
            <p:cNvSpPr/>
            <p:nvPr/>
          </p:nvSpPr>
          <p:spPr>
            <a:xfrm>
              <a:off x="9788935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586" name="tx2586"/>
            <p:cNvSpPr/>
            <p:nvPr/>
          </p:nvSpPr>
          <p:spPr>
            <a:xfrm>
              <a:off x="9952250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87" name="tx2587"/>
            <p:cNvSpPr/>
            <p:nvPr/>
          </p:nvSpPr>
          <p:spPr>
            <a:xfrm>
              <a:off x="10146642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588" name="tx2588"/>
            <p:cNvSpPr/>
            <p:nvPr/>
          </p:nvSpPr>
          <p:spPr>
            <a:xfrm>
              <a:off x="10341035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589" name="tx2589"/>
            <p:cNvSpPr/>
            <p:nvPr/>
          </p:nvSpPr>
          <p:spPr>
            <a:xfrm>
              <a:off x="9174465" y="8779049"/>
              <a:ext cx="1708118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LUMIPULSE_CSF_pTau_Z</a:t>
              </a:r>
            </a:p>
          </p:txBody>
        </p:sp>
        <p:sp>
          <p:nvSpPr>
            <p:cNvPr id="2590" name="tx2590"/>
            <p:cNvSpPr/>
            <p:nvPr/>
          </p:nvSpPr>
          <p:spPr>
            <a:xfrm rot="-5400000">
              <a:off x="8237012" y="6942997"/>
              <a:ext cx="1871284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RofC_LumipulseCSFpT181_Z</a:t>
              </a:r>
            </a:p>
          </p:txBody>
        </p:sp>
        <p:sp>
          <p:nvSpPr>
            <p:cNvPr id="2591" name="rc2591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11020738" y="650982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11020738" y="6249777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11020738" y="598973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11020738" y="5729687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11020738" y="546964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1123265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115632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1189389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11020738" y="663984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11020738" y="637980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11020738" y="611975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11020738" y="5859710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11020738" y="5599665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11067351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1139796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1172858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11042525" y="6662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11042525" y="6627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11219880" y="6628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11042525" y="6660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11042525" y="663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11042525" y="6587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11240170" y="6575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11042525" y="66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11042525" y="665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11376221" y="665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11557380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11643612" y="666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11042525" y="659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11110850" y="659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11183105" y="6600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11042525" y="6583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11184295" y="6563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11042525" y="664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11170171" y="66439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11042525" y="6658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11042525" y="665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11183286" y="6645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11591620" y="6646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11042525" y="6659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11116442" y="6655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11182022" y="6663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11042525" y="6606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11042525" y="6602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11042525" y="666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11241893" y="6662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11509096" y="666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11042525" y="664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11042525" y="6586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11196712" y="662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11381857" y="662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11042525" y="6664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11266076" y="666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11042525" y="6664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11042525" y="6591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11376101" y="6504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11042525" y="660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11202670" y="6613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11042525" y="664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11042525" y="6608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11259373" y="65743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11042525" y="664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11042525" y="6608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11241863" y="6580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11374834" y="659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11505450" y="6566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11042525" y="664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11187027" y="660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11042525" y="663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11112177" y="664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11183467" y="663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11371070" y="664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11505388" y="665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11042525" y="662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11195800" y="6612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11273503" y="6608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11379844" y="6613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11519156" y="662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11644699" y="660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11777489" y="661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11042525" y="6658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11178032" y="6659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11312453" y="6650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11042525" y="663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11378164" y="665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11042525" y="6653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11184430" y="665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11355444" y="664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11582351" y="663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11042525" y="659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11239041" y="660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11042525" y="662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11182001" y="659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11451929" y="65013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11245424" y="66659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11042525" y="663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11042525" y="6648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11247597" y="665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11042525" y="6592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11245242" y="6551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11373285" y="6533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11505025" y="6542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11714989" y="64901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11830388" y="64646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11903897" y="65028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11042525" y="65883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11187227" y="6574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11042525" y="6589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11254300" y="6591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11042525" y="66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11042525" y="662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11184538" y="6631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11320061" y="6624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11451921" y="661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11042525" y="662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11042525" y="659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11252980" y="661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11042525" y="662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11400759" y="6632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11042525" y="662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11042525" y="660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11042525" y="660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11241532" y="660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11042525" y="662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11310992" y="6617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11717391" y="659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11042525" y="6650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11042525" y="660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11042525" y="6621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11042525" y="666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11042525" y="666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11245685" y="665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11376120" y="666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11638077" y="6632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11042525" y="660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11113539" y="6591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11042525" y="6589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11180500" y="6608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11454232" y="6589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11042525" y="6587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11115988" y="6579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11042525" y="6601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11177194" y="6589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11042525" y="664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11042525" y="6637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11042525" y="66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11042525" y="6636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11241438" y="6610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11042525" y="6640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11241598" y="6622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11373301" y="663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11505185" y="6603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11770040" y="662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11042525" y="662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11042525" y="6651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11170592" y="6660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11042525" y="658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11189540" y="6584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11042525" y="6617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11042525" y="6628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11042525" y="6640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11109417" y="664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11042525" y="6654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11241575" y="664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11379256" y="665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11511140" y="665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11675814" y="6650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11800052" y="665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11042525" y="6655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11120102" y="663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11190713" y="662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11257924" y="664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11042525" y="660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11181006" y="6610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11042525" y="667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11042525" y="665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11042525" y="667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11314808" y="666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11042525" y="6582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11042525" y="659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11179153" y="656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11314786" y="6576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11042525" y="6649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11189989" y="6642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11042525" y="661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11123535" y="6622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11191981" y="661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11260641" y="6613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11377188" y="6608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11042525" y="6628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11316257" y="661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11042525" y="664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11185262" y="66768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11042525" y="66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11176740" y="6610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11440149" y="6599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11042525" y="663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11197960" y="662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11042525" y="667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11322570" y="6672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11451402" y="667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11042525" y="6636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11242706" y="661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11463253" y="660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11186755" y="6621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11314626" y="6628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11446370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11572235" y="662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11042525" y="665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11123617" y="665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11042525" y="6628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11186909" y="664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11242706" y="66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11320424" y="664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11042525" y="65863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11042525" y="65995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11376221" y="6602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11511728" y="662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11660098" y="6600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11837091" y="661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11042525" y="661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11042525" y="662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11244880" y="65763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11042525" y="663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11110097" y="6619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11042525" y="660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11332742" y="6608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11042525" y="662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11174228" y="6633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11306112" y="662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11473322" y="660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11577308" y="6610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11042525" y="662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11175587" y="659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11042525" y="6589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11042525" y="6613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11042525" y="6662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11265351" y="6667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11042525" y="6582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11186728" y="659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11313902" y="6595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11451583" y="65960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11581656" y="659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11042525" y="664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11181507" y="664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11313358" y="6632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11042525" y="661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11042525" y="6591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11313540" y="661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11042525" y="659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11042525" y="66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11113508" y="6651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11364595" y="6665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11042525" y="6657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11042525" y="6647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11241619" y="664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11042525" y="6651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11042525" y="660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11109154" y="6654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11042525" y="662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11249047" y="662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11377851" y="662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11042525" y="665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11202489" y="6654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11316438" y="6647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11456837" y="66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11042525" y="6600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11042525" y="6618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11203394" y="6612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11042525" y="6647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11177670" y="66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11042525" y="664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11236366" y="664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11379588" y="6639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11577308" y="6645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11042525" y="6605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11042525" y="662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11175790" y="6628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11042525" y="6591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11176773" y="6579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11314967" y="6536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11451411" y="6458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11581989" y="64553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11042525" y="662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11181836" y="6636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11042525" y="664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11188539" y="6667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11314083" y="665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11444337" y="6648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11042525" y="6619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11241076" y="6621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11373986" y="6624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11042525" y="66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11198411" y="666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11422324" y="665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11042525" y="665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11042525" y="662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11178676" y="660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11042525" y="6608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11266076" y="6613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11042525" y="666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11133445" y="6659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11265284" y="6675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11042525" y="66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11042525" y="6612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11330513" y="6608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11042525" y="6646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11042525" y="659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11185709" y="662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11311547" y="6607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11042525" y="6637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11042525" y="66485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11190725" y="6662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11307379" y="665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11450689" y="665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11579821" y="6660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11042525" y="6662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11042525" y="663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11120061" y="6651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11188612" y="66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11277308" y="6646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11042525" y="664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11042525" y="662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11042525" y="66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11042525" y="6637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11322555" y="664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11042525" y="66760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11511809" y="667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11120605" y="6598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11249771" y="654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11395424" y="652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11337634" y="6636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11042525" y="661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11042525" y="659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11119880" y="6584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11211003" y="65809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11042525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11042525" y="661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11314626" y="659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11042525" y="6623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11119757" y="661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11181836" y="662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11042525" y="6591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11042525" y="6636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11176221" y="66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11042525" y="659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11042525" y="66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11244155" y="662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11042525" y="65921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11042525" y="662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11170516" y="6619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11330143" y="6598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11042525" y="6638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11042525" y="662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11185641" y="66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11250858" y="66246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11382199" y="663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11042525" y="6638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11170558" y="664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11345014" y="663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11506065" y="6640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11042525" y="664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11175315" y="664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11316076" y="6636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11042525" y="6674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11187008" y="667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11346610" y="6672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11456936" y="6667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11042525" y="664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11042525" y="662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11042525" y="659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11042525" y="665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11042525" y="662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11181500" y="660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11307018" y="660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11042525" y="661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11254119" y="6622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11548141" y="6623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11042525" y="6621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11042525" y="6600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11042525" y="662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11241893" y="6637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11509096" y="664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11042525" y="6587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11042525" y="664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11042525" y="65832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11042525" y="662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11246578" y="66250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11042525" y="6658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11042525" y="6657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11181112" y="666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11042525" y="663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11042525" y="6617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11175571" y="6618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11376658" y="66103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11042525" y="664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11513721" y="6664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11042525" y="66381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11236440" y="664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11501295" y="6631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11630100" y="6623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11797491" y="663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11042525" y="6673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11042525" y="6630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11042525" y="664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11042525" y="66184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11042525" y="659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11042525" y="664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11042525" y="663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11242525" y="662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11381902" y="66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11516257" y="66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11195967" y="6601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11311184" y="660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11469683" y="6608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11573504" y="6592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11704120" y="6612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11042525" y="66315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11042525" y="66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11242806" y="6653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11042525" y="66617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11268068" y="666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11386909" y="6671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11514989" y="666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11042525" y="6650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11042525" y="663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11241503" y="6627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11042525" y="664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11042525" y="666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11122416" y="6669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11254405" y="664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11385822" y="66613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11042525" y="664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11308286" y="666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11042525" y="6617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11042525" y="663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11268068" y="6654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11522054" y="666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11042525" y="666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11113902" y="6608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11042525" y="666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11175762" y="6671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11308644" y="6672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11042525" y="6611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11179434" y="6629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11338674" y="660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11508601" y="663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11042525" y="661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11121329" y="6605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11278442" y="660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11042525" y="6619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11118608" y="661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11204844" y="6607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11318793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11450677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11631294" y="662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11715533" y="6628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11042525" y="6656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11285641" y="6654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11042525" y="6647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11042525" y="66165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11258123" y="663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11378956" y="6627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11515188" y="664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11686384" y="66308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11775152" y="663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11042525" y="6603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11185641" y="6598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11265895" y="66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11307199" y="667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11042525" y="663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11124882" y="6646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11042525" y="66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11275496" y="6617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11042525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11042525" y="664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11115682" y="6659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11042525" y="664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11258957" y="665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11042525" y="6650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11042525" y="6677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11042525" y="6591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11042525" y="660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11042525" y="6652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11042525" y="6652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11124882" y="6654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11042525" y="662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11176821" y="663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11312438" y="663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11441676" y="6619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11581086" y="6627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11042525" y="6660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11241800" y="666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11373557" y="6659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11506656" y="667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11705207" y="6662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11835823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11042525" y="664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11254119" y="6648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11042525" y="666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11124882" y="6674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11042525" y="659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11184340" y="662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11312271" y="66269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11439077" y="663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11042525" y="66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11182923" y="664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11042525" y="66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11042525" y="6611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11241438" y="65604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11042525" y="6604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11247416" y="662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11042525" y="667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11129984" y="666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11042525" y="660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11111849" y="6613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11182923" y="6574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11251583" y="65519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11042525" y="6611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11114166" y="662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11042525" y="6600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11193401" y="660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11297235" y="66172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11440532" y="65844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11572235" y="6553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11042525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11242743" y="5986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11365388" y="6605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11511221" y="6599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11652707" y="6562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11773540" y="6488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11042525" y="6653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11042525" y="6608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11121148" y="6619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11042525" y="6635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11341794" y="6636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11445424" y="664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11042525" y="6605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11042525" y="665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11042525" y="6649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11174305" y="664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11042525" y="6610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11379482" y="662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11639265" y="6599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11042525" y="659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11252851" y="657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11635090" y="65384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11042525" y="66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11400134" y="664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11042525" y="6619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11042525" y="6642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11170171" y="663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11042525" y="6619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11042525" y="6636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11205931" y="66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11459392" y="66520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11042525" y="66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11185581" y="6633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11042525" y="6633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11255568" y="66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11379585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11509011" y="66339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11643355" y="660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11042525" y="6667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11168250" y="6659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11310279" y="6668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11441801" y="6656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11573685" y="6643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11705388" y="663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11042525" y="662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11042525" y="664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11042525" y="6606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11243793" y="660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11042525" y="6663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11182824" y="665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11042525" y="663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11176764" y="663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11308829" y="6647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11042525" y="6613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11200909" y="65647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11042525" y="6627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11042525" y="6614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11042525" y="659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11444880" y="660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11042525" y="6598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11190783" y="6663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11245242" y="66648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11320424" y="666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11435403" y="66667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11042525" y="660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11042525" y="663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11042525" y="6640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11042525" y="6642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11042525" y="664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11042525" y="6612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11108729" y="6613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11178757" y="6603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11042525" y="6630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11042525" y="66532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11042525" y="6635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11042525" y="664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11709554" y="6643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11841076" y="66331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11969337" y="6595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11042525" y="6634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11188177" y="66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11184378" y="6622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11314967" y="66230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11491081" y="6622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11042525" y="662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11247825" y="659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11502536" y="6601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11042525" y="6606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11042525" y="664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11042525" y="6621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11192439" y="6604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11306474" y="662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11042525" y="6608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11351561" y="6632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11042525" y="66041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11164264" y="6528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11042525" y="6610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11180793" y="663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11316076" y="66265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11448899" y="66234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11586004" y="6602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11042525" y="661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11277308" y="6628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11504119" y="6597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11042525" y="6625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11208574" y="6618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11307380" y="661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11450664" y="660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11641982" y="6590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11042525" y="6637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11042525" y="6596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11188358" y="667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11342525" y="6670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11042525" y="6657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11388532" y="66447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11042525" y="667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11042525" y="6582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11042525" y="6622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11240688" y="6628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11042525" y="662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11179316" y="66366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11351642" y="66397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11454316" y="66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11592468" y="664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11042525" y="6620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11299771" y="66134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11042525" y="664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11042525" y="658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11109700" y="65794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11042525" y="66497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11221238" y="6632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11307380" y="6649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11454476" y="66130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11584917" y="6628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11701583" y="663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11042525" y="66540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11175473" y="665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11042525" y="6594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11042525" y="66087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11042525" y="66312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11042525" y="66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11174260" y="6610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11339083" y="66107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11235036" y="659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11371992" y="661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11501340" y="6589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11633949" y="6594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11767101" y="65991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11042525" y="662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11042525" y="6648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11242163" y="66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11639627" y="6645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11042525" y="66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11042525" y="6597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11175629" y="6593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11313702" y="65635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11449361" y="6542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11042525" y="66056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11042525" y="66501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11124952" y="6645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11426764" y="6659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11738359" y="66373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11042525" y="662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11227605" y="66203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11373322" y="66157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11529134" y="65724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11649228" y="64986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11763276" y="6485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11042525" y="66505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11241619" y="6658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11042525" y="66080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11255206" y="661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11427821" y="6612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11042525" y="66474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11042525" y="66393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11185802" y="6647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11317525" y="66335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11042525" y="66118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11107199" y="6109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11179397" y="612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11241257" y="6164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11318612" y="6315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11042525" y="6596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11268068" y="6558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11385420" y="65597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11515351" y="657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11042525" y="66188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11179300" y="6606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11308648" y="66114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11445061" y="66084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11569337" y="65523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11371873" y="664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11042525" y="6665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11042525" y="6659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11042525" y="6623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11239041" y="6644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11042525" y="6607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11042525" y="6622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11186547" y="6614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11323141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11042525" y="6612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11177194" y="6618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11299771" y="664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11042525" y="65956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11244120" y="66095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11042525" y="6629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11317163" y="6614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11178975" y="6604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11042525" y="6655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11042525" y="66416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11042525" y="66180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11187047" y="66037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11042525" y="6638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11394447" y="6628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11042525" y="6657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11182923" y="66513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11042525" y="66400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11042525" y="66323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11181112" y="658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11320242" y="6577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11459724" y="6594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11042525" y="6621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11180692" y="6626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11499714" y="66211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11042525" y="6645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11042525" y="66354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11042525" y="66196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11175571" y="6624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11042525" y="6607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11640672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11042525" y="66362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11042525" y="66598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11185641" y="6667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11388358" y="66528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11042525" y="65894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11188539" y="6600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11320061" y="6593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11472054" y="6573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11042525" y="66060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11245786" y="65624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11384574" y="65477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11498685" y="6568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11670967" y="6549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11042525" y="65805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11093746" y="65747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11253032" y="657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11382267" y="6590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11309916" y="6625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11442887" y="6646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11252489" y="66029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11042525" y="6640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11042525" y="6653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11042525" y="6655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11042525" y="6641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11042525" y="66099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11067351" y="6652167"/>
              <a:ext cx="177355" cy="1159"/>
            </a:xfrm>
            <a:custGeom>
              <a:avLst/>
              <a:pathLst>
                <a:path w="177355" h="1159">
                  <a:moveTo>
                    <a:pt x="0" y="0"/>
                  </a:moveTo>
                  <a:lnTo>
                    <a:pt x="177355" y="11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11067351" y="6599994"/>
              <a:ext cx="197645" cy="11980"/>
            </a:xfrm>
            <a:custGeom>
              <a:avLst/>
              <a:pathLst>
                <a:path w="197645" h="11980">
                  <a:moveTo>
                    <a:pt x="0" y="11980"/>
                  </a:moveTo>
                  <a:lnTo>
                    <a:pt x="1976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11067351" y="6678447"/>
              <a:ext cx="601087" cy="10434"/>
            </a:xfrm>
            <a:custGeom>
              <a:avLst/>
              <a:pathLst>
                <a:path w="601087" h="10434">
                  <a:moveTo>
                    <a:pt x="0" y="2705"/>
                  </a:moveTo>
                  <a:lnTo>
                    <a:pt x="333696" y="0"/>
                  </a:lnTo>
                  <a:lnTo>
                    <a:pt x="514855" y="10434"/>
                  </a:lnTo>
                  <a:lnTo>
                    <a:pt x="601087" y="8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11067351" y="6622795"/>
              <a:ext cx="140579" cy="2318"/>
            </a:xfrm>
            <a:custGeom>
              <a:avLst/>
              <a:pathLst>
                <a:path w="140579" h="2318">
                  <a:moveTo>
                    <a:pt x="0" y="0"/>
                  </a:moveTo>
                  <a:lnTo>
                    <a:pt x="68325" y="772"/>
                  </a:lnTo>
                  <a:lnTo>
                    <a:pt x="140579" y="23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11067351" y="6588786"/>
              <a:ext cx="141769" cy="19709"/>
            </a:xfrm>
            <a:custGeom>
              <a:avLst/>
              <a:pathLst>
                <a:path w="141769" h="19709">
                  <a:moveTo>
                    <a:pt x="0" y="19709"/>
                  </a:moveTo>
                  <a:lnTo>
                    <a:pt x="1417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11067351" y="6668785"/>
              <a:ext cx="127646" cy="772"/>
            </a:xfrm>
            <a:custGeom>
              <a:avLst/>
              <a:pathLst>
                <a:path w="127646" h="772">
                  <a:moveTo>
                    <a:pt x="0" y="772"/>
                  </a:moveTo>
                  <a:lnTo>
                    <a:pt x="1276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11067351" y="6669945"/>
              <a:ext cx="549094" cy="5410"/>
            </a:xfrm>
            <a:custGeom>
              <a:avLst/>
              <a:pathLst>
                <a:path w="549094" h="5410">
                  <a:moveTo>
                    <a:pt x="0" y="5410"/>
                  </a:moveTo>
                  <a:lnTo>
                    <a:pt x="140761" y="0"/>
                  </a:lnTo>
                  <a:lnTo>
                    <a:pt x="549094" y="11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11067351" y="6680379"/>
              <a:ext cx="139496" cy="7729"/>
            </a:xfrm>
            <a:custGeom>
              <a:avLst/>
              <a:pathLst>
                <a:path w="139496" h="7729">
                  <a:moveTo>
                    <a:pt x="0" y="3864"/>
                  </a:moveTo>
                  <a:lnTo>
                    <a:pt x="73917" y="0"/>
                  </a:lnTo>
                  <a:lnTo>
                    <a:pt x="139496" y="772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11266719" y="6687336"/>
              <a:ext cx="267203" cy="3091"/>
            </a:xfrm>
            <a:custGeom>
              <a:avLst/>
              <a:pathLst>
                <a:path w="267203" h="3091">
                  <a:moveTo>
                    <a:pt x="0" y="0"/>
                  </a:moveTo>
                  <a:lnTo>
                    <a:pt x="267203" y="30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11067351" y="6611588"/>
              <a:ext cx="339332" cy="35168"/>
            </a:xfrm>
            <a:custGeom>
              <a:avLst/>
              <a:pathLst>
                <a:path w="339332" h="35168">
                  <a:moveTo>
                    <a:pt x="0" y="0"/>
                  </a:moveTo>
                  <a:lnTo>
                    <a:pt x="154187" y="35168"/>
                  </a:lnTo>
                  <a:lnTo>
                    <a:pt x="339332" y="347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11067351" y="6687722"/>
              <a:ext cx="223550" cy="1932"/>
            </a:xfrm>
            <a:custGeom>
              <a:avLst/>
              <a:pathLst>
                <a:path w="223550" h="1932">
                  <a:moveTo>
                    <a:pt x="0" y="1932"/>
                  </a:moveTo>
                  <a:lnTo>
                    <a:pt x="2235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11067351" y="6634389"/>
              <a:ext cx="160145" cy="4251"/>
            </a:xfrm>
            <a:custGeom>
              <a:avLst/>
              <a:pathLst>
                <a:path w="160145" h="4251">
                  <a:moveTo>
                    <a:pt x="0" y="0"/>
                  </a:moveTo>
                  <a:lnTo>
                    <a:pt x="160145" y="42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11067351" y="6599221"/>
              <a:ext cx="216848" cy="33622"/>
            </a:xfrm>
            <a:custGeom>
              <a:avLst/>
              <a:pathLst>
                <a:path w="216848" h="33622">
                  <a:moveTo>
                    <a:pt x="0" y="33622"/>
                  </a:moveTo>
                  <a:lnTo>
                    <a:pt x="2168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11067351" y="6591491"/>
              <a:ext cx="462925" cy="41738"/>
            </a:xfrm>
            <a:custGeom>
              <a:avLst/>
              <a:pathLst>
                <a:path w="462925" h="41738">
                  <a:moveTo>
                    <a:pt x="0" y="41738"/>
                  </a:moveTo>
                  <a:lnTo>
                    <a:pt x="199338" y="14299"/>
                  </a:lnTo>
                  <a:lnTo>
                    <a:pt x="332309" y="30917"/>
                  </a:lnTo>
                  <a:lnTo>
                    <a:pt x="4629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11067351" y="6658737"/>
              <a:ext cx="140942" cy="8888"/>
            </a:xfrm>
            <a:custGeom>
              <a:avLst/>
              <a:pathLst>
                <a:path w="140942" h="8888">
                  <a:moveTo>
                    <a:pt x="0" y="1932"/>
                  </a:moveTo>
                  <a:lnTo>
                    <a:pt x="69652" y="8888"/>
                  </a:lnTo>
                  <a:lnTo>
                    <a:pt x="14094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11395896" y="6666466"/>
              <a:ext cx="134317" cy="11980"/>
            </a:xfrm>
            <a:custGeom>
              <a:avLst/>
              <a:pathLst>
                <a:path w="134317" h="11980">
                  <a:moveTo>
                    <a:pt x="0" y="0"/>
                  </a:moveTo>
                  <a:lnTo>
                    <a:pt x="134317" y="119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11067351" y="6630525"/>
              <a:ext cx="734964" cy="21255"/>
            </a:xfrm>
            <a:custGeom>
              <a:avLst/>
              <a:pathLst>
                <a:path w="734964" h="21255">
                  <a:moveTo>
                    <a:pt x="0" y="20869"/>
                  </a:moveTo>
                  <a:lnTo>
                    <a:pt x="153275" y="6956"/>
                  </a:lnTo>
                  <a:lnTo>
                    <a:pt x="230978" y="3091"/>
                  </a:lnTo>
                  <a:lnTo>
                    <a:pt x="337319" y="7729"/>
                  </a:lnTo>
                  <a:lnTo>
                    <a:pt x="476630" y="21255"/>
                  </a:lnTo>
                  <a:lnTo>
                    <a:pt x="602174" y="0"/>
                  </a:lnTo>
                  <a:lnTo>
                    <a:pt x="734964" y="108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11067351" y="6675742"/>
              <a:ext cx="269927" cy="8888"/>
            </a:xfrm>
            <a:custGeom>
              <a:avLst/>
              <a:pathLst>
                <a:path w="269927" h="8888">
                  <a:moveTo>
                    <a:pt x="0" y="7342"/>
                  </a:moveTo>
                  <a:lnTo>
                    <a:pt x="135507" y="8888"/>
                  </a:lnTo>
                  <a:lnTo>
                    <a:pt x="2699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11067351" y="6665694"/>
              <a:ext cx="312919" cy="15072"/>
            </a:xfrm>
            <a:custGeom>
              <a:avLst/>
              <a:pathLst>
                <a:path w="312919" h="15072">
                  <a:moveTo>
                    <a:pt x="0" y="12367"/>
                  </a:moveTo>
                  <a:lnTo>
                    <a:pt x="141904" y="15072"/>
                  </a:lnTo>
                  <a:lnTo>
                    <a:pt x="3129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11067351" y="6621249"/>
              <a:ext cx="196516" cy="12753"/>
            </a:xfrm>
            <a:custGeom>
              <a:avLst/>
              <a:pathLst>
                <a:path w="196516" h="12753">
                  <a:moveTo>
                    <a:pt x="0" y="0"/>
                  </a:moveTo>
                  <a:lnTo>
                    <a:pt x="196516" y="127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11067351" y="6615839"/>
              <a:ext cx="139476" cy="29758"/>
            </a:xfrm>
            <a:custGeom>
              <a:avLst/>
              <a:pathLst>
                <a:path w="139476" h="29758">
                  <a:moveTo>
                    <a:pt x="0" y="29758"/>
                  </a:moveTo>
                  <a:lnTo>
                    <a:pt x="1394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11067351" y="6673809"/>
              <a:ext cx="205072" cy="2318"/>
            </a:xfrm>
            <a:custGeom>
              <a:avLst/>
              <a:pathLst>
                <a:path w="205072" h="2318">
                  <a:moveTo>
                    <a:pt x="0" y="0"/>
                  </a:moveTo>
                  <a:lnTo>
                    <a:pt x="205072" y="23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11067351" y="6489463"/>
              <a:ext cx="861372" cy="128308"/>
            </a:xfrm>
            <a:custGeom>
              <a:avLst/>
              <a:pathLst>
                <a:path w="861372" h="128308">
                  <a:moveTo>
                    <a:pt x="0" y="128308"/>
                  </a:moveTo>
                  <a:lnTo>
                    <a:pt x="202717" y="86955"/>
                  </a:lnTo>
                  <a:lnTo>
                    <a:pt x="330760" y="68791"/>
                  </a:lnTo>
                  <a:lnTo>
                    <a:pt x="462500" y="77680"/>
                  </a:lnTo>
                  <a:lnTo>
                    <a:pt x="672464" y="25507"/>
                  </a:lnTo>
                  <a:lnTo>
                    <a:pt x="787863" y="0"/>
                  </a:lnTo>
                  <a:lnTo>
                    <a:pt x="861372" y="3826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11067351" y="6599607"/>
              <a:ext cx="144701" cy="13526"/>
            </a:xfrm>
            <a:custGeom>
              <a:avLst/>
              <a:pathLst>
                <a:path w="144701" h="13526">
                  <a:moveTo>
                    <a:pt x="0" y="13526"/>
                  </a:moveTo>
                  <a:lnTo>
                    <a:pt x="144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11067351" y="6613907"/>
              <a:ext cx="211775" cy="2318"/>
            </a:xfrm>
            <a:custGeom>
              <a:avLst/>
              <a:pathLst>
                <a:path w="211775" h="2318">
                  <a:moveTo>
                    <a:pt x="0" y="0"/>
                  </a:moveTo>
                  <a:lnTo>
                    <a:pt x="211775" y="23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11067351" y="6640186"/>
              <a:ext cx="409396" cy="16231"/>
            </a:xfrm>
            <a:custGeom>
              <a:avLst/>
              <a:pathLst>
                <a:path w="409396" h="16231">
                  <a:moveTo>
                    <a:pt x="0" y="10434"/>
                  </a:moveTo>
                  <a:lnTo>
                    <a:pt x="142012" y="16231"/>
                  </a:lnTo>
                  <a:lnTo>
                    <a:pt x="277536" y="8888"/>
                  </a:lnTo>
                  <a:lnTo>
                    <a:pt x="4093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11067351" y="6621249"/>
              <a:ext cx="210455" cy="20096"/>
            </a:xfrm>
            <a:custGeom>
              <a:avLst/>
              <a:pathLst>
                <a:path w="210455" h="20096">
                  <a:moveTo>
                    <a:pt x="0" y="0"/>
                  </a:moveTo>
                  <a:lnTo>
                    <a:pt x="210455" y="200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11067351" y="6645597"/>
              <a:ext cx="358234" cy="11594"/>
            </a:xfrm>
            <a:custGeom>
              <a:avLst/>
              <a:pathLst>
                <a:path w="358234" h="11594">
                  <a:moveTo>
                    <a:pt x="0" y="0"/>
                  </a:moveTo>
                  <a:lnTo>
                    <a:pt x="358234" y="115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11067351" y="6627819"/>
              <a:ext cx="199007" cy="4637"/>
            </a:xfrm>
            <a:custGeom>
              <a:avLst/>
              <a:pathLst>
                <a:path w="199007" h="4637">
                  <a:moveTo>
                    <a:pt x="0" y="4637"/>
                  </a:moveTo>
                  <a:lnTo>
                    <a:pt x="199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11067351" y="6642505"/>
              <a:ext cx="268467" cy="7729"/>
            </a:xfrm>
            <a:custGeom>
              <a:avLst/>
              <a:pathLst>
                <a:path w="268467" h="7729">
                  <a:moveTo>
                    <a:pt x="0" y="7729"/>
                  </a:moveTo>
                  <a:lnTo>
                    <a:pt x="2684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11067351" y="6681152"/>
              <a:ext cx="333595" cy="5410"/>
            </a:xfrm>
            <a:custGeom>
              <a:avLst/>
              <a:pathLst>
                <a:path w="333595" h="5410">
                  <a:moveTo>
                    <a:pt x="0" y="5410"/>
                  </a:moveTo>
                  <a:lnTo>
                    <a:pt x="203160" y="0"/>
                  </a:lnTo>
                  <a:lnTo>
                    <a:pt x="333595" y="42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11067351" y="6616225"/>
              <a:ext cx="71014" cy="18550"/>
            </a:xfrm>
            <a:custGeom>
              <a:avLst/>
              <a:pathLst>
                <a:path w="71014" h="18550">
                  <a:moveTo>
                    <a:pt x="0" y="18550"/>
                  </a:moveTo>
                  <a:lnTo>
                    <a:pt x="710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11067351" y="6613907"/>
              <a:ext cx="411707" cy="18937"/>
            </a:xfrm>
            <a:custGeom>
              <a:avLst/>
              <a:pathLst>
                <a:path w="411707" h="18937">
                  <a:moveTo>
                    <a:pt x="0" y="0"/>
                  </a:moveTo>
                  <a:lnTo>
                    <a:pt x="137975" y="18937"/>
                  </a:lnTo>
                  <a:lnTo>
                    <a:pt x="411707" y="7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11067351" y="6604631"/>
              <a:ext cx="73463" cy="7729"/>
            </a:xfrm>
            <a:custGeom>
              <a:avLst/>
              <a:pathLst>
                <a:path w="73463" h="7729">
                  <a:moveTo>
                    <a:pt x="0" y="7729"/>
                  </a:moveTo>
                  <a:lnTo>
                    <a:pt x="73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11067351" y="6614293"/>
              <a:ext cx="134669" cy="11980"/>
            </a:xfrm>
            <a:custGeom>
              <a:avLst/>
              <a:pathLst>
                <a:path w="134669" h="11980">
                  <a:moveTo>
                    <a:pt x="0" y="11980"/>
                  </a:moveTo>
                  <a:lnTo>
                    <a:pt x="1346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11067351" y="6635549"/>
              <a:ext cx="198913" cy="25893"/>
            </a:xfrm>
            <a:custGeom>
              <a:avLst/>
              <a:pathLst>
                <a:path w="198913" h="25893">
                  <a:moveTo>
                    <a:pt x="0" y="25893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11067351" y="6628206"/>
              <a:ext cx="727515" cy="37101"/>
            </a:xfrm>
            <a:custGeom>
              <a:avLst/>
              <a:pathLst>
                <a:path w="727515" h="37101">
                  <a:moveTo>
                    <a:pt x="0" y="37101"/>
                  </a:moveTo>
                  <a:lnTo>
                    <a:pt x="199073" y="19323"/>
                  </a:lnTo>
                  <a:lnTo>
                    <a:pt x="330776" y="34782"/>
                  </a:lnTo>
                  <a:lnTo>
                    <a:pt x="462660" y="0"/>
                  </a:lnTo>
                  <a:lnTo>
                    <a:pt x="727515" y="216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11067351" y="6676515"/>
              <a:ext cx="128067" cy="8502"/>
            </a:xfrm>
            <a:custGeom>
              <a:avLst/>
              <a:pathLst>
                <a:path w="128067" h="8502">
                  <a:moveTo>
                    <a:pt x="0" y="0"/>
                  </a:moveTo>
                  <a:lnTo>
                    <a:pt x="128067" y="85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11067351" y="6609655"/>
              <a:ext cx="147015" cy="772"/>
            </a:xfrm>
            <a:custGeom>
              <a:avLst/>
              <a:pathLst>
                <a:path w="147015" h="772">
                  <a:moveTo>
                    <a:pt x="0" y="772"/>
                  </a:moveTo>
                  <a:lnTo>
                    <a:pt x="1470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11067351" y="6665307"/>
              <a:ext cx="66892" cy="1932"/>
            </a:xfrm>
            <a:custGeom>
              <a:avLst/>
              <a:pathLst>
                <a:path w="66892" h="1932">
                  <a:moveTo>
                    <a:pt x="0" y="0"/>
                  </a:moveTo>
                  <a:lnTo>
                    <a:pt x="66892" y="19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11067351" y="6666080"/>
              <a:ext cx="757526" cy="15072"/>
            </a:xfrm>
            <a:custGeom>
              <a:avLst/>
              <a:pathLst>
                <a:path w="757526" h="15072">
                  <a:moveTo>
                    <a:pt x="0" y="12753"/>
                  </a:moveTo>
                  <a:lnTo>
                    <a:pt x="199049" y="0"/>
                  </a:lnTo>
                  <a:lnTo>
                    <a:pt x="336731" y="15072"/>
                  </a:lnTo>
                  <a:lnTo>
                    <a:pt x="468615" y="10048"/>
                  </a:lnTo>
                  <a:lnTo>
                    <a:pt x="633289" y="9661"/>
                  </a:lnTo>
                  <a:lnTo>
                    <a:pt x="757526" y="1507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11067351" y="6654099"/>
              <a:ext cx="215398" cy="26279"/>
            </a:xfrm>
            <a:custGeom>
              <a:avLst/>
              <a:pathLst>
                <a:path w="215398" h="26279">
                  <a:moveTo>
                    <a:pt x="0" y="26279"/>
                  </a:moveTo>
                  <a:lnTo>
                    <a:pt x="77577" y="5024"/>
                  </a:lnTo>
                  <a:lnTo>
                    <a:pt x="148188" y="0"/>
                  </a:lnTo>
                  <a:lnTo>
                    <a:pt x="215398" y="166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11067351" y="6630525"/>
              <a:ext cx="138481" cy="5024"/>
            </a:xfrm>
            <a:custGeom>
              <a:avLst/>
              <a:pathLst>
                <a:path w="138481" h="5024">
                  <a:moveTo>
                    <a:pt x="0" y="0"/>
                  </a:moveTo>
                  <a:lnTo>
                    <a:pt x="138481" y="50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11067351" y="6690428"/>
              <a:ext cx="272282" cy="4637"/>
            </a:xfrm>
            <a:custGeom>
              <a:avLst/>
              <a:pathLst>
                <a:path w="272282" h="4637">
                  <a:moveTo>
                    <a:pt x="0" y="4637"/>
                  </a:moveTo>
                  <a:lnTo>
                    <a:pt x="2722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11067351" y="6589172"/>
              <a:ext cx="272261" cy="33236"/>
            </a:xfrm>
            <a:custGeom>
              <a:avLst/>
              <a:pathLst>
                <a:path w="272261" h="33236">
                  <a:moveTo>
                    <a:pt x="0" y="33236"/>
                  </a:moveTo>
                  <a:lnTo>
                    <a:pt x="136628" y="0"/>
                  </a:lnTo>
                  <a:lnTo>
                    <a:pt x="272261" y="12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11067351" y="6666853"/>
              <a:ext cx="147463" cy="7729"/>
            </a:xfrm>
            <a:custGeom>
              <a:avLst/>
              <a:pathLst>
                <a:path w="147463" h="7729">
                  <a:moveTo>
                    <a:pt x="0" y="7729"/>
                  </a:moveTo>
                  <a:lnTo>
                    <a:pt x="147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11067351" y="6633617"/>
              <a:ext cx="334663" cy="13912"/>
            </a:xfrm>
            <a:custGeom>
              <a:avLst/>
              <a:pathLst>
                <a:path w="334663" h="13912">
                  <a:moveTo>
                    <a:pt x="0" y="3091"/>
                  </a:moveTo>
                  <a:lnTo>
                    <a:pt x="81010" y="13912"/>
                  </a:lnTo>
                  <a:lnTo>
                    <a:pt x="149456" y="8115"/>
                  </a:lnTo>
                  <a:lnTo>
                    <a:pt x="218116" y="4251"/>
                  </a:lnTo>
                  <a:lnTo>
                    <a:pt x="3346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11067351" y="6623955"/>
              <a:ext cx="397624" cy="33622"/>
            </a:xfrm>
            <a:custGeom>
              <a:avLst/>
              <a:pathLst>
                <a:path w="397624" h="33622">
                  <a:moveTo>
                    <a:pt x="0" y="33622"/>
                  </a:moveTo>
                  <a:lnTo>
                    <a:pt x="134215" y="11207"/>
                  </a:lnTo>
                  <a:lnTo>
                    <a:pt x="3976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11067351" y="6650621"/>
              <a:ext cx="155434" cy="8502"/>
            </a:xfrm>
            <a:custGeom>
              <a:avLst/>
              <a:pathLst>
                <a:path w="155434" h="8502">
                  <a:moveTo>
                    <a:pt x="0" y="8502"/>
                  </a:moveTo>
                  <a:lnTo>
                    <a:pt x="1554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11347396" y="6697771"/>
              <a:ext cx="128832" cy="3478"/>
            </a:xfrm>
            <a:custGeom>
              <a:avLst/>
              <a:pathLst>
                <a:path w="128832" h="3478">
                  <a:moveTo>
                    <a:pt x="0" y="0"/>
                  </a:moveTo>
                  <a:lnTo>
                    <a:pt x="128832" y="34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11067351" y="6634389"/>
              <a:ext cx="420728" cy="27052"/>
            </a:xfrm>
            <a:custGeom>
              <a:avLst/>
              <a:pathLst>
                <a:path w="420728" h="27052">
                  <a:moveTo>
                    <a:pt x="0" y="27052"/>
                  </a:moveTo>
                  <a:lnTo>
                    <a:pt x="200181" y="1545"/>
                  </a:lnTo>
                  <a:lnTo>
                    <a:pt x="4207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11211580" y="6645984"/>
              <a:ext cx="385480" cy="8115"/>
            </a:xfrm>
            <a:custGeom>
              <a:avLst/>
              <a:pathLst>
                <a:path w="385480" h="8115">
                  <a:moveTo>
                    <a:pt x="0" y="0"/>
                  </a:moveTo>
                  <a:lnTo>
                    <a:pt x="127871" y="7729"/>
                  </a:lnTo>
                  <a:lnTo>
                    <a:pt x="259615" y="5024"/>
                  </a:lnTo>
                  <a:lnTo>
                    <a:pt x="385480" y="8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11067351" y="6678447"/>
              <a:ext cx="81092" cy="2318"/>
            </a:xfrm>
            <a:custGeom>
              <a:avLst/>
              <a:pathLst>
                <a:path w="81092" h="2318">
                  <a:moveTo>
                    <a:pt x="0" y="2318"/>
                  </a:moveTo>
                  <a:lnTo>
                    <a:pt x="810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11067351" y="6653326"/>
              <a:ext cx="277898" cy="16231"/>
            </a:xfrm>
            <a:custGeom>
              <a:avLst/>
              <a:pathLst>
                <a:path w="277898" h="16231">
                  <a:moveTo>
                    <a:pt x="0" y="0"/>
                  </a:moveTo>
                  <a:lnTo>
                    <a:pt x="144384" y="16231"/>
                  </a:lnTo>
                  <a:lnTo>
                    <a:pt x="200181" y="10048"/>
                  </a:lnTo>
                  <a:lnTo>
                    <a:pt x="277898" y="131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11067351" y="6624341"/>
              <a:ext cx="794566" cy="23961"/>
            </a:xfrm>
            <a:custGeom>
              <a:avLst/>
              <a:pathLst>
                <a:path w="794566" h="23961">
                  <a:moveTo>
                    <a:pt x="0" y="0"/>
                  </a:moveTo>
                  <a:lnTo>
                    <a:pt x="333696" y="3091"/>
                  </a:lnTo>
                  <a:lnTo>
                    <a:pt x="469203" y="23961"/>
                  </a:lnTo>
                  <a:lnTo>
                    <a:pt x="617573" y="772"/>
                  </a:lnTo>
                  <a:lnTo>
                    <a:pt x="794566" y="170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11067351" y="6601153"/>
              <a:ext cx="202355" cy="50627"/>
            </a:xfrm>
            <a:custGeom>
              <a:avLst/>
              <a:pathLst>
                <a:path w="202355" h="50627">
                  <a:moveTo>
                    <a:pt x="0" y="50627"/>
                  </a:moveTo>
                  <a:lnTo>
                    <a:pt x="2023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11067351" y="6644438"/>
              <a:ext cx="67572" cy="17777"/>
            </a:xfrm>
            <a:custGeom>
              <a:avLst/>
              <a:pathLst>
                <a:path w="67572" h="17777">
                  <a:moveTo>
                    <a:pt x="0" y="17777"/>
                  </a:moveTo>
                  <a:lnTo>
                    <a:pt x="6757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11067351" y="6630525"/>
              <a:ext cx="290217" cy="3091"/>
            </a:xfrm>
            <a:custGeom>
              <a:avLst/>
              <a:pathLst>
                <a:path w="290217" h="3091">
                  <a:moveTo>
                    <a:pt x="0" y="0"/>
                  </a:moveTo>
                  <a:lnTo>
                    <a:pt x="290217" y="30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11067351" y="6634389"/>
              <a:ext cx="534783" cy="23961"/>
            </a:xfrm>
            <a:custGeom>
              <a:avLst/>
              <a:pathLst>
                <a:path w="534783" h="23961">
                  <a:moveTo>
                    <a:pt x="0" y="20096"/>
                  </a:moveTo>
                  <a:lnTo>
                    <a:pt x="131703" y="23961"/>
                  </a:lnTo>
                  <a:lnTo>
                    <a:pt x="263587" y="17391"/>
                  </a:lnTo>
                  <a:lnTo>
                    <a:pt x="430797" y="0"/>
                  </a:lnTo>
                  <a:lnTo>
                    <a:pt x="534783" y="11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11067351" y="6623568"/>
              <a:ext cx="133062" cy="24734"/>
            </a:xfrm>
            <a:custGeom>
              <a:avLst/>
              <a:pathLst>
                <a:path w="133062" h="24734">
                  <a:moveTo>
                    <a:pt x="0" y="24734"/>
                  </a:moveTo>
                  <a:lnTo>
                    <a:pt x="1330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11067351" y="6687336"/>
              <a:ext cx="222826" cy="5024"/>
            </a:xfrm>
            <a:custGeom>
              <a:avLst/>
              <a:pathLst>
                <a:path w="222826" h="5024">
                  <a:moveTo>
                    <a:pt x="0" y="0"/>
                  </a:moveTo>
                  <a:lnTo>
                    <a:pt x="222826" y="50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11067351" y="6607723"/>
              <a:ext cx="539131" cy="13912"/>
            </a:xfrm>
            <a:custGeom>
              <a:avLst/>
              <a:pathLst>
                <a:path w="539131" h="13912">
                  <a:moveTo>
                    <a:pt x="0" y="0"/>
                  </a:moveTo>
                  <a:lnTo>
                    <a:pt x="144203" y="13912"/>
                  </a:lnTo>
                  <a:lnTo>
                    <a:pt x="271377" y="12753"/>
                  </a:lnTo>
                  <a:lnTo>
                    <a:pt x="409058" y="13139"/>
                  </a:lnTo>
                  <a:lnTo>
                    <a:pt x="539131" y="73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11067351" y="6657191"/>
              <a:ext cx="270833" cy="16231"/>
            </a:xfrm>
            <a:custGeom>
              <a:avLst/>
              <a:pathLst>
                <a:path w="270833" h="16231">
                  <a:moveTo>
                    <a:pt x="0" y="16231"/>
                  </a:moveTo>
                  <a:lnTo>
                    <a:pt x="138982" y="11980"/>
                  </a:lnTo>
                  <a:lnTo>
                    <a:pt x="2708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11067351" y="6616612"/>
              <a:ext cx="271014" cy="24734"/>
            </a:xfrm>
            <a:custGeom>
              <a:avLst/>
              <a:pathLst>
                <a:path w="271014" h="24734">
                  <a:moveTo>
                    <a:pt x="0" y="0"/>
                  </a:moveTo>
                  <a:lnTo>
                    <a:pt x="271014" y="247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11067351" y="6676515"/>
              <a:ext cx="70982" cy="5024"/>
            </a:xfrm>
            <a:custGeom>
              <a:avLst/>
              <a:pathLst>
                <a:path w="70982" h="5024">
                  <a:moveTo>
                    <a:pt x="0" y="5024"/>
                  </a:moveTo>
                  <a:lnTo>
                    <a:pt x="709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11067351" y="6667626"/>
              <a:ext cx="199094" cy="5024"/>
            </a:xfrm>
            <a:custGeom>
              <a:avLst/>
              <a:pathLst>
                <a:path w="199094" h="5024">
                  <a:moveTo>
                    <a:pt x="0" y="5024"/>
                  </a:moveTo>
                  <a:lnTo>
                    <a:pt x="199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11067351" y="6645597"/>
              <a:ext cx="335326" cy="4637"/>
            </a:xfrm>
            <a:custGeom>
              <a:avLst/>
              <a:pathLst>
                <a:path w="335326" h="4637">
                  <a:moveTo>
                    <a:pt x="0" y="0"/>
                  </a:moveTo>
                  <a:lnTo>
                    <a:pt x="206521" y="4637"/>
                  </a:lnTo>
                  <a:lnTo>
                    <a:pt x="3353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11067351" y="6663375"/>
              <a:ext cx="414312" cy="17391"/>
            </a:xfrm>
            <a:custGeom>
              <a:avLst/>
              <a:pathLst>
                <a:path w="414312" h="17391">
                  <a:moveTo>
                    <a:pt x="0" y="17391"/>
                  </a:moveTo>
                  <a:lnTo>
                    <a:pt x="159963" y="15458"/>
                  </a:lnTo>
                  <a:lnTo>
                    <a:pt x="273913" y="9275"/>
                  </a:lnTo>
                  <a:lnTo>
                    <a:pt x="4143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11067351" y="6637095"/>
              <a:ext cx="160869" cy="5797"/>
            </a:xfrm>
            <a:custGeom>
              <a:avLst/>
              <a:pathLst>
                <a:path w="160869" h="5797">
                  <a:moveTo>
                    <a:pt x="0" y="5797"/>
                  </a:moveTo>
                  <a:lnTo>
                    <a:pt x="1608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11067351" y="6663375"/>
              <a:ext cx="135145" cy="9275"/>
            </a:xfrm>
            <a:custGeom>
              <a:avLst/>
              <a:pathLst>
                <a:path w="135145" h="9275">
                  <a:moveTo>
                    <a:pt x="0" y="9275"/>
                  </a:moveTo>
                  <a:lnTo>
                    <a:pt x="13514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11067351" y="6664148"/>
              <a:ext cx="534783" cy="5797"/>
            </a:xfrm>
            <a:custGeom>
              <a:avLst/>
              <a:pathLst>
                <a:path w="534783" h="5797">
                  <a:moveTo>
                    <a:pt x="0" y="3091"/>
                  </a:moveTo>
                  <a:lnTo>
                    <a:pt x="193840" y="3091"/>
                  </a:lnTo>
                  <a:lnTo>
                    <a:pt x="337062" y="0"/>
                  </a:lnTo>
                  <a:lnTo>
                    <a:pt x="534783" y="57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11067351" y="6652940"/>
              <a:ext cx="133265" cy="1159"/>
            </a:xfrm>
            <a:custGeom>
              <a:avLst/>
              <a:pathLst>
                <a:path w="133265" h="1159">
                  <a:moveTo>
                    <a:pt x="0" y="1159"/>
                  </a:moveTo>
                  <a:lnTo>
                    <a:pt x="1332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11067351" y="6480188"/>
              <a:ext cx="539464" cy="136423"/>
            </a:xfrm>
            <a:custGeom>
              <a:avLst/>
              <a:pathLst>
                <a:path w="539464" h="136423">
                  <a:moveTo>
                    <a:pt x="0" y="136423"/>
                  </a:moveTo>
                  <a:lnTo>
                    <a:pt x="134248" y="124443"/>
                  </a:lnTo>
                  <a:lnTo>
                    <a:pt x="272442" y="80772"/>
                  </a:lnTo>
                  <a:lnTo>
                    <a:pt x="408886" y="3478"/>
                  </a:lnTo>
                  <a:lnTo>
                    <a:pt x="5394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11067351" y="6669558"/>
              <a:ext cx="401812" cy="22801"/>
            </a:xfrm>
            <a:custGeom>
              <a:avLst/>
              <a:pathLst>
                <a:path w="401812" h="22801">
                  <a:moveTo>
                    <a:pt x="0" y="0"/>
                  </a:moveTo>
                  <a:lnTo>
                    <a:pt x="146014" y="22801"/>
                  </a:lnTo>
                  <a:lnTo>
                    <a:pt x="271558" y="6569"/>
                  </a:lnTo>
                  <a:lnTo>
                    <a:pt x="401812" y="42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11067351" y="6644438"/>
              <a:ext cx="331461" cy="4637"/>
            </a:xfrm>
            <a:custGeom>
              <a:avLst/>
              <a:pathLst>
                <a:path w="331461" h="4637">
                  <a:moveTo>
                    <a:pt x="0" y="0"/>
                  </a:moveTo>
                  <a:lnTo>
                    <a:pt x="198550" y="1545"/>
                  </a:lnTo>
                  <a:lnTo>
                    <a:pt x="331461" y="46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11067351" y="6678447"/>
              <a:ext cx="379799" cy="7342"/>
            </a:xfrm>
            <a:custGeom>
              <a:avLst/>
              <a:pathLst>
                <a:path w="379799" h="7342">
                  <a:moveTo>
                    <a:pt x="0" y="3091"/>
                  </a:moveTo>
                  <a:lnTo>
                    <a:pt x="155886" y="7342"/>
                  </a:lnTo>
                  <a:lnTo>
                    <a:pt x="3797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11067351" y="6630525"/>
              <a:ext cx="136151" cy="16231"/>
            </a:xfrm>
            <a:custGeom>
              <a:avLst/>
              <a:pathLst>
                <a:path w="136151" h="16231">
                  <a:moveTo>
                    <a:pt x="0" y="16231"/>
                  </a:moveTo>
                  <a:lnTo>
                    <a:pt x="1361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11067351" y="6633230"/>
              <a:ext cx="223550" cy="5410"/>
            </a:xfrm>
            <a:custGeom>
              <a:avLst/>
              <a:pathLst>
                <a:path w="223550" h="5410">
                  <a:moveTo>
                    <a:pt x="0" y="0"/>
                  </a:moveTo>
                  <a:lnTo>
                    <a:pt x="223550" y="54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11067351" y="6684631"/>
              <a:ext cx="222759" cy="15458"/>
            </a:xfrm>
            <a:custGeom>
              <a:avLst/>
              <a:pathLst>
                <a:path w="222759" h="15458">
                  <a:moveTo>
                    <a:pt x="0" y="3091"/>
                  </a:moveTo>
                  <a:lnTo>
                    <a:pt x="90920" y="0"/>
                  </a:lnTo>
                  <a:lnTo>
                    <a:pt x="222759" y="154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11067351" y="6633230"/>
              <a:ext cx="287987" cy="3864"/>
            </a:xfrm>
            <a:custGeom>
              <a:avLst/>
              <a:pathLst>
                <a:path w="287987" h="3864">
                  <a:moveTo>
                    <a:pt x="0" y="3864"/>
                  </a:moveTo>
                  <a:lnTo>
                    <a:pt x="2879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11067351" y="6624728"/>
              <a:ext cx="269022" cy="20869"/>
            </a:xfrm>
            <a:custGeom>
              <a:avLst/>
              <a:pathLst>
                <a:path w="269022" h="20869">
                  <a:moveTo>
                    <a:pt x="0" y="0"/>
                  </a:moveTo>
                  <a:lnTo>
                    <a:pt x="143184" y="20869"/>
                  </a:lnTo>
                  <a:lnTo>
                    <a:pt x="269022" y="73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11067351" y="6673423"/>
              <a:ext cx="537296" cy="13912"/>
            </a:xfrm>
            <a:custGeom>
              <a:avLst/>
              <a:pathLst>
                <a:path w="537296" h="13912">
                  <a:moveTo>
                    <a:pt x="0" y="0"/>
                  </a:moveTo>
                  <a:lnTo>
                    <a:pt x="148200" y="13912"/>
                  </a:lnTo>
                  <a:lnTo>
                    <a:pt x="264854" y="10434"/>
                  </a:lnTo>
                  <a:lnTo>
                    <a:pt x="408164" y="7729"/>
                  </a:lnTo>
                  <a:lnTo>
                    <a:pt x="537296" y="1159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11067351" y="6662988"/>
              <a:ext cx="234782" cy="13526"/>
            </a:xfrm>
            <a:custGeom>
              <a:avLst/>
              <a:pathLst>
                <a:path w="234782" h="13526">
                  <a:moveTo>
                    <a:pt x="0" y="0"/>
                  </a:moveTo>
                  <a:lnTo>
                    <a:pt x="77536" y="13526"/>
                  </a:lnTo>
                  <a:lnTo>
                    <a:pt x="146086" y="8888"/>
                  </a:lnTo>
                  <a:lnTo>
                    <a:pt x="234782" y="85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11067351" y="6661829"/>
              <a:ext cx="280030" cy="12367"/>
            </a:xfrm>
            <a:custGeom>
              <a:avLst/>
              <a:pathLst>
                <a:path w="280030" h="12367">
                  <a:moveTo>
                    <a:pt x="0" y="0"/>
                  </a:moveTo>
                  <a:lnTo>
                    <a:pt x="280030" y="12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11067351" y="6699316"/>
              <a:ext cx="469284" cy="1545"/>
            </a:xfrm>
            <a:custGeom>
              <a:avLst/>
              <a:pathLst>
                <a:path w="469284" h="1545">
                  <a:moveTo>
                    <a:pt x="0" y="1545"/>
                  </a:moveTo>
                  <a:lnTo>
                    <a:pt x="4692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11274597" y="6554390"/>
              <a:ext cx="145652" cy="12367"/>
            </a:xfrm>
            <a:custGeom>
              <a:avLst/>
              <a:pathLst>
                <a:path w="145652" h="12367">
                  <a:moveTo>
                    <a:pt x="0" y="12367"/>
                  </a:moveTo>
                  <a:lnTo>
                    <a:pt x="1456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11067351" y="6605791"/>
              <a:ext cx="168478" cy="15845"/>
            </a:xfrm>
            <a:custGeom>
              <a:avLst/>
              <a:pathLst>
                <a:path w="168478" h="15845">
                  <a:moveTo>
                    <a:pt x="0" y="15845"/>
                  </a:moveTo>
                  <a:lnTo>
                    <a:pt x="77355" y="3864"/>
                  </a:lnTo>
                  <a:lnTo>
                    <a:pt x="1684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11067351" y="6640186"/>
              <a:ext cx="139311" cy="9661"/>
            </a:xfrm>
            <a:custGeom>
              <a:avLst/>
              <a:pathLst>
                <a:path w="139311" h="9661">
                  <a:moveTo>
                    <a:pt x="0" y="7729"/>
                  </a:moveTo>
                  <a:lnTo>
                    <a:pt x="77232" y="0"/>
                  </a:lnTo>
                  <a:lnTo>
                    <a:pt x="139311" y="96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11067351" y="6659896"/>
              <a:ext cx="133695" cy="1545"/>
            </a:xfrm>
            <a:custGeom>
              <a:avLst/>
              <a:pathLst>
                <a:path w="133695" h="1545">
                  <a:moveTo>
                    <a:pt x="0" y="1545"/>
                  </a:moveTo>
                  <a:lnTo>
                    <a:pt x="13369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11067351" y="6654099"/>
              <a:ext cx="201630" cy="5797"/>
            </a:xfrm>
            <a:custGeom>
              <a:avLst/>
              <a:pathLst>
                <a:path w="201630" h="5797">
                  <a:moveTo>
                    <a:pt x="0" y="5797"/>
                  </a:moveTo>
                  <a:lnTo>
                    <a:pt x="2016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11067351" y="6623182"/>
              <a:ext cx="287618" cy="25120"/>
            </a:xfrm>
            <a:custGeom>
              <a:avLst/>
              <a:pathLst>
                <a:path w="287618" h="25120">
                  <a:moveTo>
                    <a:pt x="0" y="25120"/>
                  </a:moveTo>
                  <a:lnTo>
                    <a:pt x="127991" y="21255"/>
                  </a:lnTo>
                  <a:lnTo>
                    <a:pt x="2876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11067351" y="6649462"/>
              <a:ext cx="339674" cy="12753"/>
            </a:xfrm>
            <a:custGeom>
              <a:avLst/>
              <a:pathLst>
                <a:path w="339674" h="12753">
                  <a:moveTo>
                    <a:pt x="0" y="1932"/>
                  </a:moveTo>
                  <a:lnTo>
                    <a:pt x="143116" y="10434"/>
                  </a:lnTo>
                  <a:lnTo>
                    <a:pt x="208333" y="0"/>
                  </a:lnTo>
                  <a:lnTo>
                    <a:pt x="339674" y="127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11067351" y="6656032"/>
              <a:ext cx="463540" cy="9275"/>
            </a:xfrm>
            <a:custGeom>
              <a:avLst/>
              <a:pathLst>
                <a:path w="463540" h="9275">
                  <a:moveTo>
                    <a:pt x="0" y="7729"/>
                  </a:moveTo>
                  <a:lnTo>
                    <a:pt x="128032" y="8888"/>
                  </a:lnTo>
                  <a:lnTo>
                    <a:pt x="302489" y="0"/>
                  </a:lnTo>
                  <a:lnTo>
                    <a:pt x="463540" y="92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11067351" y="6661442"/>
              <a:ext cx="273551" cy="4251"/>
            </a:xfrm>
            <a:custGeom>
              <a:avLst/>
              <a:pathLst>
                <a:path w="273551" h="4251">
                  <a:moveTo>
                    <a:pt x="0" y="4251"/>
                  </a:moveTo>
                  <a:lnTo>
                    <a:pt x="132790" y="3478"/>
                  </a:lnTo>
                  <a:lnTo>
                    <a:pt x="2735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11067351" y="6692360"/>
              <a:ext cx="414411" cy="10434"/>
            </a:xfrm>
            <a:custGeom>
              <a:avLst/>
              <a:pathLst>
                <a:path w="414411" h="10434">
                  <a:moveTo>
                    <a:pt x="0" y="7342"/>
                  </a:moveTo>
                  <a:lnTo>
                    <a:pt x="144483" y="10434"/>
                  </a:lnTo>
                  <a:lnTo>
                    <a:pt x="304084" y="5024"/>
                  </a:lnTo>
                  <a:lnTo>
                    <a:pt x="4144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11067351" y="6628979"/>
              <a:ext cx="264493" cy="19709"/>
            </a:xfrm>
            <a:custGeom>
              <a:avLst/>
              <a:pathLst>
                <a:path w="264493" h="19709">
                  <a:moveTo>
                    <a:pt x="0" y="19709"/>
                  </a:moveTo>
                  <a:lnTo>
                    <a:pt x="138975" y="0"/>
                  </a:lnTo>
                  <a:lnTo>
                    <a:pt x="2644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11067351" y="6635935"/>
              <a:ext cx="505616" cy="11980"/>
            </a:xfrm>
            <a:custGeom>
              <a:avLst/>
              <a:pathLst>
                <a:path w="505616" h="11980">
                  <a:moveTo>
                    <a:pt x="0" y="0"/>
                  </a:moveTo>
                  <a:lnTo>
                    <a:pt x="211594" y="11207"/>
                  </a:lnTo>
                  <a:lnTo>
                    <a:pt x="505616" y="119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11067351" y="6650235"/>
              <a:ext cx="466571" cy="19323"/>
            </a:xfrm>
            <a:custGeom>
              <a:avLst/>
              <a:pathLst>
                <a:path w="466571" h="19323">
                  <a:moveTo>
                    <a:pt x="0" y="0"/>
                  </a:moveTo>
                  <a:lnTo>
                    <a:pt x="199368" y="12367"/>
                  </a:lnTo>
                  <a:lnTo>
                    <a:pt x="466571" y="193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11067351" y="6648302"/>
              <a:ext cx="204053" cy="1545"/>
            </a:xfrm>
            <a:custGeom>
              <a:avLst/>
              <a:pathLst>
                <a:path w="204053" h="1545">
                  <a:moveTo>
                    <a:pt x="0" y="0"/>
                  </a:moveTo>
                  <a:lnTo>
                    <a:pt x="204053" y="15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11067351" y="6681925"/>
              <a:ext cx="138587" cy="9661"/>
            </a:xfrm>
            <a:custGeom>
              <a:avLst/>
              <a:pathLst>
                <a:path w="138587" h="9661">
                  <a:moveTo>
                    <a:pt x="0" y="0"/>
                  </a:moveTo>
                  <a:lnTo>
                    <a:pt x="138587" y="96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11067351" y="6635162"/>
              <a:ext cx="334133" cy="8502"/>
            </a:xfrm>
            <a:custGeom>
              <a:avLst/>
              <a:pathLst>
                <a:path w="334133" h="8502">
                  <a:moveTo>
                    <a:pt x="0" y="7342"/>
                  </a:moveTo>
                  <a:lnTo>
                    <a:pt x="133046" y="8502"/>
                  </a:lnTo>
                  <a:lnTo>
                    <a:pt x="3341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11067351" y="6662988"/>
              <a:ext cx="193915" cy="4251"/>
            </a:xfrm>
            <a:custGeom>
              <a:avLst/>
              <a:pathLst>
                <a:path w="193915" h="4251">
                  <a:moveTo>
                    <a:pt x="0" y="0"/>
                  </a:moveTo>
                  <a:lnTo>
                    <a:pt x="193915" y="425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11526121" y="6647916"/>
              <a:ext cx="296195" cy="12367"/>
            </a:xfrm>
            <a:custGeom>
              <a:avLst/>
              <a:pathLst>
                <a:path w="296195" h="12367">
                  <a:moveTo>
                    <a:pt x="0" y="8502"/>
                  </a:moveTo>
                  <a:lnTo>
                    <a:pt x="128804" y="0"/>
                  </a:lnTo>
                  <a:lnTo>
                    <a:pt x="296195" y="12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11067351" y="6652554"/>
              <a:ext cx="473732" cy="10821"/>
            </a:xfrm>
            <a:custGeom>
              <a:avLst/>
              <a:pathLst>
                <a:path w="473732" h="10821">
                  <a:moveTo>
                    <a:pt x="0" y="3091"/>
                  </a:moveTo>
                  <a:lnTo>
                    <a:pt x="200000" y="1545"/>
                  </a:lnTo>
                  <a:lnTo>
                    <a:pt x="339377" y="0"/>
                  </a:lnTo>
                  <a:lnTo>
                    <a:pt x="473732" y="108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11220793" y="6617771"/>
              <a:ext cx="508152" cy="19323"/>
            </a:xfrm>
            <a:custGeom>
              <a:avLst/>
              <a:pathLst>
                <a:path w="508152" h="19323">
                  <a:moveTo>
                    <a:pt x="0" y="8115"/>
                  </a:moveTo>
                  <a:lnTo>
                    <a:pt x="115217" y="13912"/>
                  </a:lnTo>
                  <a:lnTo>
                    <a:pt x="273715" y="15072"/>
                  </a:lnTo>
                  <a:lnTo>
                    <a:pt x="377536" y="0"/>
                  </a:lnTo>
                  <a:lnTo>
                    <a:pt x="508152" y="1932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11067351" y="6663375"/>
              <a:ext cx="200281" cy="14685"/>
            </a:xfrm>
            <a:custGeom>
              <a:avLst/>
              <a:pathLst>
                <a:path w="200281" h="14685">
                  <a:moveTo>
                    <a:pt x="0" y="0"/>
                  </a:moveTo>
                  <a:lnTo>
                    <a:pt x="200281" y="146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11067351" y="6686563"/>
              <a:ext cx="472464" cy="9275"/>
            </a:xfrm>
            <a:custGeom>
              <a:avLst/>
              <a:pathLst>
                <a:path w="472464" h="9275">
                  <a:moveTo>
                    <a:pt x="0" y="0"/>
                  </a:moveTo>
                  <a:lnTo>
                    <a:pt x="225543" y="386"/>
                  </a:lnTo>
                  <a:lnTo>
                    <a:pt x="344384" y="9275"/>
                  </a:lnTo>
                  <a:lnTo>
                    <a:pt x="472464" y="3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11067351" y="6652167"/>
              <a:ext cx="198978" cy="2705"/>
            </a:xfrm>
            <a:custGeom>
              <a:avLst/>
              <a:pathLst>
                <a:path w="198978" h="2705">
                  <a:moveTo>
                    <a:pt x="0" y="2705"/>
                  </a:moveTo>
                  <a:lnTo>
                    <a:pt x="198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11067351" y="6673036"/>
              <a:ext cx="343297" cy="21255"/>
            </a:xfrm>
            <a:custGeom>
              <a:avLst/>
              <a:pathLst>
                <a:path w="343297" h="21255">
                  <a:moveTo>
                    <a:pt x="0" y="21255"/>
                  </a:moveTo>
                  <a:lnTo>
                    <a:pt x="79891" y="20869"/>
                  </a:lnTo>
                  <a:lnTo>
                    <a:pt x="211880" y="0"/>
                  </a:lnTo>
                  <a:lnTo>
                    <a:pt x="343297" y="131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11067351" y="6674196"/>
              <a:ext cx="265761" cy="16231"/>
            </a:xfrm>
            <a:custGeom>
              <a:avLst/>
              <a:pathLst>
                <a:path w="265761" h="16231">
                  <a:moveTo>
                    <a:pt x="0" y="0"/>
                  </a:moveTo>
                  <a:lnTo>
                    <a:pt x="265761" y="162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11067351" y="6662215"/>
              <a:ext cx="479529" cy="32463"/>
            </a:xfrm>
            <a:custGeom>
              <a:avLst/>
              <a:pathLst>
                <a:path w="479529" h="32463">
                  <a:moveTo>
                    <a:pt x="0" y="0"/>
                  </a:moveTo>
                  <a:lnTo>
                    <a:pt x="225543" y="17391"/>
                  </a:lnTo>
                  <a:lnTo>
                    <a:pt x="479529" y="3246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11067351" y="6633230"/>
              <a:ext cx="71376" cy="58357"/>
            </a:xfrm>
            <a:custGeom>
              <a:avLst/>
              <a:pathLst>
                <a:path w="71376" h="58357">
                  <a:moveTo>
                    <a:pt x="0" y="58357"/>
                  </a:moveTo>
                  <a:lnTo>
                    <a:pt x="713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11067351" y="6694292"/>
              <a:ext cx="266119" cy="3478"/>
            </a:xfrm>
            <a:custGeom>
              <a:avLst/>
              <a:pathLst>
                <a:path w="266119" h="3478">
                  <a:moveTo>
                    <a:pt x="0" y="0"/>
                  </a:moveTo>
                  <a:lnTo>
                    <a:pt x="133237" y="2318"/>
                  </a:lnTo>
                  <a:lnTo>
                    <a:pt x="266119" y="34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11067351" y="6634003"/>
              <a:ext cx="466076" cy="21642"/>
            </a:xfrm>
            <a:custGeom>
              <a:avLst/>
              <a:pathLst>
                <a:path w="466076" h="21642">
                  <a:moveTo>
                    <a:pt x="0" y="2318"/>
                  </a:moveTo>
                  <a:lnTo>
                    <a:pt x="136909" y="20096"/>
                  </a:lnTo>
                  <a:lnTo>
                    <a:pt x="296148" y="0"/>
                  </a:lnTo>
                  <a:lnTo>
                    <a:pt x="466076" y="216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11067351" y="6630138"/>
              <a:ext cx="235917" cy="6569"/>
            </a:xfrm>
            <a:custGeom>
              <a:avLst/>
              <a:pathLst>
                <a:path w="235917" h="6569">
                  <a:moveTo>
                    <a:pt x="0" y="6569"/>
                  </a:moveTo>
                  <a:lnTo>
                    <a:pt x="78804" y="0"/>
                  </a:lnTo>
                  <a:lnTo>
                    <a:pt x="235917" y="15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11067351" y="6632071"/>
              <a:ext cx="673007" cy="22415"/>
            </a:xfrm>
            <a:custGeom>
              <a:avLst/>
              <a:pathLst>
                <a:path w="673007" h="22415">
                  <a:moveTo>
                    <a:pt x="0" y="11980"/>
                  </a:moveTo>
                  <a:lnTo>
                    <a:pt x="76083" y="9275"/>
                  </a:lnTo>
                  <a:lnTo>
                    <a:pt x="162319" y="0"/>
                  </a:lnTo>
                  <a:lnTo>
                    <a:pt x="276268" y="18937"/>
                  </a:lnTo>
                  <a:lnTo>
                    <a:pt x="408152" y="18937"/>
                  </a:lnTo>
                  <a:lnTo>
                    <a:pt x="588768" y="22415"/>
                  </a:lnTo>
                  <a:lnTo>
                    <a:pt x="673007" y="208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11067351" y="6679220"/>
              <a:ext cx="243116" cy="1932"/>
            </a:xfrm>
            <a:custGeom>
              <a:avLst/>
              <a:pathLst>
                <a:path w="243116" h="1932">
                  <a:moveTo>
                    <a:pt x="0" y="1932"/>
                  </a:moveTo>
                  <a:lnTo>
                    <a:pt x="24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11067351" y="6641346"/>
              <a:ext cx="732627" cy="29371"/>
            </a:xfrm>
            <a:custGeom>
              <a:avLst/>
              <a:pathLst>
                <a:path w="732627" h="29371">
                  <a:moveTo>
                    <a:pt x="0" y="0"/>
                  </a:moveTo>
                  <a:lnTo>
                    <a:pt x="215597" y="15458"/>
                  </a:lnTo>
                  <a:lnTo>
                    <a:pt x="336431" y="10821"/>
                  </a:lnTo>
                  <a:lnTo>
                    <a:pt x="472663" y="29371"/>
                  </a:lnTo>
                  <a:lnTo>
                    <a:pt x="643859" y="14299"/>
                  </a:lnTo>
                  <a:lnTo>
                    <a:pt x="732627" y="173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11067351" y="6623182"/>
              <a:ext cx="143116" cy="5410"/>
            </a:xfrm>
            <a:custGeom>
              <a:avLst/>
              <a:pathLst>
                <a:path w="143116" h="5410">
                  <a:moveTo>
                    <a:pt x="0" y="5410"/>
                  </a:moveTo>
                  <a:lnTo>
                    <a:pt x="14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11067351" y="6658737"/>
              <a:ext cx="82356" cy="12367"/>
            </a:xfrm>
            <a:custGeom>
              <a:avLst/>
              <a:pathLst>
                <a:path w="82356" h="12367">
                  <a:moveTo>
                    <a:pt x="0" y="0"/>
                  </a:moveTo>
                  <a:lnTo>
                    <a:pt x="82356" y="12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11067351" y="6642119"/>
              <a:ext cx="232971" cy="10434"/>
            </a:xfrm>
            <a:custGeom>
              <a:avLst/>
              <a:pathLst>
                <a:path w="232971" h="10434">
                  <a:moveTo>
                    <a:pt x="0" y="10434"/>
                  </a:moveTo>
                  <a:lnTo>
                    <a:pt x="23297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11067351" y="6666080"/>
              <a:ext cx="73156" cy="18164"/>
            </a:xfrm>
            <a:custGeom>
              <a:avLst/>
              <a:pathLst>
                <a:path w="73156" h="18164">
                  <a:moveTo>
                    <a:pt x="0" y="0"/>
                  </a:moveTo>
                  <a:lnTo>
                    <a:pt x="73156" y="181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11067351" y="6666466"/>
              <a:ext cx="216431" cy="9661"/>
            </a:xfrm>
            <a:custGeom>
              <a:avLst/>
              <a:pathLst>
                <a:path w="216431" h="9661">
                  <a:moveTo>
                    <a:pt x="0" y="0"/>
                  </a:moveTo>
                  <a:lnTo>
                    <a:pt x="216431" y="96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11067351" y="6676901"/>
              <a:ext cx="82356" cy="2705"/>
            </a:xfrm>
            <a:custGeom>
              <a:avLst/>
              <a:pathLst>
                <a:path w="82356" h="2705">
                  <a:moveTo>
                    <a:pt x="0" y="0"/>
                  </a:moveTo>
                  <a:lnTo>
                    <a:pt x="82356" y="270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11067351" y="6644051"/>
              <a:ext cx="538561" cy="12753"/>
            </a:xfrm>
            <a:custGeom>
              <a:avLst/>
              <a:pathLst>
                <a:path w="538561" h="12753">
                  <a:moveTo>
                    <a:pt x="0" y="7342"/>
                  </a:moveTo>
                  <a:lnTo>
                    <a:pt x="134296" y="12753"/>
                  </a:lnTo>
                  <a:lnTo>
                    <a:pt x="269912" y="10821"/>
                  </a:lnTo>
                  <a:lnTo>
                    <a:pt x="399151" y="0"/>
                  </a:lnTo>
                  <a:lnTo>
                    <a:pt x="538561" y="8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11067351" y="6684244"/>
              <a:ext cx="793297" cy="11207"/>
            </a:xfrm>
            <a:custGeom>
              <a:avLst/>
              <a:pathLst>
                <a:path w="793297" h="11207">
                  <a:moveTo>
                    <a:pt x="0" y="772"/>
                  </a:moveTo>
                  <a:lnTo>
                    <a:pt x="199275" y="1159"/>
                  </a:lnTo>
                  <a:lnTo>
                    <a:pt x="331032" y="0"/>
                  </a:lnTo>
                  <a:lnTo>
                    <a:pt x="464130" y="11207"/>
                  </a:lnTo>
                  <a:lnTo>
                    <a:pt x="662681" y="3091"/>
                  </a:lnTo>
                  <a:lnTo>
                    <a:pt x="793297" y="46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11067351" y="6668012"/>
              <a:ext cx="211594" cy="5797"/>
            </a:xfrm>
            <a:custGeom>
              <a:avLst/>
              <a:pathLst>
                <a:path w="211594" h="5797">
                  <a:moveTo>
                    <a:pt x="0" y="0"/>
                  </a:moveTo>
                  <a:lnTo>
                    <a:pt x="211594" y="57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11067351" y="6685404"/>
              <a:ext cx="82356" cy="13526"/>
            </a:xfrm>
            <a:custGeom>
              <a:avLst/>
              <a:pathLst>
                <a:path w="82356" h="13526">
                  <a:moveTo>
                    <a:pt x="0" y="0"/>
                  </a:moveTo>
                  <a:lnTo>
                    <a:pt x="82356" y="135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11067351" y="6615452"/>
              <a:ext cx="396552" cy="39419"/>
            </a:xfrm>
            <a:custGeom>
              <a:avLst/>
              <a:pathLst>
                <a:path w="396552" h="39419">
                  <a:moveTo>
                    <a:pt x="0" y="0"/>
                  </a:moveTo>
                  <a:lnTo>
                    <a:pt x="141815" y="36328"/>
                  </a:lnTo>
                  <a:lnTo>
                    <a:pt x="269746" y="36328"/>
                  </a:lnTo>
                  <a:lnTo>
                    <a:pt x="396552" y="394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11067351" y="6667239"/>
              <a:ext cx="140398" cy="4637"/>
            </a:xfrm>
            <a:custGeom>
              <a:avLst/>
              <a:pathLst>
                <a:path w="140398" h="4637">
                  <a:moveTo>
                    <a:pt x="0" y="4637"/>
                  </a:moveTo>
                  <a:lnTo>
                    <a:pt x="14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11067351" y="6585308"/>
              <a:ext cx="198913" cy="50627"/>
            </a:xfrm>
            <a:custGeom>
              <a:avLst/>
              <a:pathLst>
                <a:path w="198913" h="50627">
                  <a:moveTo>
                    <a:pt x="0" y="50627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11067351" y="6629752"/>
              <a:ext cx="204891" cy="16618"/>
            </a:xfrm>
            <a:custGeom>
              <a:avLst/>
              <a:pathLst>
                <a:path w="204891" h="16618">
                  <a:moveTo>
                    <a:pt x="0" y="0"/>
                  </a:moveTo>
                  <a:lnTo>
                    <a:pt x="204891" y="166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11067351" y="6694679"/>
              <a:ext cx="87459" cy="6569"/>
            </a:xfrm>
            <a:custGeom>
              <a:avLst/>
              <a:pathLst>
                <a:path w="87459" h="6569">
                  <a:moveTo>
                    <a:pt x="0" y="6569"/>
                  </a:moveTo>
                  <a:lnTo>
                    <a:pt x="874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11067351" y="6576805"/>
              <a:ext cx="209058" cy="61835"/>
            </a:xfrm>
            <a:custGeom>
              <a:avLst/>
              <a:pathLst>
                <a:path w="209058" h="61835">
                  <a:moveTo>
                    <a:pt x="0" y="57970"/>
                  </a:moveTo>
                  <a:lnTo>
                    <a:pt x="69324" y="61835"/>
                  </a:lnTo>
                  <a:lnTo>
                    <a:pt x="140398" y="22028"/>
                  </a:lnTo>
                  <a:lnTo>
                    <a:pt x="209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11067351" y="6636322"/>
              <a:ext cx="71641" cy="12367"/>
            </a:xfrm>
            <a:custGeom>
              <a:avLst/>
              <a:pathLst>
                <a:path w="71641" h="12367">
                  <a:moveTo>
                    <a:pt x="0" y="0"/>
                  </a:moveTo>
                  <a:lnTo>
                    <a:pt x="71641" y="12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11067351" y="6578738"/>
              <a:ext cx="529710" cy="63381"/>
            </a:xfrm>
            <a:custGeom>
              <a:avLst/>
              <a:pathLst>
                <a:path w="529710" h="63381">
                  <a:moveTo>
                    <a:pt x="0" y="46762"/>
                  </a:moveTo>
                  <a:lnTo>
                    <a:pt x="150876" y="49081"/>
                  </a:lnTo>
                  <a:lnTo>
                    <a:pt x="254710" y="63381"/>
                  </a:lnTo>
                  <a:lnTo>
                    <a:pt x="398007" y="30531"/>
                  </a:lnTo>
                  <a:lnTo>
                    <a:pt x="5297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11067351" y="6011786"/>
              <a:ext cx="731015" cy="639221"/>
            </a:xfrm>
            <a:custGeom>
              <a:avLst/>
              <a:pathLst>
                <a:path w="731015" h="639221">
                  <a:moveTo>
                    <a:pt x="0" y="639221"/>
                  </a:moveTo>
                  <a:lnTo>
                    <a:pt x="200218" y="0"/>
                  </a:lnTo>
                  <a:lnTo>
                    <a:pt x="322863" y="618352"/>
                  </a:lnTo>
                  <a:lnTo>
                    <a:pt x="468696" y="612941"/>
                  </a:lnTo>
                  <a:lnTo>
                    <a:pt x="610182" y="575840"/>
                  </a:lnTo>
                  <a:lnTo>
                    <a:pt x="731015" y="5016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11067351" y="6633230"/>
              <a:ext cx="78623" cy="11207"/>
            </a:xfrm>
            <a:custGeom>
              <a:avLst/>
              <a:pathLst>
                <a:path w="78623" h="11207">
                  <a:moveTo>
                    <a:pt x="0" y="0"/>
                  </a:moveTo>
                  <a:lnTo>
                    <a:pt x="78623" y="112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11067351" y="6659896"/>
              <a:ext cx="402899" cy="5797"/>
            </a:xfrm>
            <a:custGeom>
              <a:avLst/>
              <a:pathLst>
                <a:path w="402899" h="5797">
                  <a:moveTo>
                    <a:pt x="0" y="0"/>
                  </a:moveTo>
                  <a:lnTo>
                    <a:pt x="299269" y="1545"/>
                  </a:lnTo>
                  <a:lnTo>
                    <a:pt x="402899" y="57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11067351" y="6667626"/>
              <a:ext cx="131780" cy="6956"/>
            </a:xfrm>
            <a:custGeom>
              <a:avLst/>
              <a:pathLst>
                <a:path w="131780" h="6956">
                  <a:moveTo>
                    <a:pt x="0" y="6956"/>
                  </a:moveTo>
                  <a:lnTo>
                    <a:pt x="1317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11067351" y="6563279"/>
              <a:ext cx="592565" cy="57970"/>
            </a:xfrm>
            <a:custGeom>
              <a:avLst/>
              <a:pathLst>
                <a:path w="592565" h="57970">
                  <a:moveTo>
                    <a:pt x="0" y="57970"/>
                  </a:moveTo>
                  <a:lnTo>
                    <a:pt x="210326" y="37101"/>
                  </a:lnTo>
                  <a:lnTo>
                    <a:pt x="5925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11067351" y="6670718"/>
              <a:ext cx="357609" cy="1159"/>
            </a:xfrm>
            <a:custGeom>
              <a:avLst/>
              <a:pathLst>
                <a:path w="357609" h="1159">
                  <a:moveTo>
                    <a:pt x="0" y="1159"/>
                  </a:moveTo>
                  <a:lnTo>
                    <a:pt x="3576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11067351" y="6656032"/>
              <a:ext cx="127646" cy="10821"/>
            </a:xfrm>
            <a:custGeom>
              <a:avLst/>
              <a:pathLst>
                <a:path w="127646" h="10821">
                  <a:moveTo>
                    <a:pt x="0" y="10821"/>
                  </a:moveTo>
                  <a:lnTo>
                    <a:pt x="1276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11067351" y="6661056"/>
              <a:ext cx="163405" cy="20482"/>
            </a:xfrm>
            <a:custGeom>
              <a:avLst/>
              <a:pathLst>
                <a:path w="163405" h="20482">
                  <a:moveTo>
                    <a:pt x="0" y="0"/>
                  </a:moveTo>
                  <a:lnTo>
                    <a:pt x="163405" y="204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11067351" y="6652554"/>
              <a:ext cx="143056" cy="5797"/>
            </a:xfrm>
            <a:custGeom>
              <a:avLst/>
              <a:pathLst>
                <a:path w="143056" h="5797">
                  <a:moveTo>
                    <a:pt x="0" y="0"/>
                  </a:moveTo>
                  <a:lnTo>
                    <a:pt x="143056" y="579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11067351" y="6634776"/>
              <a:ext cx="600830" cy="23961"/>
            </a:xfrm>
            <a:custGeom>
              <a:avLst/>
              <a:pathLst>
                <a:path w="600830" h="23961">
                  <a:moveTo>
                    <a:pt x="0" y="23188"/>
                  </a:moveTo>
                  <a:lnTo>
                    <a:pt x="213043" y="17777"/>
                  </a:lnTo>
                  <a:lnTo>
                    <a:pt x="337060" y="16231"/>
                  </a:lnTo>
                  <a:lnTo>
                    <a:pt x="466486" y="23961"/>
                  </a:lnTo>
                  <a:lnTo>
                    <a:pt x="6008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11067351" y="6664534"/>
              <a:ext cx="662863" cy="28985"/>
            </a:xfrm>
            <a:custGeom>
              <a:avLst/>
              <a:pathLst>
                <a:path w="662863" h="28985">
                  <a:moveTo>
                    <a:pt x="0" y="27439"/>
                  </a:moveTo>
                  <a:lnTo>
                    <a:pt x="125724" y="19709"/>
                  </a:lnTo>
                  <a:lnTo>
                    <a:pt x="267753" y="28985"/>
                  </a:lnTo>
                  <a:lnTo>
                    <a:pt x="399275" y="17004"/>
                  </a:lnTo>
                  <a:lnTo>
                    <a:pt x="531160" y="3478"/>
                  </a:lnTo>
                  <a:lnTo>
                    <a:pt x="6628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11067351" y="6627819"/>
              <a:ext cx="201268" cy="3091"/>
            </a:xfrm>
            <a:custGeom>
              <a:avLst/>
              <a:pathLst>
                <a:path w="201268" h="3091">
                  <a:moveTo>
                    <a:pt x="0" y="3091"/>
                  </a:moveTo>
                  <a:lnTo>
                    <a:pt x="2012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11067351" y="6680766"/>
              <a:ext cx="140299" cy="7342"/>
            </a:xfrm>
            <a:custGeom>
              <a:avLst/>
              <a:pathLst>
                <a:path w="140299" h="7342">
                  <a:moveTo>
                    <a:pt x="0" y="7342"/>
                  </a:moveTo>
                  <a:lnTo>
                    <a:pt x="14029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11067351" y="6659124"/>
              <a:ext cx="266304" cy="13526"/>
            </a:xfrm>
            <a:custGeom>
              <a:avLst/>
              <a:pathLst>
                <a:path w="266304" h="13526">
                  <a:moveTo>
                    <a:pt x="0" y="5410"/>
                  </a:moveTo>
                  <a:lnTo>
                    <a:pt x="134239" y="0"/>
                  </a:lnTo>
                  <a:lnTo>
                    <a:pt x="266304" y="135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11067351" y="6589559"/>
              <a:ext cx="158384" cy="48308"/>
            </a:xfrm>
            <a:custGeom>
              <a:avLst/>
              <a:pathLst>
                <a:path w="158384" h="48308">
                  <a:moveTo>
                    <a:pt x="0" y="48308"/>
                  </a:moveTo>
                  <a:lnTo>
                    <a:pt x="1583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11067351" y="6623568"/>
              <a:ext cx="392878" cy="68018"/>
            </a:xfrm>
            <a:custGeom>
              <a:avLst/>
              <a:pathLst>
                <a:path w="392878" h="68018">
                  <a:moveTo>
                    <a:pt x="0" y="0"/>
                  </a:moveTo>
                  <a:lnTo>
                    <a:pt x="148258" y="64926"/>
                  </a:lnTo>
                  <a:lnTo>
                    <a:pt x="202717" y="66086"/>
                  </a:lnTo>
                  <a:lnTo>
                    <a:pt x="277898" y="68018"/>
                  </a:lnTo>
                  <a:lnTo>
                    <a:pt x="392878" y="680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11067351" y="6628592"/>
              <a:ext cx="136232" cy="10048"/>
            </a:xfrm>
            <a:custGeom>
              <a:avLst/>
              <a:pathLst>
                <a:path w="136232" h="10048">
                  <a:moveTo>
                    <a:pt x="0" y="8502"/>
                  </a:moveTo>
                  <a:lnTo>
                    <a:pt x="66203" y="10048"/>
                  </a:lnTo>
                  <a:lnTo>
                    <a:pt x="1362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11734380" y="6620090"/>
              <a:ext cx="259782" cy="48308"/>
            </a:xfrm>
            <a:custGeom>
              <a:avLst/>
              <a:pathLst>
                <a:path w="259782" h="48308">
                  <a:moveTo>
                    <a:pt x="0" y="48308"/>
                  </a:moveTo>
                  <a:lnTo>
                    <a:pt x="131521" y="37874"/>
                  </a:lnTo>
                  <a:lnTo>
                    <a:pt x="2597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11067351" y="6652554"/>
              <a:ext cx="145652" cy="6569"/>
            </a:xfrm>
            <a:custGeom>
              <a:avLst/>
              <a:pathLst>
                <a:path w="145652" h="6569">
                  <a:moveTo>
                    <a:pt x="0" y="6569"/>
                  </a:moveTo>
                  <a:lnTo>
                    <a:pt x="1456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11209204" y="6647143"/>
              <a:ext cx="306703" cy="772"/>
            </a:xfrm>
            <a:custGeom>
              <a:avLst/>
              <a:pathLst>
                <a:path w="306703" h="772">
                  <a:moveTo>
                    <a:pt x="0" y="0"/>
                  </a:moveTo>
                  <a:lnTo>
                    <a:pt x="130589" y="772"/>
                  </a:lnTo>
                  <a:lnTo>
                    <a:pt x="306703" y="3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11067351" y="6615066"/>
              <a:ext cx="205300" cy="31304"/>
            </a:xfrm>
            <a:custGeom>
              <a:avLst/>
              <a:pathLst>
                <a:path w="205300" h="31304">
                  <a:moveTo>
                    <a:pt x="0" y="31304"/>
                  </a:moveTo>
                  <a:lnTo>
                    <a:pt x="2053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11067351" y="6629752"/>
              <a:ext cx="263949" cy="20482"/>
            </a:xfrm>
            <a:custGeom>
              <a:avLst/>
              <a:pathLst>
                <a:path w="263949" h="20482">
                  <a:moveTo>
                    <a:pt x="0" y="16618"/>
                  </a:moveTo>
                  <a:lnTo>
                    <a:pt x="149914" y="0"/>
                  </a:lnTo>
                  <a:lnTo>
                    <a:pt x="263949" y="204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11067351" y="6633617"/>
              <a:ext cx="309036" cy="23961"/>
            </a:xfrm>
            <a:custGeom>
              <a:avLst/>
              <a:pathLst>
                <a:path w="309036" h="23961">
                  <a:moveTo>
                    <a:pt x="0" y="0"/>
                  </a:moveTo>
                  <a:lnTo>
                    <a:pt x="309036" y="2396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11067351" y="6553617"/>
              <a:ext cx="121739" cy="75361"/>
            </a:xfrm>
            <a:custGeom>
              <a:avLst/>
              <a:pathLst>
                <a:path w="121739" h="75361">
                  <a:moveTo>
                    <a:pt x="0" y="75361"/>
                  </a:moveTo>
                  <a:lnTo>
                    <a:pt x="12173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11205619" y="6627433"/>
              <a:ext cx="405211" cy="37101"/>
            </a:xfrm>
            <a:custGeom>
              <a:avLst/>
              <a:pathLst>
                <a:path w="405211" h="37101">
                  <a:moveTo>
                    <a:pt x="0" y="37101"/>
                  </a:moveTo>
                  <a:lnTo>
                    <a:pt x="135283" y="23961"/>
                  </a:lnTo>
                  <a:lnTo>
                    <a:pt x="268106" y="20869"/>
                  </a:lnTo>
                  <a:lnTo>
                    <a:pt x="4052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11067351" y="6622409"/>
              <a:ext cx="461594" cy="30531"/>
            </a:xfrm>
            <a:custGeom>
              <a:avLst/>
              <a:pathLst>
                <a:path w="461594" h="30531">
                  <a:moveTo>
                    <a:pt x="0" y="19323"/>
                  </a:moveTo>
                  <a:lnTo>
                    <a:pt x="234782" y="30531"/>
                  </a:lnTo>
                  <a:lnTo>
                    <a:pt x="4615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11233400" y="6615452"/>
              <a:ext cx="433408" cy="28212"/>
            </a:xfrm>
            <a:custGeom>
              <a:avLst/>
              <a:pathLst>
                <a:path w="433408" h="28212">
                  <a:moveTo>
                    <a:pt x="0" y="28212"/>
                  </a:moveTo>
                  <a:lnTo>
                    <a:pt x="98806" y="23574"/>
                  </a:lnTo>
                  <a:lnTo>
                    <a:pt x="242090" y="19323"/>
                  </a:lnTo>
                  <a:lnTo>
                    <a:pt x="4334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11213184" y="6695065"/>
              <a:ext cx="154166" cy="6183"/>
            </a:xfrm>
            <a:custGeom>
              <a:avLst/>
              <a:pathLst>
                <a:path w="154166" h="6183">
                  <a:moveTo>
                    <a:pt x="0" y="6183"/>
                  </a:moveTo>
                  <a:lnTo>
                    <a:pt x="1541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11067351" y="6669558"/>
              <a:ext cx="346007" cy="13139"/>
            </a:xfrm>
            <a:custGeom>
              <a:avLst/>
              <a:pathLst>
                <a:path w="346007" h="13139">
                  <a:moveTo>
                    <a:pt x="0" y="13139"/>
                  </a:moveTo>
                  <a:lnTo>
                    <a:pt x="346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11067351" y="6647143"/>
              <a:ext cx="198162" cy="6183"/>
            </a:xfrm>
            <a:custGeom>
              <a:avLst/>
              <a:pathLst>
                <a:path w="198162" h="6183">
                  <a:moveTo>
                    <a:pt x="0" y="0"/>
                  </a:moveTo>
                  <a:lnTo>
                    <a:pt x="198162" y="61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11067351" y="6645211"/>
              <a:ext cx="549943" cy="25507"/>
            </a:xfrm>
            <a:custGeom>
              <a:avLst/>
              <a:pathLst>
                <a:path w="549943" h="25507">
                  <a:moveTo>
                    <a:pt x="0" y="0"/>
                  </a:moveTo>
                  <a:lnTo>
                    <a:pt x="136790" y="16231"/>
                  </a:lnTo>
                  <a:lnTo>
                    <a:pt x="309117" y="19323"/>
                  </a:lnTo>
                  <a:lnTo>
                    <a:pt x="411791" y="18164"/>
                  </a:lnTo>
                  <a:lnTo>
                    <a:pt x="549943" y="255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11067351" y="6638254"/>
              <a:ext cx="257246" cy="7342"/>
            </a:xfrm>
            <a:custGeom>
              <a:avLst/>
              <a:pathLst>
                <a:path w="257246" h="7342">
                  <a:moveTo>
                    <a:pt x="0" y="7342"/>
                  </a:moveTo>
                  <a:lnTo>
                    <a:pt x="2572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11067351" y="6604245"/>
              <a:ext cx="67175" cy="1159"/>
            </a:xfrm>
            <a:custGeom>
              <a:avLst/>
              <a:pathLst>
                <a:path w="67175" h="1159">
                  <a:moveTo>
                    <a:pt x="0" y="1159"/>
                  </a:moveTo>
                  <a:lnTo>
                    <a:pt x="671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11067351" y="6637868"/>
              <a:ext cx="659058" cy="36714"/>
            </a:xfrm>
            <a:custGeom>
              <a:avLst/>
              <a:pathLst>
                <a:path w="659058" h="36714">
                  <a:moveTo>
                    <a:pt x="0" y="36714"/>
                  </a:moveTo>
                  <a:lnTo>
                    <a:pt x="178712" y="19323"/>
                  </a:lnTo>
                  <a:lnTo>
                    <a:pt x="264855" y="36328"/>
                  </a:lnTo>
                  <a:lnTo>
                    <a:pt x="411951" y="0"/>
                  </a:lnTo>
                  <a:lnTo>
                    <a:pt x="542391" y="15845"/>
                  </a:lnTo>
                  <a:lnTo>
                    <a:pt x="659058" y="243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11067351" y="6678834"/>
              <a:ext cx="132948" cy="1932"/>
            </a:xfrm>
            <a:custGeom>
              <a:avLst/>
              <a:pathLst>
                <a:path w="132948" h="1932">
                  <a:moveTo>
                    <a:pt x="0" y="0"/>
                  </a:moveTo>
                  <a:lnTo>
                    <a:pt x="132948" y="193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11067351" y="6635549"/>
              <a:ext cx="296558" cy="36328"/>
            </a:xfrm>
            <a:custGeom>
              <a:avLst/>
              <a:pathLst>
                <a:path w="296558" h="36328">
                  <a:moveTo>
                    <a:pt x="0" y="36328"/>
                  </a:moveTo>
                  <a:lnTo>
                    <a:pt x="131735" y="0"/>
                  </a:lnTo>
                  <a:lnTo>
                    <a:pt x="2965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11259861" y="6614679"/>
              <a:ext cx="532065" cy="24347"/>
            </a:xfrm>
            <a:custGeom>
              <a:avLst/>
              <a:pathLst>
                <a:path w="532065" h="24347">
                  <a:moveTo>
                    <a:pt x="0" y="386"/>
                  </a:moveTo>
                  <a:lnTo>
                    <a:pt x="136956" y="24347"/>
                  </a:lnTo>
                  <a:lnTo>
                    <a:pt x="266304" y="0"/>
                  </a:lnTo>
                  <a:lnTo>
                    <a:pt x="398913" y="4637"/>
                  </a:lnTo>
                  <a:lnTo>
                    <a:pt x="532065" y="92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11067351" y="6652554"/>
              <a:ext cx="199637" cy="21255"/>
            </a:xfrm>
            <a:custGeom>
              <a:avLst/>
              <a:pathLst>
                <a:path w="199637" h="21255">
                  <a:moveTo>
                    <a:pt x="0" y="21255"/>
                  </a:moveTo>
                  <a:lnTo>
                    <a:pt x="19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11067351" y="6567144"/>
              <a:ext cx="406836" cy="55651"/>
            </a:xfrm>
            <a:custGeom>
              <a:avLst/>
              <a:pathLst>
                <a:path w="406836" h="55651">
                  <a:moveTo>
                    <a:pt x="0" y="55651"/>
                  </a:moveTo>
                  <a:lnTo>
                    <a:pt x="133104" y="51014"/>
                  </a:lnTo>
                  <a:lnTo>
                    <a:pt x="271177" y="21255"/>
                  </a:lnTo>
                  <a:lnTo>
                    <a:pt x="4068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11067351" y="6662215"/>
              <a:ext cx="695834" cy="22028"/>
            </a:xfrm>
            <a:custGeom>
              <a:avLst/>
              <a:pathLst>
                <a:path w="695834" h="22028">
                  <a:moveTo>
                    <a:pt x="0" y="12753"/>
                  </a:moveTo>
                  <a:lnTo>
                    <a:pt x="82427" y="8115"/>
                  </a:lnTo>
                  <a:lnTo>
                    <a:pt x="384239" y="22028"/>
                  </a:lnTo>
                  <a:lnTo>
                    <a:pt x="6958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11067351" y="6510719"/>
              <a:ext cx="720750" cy="141834"/>
            </a:xfrm>
            <a:custGeom>
              <a:avLst/>
              <a:pathLst>
                <a:path w="720750" h="141834">
                  <a:moveTo>
                    <a:pt x="0" y="141834"/>
                  </a:moveTo>
                  <a:lnTo>
                    <a:pt x="185080" y="134491"/>
                  </a:lnTo>
                  <a:lnTo>
                    <a:pt x="330797" y="129853"/>
                  </a:lnTo>
                  <a:lnTo>
                    <a:pt x="486609" y="86569"/>
                  </a:lnTo>
                  <a:lnTo>
                    <a:pt x="606703" y="12753"/>
                  </a:lnTo>
                  <a:lnTo>
                    <a:pt x="7207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11067351" y="6675355"/>
              <a:ext cx="199094" cy="8115"/>
            </a:xfrm>
            <a:custGeom>
              <a:avLst/>
              <a:pathLst>
                <a:path w="199094" h="8115">
                  <a:moveTo>
                    <a:pt x="0" y="0"/>
                  </a:moveTo>
                  <a:lnTo>
                    <a:pt x="199094" y="8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11067351" y="6632844"/>
              <a:ext cx="385296" cy="8888"/>
            </a:xfrm>
            <a:custGeom>
              <a:avLst/>
              <a:pathLst>
                <a:path w="385296" h="8888">
                  <a:moveTo>
                    <a:pt x="0" y="0"/>
                  </a:moveTo>
                  <a:lnTo>
                    <a:pt x="212681" y="8888"/>
                  </a:lnTo>
                  <a:lnTo>
                    <a:pt x="385296" y="46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11067351" y="6658351"/>
              <a:ext cx="275000" cy="13526"/>
            </a:xfrm>
            <a:custGeom>
              <a:avLst/>
              <a:pathLst>
                <a:path w="275000" h="13526">
                  <a:moveTo>
                    <a:pt x="0" y="5797"/>
                  </a:moveTo>
                  <a:lnTo>
                    <a:pt x="143277" y="13526"/>
                  </a:lnTo>
                  <a:lnTo>
                    <a:pt x="2750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11067351" y="6134683"/>
              <a:ext cx="276087" cy="502024"/>
            </a:xfrm>
            <a:custGeom>
              <a:avLst/>
              <a:pathLst>
                <a:path w="276087" h="502024">
                  <a:moveTo>
                    <a:pt x="0" y="502024"/>
                  </a:moveTo>
                  <a:lnTo>
                    <a:pt x="64673" y="0"/>
                  </a:lnTo>
                  <a:lnTo>
                    <a:pt x="136872" y="15845"/>
                  </a:lnTo>
                  <a:lnTo>
                    <a:pt x="198732" y="54492"/>
                  </a:lnTo>
                  <a:lnTo>
                    <a:pt x="276087" y="2052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11067351" y="6582989"/>
              <a:ext cx="472826" cy="38647"/>
            </a:xfrm>
            <a:custGeom>
              <a:avLst/>
              <a:pathLst>
                <a:path w="472826" h="38647">
                  <a:moveTo>
                    <a:pt x="0" y="38647"/>
                  </a:moveTo>
                  <a:lnTo>
                    <a:pt x="225543" y="0"/>
                  </a:lnTo>
                  <a:lnTo>
                    <a:pt x="342895" y="1545"/>
                  </a:lnTo>
                  <a:lnTo>
                    <a:pt x="472826" y="208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11067351" y="6577192"/>
              <a:ext cx="526812" cy="66472"/>
            </a:xfrm>
            <a:custGeom>
              <a:avLst/>
              <a:pathLst>
                <a:path w="526812" h="66472">
                  <a:moveTo>
                    <a:pt x="0" y="66472"/>
                  </a:moveTo>
                  <a:lnTo>
                    <a:pt x="136775" y="54105"/>
                  </a:lnTo>
                  <a:lnTo>
                    <a:pt x="266123" y="59129"/>
                  </a:lnTo>
                  <a:lnTo>
                    <a:pt x="402536" y="56038"/>
                  </a:lnTo>
                  <a:lnTo>
                    <a:pt x="526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11067351" y="6648689"/>
              <a:ext cx="196516" cy="20482"/>
            </a:xfrm>
            <a:custGeom>
              <a:avLst/>
              <a:pathLst>
                <a:path w="196516" h="20482">
                  <a:moveTo>
                    <a:pt x="0" y="0"/>
                  </a:moveTo>
                  <a:lnTo>
                    <a:pt x="196516" y="2048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11067351" y="6639027"/>
              <a:ext cx="280616" cy="11980"/>
            </a:xfrm>
            <a:custGeom>
              <a:avLst/>
              <a:pathLst>
                <a:path w="280616" h="11980">
                  <a:moveTo>
                    <a:pt x="0" y="8115"/>
                  </a:moveTo>
                  <a:lnTo>
                    <a:pt x="144021" y="0"/>
                  </a:lnTo>
                  <a:lnTo>
                    <a:pt x="280616" y="119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11067351" y="6637095"/>
              <a:ext cx="257246" cy="29371"/>
            </a:xfrm>
            <a:custGeom>
              <a:avLst/>
              <a:pathLst>
                <a:path w="257246" h="29371">
                  <a:moveTo>
                    <a:pt x="0" y="0"/>
                  </a:moveTo>
                  <a:lnTo>
                    <a:pt x="134669" y="5797"/>
                  </a:lnTo>
                  <a:lnTo>
                    <a:pt x="257246" y="293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11067351" y="6620477"/>
              <a:ext cx="201595" cy="13912"/>
            </a:xfrm>
            <a:custGeom>
              <a:avLst/>
              <a:pathLst>
                <a:path w="201595" h="13912">
                  <a:moveTo>
                    <a:pt x="0" y="0"/>
                  </a:moveTo>
                  <a:lnTo>
                    <a:pt x="201595" y="1391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11067351" y="6639414"/>
              <a:ext cx="274637" cy="15072"/>
            </a:xfrm>
            <a:custGeom>
              <a:avLst/>
              <a:pathLst>
                <a:path w="274637" h="15072">
                  <a:moveTo>
                    <a:pt x="0" y="15072"/>
                  </a:moveTo>
                  <a:lnTo>
                    <a:pt x="274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11067351" y="6628592"/>
              <a:ext cx="144521" cy="14299"/>
            </a:xfrm>
            <a:custGeom>
              <a:avLst/>
              <a:pathLst>
                <a:path w="144521" h="14299">
                  <a:moveTo>
                    <a:pt x="0" y="14299"/>
                  </a:moveTo>
                  <a:lnTo>
                    <a:pt x="1445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11067351" y="6653326"/>
              <a:ext cx="351921" cy="10048"/>
            </a:xfrm>
            <a:custGeom>
              <a:avLst/>
              <a:pathLst>
                <a:path w="351921" h="10048">
                  <a:moveTo>
                    <a:pt x="0" y="10048"/>
                  </a:moveTo>
                  <a:lnTo>
                    <a:pt x="3519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11067351" y="6676128"/>
              <a:ext cx="140398" cy="6569"/>
            </a:xfrm>
            <a:custGeom>
              <a:avLst/>
              <a:pathLst>
                <a:path w="140398" h="6569">
                  <a:moveTo>
                    <a:pt x="0" y="6569"/>
                  </a:moveTo>
                  <a:lnTo>
                    <a:pt x="1403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11067351" y="6602312"/>
              <a:ext cx="417199" cy="54878"/>
            </a:xfrm>
            <a:custGeom>
              <a:avLst/>
              <a:pathLst>
                <a:path w="417199" h="54878">
                  <a:moveTo>
                    <a:pt x="0" y="54878"/>
                  </a:moveTo>
                  <a:lnTo>
                    <a:pt x="138587" y="11207"/>
                  </a:lnTo>
                  <a:lnTo>
                    <a:pt x="277717" y="0"/>
                  </a:lnTo>
                  <a:lnTo>
                    <a:pt x="417199" y="1661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11067351" y="6645984"/>
              <a:ext cx="457189" cy="5024"/>
            </a:xfrm>
            <a:custGeom>
              <a:avLst/>
              <a:pathLst>
                <a:path w="457189" h="5024">
                  <a:moveTo>
                    <a:pt x="0" y="0"/>
                  </a:moveTo>
                  <a:lnTo>
                    <a:pt x="138167" y="5024"/>
                  </a:lnTo>
                  <a:lnTo>
                    <a:pt x="45718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11067351" y="6644438"/>
              <a:ext cx="133045" cy="4637"/>
            </a:xfrm>
            <a:custGeom>
              <a:avLst/>
              <a:pathLst>
                <a:path w="133045" h="4637">
                  <a:moveTo>
                    <a:pt x="0" y="0"/>
                  </a:moveTo>
                  <a:lnTo>
                    <a:pt x="133045" y="46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11067351" y="6677674"/>
              <a:ext cx="345833" cy="14685"/>
            </a:xfrm>
            <a:custGeom>
              <a:avLst/>
              <a:pathLst>
                <a:path w="345833" h="14685">
                  <a:moveTo>
                    <a:pt x="0" y="6956"/>
                  </a:moveTo>
                  <a:lnTo>
                    <a:pt x="143116" y="14685"/>
                  </a:lnTo>
                  <a:lnTo>
                    <a:pt x="3458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11067351" y="6598448"/>
              <a:ext cx="429529" cy="26666"/>
            </a:xfrm>
            <a:custGeom>
              <a:avLst/>
              <a:pathLst>
                <a:path w="429529" h="26666">
                  <a:moveTo>
                    <a:pt x="0" y="15845"/>
                  </a:moveTo>
                  <a:lnTo>
                    <a:pt x="146014" y="26666"/>
                  </a:lnTo>
                  <a:lnTo>
                    <a:pt x="277536" y="20096"/>
                  </a:lnTo>
                  <a:lnTo>
                    <a:pt x="4295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11067351" y="6572554"/>
              <a:ext cx="628442" cy="58357"/>
            </a:xfrm>
            <a:custGeom>
              <a:avLst/>
              <a:pathLst>
                <a:path w="628442" h="58357">
                  <a:moveTo>
                    <a:pt x="0" y="58357"/>
                  </a:moveTo>
                  <a:lnTo>
                    <a:pt x="203261" y="14685"/>
                  </a:lnTo>
                  <a:lnTo>
                    <a:pt x="342049" y="0"/>
                  </a:lnTo>
                  <a:lnTo>
                    <a:pt x="456159" y="20482"/>
                  </a:lnTo>
                  <a:lnTo>
                    <a:pt x="628442" y="15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11067351" y="6599607"/>
              <a:ext cx="339742" cy="15458"/>
            </a:xfrm>
            <a:custGeom>
              <a:avLst/>
              <a:pathLst>
                <a:path w="339742" h="15458">
                  <a:moveTo>
                    <a:pt x="0" y="5797"/>
                  </a:moveTo>
                  <a:lnTo>
                    <a:pt x="51221" y="0"/>
                  </a:lnTo>
                  <a:lnTo>
                    <a:pt x="210507" y="2318"/>
                  </a:lnTo>
                  <a:lnTo>
                    <a:pt x="339742" y="154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11334742" y="6650621"/>
              <a:ext cx="132971" cy="20869"/>
            </a:xfrm>
            <a:custGeom>
              <a:avLst/>
              <a:pathLst>
                <a:path w="132971" h="20869">
                  <a:moveTo>
                    <a:pt x="0" y="0"/>
                  </a:moveTo>
                  <a:lnTo>
                    <a:pt x="132971" y="2086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11067351" y="6627842"/>
              <a:ext cx="932247" cy="25058"/>
            </a:xfrm>
            <a:custGeom>
              <a:avLst/>
              <a:pathLst>
                <a:path w="932247" h="25058">
                  <a:moveTo>
                    <a:pt x="0" y="25058"/>
                  </a:moveTo>
                  <a:lnTo>
                    <a:pt x="9416" y="24805"/>
                  </a:lnTo>
                  <a:lnTo>
                    <a:pt x="18833" y="24552"/>
                  </a:lnTo>
                  <a:lnTo>
                    <a:pt x="28249" y="24299"/>
                  </a:lnTo>
                  <a:lnTo>
                    <a:pt x="37666" y="24046"/>
                  </a:lnTo>
                  <a:lnTo>
                    <a:pt x="47083" y="23793"/>
                  </a:lnTo>
                  <a:lnTo>
                    <a:pt x="56499" y="23540"/>
                  </a:lnTo>
                  <a:lnTo>
                    <a:pt x="65916" y="23287"/>
                  </a:lnTo>
                  <a:lnTo>
                    <a:pt x="75333" y="23034"/>
                  </a:lnTo>
                  <a:lnTo>
                    <a:pt x="84749" y="22780"/>
                  </a:lnTo>
                  <a:lnTo>
                    <a:pt x="94166" y="22527"/>
                  </a:lnTo>
                  <a:lnTo>
                    <a:pt x="103583" y="22274"/>
                  </a:lnTo>
                  <a:lnTo>
                    <a:pt x="112999" y="22021"/>
                  </a:lnTo>
                  <a:lnTo>
                    <a:pt x="122416" y="21768"/>
                  </a:lnTo>
                  <a:lnTo>
                    <a:pt x="131832" y="21515"/>
                  </a:lnTo>
                  <a:lnTo>
                    <a:pt x="141249" y="21262"/>
                  </a:lnTo>
                  <a:lnTo>
                    <a:pt x="150666" y="21009"/>
                  </a:lnTo>
                  <a:lnTo>
                    <a:pt x="160082" y="20755"/>
                  </a:lnTo>
                  <a:lnTo>
                    <a:pt x="169499" y="20502"/>
                  </a:lnTo>
                  <a:lnTo>
                    <a:pt x="178916" y="20249"/>
                  </a:lnTo>
                  <a:lnTo>
                    <a:pt x="188332" y="19996"/>
                  </a:lnTo>
                  <a:lnTo>
                    <a:pt x="197749" y="19743"/>
                  </a:lnTo>
                  <a:lnTo>
                    <a:pt x="207166" y="19490"/>
                  </a:lnTo>
                  <a:lnTo>
                    <a:pt x="216582" y="19237"/>
                  </a:lnTo>
                  <a:lnTo>
                    <a:pt x="225999" y="18984"/>
                  </a:lnTo>
                  <a:lnTo>
                    <a:pt x="235416" y="18730"/>
                  </a:lnTo>
                  <a:lnTo>
                    <a:pt x="244832" y="18477"/>
                  </a:lnTo>
                  <a:lnTo>
                    <a:pt x="254249" y="18224"/>
                  </a:lnTo>
                  <a:lnTo>
                    <a:pt x="263665" y="17971"/>
                  </a:lnTo>
                  <a:lnTo>
                    <a:pt x="273082" y="17718"/>
                  </a:lnTo>
                  <a:lnTo>
                    <a:pt x="282499" y="17465"/>
                  </a:lnTo>
                  <a:lnTo>
                    <a:pt x="291915" y="17212"/>
                  </a:lnTo>
                  <a:lnTo>
                    <a:pt x="301332" y="16959"/>
                  </a:lnTo>
                  <a:lnTo>
                    <a:pt x="310749" y="16705"/>
                  </a:lnTo>
                  <a:lnTo>
                    <a:pt x="320165" y="16452"/>
                  </a:lnTo>
                  <a:lnTo>
                    <a:pt x="329582" y="16199"/>
                  </a:lnTo>
                  <a:lnTo>
                    <a:pt x="338999" y="15946"/>
                  </a:lnTo>
                  <a:lnTo>
                    <a:pt x="348415" y="15693"/>
                  </a:lnTo>
                  <a:lnTo>
                    <a:pt x="357832" y="15440"/>
                  </a:lnTo>
                  <a:lnTo>
                    <a:pt x="367248" y="15187"/>
                  </a:lnTo>
                  <a:lnTo>
                    <a:pt x="376665" y="14934"/>
                  </a:lnTo>
                  <a:lnTo>
                    <a:pt x="386082" y="14681"/>
                  </a:lnTo>
                  <a:lnTo>
                    <a:pt x="395498" y="14427"/>
                  </a:lnTo>
                  <a:lnTo>
                    <a:pt x="404915" y="14174"/>
                  </a:lnTo>
                  <a:lnTo>
                    <a:pt x="414332" y="13921"/>
                  </a:lnTo>
                  <a:lnTo>
                    <a:pt x="423748" y="13668"/>
                  </a:lnTo>
                  <a:lnTo>
                    <a:pt x="433165" y="13415"/>
                  </a:lnTo>
                  <a:lnTo>
                    <a:pt x="442582" y="13162"/>
                  </a:lnTo>
                  <a:lnTo>
                    <a:pt x="451998" y="12909"/>
                  </a:lnTo>
                  <a:lnTo>
                    <a:pt x="461415" y="12656"/>
                  </a:lnTo>
                  <a:lnTo>
                    <a:pt x="470832" y="12402"/>
                  </a:lnTo>
                  <a:lnTo>
                    <a:pt x="480248" y="12149"/>
                  </a:lnTo>
                  <a:lnTo>
                    <a:pt x="489665" y="11896"/>
                  </a:lnTo>
                  <a:lnTo>
                    <a:pt x="499081" y="11643"/>
                  </a:lnTo>
                  <a:lnTo>
                    <a:pt x="508498" y="11390"/>
                  </a:lnTo>
                  <a:lnTo>
                    <a:pt x="517915" y="11137"/>
                  </a:lnTo>
                  <a:lnTo>
                    <a:pt x="527331" y="10884"/>
                  </a:lnTo>
                  <a:lnTo>
                    <a:pt x="536748" y="10631"/>
                  </a:lnTo>
                  <a:lnTo>
                    <a:pt x="546165" y="10377"/>
                  </a:lnTo>
                  <a:lnTo>
                    <a:pt x="555581" y="10124"/>
                  </a:lnTo>
                  <a:lnTo>
                    <a:pt x="564998" y="9871"/>
                  </a:lnTo>
                  <a:lnTo>
                    <a:pt x="574415" y="9618"/>
                  </a:lnTo>
                  <a:lnTo>
                    <a:pt x="583831" y="9365"/>
                  </a:lnTo>
                  <a:lnTo>
                    <a:pt x="593248" y="9112"/>
                  </a:lnTo>
                  <a:lnTo>
                    <a:pt x="602664" y="8859"/>
                  </a:lnTo>
                  <a:lnTo>
                    <a:pt x="612081" y="8606"/>
                  </a:lnTo>
                  <a:lnTo>
                    <a:pt x="621498" y="8352"/>
                  </a:lnTo>
                  <a:lnTo>
                    <a:pt x="630914" y="8099"/>
                  </a:lnTo>
                  <a:lnTo>
                    <a:pt x="640331" y="7846"/>
                  </a:lnTo>
                  <a:lnTo>
                    <a:pt x="649748" y="7593"/>
                  </a:lnTo>
                  <a:lnTo>
                    <a:pt x="659164" y="7340"/>
                  </a:lnTo>
                  <a:lnTo>
                    <a:pt x="668581" y="7087"/>
                  </a:lnTo>
                  <a:lnTo>
                    <a:pt x="677998" y="6834"/>
                  </a:lnTo>
                  <a:lnTo>
                    <a:pt x="687414" y="6581"/>
                  </a:lnTo>
                  <a:lnTo>
                    <a:pt x="696831" y="6328"/>
                  </a:lnTo>
                  <a:lnTo>
                    <a:pt x="706248" y="6074"/>
                  </a:lnTo>
                  <a:lnTo>
                    <a:pt x="715664" y="5821"/>
                  </a:lnTo>
                  <a:lnTo>
                    <a:pt x="725081" y="5568"/>
                  </a:lnTo>
                  <a:lnTo>
                    <a:pt x="734497" y="5315"/>
                  </a:lnTo>
                  <a:lnTo>
                    <a:pt x="743914" y="5062"/>
                  </a:lnTo>
                  <a:lnTo>
                    <a:pt x="753331" y="4809"/>
                  </a:lnTo>
                  <a:lnTo>
                    <a:pt x="762747" y="4556"/>
                  </a:lnTo>
                  <a:lnTo>
                    <a:pt x="772164" y="4303"/>
                  </a:lnTo>
                  <a:lnTo>
                    <a:pt x="781581" y="4049"/>
                  </a:lnTo>
                  <a:lnTo>
                    <a:pt x="790997" y="3796"/>
                  </a:lnTo>
                  <a:lnTo>
                    <a:pt x="800414" y="3543"/>
                  </a:lnTo>
                  <a:lnTo>
                    <a:pt x="809831" y="3290"/>
                  </a:lnTo>
                  <a:lnTo>
                    <a:pt x="819247" y="3037"/>
                  </a:lnTo>
                  <a:lnTo>
                    <a:pt x="828664" y="2784"/>
                  </a:lnTo>
                  <a:lnTo>
                    <a:pt x="838081" y="2531"/>
                  </a:lnTo>
                  <a:lnTo>
                    <a:pt x="847497" y="2278"/>
                  </a:lnTo>
                  <a:lnTo>
                    <a:pt x="856914" y="2024"/>
                  </a:lnTo>
                  <a:lnTo>
                    <a:pt x="866330" y="1771"/>
                  </a:lnTo>
                  <a:lnTo>
                    <a:pt x="875747" y="1518"/>
                  </a:lnTo>
                  <a:lnTo>
                    <a:pt x="885164" y="1265"/>
                  </a:lnTo>
                  <a:lnTo>
                    <a:pt x="894580" y="1012"/>
                  </a:lnTo>
                  <a:lnTo>
                    <a:pt x="903997" y="759"/>
                  </a:lnTo>
                  <a:lnTo>
                    <a:pt x="913414" y="506"/>
                  </a:lnTo>
                  <a:lnTo>
                    <a:pt x="922830" y="253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73" name="tx3573"/>
            <p:cNvSpPr/>
            <p:nvPr/>
          </p:nvSpPr>
          <p:spPr>
            <a:xfrm>
              <a:off x="10985242" y="54397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0.034 Z/year</a:t>
              </a:r>
            </a:p>
          </p:txBody>
        </p:sp>
        <p:sp>
          <p:nvSpPr>
            <p:cNvPr id="3574" name="rc3574"/>
            <p:cNvSpPr/>
            <p:nvPr/>
          </p:nvSpPr>
          <p:spPr>
            <a:xfrm>
              <a:off x="11020738" y="54186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tx3575"/>
            <p:cNvSpPr/>
            <p:nvPr/>
          </p:nvSpPr>
          <p:spPr>
            <a:xfrm>
              <a:off x="10895953" y="6598153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6" name="tx3576"/>
            <p:cNvSpPr/>
            <p:nvPr/>
          </p:nvSpPr>
          <p:spPr>
            <a:xfrm>
              <a:off x="10895953" y="6339527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77" name="tx3577"/>
            <p:cNvSpPr/>
            <p:nvPr/>
          </p:nvSpPr>
          <p:spPr>
            <a:xfrm>
              <a:off x="10833797" y="607806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78" name="tx3578"/>
            <p:cNvSpPr/>
            <p:nvPr/>
          </p:nvSpPr>
          <p:spPr>
            <a:xfrm>
              <a:off x="10833797" y="581801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579" name="tx3579"/>
            <p:cNvSpPr/>
            <p:nvPr/>
          </p:nvSpPr>
          <p:spPr>
            <a:xfrm>
              <a:off x="10833797" y="555797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80" name="pl3580"/>
            <p:cNvSpPr/>
            <p:nvPr/>
          </p:nvSpPr>
          <p:spPr>
            <a:xfrm>
              <a:off x="10985944" y="66398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10985944" y="63798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10985944" y="611975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10985944" y="58597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10985944" y="559966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11067351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11397967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1172858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tx3588"/>
            <p:cNvSpPr/>
            <p:nvPr/>
          </p:nvSpPr>
          <p:spPr>
            <a:xfrm>
              <a:off x="11036273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89" name="tx3589"/>
            <p:cNvSpPr/>
            <p:nvPr/>
          </p:nvSpPr>
          <p:spPr>
            <a:xfrm>
              <a:off x="11366889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90" name="tx3590"/>
            <p:cNvSpPr/>
            <p:nvPr/>
          </p:nvSpPr>
          <p:spPr>
            <a:xfrm>
              <a:off x="11666428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1" name="tx3591"/>
            <p:cNvSpPr/>
            <p:nvPr/>
          </p:nvSpPr>
          <p:spPr>
            <a:xfrm>
              <a:off x="10912294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3592" name="tx3592"/>
            <p:cNvSpPr/>
            <p:nvPr/>
          </p:nvSpPr>
          <p:spPr>
            <a:xfrm rot="-5400000">
              <a:off x="10152384" y="60277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  <p:sp>
          <p:nvSpPr>
            <p:cNvPr id="3593" name="rc3593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rc3594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11020738" y="8361846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11020738" y="8095937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11020738" y="7830027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11020738" y="7564118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11020738" y="7298209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1123265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115632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1189389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11020738" y="8494801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11020738" y="8228891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11020738" y="7962982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11020738" y="769707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11020738" y="7431163"/>
              <a:ext cx="1025472" cy="0"/>
            </a:xfrm>
            <a:custGeom>
              <a:avLst/>
              <a:pathLst>
                <a:path w="1025472" h="0">
                  <a:moveTo>
                    <a:pt x="0" y="0"/>
                  </a:moveTo>
                  <a:lnTo>
                    <a:pt x="1025472" y="0"/>
                  </a:lnTo>
                  <a:lnTo>
                    <a:pt x="102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11067351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1139796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1172858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11042525" y="8200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11042525" y="8299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11118515" y="8235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11176583" y="8201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11313540" y="8183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11042525" y="8431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11221057" y="8411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11307199" y="84225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11441619" y="84067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11726737" y="8347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11042525" y="83193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11174140" y="81897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11042525" y="8020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11042525" y="8363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11169098" y="8434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11042525" y="79680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11121148" y="8035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11278442" y="8045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11042525" y="8377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11042525" y="8141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11174140" y="8022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11261851" y="839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11443250" y="8305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11592163" y="82719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11042525" y="75941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11042525" y="82059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11042525" y="8414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11042525" y="8425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11282380" y="84149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11458105" y="84114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11042525" y="76744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11118570" y="74855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11042525" y="83806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11182137" y="8351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11245362" y="8326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11042525" y="8413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11255387" y="836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11178938" y="8364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11042525" y="7903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11042525" y="8432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11042525" y="83944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11042525" y="7748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11105931" y="7696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11118560" y="80945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11189937" y="8096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11042525" y="83715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11115988" y="81308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11042525" y="8140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11128728" y="8037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11264445" y="7989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11413998" y="7979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11491438" y="81336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11042525" y="7713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11042525" y="77921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11042525" y="8430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11176583" y="841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11042525" y="7638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11042525" y="8359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11273141" y="8370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11042525" y="81363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11113429" y="809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11179371" y="80806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11042525" y="78036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11042525" y="8431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11042525" y="8226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11102052" y="8203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11042525" y="8397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11042525" y="8428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11042525" y="78060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11108467" y="79806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11175850" y="7949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11042525" y="7378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11112578" y="73337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11042525" y="7662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11090713" y="75930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11042525" y="84264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11042525" y="8428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11152670" y="843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11042525" y="8405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11042525" y="83343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11179558" y="8238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11042525" y="8122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11121510" y="81640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11042525" y="82830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11125611" y="82873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11186728" y="830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11042525" y="84217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11042525" y="8212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11042525" y="8395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11310279" y="8385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11042525" y="793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11104074" y="79154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11187227" y="8176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11248096" y="81751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11042525" y="81553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11109589" y="8132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11042525" y="7851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11042525" y="8275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11118612" y="82754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11042525" y="8414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11108342" y="8442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11176764" y="84177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11240532" y="82885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11379700" y="8351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11511366" y="8390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11042525" y="8405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11185822" y="839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11042525" y="8369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11350409" y="8253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11042525" y="7985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11176671" y="7825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11042525" y="8426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11132380" y="83885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11042525" y="8140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11111003" y="82561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11042525" y="8192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11109735" y="8325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11042525" y="77107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11042525" y="8277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11113539" y="8341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11042525" y="82893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11108689" y="8326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11176764" y="8297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11374447" y="82786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11437815" y="82691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11499953" y="82834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11570967" y="82573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11636772" y="81842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11709011" y="82178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11772417" y="8140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11042525" y="83268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11042525" y="7889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11169336" y="8457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11306112" y="78376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11373322" y="7920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11439264" y="7889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11042525" y="8303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11124840" y="8290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11042525" y="82980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11042525" y="78324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11108648" y="8013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11042525" y="79708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11042525" y="84007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11042525" y="8432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11122405" y="84533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11042525" y="8238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11124952" y="8224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11241438" y="8147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11042525" y="8356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11042525" y="843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11042525" y="8266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11167163" y="82308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11317525" y="81743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11042525" y="8395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11116800" y="82415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11042525" y="7867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11111547" y="7938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11176140" y="8066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11042525" y="840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11042525" y="80933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11042525" y="83837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11259192" y="8361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11042525" y="79909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11042525" y="827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11042525" y="8245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11114626" y="8130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11182871" y="8238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11250134" y="8255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11317163" y="8235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11335279" y="8374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11042525" y="81288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11042525" y="7827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11042525" y="8275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11042525" y="83999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11183286" y="8394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11314626" y="8377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11449047" y="83766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11042525" y="83509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11169211" y="8327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11241438" y="8234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11042525" y="841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11042525" y="83723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11115935" y="8373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11042525" y="8256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11105931" y="8030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11171510" y="81466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11042525" y="8426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11042525" y="8385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11042525" y="8223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11119922" y="81770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11042525" y="8395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11118497" y="84102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11042525" y="80711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11122778" y="8015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11042525" y="7941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11042525" y="81411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11111003" y="80510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11178463" y="8096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11244337" y="8143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11330569" y="7985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11042525" y="7939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11274771" y="79202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11042525" y="842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11114296" y="8437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11171692" y="8461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11042525" y="76542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11109673" y="7578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11042525" y="82917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11142886" y="8231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11187149" y="81569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11042525" y="8188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11256655" y="815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11327670" y="8135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11373244" y="8158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11042525" y="83304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11042525" y="8080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11042525" y="8244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11266884" y="8136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11380653" y="81727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11512537" y="8009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11042525" y="79712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11121929" y="8031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11175315" y="80391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11042525" y="7554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11042525" y="82758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11123865" y="81913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11042525" y="8417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11042525" y="7933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11111184" y="7941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11192163" y="76594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11042525" y="73985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11042525" y="8347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11122390" y="8369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11042525" y="834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11109373" y="8302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11177774" y="8341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11234735" y="83189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11308648" y="83379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11042525" y="8415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11042525" y="8325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11113720" y="835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11179520" y="8316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11042525" y="8405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11241881" y="84450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11392605" y="8457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11504200" y="845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11676120" y="84236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11179382" y="78838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11255469" y="8020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11042525" y="82675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11112254" y="8322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11184537" y="8311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11255528" y="82861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11042525" y="78281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11042525" y="8179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11179291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11449219" y="850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11042525" y="83478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11042525" y="8192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11142553" y="8151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11187452" y="8160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11260641" y="7951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11042525" y="8047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11181854" y="81367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11247779" y="8137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11410395" y="8240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11042525" y="817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11119872" y="82181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11042525" y="80360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11042525" y="84323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11245323" y="8386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11382098" y="84513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11505105" y="84406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11042525" y="8407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11042525" y="8425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11042525" y="75329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11118310" y="75392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11042525" y="84098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11042525" y="79838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11042525" y="80707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11445035" y="83873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11042525" y="7831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11109877" y="7727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11176221" y="77178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11412490" y="78182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11042525" y="79158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11042525" y="8403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11042525" y="8031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11042525" y="8026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11231293" y="80399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11312453" y="809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11373322" y="8056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11042525" y="8314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11251402" y="82557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11465895" y="79739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11042525" y="83932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11042525" y="76206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11042525" y="7965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11118569" y="7998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11184511" y="80905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11042525" y="7304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11114626" y="73740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11182979" y="73713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11042525" y="82877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11101123" y="82743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11190978" y="82470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11388804" y="8169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11517971" y="8026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11042525" y="840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11042525" y="8417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11042525" y="8245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11175858" y="80289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11042525" y="83446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11042525" y="83355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11252883" y="8403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11042525" y="8431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11335641" y="83774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11042525" y="8266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11042525" y="8353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11192163" y="82521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11321837" y="83162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11042525" y="8430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11176402" y="842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11042525" y="8428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11245424" y="8416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11042525" y="8239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11042525" y="8326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11042525" y="83276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11042525" y="8332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11042525" y="7763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11113902" y="7721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11177126" y="7680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11042525" y="83584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11193401" y="8376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11307380" y="8401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11440532" y="8379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11042525" y="8054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11125677" y="80644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11042525" y="842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11221238" y="839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11309916" y="8401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11441801" y="83612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11568431" y="83086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11042525" y="84161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11042525" y="81806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11248237" y="8140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11199771" y="77309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11307380" y="7687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11042525" y="816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11180759" y="8153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11242706" y="81968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11322598" y="822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11042525" y="8379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11313721" y="83450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11454482" y="83561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11599772" y="82284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11042525" y="8432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11265532" y="8350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11042525" y="8382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11192163" y="8366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11042525" y="80300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11114960" y="8071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11183286" y="8093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11184554" y="78079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11042525" y="8139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11042525" y="83047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11042525" y="77455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11108467" y="75716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11176851" y="7512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11245424" y="7585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11321329" y="7600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11042525" y="841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11115532" y="8405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11174409" y="8415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11253576" y="8393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11317344" y="83671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11506125" y="82644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11633105" y="82498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11714250" y="8116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11042525" y="7467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11111003" y="74487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11197092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11263177" y="74831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11331474" y="79901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11042525" y="8033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11110460" y="815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11245242" y="81197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11308467" y="81359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11042525" y="81403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11042525" y="78380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11110947" y="78064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11042525" y="8332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11042525" y="7786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11110773" y="79878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11042525" y="77222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11042525" y="8275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11170150" y="8179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11042525" y="8418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11205931" y="842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11042525" y="83924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11241438" y="83620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11042525" y="83241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11042525" y="84232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11042525" y="8011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11111135" y="79885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11139626" y="84248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11307380" y="84300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11042525" y="8210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11109916" y="81869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11185812" y="8191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11042525" y="80984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11042525" y="8253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11042525" y="79170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11122031" y="79905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11042525" y="7901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11111365" y="7697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11178576" y="76724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11042525" y="8431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11242869" y="8368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11042525" y="8428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11042525" y="83482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11042525" y="82814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11102628" y="82545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11185236" y="83067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11529119" y="8381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11198503" y="8043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11318793" y="8100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11387271" y="8182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11042525" y="8385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11042525" y="84193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11241619" y="84244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11832743" y="8399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11042525" y="8332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11042525" y="8173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11117344" y="80755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11239502" y="8002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11042525" y="8296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11042525" y="8230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11184286" y="8138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11309728" y="80028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11384649" y="817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11042525" y="8179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11042525" y="8293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11042525" y="8018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11112146" y="78178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11042525" y="834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11121141" y="83110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11042525" y="83936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11197072" y="8330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11042525" y="84201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11042525" y="8224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11117010" y="80368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11042525" y="79550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11042525" y="80498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11117244" y="8120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11042525" y="8292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11042525" y="7969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11042525" y="80913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11120911" y="7997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11195967" y="7985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11324047" y="8054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11042525" y="84312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11042525" y="8416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11188539" y="84549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11381019" y="84632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11042525" y="83245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11042525" y="8263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11042525" y="82648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11042525" y="8401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11209554" y="83889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11318793" y="8356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11449409" y="836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11578214" y="8265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11705025" y="8164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11042525" y="78961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11042525" y="8093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11176071" y="8147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11042525" y="8313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11042525" y="8284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11109561" y="8258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11175503" y="82276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11042525" y="8353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11202126" y="83497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11042525" y="78787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11109321" y="7907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11042525" y="74918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11240012" y="73598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11042525" y="82450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11167986" y="8221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11042525" y="8426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11116551" y="84675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11185641" y="8415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11042525" y="8428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11270605" y="82762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11042525" y="8425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11512996" y="84430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11113902" y="8417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11042525" y="8377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11256655" y="8339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11042525" y="78811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11175985" y="77534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11243068" y="77072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11313721" y="768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11373685" y="7653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11042525" y="77317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11113539" y="7769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11042525" y="83351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11042525" y="8364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11109624" y="83545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11175496" y="83114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11242706" y="83059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11042525" y="8139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11111353" y="80545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11042525" y="82490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11118431" y="8316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11042525" y="8427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11241124" y="84153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11444566" y="83324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11042525" y="77475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11121139" y="7685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11203394" y="78000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11042525" y="83363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11257380" y="84363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11461728" y="8470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11042525" y="82237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11042525" y="83802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11042525" y="82992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11042525" y="8088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11042525" y="84315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11175383" y="84564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11313358" y="84742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11587091" y="84655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11042525" y="78984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11042525" y="81778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11175654" y="81814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11328915" y="80194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11453371" y="76827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11042525" y="80593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11123617" y="820871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11042525" y="83632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11042525" y="83367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11042525" y="84304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11251583" y="83102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11042525" y="81502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11107151" y="81925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11180702" y="8166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11262213" y="8087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11351897" y="8154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11448274" y="82387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11512948" y="8258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11042525" y="79083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11067351" y="8226819"/>
              <a:ext cx="134058" cy="97610"/>
            </a:xfrm>
            <a:custGeom>
              <a:avLst/>
              <a:pathLst>
                <a:path w="134058" h="97610">
                  <a:moveTo>
                    <a:pt x="0" y="97610"/>
                  </a:moveTo>
                  <a:lnTo>
                    <a:pt x="75990" y="33590"/>
                  </a:lnTo>
                  <a:lnTo>
                    <a:pt x="134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11067351" y="8431526"/>
              <a:ext cx="399094" cy="24501"/>
            </a:xfrm>
            <a:custGeom>
              <a:avLst/>
              <a:pathLst>
                <a:path w="399094" h="24501">
                  <a:moveTo>
                    <a:pt x="0" y="24501"/>
                  </a:moveTo>
                  <a:lnTo>
                    <a:pt x="178531" y="4742"/>
                  </a:lnTo>
                  <a:lnTo>
                    <a:pt x="264674" y="15807"/>
                  </a:lnTo>
                  <a:lnTo>
                    <a:pt x="3990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11067351" y="8214569"/>
              <a:ext cx="131614" cy="129620"/>
            </a:xfrm>
            <a:custGeom>
              <a:avLst/>
              <a:pathLst>
                <a:path w="131614" h="129620">
                  <a:moveTo>
                    <a:pt x="0" y="129620"/>
                  </a:moveTo>
                  <a:lnTo>
                    <a:pt x="1316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11067351" y="8388055"/>
              <a:ext cx="126573" cy="71528"/>
            </a:xfrm>
            <a:custGeom>
              <a:avLst/>
              <a:pathLst>
                <a:path w="126573" h="71528">
                  <a:moveTo>
                    <a:pt x="0" y="0"/>
                  </a:moveTo>
                  <a:lnTo>
                    <a:pt x="126573" y="715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11067351" y="7992869"/>
              <a:ext cx="235917" cy="77456"/>
            </a:xfrm>
            <a:custGeom>
              <a:avLst/>
              <a:pathLst>
                <a:path w="235917" h="77456">
                  <a:moveTo>
                    <a:pt x="0" y="0"/>
                  </a:moveTo>
                  <a:lnTo>
                    <a:pt x="78623" y="67181"/>
                  </a:lnTo>
                  <a:lnTo>
                    <a:pt x="235917" y="7745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11067351" y="8047800"/>
              <a:ext cx="131614" cy="118160"/>
            </a:xfrm>
            <a:custGeom>
              <a:avLst/>
              <a:pathLst>
                <a:path w="131614" h="118160">
                  <a:moveTo>
                    <a:pt x="0" y="118160"/>
                  </a:moveTo>
                  <a:lnTo>
                    <a:pt x="1316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11286677" y="8296767"/>
              <a:ext cx="330311" cy="120531"/>
            </a:xfrm>
            <a:custGeom>
              <a:avLst/>
              <a:pathLst>
                <a:path w="330311" h="120531">
                  <a:moveTo>
                    <a:pt x="0" y="120531"/>
                  </a:moveTo>
                  <a:lnTo>
                    <a:pt x="181398" y="33195"/>
                  </a:lnTo>
                  <a:lnTo>
                    <a:pt x="3303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11067351" y="8436268"/>
              <a:ext cx="415580" cy="13831"/>
            </a:xfrm>
            <a:custGeom>
              <a:avLst/>
              <a:pathLst>
                <a:path w="415580" h="13831">
                  <a:moveTo>
                    <a:pt x="0" y="13831"/>
                  </a:moveTo>
                  <a:lnTo>
                    <a:pt x="239855" y="3556"/>
                  </a:lnTo>
                  <a:lnTo>
                    <a:pt x="41558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11067351" y="7510348"/>
              <a:ext cx="76044" cy="188898"/>
            </a:xfrm>
            <a:custGeom>
              <a:avLst/>
              <a:pathLst>
                <a:path w="76044" h="188898">
                  <a:moveTo>
                    <a:pt x="0" y="188898"/>
                  </a:moveTo>
                  <a:lnTo>
                    <a:pt x="760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11067351" y="8350908"/>
              <a:ext cx="202836" cy="54535"/>
            </a:xfrm>
            <a:custGeom>
              <a:avLst/>
              <a:pathLst>
                <a:path w="202836" h="54535">
                  <a:moveTo>
                    <a:pt x="0" y="54535"/>
                  </a:moveTo>
                  <a:lnTo>
                    <a:pt x="139612" y="25291"/>
                  </a:lnTo>
                  <a:lnTo>
                    <a:pt x="2028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11067351" y="8388845"/>
              <a:ext cx="212862" cy="49398"/>
            </a:xfrm>
            <a:custGeom>
              <a:avLst/>
              <a:pathLst>
                <a:path w="212862" h="49398">
                  <a:moveTo>
                    <a:pt x="0" y="49398"/>
                  </a:moveTo>
                  <a:lnTo>
                    <a:pt x="21286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11067351" y="7721377"/>
              <a:ext cx="63405" cy="52164"/>
            </a:xfrm>
            <a:custGeom>
              <a:avLst/>
              <a:pathLst>
                <a:path w="63405" h="52164">
                  <a:moveTo>
                    <a:pt x="0" y="52164"/>
                  </a:moveTo>
                  <a:lnTo>
                    <a:pt x="634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11143386" y="8119329"/>
              <a:ext cx="71376" cy="1975"/>
            </a:xfrm>
            <a:custGeom>
              <a:avLst/>
              <a:pathLst>
                <a:path w="71376" h="1975">
                  <a:moveTo>
                    <a:pt x="0" y="0"/>
                  </a:moveTo>
                  <a:lnTo>
                    <a:pt x="71376" y="197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11067351" y="8003935"/>
              <a:ext cx="448913" cy="161235"/>
            </a:xfrm>
            <a:custGeom>
              <a:avLst/>
              <a:pathLst>
                <a:path w="448913" h="161235">
                  <a:moveTo>
                    <a:pt x="0" y="161235"/>
                  </a:moveTo>
                  <a:lnTo>
                    <a:pt x="86203" y="58092"/>
                  </a:lnTo>
                  <a:lnTo>
                    <a:pt x="221920" y="10274"/>
                  </a:lnTo>
                  <a:lnTo>
                    <a:pt x="371473" y="0"/>
                  </a:lnTo>
                  <a:lnTo>
                    <a:pt x="448913" y="1545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11067351" y="8443381"/>
              <a:ext cx="134058" cy="11855"/>
            </a:xfrm>
            <a:custGeom>
              <a:avLst/>
              <a:pathLst>
                <a:path w="134058" h="11855">
                  <a:moveTo>
                    <a:pt x="0" y="11855"/>
                  </a:moveTo>
                  <a:lnTo>
                    <a:pt x="134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11067351" y="8384498"/>
              <a:ext cx="230616" cy="10670"/>
            </a:xfrm>
            <a:custGeom>
              <a:avLst/>
              <a:pathLst>
                <a:path w="230616" h="10670">
                  <a:moveTo>
                    <a:pt x="0" y="0"/>
                  </a:moveTo>
                  <a:lnTo>
                    <a:pt x="230616" y="1067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11067351" y="8105497"/>
              <a:ext cx="136846" cy="55721"/>
            </a:xfrm>
            <a:custGeom>
              <a:avLst/>
              <a:pathLst>
                <a:path w="136846" h="55721">
                  <a:moveTo>
                    <a:pt x="0" y="55721"/>
                  </a:moveTo>
                  <a:lnTo>
                    <a:pt x="70904" y="11460"/>
                  </a:lnTo>
                  <a:lnTo>
                    <a:pt x="1368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11067351" y="8228795"/>
              <a:ext cx="59527" cy="22525"/>
            </a:xfrm>
            <a:custGeom>
              <a:avLst/>
              <a:pathLst>
                <a:path w="59527" h="22525">
                  <a:moveTo>
                    <a:pt x="0" y="22525"/>
                  </a:moveTo>
                  <a:lnTo>
                    <a:pt x="595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11067351" y="7830843"/>
              <a:ext cx="133325" cy="174672"/>
            </a:xfrm>
            <a:custGeom>
              <a:avLst/>
              <a:pathLst>
                <a:path w="133325" h="174672">
                  <a:moveTo>
                    <a:pt x="0" y="0"/>
                  </a:moveTo>
                  <a:lnTo>
                    <a:pt x="65942" y="174672"/>
                  </a:lnTo>
                  <a:lnTo>
                    <a:pt x="133325" y="1438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11067351" y="7358596"/>
              <a:ext cx="70052" cy="44260"/>
            </a:xfrm>
            <a:custGeom>
              <a:avLst/>
              <a:pathLst>
                <a:path w="70052" h="44260">
                  <a:moveTo>
                    <a:pt x="0" y="44260"/>
                  </a:moveTo>
                  <a:lnTo>
                    <a:pt x="700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11067351" y="7617838"/>
              <a:ext cx="48188" cy="69552"/>
            </a:xfrm>
            <a:custGeom>
              <a:avLst/>
              <a:pathLst>
                <a:path w="48188" h="69552">
                  <a:moveTo>
                    <a:pt x="0" y="69552"/>
                  </a:moveTo>
                  <a:lnTo>
                    <a:pt x="481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11067351" y="8452866"/>
              <a:ext cx="110145" cy="8298"/>
            </a:xfrm>
            <a:custGeom>
              <a:avLst/>
              <a:pathLst>
                <a:path w="110145" h="8298">
                  <a:moveTo>
                    <a:pt x="0" y="0"/>
                  </a:moveTo>
                  <a:lnTo>
                    <a:pt x="110145" y="82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11067351" y="8263572"/>
              <a:ext cx="137032" cy="95634"/>
            </a:xfrm>
            <a:custGeom>
              <a:avLst/>
              <a:pathLst>
                <a:path w="137032" h="95634">
                  <a:moveTo>
                    <a:pt x="0" y="95634"/>
                  </a:moveTo>
                  <a:lnTo>
                    <a:pt x="13703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11067351" y="8147782"/>
              <a:ext cx="78985" cy="41099"/>
            </a:xfrm>
            <a:custGeom>
              <a:avLst/>
              <a:pathLst>
                <a:path w="78985" h="41099">
                  <a:moveTo>
                    <a:pt x="0" y="0"/>
                  </a:moveTo>
                  <a:lnTo>
                    <a:pt x="78985" y="4109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11067351" y="8307832"/>
              <a:ext cx="144203" cy="23711"/>
            </a:xfrm>
            <a:custGeom>
              <a:avLst/>
              <a:pathLst>
                <a:path w="144203" h="23711">
                  <a:moveTo>
                    <a:pt x="0" y="0"/>
                  </a:moveTo>
                  <a:lnTo>
                    <a:pt x="83085" y="4347"/>
                  </a:lnTo>
                  <a:lnTo>
                    <a:pt x="144203" y="237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11067351" y="8410186"/>
              <a:ext cx="267753" cy="10274"/>
            </a:xfrm>
            <a:custGeom>
              <a:avLst/>
              <a:pathLst>
                <a:path w="267753" h="10274">
                  <a:moveTo>
                    <a:pt x="0" y="10274"/>
                  </a:moveTo>
                  <a:lnTo>
                    <a:pt x="2677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11067351" y="7940310"/>
              <a:ext cx="205571" cy="261217"/>
            </a:xfrm>
            <a:custGeom>
              <a:avLst/>
              <a:pathLst>
                <a:path w="205571" h="261217">
                  <a:moveTo>
                    <a:pt x="0" y="22920"/>
                  </a:moveTo>
                  <a:lnTo>
                    <a:pt x="61549" y="0"/>
                  </a:lnTo>
                  <a:lnTo>
                    <a:pt x="144701" y="261217"/>
                  </a:lnTo>
                  <a:lnTo>
                    <a:pt x="205571" y="2596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11067351" y="8157267"/>
              <a:ext cx="67064" cy="22920"/>
            </a:xfrm>
            <a:custGeom>
              <a:avLst/>
              <a:pathLst>
                <a:path w="67064" h="22920">
                  <a:moveTo>
                    <a:pt x="0" y="22920"/>
                  </a:moveTo>
                  <a:lnTo>
                    <a:pt x="670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11067351" y="8300324"/>
              <a:ext cx="76087" cy="0"/>
            </a:xfrm>
            <a:custGeom>
              <a:avLst/>
              <a:pathLst>
                <a:path w="76087" h="0">
                  <a:moveTo>
                    <a:pt x="0" y="0"/>
                  </a:moveTo>
                  <a:lnTo>
                    <a:pt x="760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11067351" y="8313365"/>
              <a:ext cx="468841" cy="153727"/>
            </a:xfrm>
            <a:custGeom>
              <a:avLst/>
              <a:pathLst>
                <a:path w="468841" h="153727">
                  <a:moveTo>
                    <a:pt x="0" y="126064"/>
                  </a:moveTo>
                  <a:lnTo>
                    <a:pt x="65816" y="153727"/>
                  </a:lnTo>
                  <a:lnTo>
                    <a:pt x="134239" y="129225"/>
                  </a:lnTo>
                  <a:lnTo>
                    <a:pt x="198007" y="0"/>
                  </a:lnTo>
                  <a:lnTo>
                    <a:pt x="337175" y="62834"/>
                  </a:lnTo>
                  <a:lnTo>
                    <a:pt x="468841" y="1023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11067351" y="8424017"/>
              <a:ext cx="143297" cy="5927"/>
            </a:xfrm>
            <a:custGeom>
              <a:avLst/>
              <a:pathLst>
                <a:path w="143297" h="5927">
                  <a:moveTo>
                    <a:pt x="0" y="5927"/>
                  </a:moveTo>
                  <a:lnTo>
                    <a:pt x="1432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11067351" y="8278193"/>
              <a:ext cx="307884" cy="116184"/>
            </a:xfrm>
            <a:custGeom>
              <a:avLst/>
              <a:pathLst>
                <a:path w="307884" h="116184">
                  <a:moveTo>
                    <a:pt x="0" y="116184"/>
                  </a:moveTo>
                  <a:lnTo>
                    <a:pt x="3078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11067351" y="8413347"/>
              <a:ext cx="89855" cy="37542"/>
            </a:xfrm>
            <a:custGeom>
              <a:avLst/>
              <a:pathLst>
                <a:path w="89855" h="37542">
                  <a:moveTo>
                    <a:pt x="0" y="37542"/>
                  </a:moveTo>
                  <a:lnTo>
                    <a:pt x="898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11067351" y="8165170"/>
              <a:ext cx="68478" cy="115789"/>
            </a:xfrm>
            <a:custGeom>
              <a:avLst/>
              <a:pathLst>
                <a:path w="68478" h="115789">
                  <a:moveTo>
                    <a:pt x="0" y="0"/>
                  </a:moveTo>
                  <a:lnTo>
                    <a:pt x="68478" y="1157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11067351" y="8216940"/>
              <a:ext cx="67210" cy="133177"/>
            </a:xfrm>
            <a:custGeom>
              <a:avLst/>
              <a:pathLst>
                <a:path w="67210" h="133177">
                  <a:moveTo>
                    <a:pt x="0" y="0"/>
                  </a:moveTo>
                  <a:lnTo>
                    <a:pt x="67210" y="1331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11067351" y="8301905"/>
              <a:ext cx="71014" cy="64810"/>
            </a:xfrm>
            <a:custGeom>
              <a:avLst/>
              <a:pathLst>
                <a:path w="71014" h="64810">
                  <a:moveTo>
                    <a:pt x="0" y="0"/>
                  </a:moveTo>
                  <a:lnTo>
                    <a:pt x="71014" y="648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11067351" y="8165170"/>
              <a:ext cx="729892" cy="186527"/>
            </a:xfrm>
            <a:custGeom>
              <a:avLst/>
              <a:pathLst>
                <a:path w="729892" h="186527">
                  <a:moveTo>
                    <a:pt x="0" y="148985"/>
                  </a:moveTo>
                  <a:lnTo>
                    <a:pt x="66164" y="186527"/>
                  </a:lnTo>
                  <a:lnTo>
                    <a:pt x="134239" y="156888"/>
                  </a:lnTo>
                  <a:lnTo>
                    <a:pt x="331922" y="138315"/>
                  </a:lnTo>
                  <a:lnTo>
                    <a:pt x="395290" y="128830"/>
                  </a:lnTo>
                  <a:lnTo>
                    <a:pt x="457428" y="143057"/>
                  </a:lnTo>
                  <a:lnTo>
                    <a:pt x="528442" y="116974"/>
                  </a:lnTo>
                  <a:lnTo>
                    <a:pt x="594247" y="43865"/>
                  </a:lnTo>
                  <a:lnTo>
                    <a:pt x="666486" y="77456"/>
                  </a:lnTo>
                  <a:lnTo>
                    <a:pt x="72989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11067351" y="7862458"/>
              <a:ext cx="396739" cy="620046"/>
            </a:xfrm>
            <a:custGeom>
              <a:avLst/>
              <a:pathLst>
                <a:path w="396739" h="620046">
                  <a:moveTo>
                    <a:pt x="0" y="52164"/>
                  </a:moveTo>
                  <a:lnTo>
                    <a:pt x="126811" y="620046"/>
                  </a:lnTo>
                  <a:lnTo>
                    <a:pt x="263587" y="0"/>
                  </a:lnTo>
                  <a:lnTo>
                    <a:pt x="330797" y="82989"/>
                  </a:lnTo>
                  <a:lnTo>
                    <a:pt x="396739" y="521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11067351" y="7857321"/>
              <a:ext cx="66123" cy="181390"/>
            </a:xfrm>
            <a:custGeom>
              <a:avLst/>
              <a:pathLst>
                <a:path w="66123" h="181390">
                  <a:moveTo>
                    <a:pt x="0" y="0"/>
                  </a:moveTo>
                  <a:lnTo>
                    <a:pt x="66123" y="1813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11067351" y="8457213"/>
              <a:ext cx="79880" cy="20944"/>
            </a:xfrm>
            <a:custGeom>
              <a:avLst/>
              <a:pathLst>
                <a:path w="79880" h="20944">
                  <a:moveTo>
                    <a:pt x="0" y="0"/>
                  </a:moveTo>
                  <a:lnTo>
                    <a:pt x="79880" y="209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11067351" y="8248950"/>
              <a:ext cx="82427" cy="14226"/>
            </a:xfrm>
            <a:custGeom>
              <a:avLst/>
              <a:pathLst>
                <a:path w="82427" h="14226">
                  <a:moveTo>
                    <a:pt x="0" y="14226"/>
                  </a:moveTo>
                  <a:lnTo>
                    <a:pt x="824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11067351" y="8199156"/>
              <a:ext cx="275000" cy="91683"/>
            </a:xfrm>
            <a:custGeom>
              <a:avLst/>
              <a:pathLst>
                <a:path w="275000" h="91683">
                  <a:moveTo>
                    <a:pt x="0" y="91683"/>
                  </a:moveTo>
                  <a:lnTo>
                    <a:pt x="124637" y="56511"/>
                  </a:lnTo>
                  <a:lnTo>
                    <a:pt x="2750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11067351" y="7892097"/>
              <a:ext cx="133615" cy="199173"/>
            </a:xfrm>
            <a:custGeom>
              <a:avLst/>
              <a:pathLst>
                <a:path w="133615" h="199173">
                  <a:moveTo>
                    <a:pt x="0" y="0"/>
                  </a:moveTo>
                  <a:lnTo>
                    <a:pt x="69021" y="71133"/>
                  </a:lnTo>
                  <a:lnTo>
                    <a:pt x="133615" y="1991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11067351" y="8386474"/>
              <a:ext cx="216666" cy="22130"/>
            </a:xfrm>
            <a:custGeom>
              <a:avLst/>
              <a:pathLst>
                <a:path w="216666" h="22130">
                  <a:moveTo>
                    <a:pt x="0" y="22130"/>
                  </a:moveTo>
                  <a:lnTo>
                    <a:pt x="2166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11067351" y="8155291"/>
              <a:ext cx="274637" cy="124878"/>
            </a:xfrm>
            <a:custGeom>
              <a:avLst/>
              <a:pathLst>
                <a:path w="274637" h="124878">
                  <a:moveTo>
                    <a:pt x="0" y="114999"/>
                  </a:moveTo>
                  <a:lnTo>
                    <a:pt x="72101" y="0"/>
                  </a:lnTo>
                  <a:lnTo>
                    <a:pt x="140346" y="108280"/>
                  </a:lnTo>
                  <a:lnTo>
                    <a:pt x="207608" y="124878"/>
                  </a:lnTo>
                  <a:lnTo>
                    <a:pt x="274637" y="1051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11067351" y="8401491"/>
              <a:ext cx="406522" cy="23315"/>
            </a:xfrm>
            <a:custGeom>
              <a:avLst/>
              <a:pathLst>
                <a:path w="406522" h="23315">
                  <a:moveTo>
                    <a:pt x="0" y="23315"/>
                  </a:moveTo>
                  <a:lnTo>
                    <a:pt x="140761" y="18178"/>
                  </a:lnTo>
                  <a:lnTo>
                    <a:pt x="272101" y="790"/>
                  </a:lnTo>
                  <a:lnTo>
                    <a:pt x="4065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11067351" y="8258829"/>
              <a:ext cx="198913" cy="116974"/>
            </a:xfrm>
            <a:custGeom>
              <a:avLst/>
              <a:pathLst>
                <a:path w="198913" h="116974">
                  <a:moveTo>
                    <a:pt x="0" y="116974"/>
                  </a:moveTo>
                  <a:lnTo>
                    <a:pt x="126686" y="93263"/>
                  </a:ln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11067351" y="8397144"/>
              <a:ext cx="73410" cy="790"/>
            </a:xfrm>
            <a:custGeom>
              <a:avLst/>
              <a:pathLst>
                <a:path w="73410" h="790">
                  <a:moveTo>
                    <a:pt x="0" y="0"/>
                  </a:moveTo>
                  <a:lnTo>
                    <a:pt x="73410" y="7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11130757" y="8055704"/>
              <a:ext cx="65579" cy="115789"/>
            </a:xfrm>
            <a:custGeom>
              <a:avLst/>
              <a:pathLst>
                <a:path w="65579" h="115789">
                  <a:moveTo>
                    <a:pt x="0" y="0"/>
                  </a:moveTo>
                  <a:lnTo>
                    <a:pt x="65579" y="1157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11067351" y="8201923"/>
              <a:ext cx="77397" cy="46631"/>
            </a:xfrm>
            <a:custGeom>
              <a:avLst/>
              <a:pathLst>
                <a:path w="77397" h="46631">
                  <a:moveTo>
                    <a:pt x="0" y="46631"/>
                  </a:moveTo>
                  <a:lnTo>
                    <a:pt x="773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11067351" y="8420460"/>
              <a:ext cx="75972" cy="14621"/>
            </a:xfrm>
            <a:custGeom>
              <a:avLst/>
              <a:pathLst>
                <a:path w="75972" h="14621">
                  <a:moveTo>
                    <a:pt x="0" y="0"/>
                  </a:moveTo>
                  <a:lnTo>
                    <a:pt x="75972" y="1462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11067351" y="8040687"/>
              <a:ext cx="80253" cy="55326"/>
            </a:xfrm>
            <a:custGeom>
              <a:avLst/>
              <a:pathLst>
                <a:path w="80253" h="55326">
                  <a:moveTo>
                    <a:pt x="0" y="55326"/>
                  </a:moveTo>
                  <a:lnTo>
                    <a:pt x="802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11067351" y="8010258"/>
              <a:ext cx="288043" cy="157679"/>
            </a:xfrm>
            <a:custGeom>
              <a:avLst/>
              <a:pathLst>
                <a:path w="288043" h="157679">
                  <a:moveTo>
                    <a:pt x="0" y="155703"/>
                  </a:moveTo>
                  <a:lnTo>
                    <a:pt x="68478" y="65600"/>
                  </a:lnTo>
                  <a:lnTo>
                    <a:pt x="135938" y="111047"/>
                  </a:lnTo>
                  <a:lnTo>
                    <a:pt x="201811" y="157679"/>
                  </a:lnTo>
                  <a:lnTo>
                    <a:pt x="28804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11067351" y="7945052"/>
              <a:ext cx="232246" cy="19759"/>
            </a:xfrm>
            <a:custGeom>
              <a:avLst/>
              <a:pathLst>
                <a:path w="232246" h="19759">
                  <a:moveTo>
                    <a:pt x="0" y="19759"/>
                  </a:moveTo>
                  <a:lnTo>
                    <a:pt x="2322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11067351" y="8448519"/>
              <a:ext cx="129166" cy="37937"/>
            </a:xfrm>
            <a:custGeom>
              <a:avLst/>
              <a:pathLst>
                <a:path w="129166" h="37937">
                  <a:moveTo>
                    <a:pt x="0" y="0"/>
                  </a:moveTo>
                  <a:lnTo>
                    <a:pt x="71770" y="14226"/>
                  </a:lnTo>
                  <a:lnTo>
                    <a:pt x="129166" y="379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11067351" y="7603216"/>
              <a:ext cx="67148" cy="75875"/>
            </a:xfrm>
            <a:custGeom>
              <a:avLst/>
              <a:pathLst>
                <a:path w="67148" h="75875">
                  <a:moveTo>
                    <a:pt x="0" y="75875"/>
                  </a:moveTo>
                  <a:lnTo>
                    <a:pt x="6714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11067351" y="8181768"/>
              <a:ext cx="144624" cy="134758"/>
            </a:xfrm>
            <a:custGeom>
              <a:avLst/>
              <a:pathLst>
                <a:path w="144624" h="134758">
                  <a:moveTo>
                    <a:pt x="0" y="134758"/>
                  </a:moveTo>
                  <a:lnTo>
                    <a:pt x="100361" y="74294"/>
                  </a:lnTo>
                  <a:lnTo>
                    <a:pt x="1446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11067351" y="8160823"/>
              <a:ext cx="330718" cy="52559"/>
            </a:xfrm>
            <a:custGeom>
              <a:avLst/>
              <a:pathLst>
                <a:path w="330718" h="52559">
                  <a:moveTo>
                    <a:pt x="0" y="52559"/>
                  </a:moveTo>
                  <a:lnTo>
                    <a:pt x="214130" y="18573"/>
                  </a:lnTo>
                  <a:lnTo>
                    <a:pt x="285145" y="0"/>
                  </a:lnTo>
                  <a:lnTo>
                    <a:pt x="330718" y="2213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11067351" y="8034759"/>
              <a:ext cx="470012" cy="234345"/>
            </a:xfrm>
            <a:custGeom>
              <a:avLst/>
              <a:pathLst>
                <a:path w="470012" h="234345">
                  <a:moveTo>
                    <a:pt x="0" y="234345"/>
                  </a:moveTo>
                  <a:lnTo>
                    <a:pt x="224359" y="126854"/>
                  </a:lnTo>
                  <a:lnTo>
                    <a:pt x="338128" y="162816"/>
                  </a:lnTo>
                  <a:lnTo>
                    <a:pt x="4700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11067351" y="7996031"/>
              <a:ext cx="132790" cy="67971"/>
            </a:xfrm>
            <a:custGeom>
              <a:avLst/>
              <a:pathLst>
                <a:path w="132790" h="67971">
                  <a:moveTo>
                    <a:pt x="0" y="0"/>
                  </a:moveTo>
                  <a:lnTo>
                    <a:pt x="79403" y="60463"/>
                  </a:lnTo>
                  <a:lnTo>
                    <a:pt x="132790" y="679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11067351" y="8216149"/>
              <a:ext cx="81340" cy="84569"/>
            </a:xfrm>
            <a:custGeom>
              <a:avLst/>
              <a:pathLst>
                <a:path w="81340" h="84569">
                  <a:moveTo>
                    <a:pt x="0" y="84569"/>
                  </a:moveTo>
                  <a:lnTo>
                    <a:pt x="813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11067351" y="7684229"/>
              <a:ext cx="149637" cy="281767"/>
            </a:xfrm>
            <a:custGeom>
              <a:avLst/>
              <a:pathLst>
                <a:path w="149637" h="281767">
                  <a:moveTo>
                    <a:pt x="0" y="273863"/>
                  </a:moveTo>
                  <a:lnTo>
                    <a:pt x="68659" y="281767"/>
                  </a:ln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11067351" y="8371852"/>
              <a:ext cx="79865" cy="22525"/>
            </a:xfrm>
            <a:custGeom>
              <a:avLst/>
              <a:pathLst>
                <a:path w="79865" h="22525">
                  <a:moveTo>
                    <a:pt x="0" y="0"/>
                  </a:moveTo>
                  <a:lnTo>
                    <a:pt x="79865" y="225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11067351" y="8327196"/>
              <a:ext cx="266123" cy="47422"/>
            </a:xfrm>
            <a:custGeom>
              <a:avLst/>
              <a:pathLst>
                <a:path w="266123" h="47422">
                  <a:moveTo>
                    <a:pt x="0" y="47422"/>
                  </a:moveTo>
                  <a:lnTo>
                    <a:pt x="66847" y="0"/>
                  </a:lnTo>
                  <a:lnTo>
                    <a:pt x="135249" y="39518"/>
                  </a:lnTo>
                  <a:lnTo>
                    <a:pt x="192210" y="16597"/>
                  </a:lnTo>
                  <a:lnTo>
                    <a:pt x="266123" y="355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11067351" y="8341818"/>
              <a:ext cx="136994" cy="33590"/>
            </a:xfrm>
            <a:custGeom>
              <a:avLst/>
              <a:pathLst>
                <a:path w="136994" h="33590">
                  <a:moveTo>
                    <a:pt x="0" y="8694"/>
                  </a:moveTo>
                  <a:lnTo>
                    <a:pt x="71195" y="33590"/>
                  </a:lnTo>
                  <a:lnTo>
                    <a:pt x="13699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11067351" y="8430340"/>
              <a:ext cx="633595" cy="51769"/>
            </a:xfrm>
            <a:custGeom>
              <a:avLst/>
              <a:pathLst>
                <a:path w="633595" h="51769">
                  <a:moveTo>
                    <a:pt x="0" y="0"/>
                  </a:moveTo>
                  <a:lnTo>
                    <a:pt x="199355" y="39518"/>
                  </a:lnTo>
                  <a:lnTo>
                    <a:pt x="350080" y="51769"/>
                  </a:lnTo>
                  <a:lnTo>
                    <a:pt x="461674" y="50188"/>
                  </a:lnTo>
                  <a:lnTo>
                    <a:pt x="633595" y="181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11204208" y="7908695"/>
              <a:ext cx="76087" cy="136734"/>
            </a:xfrm>
            <a:custGeom>
              <a:avLst/>
              <a:pathLst>
                <a:path w="76087" h="136734">
                  <a:moveTo>
                    <a:pt x="0" y="0"/>
                  </a:moveTo>
                  <a:lnTo>
                    <a:pt x="76087" y="1367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11067351" y="8292420"/>
              <a:ext cx="213003" cy="55326"/>
            </a:xfrm>
            <a:custGeom>
              <a:avLst/>
              <a:pathLst>
                <a:path w="213003" h="55326">
                  <a:moveTo>
                    <a:pt x="0" y="0"/>
                  </a:moveTo>
                  <a:lnTo>
                    <a:pt x="69729" y="55326"/>
                  </a:lnTo>
                  <a:lnTo>
                    <a:pt x="142012" y="43865"/>
                  </a:lnTo>
                  <a:lnTo>
                    <a:pt x="213003" y="1857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11067351" y="8204689"/>
              <a:ext cx="406693" cy="330770"/>
            </a:xfrm>
            <a:custGeom>
              <a:avLst/>
              <a:pathLst>
                <a:path w="406693" h="330770">
                  <a:moveTo>
                    <a:pt x="0" y="0"/>
                  </a:moveTo>
                  <a:lnTo>
                    <a:pt x="136766" y="330770"/>
                  </a:lnTo>
                  <a:lnTo>
                    <a:pt x="406693" y="32958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11067351" y="7976272"/>
              <a:ext cx="218116" cy="240668"/>
            </a:xfrm>
            <a:custGeom>
              <a:avLst/>
              <a:pathLst>
                <a:path w="218116" h="240668">
                  <a:moveTo>
                    <a:pt x="0" y="240668"/>
                  </a:moveTo>
                  <a:lnTo>
                    <a:pt x="100028" y="199568"/>
                  </a:lnTo>
                  <a:lnTo>
                    <a:pt x="144927" y="209053"/>
                  </a:lnTo>
                  <a:lnTo>
                    <a:pt x="218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11067351" y="8072697"/>
              <a:ext cx="367870" cy="192455"/>
            </a:xfrm>
            <a:custGeom>
              <a:avLst/>
              <a:pathLst>
                <a:path w="367870" h="192455">
                  <a:moveTo>
                    <a:pt x="0" y="0"/>
                  </a:moveTo>
                  <a:lnTo>
                    <a:pt x="139329" y="88916"/>
                  </a:lnTo>
                  <a:lnTo>
                    <a:pt x="205253" y="89311"/>
                  </a:lnTo>
                  <a:lnTo>
                    <a:pt x="367870" y="1924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11067351" y="8201132"/>
              <a:ext cx="77347" cy="41889"/>
            </a:xfrm>
            <a:custGeom>
              <a:avLst/>
              <a:pathLst>
                <a:path w="77347" h="41889">
                  <a:moveTo>
                    <a:pt x="0" y="0"/>
                  </a:moveTo>
                  <a:lnTo>
                    <a:pt x="77347" y="418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11067351" y="8411371"/>
              <a:ext cx="462580" cy="64810"/>
            </a:xfrm>
            <a:custGeom>
              <a:avLst/>
              <a:pathLst>
                <a:path w="462580" h="64810">
                  <a:moveTo>
                    <a:pt x="0" y="45841"/>
                  </a:moveTo>
                  <a:lnTo>
                    <a:pt x="202797" y="0"/>
                  </a:lnTo>
                  <a:lnTo>
                    <a:pt x="339573" y="64810"/>
                  </a:lnTo>
                  <a:lnTo>
                    <a:pt x="462580" y="541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11067351" y="7557770"/>
              <a:ext cx="75785" cy="6322"/>
            </a:xfrm>
            <a:custGeom>
              <a:avLst/>
              <a:pathLst>
                <a:path w="75785" h="6322">
                  <a:moveTo>
                    <a:pt x="0" y="0"/>
                  </a:moveTo>
                  <a:lnTo>
                    <a:pt x="75785" y="632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11067351" y="7742717"/>
              <a:ext cx="369965" cy="113813"/>
            </a:xfrm>
            <a:custGeom>
              <a:avLst/>
              <a:pathLst>
                <a:path w="369965" h="113813">
                  <a:moveTo>
                    <a:pt x="0" y="113813"/>
                  </a:moveTo>
                  <a:lnTo>
                    <a:pt x="67352" y="9879"/>
                  </a:lnTo>
                  <a:lnTo>
                    <a:pt x="133695" y="0"/>
                  </a:lnTo>
                  <a:lnTo>
                    <a:pt x="369965" y="1003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11256119" y="8064793"/>
              <a:ext cx="142029" cy="52164"/>
            </a:xfrm>
            <a:custGeom>
              <a:avLst/>
              <a:pathLst>
                <a:path w="142029" h="52164">
                  <a:moveTo>
                    <a:pt x="0" y="0"/>
                  </a:moveTo>
                  <a:lnTo>
                    <a:pt x="81159" y="52164"/>
                  </a:lnTo>
                  <a:lnTo>
                    <a:pt x="142029" y="169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11067351" y="7998797"/>
              <a:ext cx="423370" cy="340650"/>
            </a:xfrm>
            <a:custGeom>
              <a:avLst/>
              <a:pathLst>
                <a:path w="423370" h="340650">
                  <a:moveTo>
                    <a:pt x="0" y="340650"/>
                  </a:moveTo>
                  <a:lnTo>
                    <a:pt x="208877" y="281767"/>
                  </a:lnTo>
                  <a:lnTo>
                    <a:pt x="42337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11067351" y="7990498"/>
              <a:ext cx="141986" cy="124878"/>
            </a:xfrm>
            <a:custGeom>
              <a:avLst/>
              <a:pathLst>
                <a:path w="141986" h="124878">
                  <a:moveTo>
                    <a:pt x="0" y="0"/>
                  </a:moveTo>
                  <a:lnTo>
                    <a:pt x="76043" y="32800"/>
                  </a:lnTo>
                  <a:lnTo>
                    <a:pt x="141986" y="12487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11067351" y="7329748"/>
              <a:ext cx="140454" cy="69157"/>
            </a:xfrm>
            <a:custGeom>
              <a:avLst/>
              <a:pathLst>
                <a:path w="140454" h="69157">
                  <a:moveTo>
                    <a:pt x="0" y="0"/>
                  </a:moveTo>
                  <a:lnTo>
                    <a:pt x="72101" y="69157"/>
                  </a:lnTo>
                  <a:lnTo>
                    <a:pt x="140454" y="663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11067351" y="8051752"/>
              <a:ext cx="475446" cy="260822"/>
            </a:xfrm>
            <a:custGeom>
              <a:avLst/>
              <a:pathLst>
                <a:path w="475446" h="260822">
                  <a:moveTo>
                    <a:pt x="0" y="260822"/>
                  </a:moveTo>
                  <a:lnTo>
                    <a:pt x="58598" y="247386"/>
                  </a:lnTo>
                  <a:lnTo>
                    <a:pt x="148453" y="220118"/>
                  </a:lnTo>
                  <a:lnTo>
                    <a:pt x="346279" y="142662"/>
                  </a:lnTo>
                  <a:lnTo>
                    <a:pt x="4754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11067351" y="8053728"/>
              <a:ext cx="133333" cy="216956"/>
            </a:xfrm>
            <a:custGeom>
              <a:avLst/>
              <a:pathLst>
                <a:path w="133333" h="216956">
                  <a:moveTo>
                    <a:pt x="0" y="216956"/>
                  </a:moveTo>
                  <a:lnTo>
                    <a:pt x="13333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11067351" y="8360392"/>
              <a:ext cx="210358" cy="68367"/>
            </a:xfrm>
            <a:custGeom>
              <a:avLst/>
              <a:pathLst>
                <a:path w="210358" h="68367">
                  <a:moveTo>
                    <a:pt x="0" y="0"/>
                  </a:moveTo>
                  <a:lnTo>
                    <a:pt x="210358" y="68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11067351" y="8402282"/>
              <a:ext cx="293116" cy="54140"/>
            </a:xfrm>
            <a:custGeom>
              <a:avLst/>
              <a:pathLst>
                <a:path w="293116" h="54140">
                  <a:moveTo>
                    <a:pt x="0" y="54140"/>
                  </a:moveTo>
                  <a:lnTo>
                    <a:pt x="29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11067351" y="8277008"/>
              <a:ext cx="279312" cy="101167"/>
            </a:xfrm>
            <a:custGeom>
              <a:avLst/>
              <a:pathLst>
                <a:path w="279312" h="101167">
                  <a:moveTo>
                    <a:pt x="0" y="101167"/>
                  </a:moveTo>
                  <a:lnTo>
                    <a:pt x="149637" y="0"/>
                  </a:lnTo>
                  <a:lnTo>
                    <a:pt x="279312" y="6402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11067351" y="8452075"/>
              <a:ext cx="133876" cy="2766"/>
            </a:xfrm>
            <a:custGeom>
              <a:avLst/>
              <a:pathLst>
                <a:path w="133876" h="2766">
                  <a:moveTo>
                    <a:pt x="0" y="2766"/>
                  </a:moveTo>
                  <a:lnTo>
                    <a:pt x="1338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11067351" y="8441405"/>
              <a:ext cx="202898" cy="11855"/>
            </a:xfrm>
            <a:custGeom>
              <a:avLst/>
              <a:pathLst>
                <a:path w="202898" h="11855">
                  <a:moveTo>
                    <a:pt x="0" y="11855"/>
                  </a:moveTo>
                  <a:lnTo>
                    <a:pt x="20289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11067351" y="7705174"/>
              <a:ext cx="134601" cy="82989"/>
            </a:xfrm>
            <a:custGeom>
              <a:avLst/>
              <a:pathLst>
                <a:path w="134601" h="82989">
                  <a:moveTo>
                    <a:pt x="0" y="82989"/>
                  </a:moveTo>
                  <a:lnTo>
                    <a:pt x="71376" y="40704"/>
                  </a:lnTo>
                  <a:lnTo>
                    <a:pt x="1346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11067351" y="8383313"/>
              <a:ext cx="398007" cy="43075"/>
            </a:xfrm>
            <a:custGeom>
              <a:avLst/>
              <a:pathLst>
                <a:path w="398007" h="43075">
                  <a:moveTo>
                    <a:pt x="0" y="0"/>
                  </a:moveTo>
                  <a:lnTo>
                    <a:pt x="150876" y="17783"/>
                  </a:lnTo>
                  <a:lnTo>
                    <a:pt x="264855" y="43075"/>
                  </a:lnTo>
                  <a:lnTo>
                    <a:pt x="398007" y="209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11067351" y="8079020"/>
              <a:ext cx="83152" cy="10274"/>
            </a:xfrm>
            <a:custGeom>
              <a:avLst/>
              <a:pathLst>
                <a:path w="83152" h="10274">
                  <a:moveTo>
                    <a:pt x="0" y="0"/>
                  </a:moveTo>
                  <a:lnTo>
                    <a:pt x="83152" y="1027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11067351" y="8333519"/>
              <a:ext cx="525906" cy="114603"/>
            </a:xfrm>
            <a:custGeom>
              <a:avLst/>
              <a:pathLst>
                <a:path w="525906" h="114603">
                  <a:moveTo>
                    <a:pt x="0" y="114603"/>
                  </a:moveTo>
                  <a:lnTo>
                    <a:pt x="178712" y="83779"/>
                  </a:lnTo>
                  <a:lnTo>
                    <a:pt x="267391" y="92473"/>
                  </a:lnTo>
                  <a:lnTo>
                    <a:pt x="399275" y="52559"/>
                  </a:lnTo>
                  <a:lnTo>
                    <a:pt x="52590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11067351" y="8165170"/>
              <a:ext cx="205712" cy="40308"/>
            </a:xfrm>
            <a:custGeom>
              <a:avLst/>
              <a:pathLst>
                <a:path w="205712" h="40308">
                  <a:moveTo>
                    <a:pt x="0" y="40308"/>
                  </a:moveTo>
                  <a:lnTo>
                    <a:pt x="2057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11224597" y="7712683"/>
              <a:ext cx="107608" cy="43075"/>
            </a:xfrm>
            <a:custGeom>
              <a:avLst/>
              <a:pathLst>
                <a:path w="107608" h="43075">
                  <a:moveTo>
                    <a:pt x="0" y="43075"/>
                  </a:moveTo>
                  <a:lnTo>
                    <a:pt x="1076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11205585" y="8178211"/>
              <a:ext cx="141838" cy="75085"/>
            </a:xfrm>
            <a:custGeom>
              <a:avLst/>
              <a:pathLst>
                <a:path w="141838" h="75085">
                  <a:moveTo>
                    <a:pt x="0" y="0"/>
                  </a:moveTo>
                  <a:lnTo>
                    <a:pt x="61946" y="43470"/>
                  </a:lnTo>
                  <a:lnTo>
                    <a:pt x="141838" y="750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11067351" y="8253297"/>
              <a:ext cx="557247" cy="151356"/>
            </a:xfrm>
            <a:custGeom>
              <a:avLst/>
              <a:pathLst>
                <a:path w="557247" h="151356">
                  <a:moveTo>
                    <a:pt x="0" y="151356"/>
                  </a:moveTo>
                  <a:lnTo>
                    <a:pt x="271195" y="116579"/>
                  </a:lnTo>
                  <a:lnTo>
                    <a:pt x="411956" y="127644"/>
                  </a:lnTo>
                  <a:lnTo>
                    <a:pt x="55724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11067351" y="8375409"/>
              <a:ext cx="223007" cy="82198"/>
            </a:xfrm>
            <a:custGeom>
              <a:avLst/>
              <a:pathLst>
                <a:path w="223007" h="82198">
                  <a:moveTo>
                    <a:pt x="0" y="82198"/>
                  </a:moveTo>
                  <a:lnTo>
                    <a:pt x="2230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11067351" y="8391612"/>
              <a:ext cx="149637" cy="15807"/>
            </a:xfrm>
            <a:custGeom>
              <a:avLst/>
              <a:pathLst>
                <a:path w="149637" h="15807">
                  <a:moveTo>
                    <a:pt x="0" y="15807"/>
                  </a:moveTo>
                  <a:lnTo>
                    <a:pt x="14963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11067351" y="8054914"/>
              <a:ext cx="140761" cy="63624"/>
            </a:xfrm>
            <a:custGeom>
              <a:avLst/>
              <a:pathLst>
                <a:path w="140761" h="63624">
                  <a:moveTo>
                    <a:pt x="0" y="0"/>
                  </a:moveTo>
                  <a:lnTo>
                    <a:pt x="72435" y="41889"/>
                  </a:lnTo>
                  <a:lnTo>
                    <a:pt x="140761" y="6362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11067351" y="7537220"/>
              <a:ext cx="278804" cy="233159"/>
            </a:xfrm>
            <a:custGeom>
              <a:avLst/>
              <a:pathLst>
                <a:path w="278804" h="233159">
                  <a:moveTo>
                    <a:pt x="0" y="233159"/>
                  </a:moveTo>
                  <a:lnTo>
                    <a:pt x="65942" y="59277"/>
                  </a:lnTo>
                  <a:lnTo>
                    <a:pt x="134326" y="0"/>
                  </a:lnTo>
                  <a:lnTo>
                    <a:pt x="202898" y="73504"/>
                  </a:lnTo>
                  <a:lnTo>
                    <a:pt x="278804" y="8773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11067351" y="8141459"/>
              <a:ext cx="671725" cy="301921"/>
            </a:xfrm>
            <a:custGeom>
              <a:avLst/>
              <a:pathLst>
                <a:path w="671725" h="301921">
                  <a:moveTo>
                    <a:pt x="0" y="301921"/>
                  </a:moveTo>
                  <a:lnTo>
                    <a:pt x="73007" y="289275"/>
                  </a:lnTo>
                  <a:lnTo>
                    <a:pt x="131884" y="298760"/>
                  </a:lnTo>
                  <a:lnTo>
                    <a:pt x="211050" y="277025"/>
                  </a:lnTo>
                  <a:lnTo>
                    <a:pt x="274819" y="250547"/>
                  </a:lnTo>
                  <a:lnTo>
                    <a:pt x="463599" y="147799"/>
                  </a:lnTo>
                  <a:lnTo>
                    <a:pt x="590580" y="133177"/>
                  </a:lnTo>
                  <a:lnTo>
                    <a:pt x="6717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11067351" y="7308803"/>
              <a:ext cx="288949" cy="706196"/>
            </a:xfrm>
            <a:custGeom>
              <a:avLst/>
              <a:pathLst>
                <a:path w="288949" h="706196">
                  <a:moveTo>
                    <a:pt x="0" y="183366"/>
                  </a:moveTo>
                  <a:lnTo>
                    <a:pt x="68478" y="164792"/>
                  </a:lnTo>
                  <a:lnTo>
                    <a:pt x="154567" y="0"/>
                  </a:lnTo>
                  <a:lnTo>
                    <a:pt x="220652" y="199173"/>
                  </a:lnTo>
                  <a:lnTo>
                    <a:pt x="288949" y="70619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11067351" y="8058470"/>
              <a:ext cx="67934" cy="120926"/>
            </a:xfrm>
            <a:custGeom>
              <a:avLst/>
              <a:pathLst>
                <a:path w="67934" h="120926">
                  <a:moveTo>
                    <a:pt x="0" y="0"/>
                  </a:moveTo>
                  <a:lnTo>
                    <a:pt x="67934" y="12092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11270068" y="8144621"/>
              <a:ext cx="63224" cy="16202"/>
            </a:xfrm>
            <a:custGeom>
              <a:avLst/>
              <a:pathLst>
                <a:path w="63224" h="16202">
                  <a:moveTo>
                    <a:pt x="0" y="0"/>
                  </a:moveTo>
                  <a:lnTo>
                    <a:pt x="63224" y="1620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11067351" y="7831238"/>
              <a:ext cx="68422" cy="31614"/>
            </a:xfrm>
            <a:custGeom>
              <a:avLst/>
              <a:pathLst>
                <a:path w="68422" h="31614">
                  <a:moveTo>
                    <a:pt x="0" y="31614"/>
                  </a:moveTo>
                  <a:lnTo>
                    <a:pt x="684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11067351" y="7811084"/>
              <a:ext cx="68248" cy="201544"/>
            </a:xfrm>
            <a:custGeom>
              <a:avLst/>
              <a:pathLst>
                <a:path w="68248" h="201544">
                  <a:moveTo>
                    <a:pt x="0" y="0"/>
                  </a:moveTo>
                  <a:lnTo>
                    <a:pt x="68248" y="20154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11067351" y="8203899"/>
              <a:ext cx="127625" cy="96030"/>
            </a:xfrm>
            <a:custGeom>
              <a:avLst/>
              <a:pathLst>
                <a:path w="127625" h="96030">
                  <a:moveTo>
                    <a:pt x="0" y="96030"/>
                  </a:moveTo>
                  <a:lnTo>
                    <a:pt x="12762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11067351" y="8443381"/>
              <a:ext cx="163405" cy="4742"/>
            </a:xfrm>
            <a:custGeom>
              <a:avLst/>
              <a:pathLst>
                <a:path w="163405" h="4742">
                  <a:moveTo>
                    <a:pt x="0" y="0"/>
                  </a:moveTo>
                  <a:lnTo>
                    <a:pt x="163405" y="47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11067351" y="8386870"/>
              <a:ext cx="198913" cy="30429"/>
            </a:xfrm>
            <a:custGeom>
              <a:avLst/>
              <a:pathLst>
                <a:path w="198913" h="30429">
                  <a:moveTo>
                    <a:pt x="0" y="30429"/>
                  </a:moveTo>
                  <a:lnTo>
                    <a:pt x="19891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11067351" y="8013419"/>
              <a:ext cx="68610" cy="22525"/>
            </a:xfrm>
            <a:custGeom>
              <a:avLst/>
              <a:pathLst>
                <a:path w="68610" h="22525">
                  <a:moveTo>
                    <a:pt x="0" y="22525"/>
                  </a:moveTo>
                  <a:lnTo>
                    <a:pt x="686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11067351" y="8211802"/>
              <a:ext cx="143287" cy="23315"/>
            </a:xfrm>
            <a:custGeom>
              <a:avLst/>
              <a:pathLst>
                <a:path w="143287" h="23315">
                  <a:moveTo>
                    <a:pt x="0" y="23315"/>
                  </a:moveTo>
                  <a:lnTo>
                    <a:pt x="67391" y="0"/>
                  </a:lnTo>
                  <a:lnTo>
                    <a:pt x="143287" y="47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11067351" y="7941890"/>
              <a:ext cx="79506" cy="73504"/>
            </a:xfrm>
            <a:custGeom>
              <a:avLst/>
              <a:pathLst>
                <a:path w="79506" h="73504">
                  <a:moveTo>
                    <a:pt x="0" y="0"/>
                  </a:moveTo>
                  <a:lnTo>
                    <a:pt x="79506" y="7350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11067351" y="7697270"/>
              <a:ext cx="136050" cy="229207"/>
            </a:xfrm>
            <a:custGeom>
              <a:avLst/>
              <a:pathLst>
                <a:path w="136050" h="229207">
                  <a:moveTo>
                    <a:pt x="0" y="229207"/>
                  </a:moveTo>
                  <a:lnTo>
                    <a:pt x="68840" y="24896"/>
                  </a:lnTo>
                  <a:lnTo>
                    <a:pt x="13605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11067351" y="8393588"/>
              <a:ext cx="200344" cy="62834"/>
            </a:xfrm>
            <a:custGeom>
              <a:avLst/>
              <a:pathLst>
                <a:path w="200344" h="62834">
                  <a:moveTo>
                    <a:pt x="0" y="62834"/>
                  </a:moveTo>
                  <a:lnTo>
                    <a:pt x="2003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11067351" y="8279379"/>
              <a:ext cx="142711" cy="52164"/>
            </a:xfrm>
            <a:custGeom>
              <a:avLst/>
              <a:pathLst>
                <a:path w="142711" h="52164">
                  <a:moveTo>
                    <a:pt x="0" y="26872"/>
                  </a:moveTo>
                  <a:lnTo>
                    <a:pt x="60102" y="0"/>
                  </a:lnTo>
                  <a:lnTo>
                    <a:pt x="142711" y="521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11223329" y="8068745"/>
              <a:ext cx="188768" cy="138315"/>
            </a:xfrm>
            <a:custGeom>
              <a:avLst/>
              <a:pathLst>
                <a:path w="188768" h="138315">
                  <a:moveTo>
                    <a:pt x="0" y="0"/>
                  </a:moveTo>
                  <a:lnTo>
                    <a:pt x="120289" y="56906"/>
                  </a:lnTo>
                  <a:lnTo>
                    <a:pt x="188768" y="1383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11067351" y="8424017"/>
              <a:ext cx="790218" cy="25291"/>
            </a:xfrm>
            <a:custGeom>
              <a:avLst/>
              <a:pathLst>
                <a:path w="790218" h="25291">
                  <a:moveTo>
                    <a:pt x="0" y="20154"/>
                  </a:moveTo>
                  <a:lnTo>
                    <a:pt x="199094" y="25291"/>
                  </a:lnTo>
                  <a:lnTo>
                    <a:pt x="7902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11067351" y="8027646"/>
              <a:ext cx="196977" cy="170325"/>
            </a:xfrm>
            <a:custGeom>
              <a:avLst/>
              <a:pathLst>
                <a:path w="196977" h="170325">
                  <a:moveTo>
                    <a:pt x="0" y="170325"/>
                  </a:moveTo>
                  <a:lnTo>
                    <a:pt x="74818" y="72714"/>
                  </a:lnTo>
                  <a:lnTo>
                    <a:pt x="1969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11209112" y="8027646"/>
              <a:ext cx="200362" cy="173486"/>
            </a:xfrm>
            <a:custGeom>
              <a:avLst/>
              <a:pathLst>
                <a:path w="200362" h="173486">
                  <a:moveTo>
                    <a:pt x="0" y="135548"/>
                  </a:moveTo>
                  <a:lnTo>
                    <a:pt x="125441" y="0"/>
                  </a:lnTo>
                  <a:lnTo>
                    <a:pt x="200362" y="1734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11067351" y="7842699"/>
              <a:ext cx="69621" cy="200754"/>
            </a:xfrm>
            <a:custGeom>
              <a:avLst/>
              <a:pathLst>
                <a:path w="69621" h="200754">
                  <a:moveTo>
                    <a:pt x="0" y="200754"/>
                  </a:moveTo>
                  <a:lnTo>
                    <a:pt x="696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11067351" y="8335891"/>
              <a:ext cx="78615" cy="38728"/>
            </a:xfrm>
            <a:custGeom>
              <a:avLst/>
              <a:pathLst>
                <a:path w="78615" h="38728">
                  <a:moveTo>
                    <a:pt x="0" y="38728"/>
                  </a:moveTo>
                  <a:lnTo>
                    <a:pt x="7861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11067351" y="8355650"/>
              <a:ext cx="154546" cy="62834"/>
            </a:xfrm>
            <a:custGeom>
              <a:avLst/>
              <a:pathLst>
                <a:path w="154546" h="62834">
                  <a:moveTo>
                    <a:pt x="0" y="62834"/>
                  </a:moveTo>
                  <a:lnTo>
                    <a:pt x="1545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11067351" y="8061632"/>
              <a:ext cx="74485" cy="187318"/>
            </a:xfrm>
            <a:custGeom>
              <a:avLst/>
              <a:pathLst>
                <a:path w="74485" h="187318">
                  <a:moveTo>
                    <a:pt x="0" y="187318"/>
                  </a:moveTo>
                  <a:lnTo>
                    <a:pt x="7448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11067351" y="8074673"/>
              <a:ext cx="74719" cy="71133"/>
            </a:xfrm>
            <a:custGeom>
              <a:avLst/>
              <a:pathLst>
                <a:path w="74719" h="71133">
                  <a:moveTo>
                    <a:pt x="0" y="0"/>
                  </a:moveTo>
                  <a:lnTo>
                    <a:pt x="74719" y="7113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11067351" y="8010653"/>
              <a:ext cx="281522" cy="105514"/>
            </a:xfrm>
            <a:custGeom>
              <a:avLst/>
              <a:pathLst>
                <a:path w="281522" h="105514">
                  <a:moveTo>
                    <a:pt x="0" y="105514"/>
                  </a:moveTo>
                  <a:lnTo>
                    <a:pt x="78386" y="11460"/>
                  </a:lnTo>
                  <a:lnTo>
                    <a:pt x="153442" y="0"/>
                  </a:lnTo>
                  <a:lnTo>
                    <a:pt x="281522" y="683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11067351" y="8441800"/>
              <a:ext cx="338494" cy="46236"/>
            </a:xfrm>
            <a:custGeom>
              <a:avLst/>
              <a:pathLst>
                <a:path w="338494" h="46236">
                  <a:moveTo>
                    <a:pt x="0" y="0"/>
                  </a:moveTo>
                  <a:lnTo>
                    <a:pt x="146014" y="37937"/>
                  </a:lnTo>
                  <a:lnTo>
                    <a:pt x="338494" y="462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11067351" y="8189672"/>
              <a:ext cx="662500" cy="236321"/>
            </a:xfrm>
            <a:custGeom>
              <a:avLst/>
              <a:pathLst>
                <a:path w="662500" h="236321">
                  <a:moveTo>
                    <a:pt x="0" y="236321"/>
                  </a:moveTo>
                  <a:lnTo>
                    <a:pt x="167029" y="224070"/>
                  </a:lnTo>
                  <a:lnTo>
                    <a:pt x="276268" y="192060"/>
                  </a:lnTo>
                  <a:lnTo>
                    <a:pt x="406884" y="199568"/>
                  </a:lnTo>
                  <a:lnTo>
                    <a:pt x="535689" y="100772"/>
                  </a:lnTo>
                  <a:lnTo>
                    <a:pt x="6625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11067351" y="8252506"/>
              <a:ext cx="132978" cy="56906"/>
            </a:xfrm>
            <a:custGeom>
              <a:avLst/>
              <a:pathLst>
                <a:path w="132978" h="56906">
                  <a:moveTo>
                    <a:pt x="0" y="56906"/>
                  </a:moveTo>
                  <a:lnTo>
                    <a:pt x="67036" y="30824"/>
                  </a:lnTo>
                  <a:lnTo>
                    <a:pt x="13297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11067351" y="8374619"/>
              <a:ext cx="159601" cy="3556"/>
            </a:xfrm>
            <a:custGeom>
              <a:avLst/>
              <a:pathLst>
                <a:path w="159601" h="3556">
                  <a:moveTo>
                    <a:pt x="0" y="3556"/>
                  </a:moveTo>
                  <a:lnTo>
                    <a:pt x="1596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11067351" y="7903557"/>
              <a:ext cx="66796" cy="28848"/>
            </a:xfrm>
            <a:custGeom>
              <a:avLst/>
              <a:pathLst>
                <a:path w="66796" h="28848">
                  <a:moveTo>
                    <a:pt x="0" y="0"/>
                  </a:moveTo>
                  <a:lnTo>
                    <a:pt x="66796" y="288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11067351" y="7384679"/>
              <a:ext cx="197487" cy="131992"/>
            </a:xfrm>
            <a:custGeom>
              <a:avLst/>
              <a:pathLst>
                <a:path w="197487" h="131992">
                  <a:moveTo>
                    <a:pt x="0" y="131992"/>
                  </a:moveTo>
                  <a:lnTo>
                    <a:pt x="19748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11067351" y="8246183"/>
              <a:ext cx="125461" cy="23711"/>
            </a:xfrm>
            <a:custGeom>
              <a:avLst/>
              <a:pathLst>
                <a:path w="125461" h="23711">
                  <a:moveTo>
                    <a:pt x="0" y="23711"/>
                  </a:moveTo>
                  <a:lnTo>
                    <a:pt x="1254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11067351" y="8440220"/>
              <a:ext cx="143116" cy="52164"/>
            </a:xfrm>
            <a:custGeom>
              <a:avLst/>
              <a:pathLst>
                <a:path w="143116" h="52164">
                  <a:moveTo>
                    <a:pt x="0" y="11460"/>
                  </a:moveTo>
                  <a:lnTo>
                    <a:pt x="74026" y="52164"/>
                  </a:lnTo>
                  <a:lnTo>
                    <a:pt x="14311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11067351" y="8301114"/>
              <a:ext cx="228079" cy="152541"/>
            </a:xfrm>
            <a:custGeom>
              <a:avLst/>
              <a:pathLst>
                <a:path w="228079" h="152541">
                  <a:moveTo>
                    <a:pt x="0" y="152541"/>
                  </a:moveTo>
                  <a:lnTo>
                    <a:pt x="22807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11067351" y="8450099"/>
              <a:ext cx="470471" cy="17783"/>
            </a:xfrm>
            <a:custGeom>
              <a:avLst/>
              <a:pathLst>
                <a:path w="470471" h="17783">
                  <a:moveTo>
                    <a:pt x="0" y="0"/>
                  </a:moveTo>
                  <a:lnTo>
                    <a:pt x="470471" y="1778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11067351" y="8363949"/>
              <a:ext cx="214130" cy="37937"/>
            </a:xfrm>
            <a:custGeom>
              <a:avLst/>
              <a:pathLst>
                <a:path w="214130" h="37937">
                  <a:moveTo>
                    <a:pt x="0" y="37937"/>
                  </a:moveTo>
                  <a:lnTo>
                    <a:pt x="2141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11067351" y="7678697"/>
              <a:ext cx="331159" cy="227231"/>
            </a:xfrm>
            <a:custGeom>
              <a:avLst/>
              <a:pathLst>
                <a:path w="331159" h="227231">
                  <a:moveTo>
                    <a:pt x="0" y="227231"/>
                  </a:moveTo>
                  <a:lnTo>
                    <a:pt x="133460" y="99586"/>
                  </a:lnTo>
                  <a:lnTo>
                    <a:pt x="200543" y="53350"/>
                  </a:lnTo>
                  <a:lnTo>
                    <a:pt x="271195" y="31614"/>
                  </a:lnTo>
                  <a:lnTo>
                    <a:pt x="33115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11067351" y="7756548"/>
              <a:ext cx="71014" cy="37542"/>
            </a:xfrm>
            <a:custGeom>
              <a:avLst/>
              <a:pathLst>
                <a:path w="71014" h="37542">
                  <a:moveTo>
                    <a:pt x="0" y="0"/>
                  </a:moveTo>
                  <a:lnTo>
                    <a:pt x="71014" y="375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11067351" y="8330753"/>
              <a:ext cx="200181" cy="58487"/>
            </a:xfrm>
            <a:custGeom>
              <a:avLst/>
              <a:pathLst>
                <a:path w="200181" h="58487">
                  <a:moveTo>
                    <a:pt x="0" y="58487"/>
                  </a:moveTo>
                  <a:lnTo>
                    <a:pt x="67098" y="48607"/>
                  </a:lnTo>
                  <a:lnTo>
                    <a:pt x="132971" y="5532"/>
                  </a:lnTo>
                  <a:lnTo>
                    <a:pt x="2001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11067351" y="8079415"/>
              <a:ext cx="68827" cy="85360"/>
            </a:xfrm>
            <a:custGeom>
              <a:avLst/>
              <a:pathLst>
                <a:path w="68827" h="85360">
                  <a:moveTo>
                    <a:pt x="0" y="85360"/>
                  </a:moveTo>
                  <a:lnTo>
                    <a:pt x="688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11067351" y="8273846"/>
              <a:ext cx="75905" cy="67971"/>
            </a:xfrm>
            <a:custGeom>
              <a:avLst/>
              <a:pathLst>
                <a:path w="75905" h="67971">
                  <a:moveTo>
                    <a:pt x="0" y="0"/>
                  </a:moveTo>
                  <a:lnTo>
                    <a:pt x="75905" y="679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11067351" y="8357231"/>
              <a:ext cx="402041" cy="95239"/>
            </a:xfrm>
            <a:custGeom>
              <a:avLst/>
              <a:pathLst>
                <a:path w="402041" h="95239">
                  <a:moveTo>
                    <a:pt x="0" y="95239"/>
                  </a:moveTo>
                  <a:lnTo>
                    <a:pt x="198598" y="82989"/>
                  </a:lnTo>
                  <a:lnTo>
                    <a:pt x="4020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11067351" y="7710312"/>
              <a:ext cx="160869" cy="114603"/>
            </a:xfrm>
            <a:custGeom>
              <a:avLst/>
              <a:pathLst>
                <a:path w="160869" h="114603">
                  <a:moveTo>
                    <a:pt x="0" y="62044"/>
                  </a:moveTo>
                  <a:lnTo>
                    <a:pt x="78613" y="0"/>
                  </a:lnTo>
                  <a:lnTo>
                    <a:pt x="160869" y="11460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11067351" y="8361182"/>
              <a:ext cx="419203" cy="133967"/>
            </a:xfrm>
            <a:custGeom>
              <a:avLst/>
              <a:pathLst>
                <a:path w="419203" h="133967">
                  <a:moveTo>
                    <a:pt x="0" y="0"/>
                  </a:moveTo>
                  <a:lnTo>
                    <a:pt x="214855" y="99981"/>
                  </a:lnTo>
                  <a:lnTo>
                    <a:pt x="419203" y="13396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11067351" y="8456422"/>
              <a:ext cx="544565" cy="42680"/>
            </a:xfrm>
            <a:custGeom>
              <a:avLst/>
              <a:pathLst>
                <a:path w="544565" h="42680">
                  <a:moveTo>
                    <a:pt x="0" y="0"/>
                  </a:moveTo>
                  <a:lnTo>
                    <a:pt x="132858" y="24896"/>
                  </a:lnTo>
                  <a:lnTo>
                    <a:pt x="270833" y="42680"/>
                  </a:lnTo>
                  <a:lnTo>
                    <a:pt x="544565" y="339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11067351" y="7707545"/>
              <a:ext cx="410846" cy="498724"/>
            </a:xfrm>
            <a:custGeom>
              <a:avLst/>
              <a:pathLst>
                <a:path w="410846" h="498724">
                  <a:moveTo>
                    <a:pt x="0" y="495167"/>
                  </a:moveTo>
                  <a:lnTo>
                    <a:pt x="133129" y="498724"/>
                  </a:lnTo>
                  <a:lnTo>
                    <a:pt x="286390" y="336698"/>
                  </a:lnTo>
                  <a:lnTo>
                    <a:pt x="4108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11067351" y="8084157"/>
              <a:ext cx="81092" cy="149380"/>
            </a:xfrm>
            <a:custGeom>
              <a:avLst/>
              <a:pathLst>
                <a:path w="81092" h="149380">
                  <a:moveTo>
                    <a:pt x="0" y="0"/>
                  </a:moveTo>
                  <a:lnTo>
                    <a:pt x="81092" y="1493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11067351" y="8335100"/>
              <a:ext cx="209058" cy="120136"/>
            </a:xfrm>
            <a:custGeom>
              <a:avLst/>
              <a:pathLst>
                <a:path w="209058" h="120136">
                  <a:moveTo>
                    <a:pt x="0" y="120136"/>
                  </a:moveTo>
                  <a:lnTo>
                    <a:pt x="20905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11067351" y="8112215"/>
              <a:ext cx="470423" cy="171115"/>
            </a:xfrm>
            <a:custGeom>
              <a:avLst/>
              <a:pathLst>
                <a:path w="470423" h="171115">
                  <a:moveTo>
                    <a:pt x="0" y="62834"/>
                  </a:moveTo>
                  <a:lnTo>
                    <a:pt x="64625" y="105119"/>
                  </a:lnTo>
                  <a:lnTo>
                    <a:pt x="138176" y="78641"/>
                  </a:lnTo>
                  <a:lnTo>
                    <a:pt x="219688" y="0"/>
                  </a:lnTo>
                  <a:lnTo>
                    <a:pt x="309372" y="67181"/>
                  </a:lnTo>
                  <a:lnTo>
                    <a:pt x="405749" y="151356"/>
                  </a:lnTo>
                  <a:lnTo>
                    <a:pt x="470423" y="1711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11067351" y="8094777"/>
              <a:ext cx="932247" cy="119960"/>
            </a:xfrm>
            <a:custGeom>
              <a:avLst/>
              <a:pathLst>
                <a:path w="932247" h="119960">
                  <a:moveTo>
                    <a:pt x="0" y="119960"/>
                  </a:moveTo>
                  <a:lnTo>
                    <a:pt x="9416" y="118749"/>
                  </a:lnTo>
                  <a:lnTo>
                    <a:pt x="18833" y="117537"/>
                  </a:lnTo>
                  <a:lnTo>
                    <a:pt x="28249" y="116325"/>
                  </a:lnTo>
                  <a:lnTo>
                    <a:pt x="37666" y="115113"/>
                  </a:lnTo>
                  <a:lnTo>
                    <a:pt x="47083" y="113902"/>
                  </a:lnTo>
                  <a:lnTo>
                    <a:pt x="56499" y="112690"/>
                  </a:lnTo>
                  <a:lnTo>
                    <a:pt x="65916" y="111478"/>
                  </a:lnTo>
                  <a:lnTo>
                    <a:pt x="75333" y="110266"/>
                  </a:lnTo>
                  <a:lnTo>
                    <a:pt x="84749" y="109055"/>
                  </a:lnTo>
                  <a:lnTo>
                    <a:pt x="94166" y="107843"/>
                  </a:lnTo>
                  <a:lnTo>
                    <a:pt x="103583" y="106631"/>
                  </a:lnTo>
                  <a:lnTo>
                    <a:pt x="112999" y="105420"/>
                  </a:lnTo>
                  <a:lnTo>
                    <a:pt x="122416" y="104208"/>
                  </a:lnTo>
                  <a:lnTo>
                    <a:pt x="131832" y="102996"/>
                  </a:lnTo>
                  <a:lnTo>
                    <a:pt x="141249" y="101784"/>
                  </a:lnTo>
                  <a:lnTo>
                    <a:pt x="150666" y="100573"/>
                  </a:lnTo>
                  <a:lnTo>
                    <a:pt x="160082" y="99361"/>
                  </a:lnTo>
                  <a:lnTo>
                    <a:pt x="169499" y="98149"/>
                  </a:lnTo>
                  <a:lnTo>
                    <a:pt x="178916" y="96937"/>
                  </a:lnTo>
                  <a:lnTo>
                    <a:pt x="188332" y="95726"/>
                  </a:lnTo>
                  <a:lnTo>
                    <a:pt x="197749" y="94514"/>
                  </a:lnTo>
                  <a:lnTo>
                    <a:pt x="207166" y="93302"/>
                  </a:lnTo>
                  <a:lnTo>
                    <a:pt x="216582" y="92091"/>
                  </a:lnTo>
                  <a:lnTo>
                    <a:pt x="225999" y="90879"/>
                  </a:lnTo>
                  <a:lnTo>
                    <a:pt x="235416" y="89667"/>
                  </a:lnTo>
                  <a:lnTo>
                    <a:pt x="244832" y="88455"/>
                  </a:lnTo>
                  <a:lnTo>
                    <a:pt x="254249" y="87244"/>
                  </a:lnTo>
                  <a:lnTo>
                    <a:pt x="263665" y="86032"/>
                  </a:lnTo>
                  <a:lnTo>
                    <a:pt x="273082" y="84820"/>
                  </a:lnTo>
                  <a:lnTo>
                    <a:pt x="282499" y="83609"/>
                  </a:lnTo>
                  <a:lnTo>
                    <a:pt x="291915" y="82397"/>
                  </a:lnTo>
                  <a:lnTo>
                    <a:pt x="301332" y="81185"/>
                  </a:lnTo>
                  <a:lnTo>
                    <a:pt x="310749" y="79973"/>
                  </a:lnTo>
                  <a:lnTo>
                    <a:pt x="320165" y="78762"/>
                  </a:lnTo>
                  <a:lnTo>
                    <a:pt x="329582" y="77550"/>
                  </a:lnTo>
                  <a:lnTo>
                    <a:pt x="338999" y="76338"/>
                  </a:lnTo>
                  <a:lnTo>
                    <a:pt x="348415" y="75126"/>
                  </a:lnTo>
                  <a:lnTo>
                    <a:pt x="357832" y="73915"/>
                  </a:lnTo>
                  <a:lnTo>
                    <a:pt x="367248" y="72703"/>
                  </a:lnTo>
                  <a:lnTo>
                    <a:pt x="376665" y="71491"/>
                  </a:lnTo>
                  <a:lnTo>
                    <a:pt x="386082" y="70280"/>
                  </a:lnTo>
                  <a:lnTo>
                    <a:pt x="395498" y="69068"/>
                  </a:lnTo>
                  <a:lnTo>
                    <a:pt x="404915" y="67856"/>
                  </a:lnTo>
                  <a:lnTo>
                    <a:pt x="414332" y="66644"/>
                  </a:lnTo>
                  <a:lnTo>
                    <a:pt x="423748" y="65433"/>
                  </a:lnTo>
                  <a:lnTo>
                    <a:pt x="433165" y="64221"/>
                  </a:lnTo>
                  <a:lnTo>
                    <a:pt x="442582" y="63009"/>
                  </a:lnTo>
                  <a:lnTo>
                    <a:pt x="451998" y="61797"/>
                  </a:lnTo>
                  <a:lnTo>
                    <a:pt x="461415" y="60586"/>
                  </a:lnTo>
                  <a:lnTo>
                    <a:pt x="470832" y="59374"/>
                  </a:lnTo>
                  <a:lnTo>
                    <a:pt x="480248" y="58162"/>
                  </a:lnTo>
                  <a:lnTo>
                    <a:pt x="489665" y="56951"/>
                  </a:lnTo>
                  <a:lnTo>
                    <a:pt x="499081" y="55739"/>
                  </a:lnTo>
                  <a:lnTo>
                    <a:pt x="508498" y="54527"/>
                  </a:lnTo>
                  <a:lnTo>
                    <a:pt x="517915" y="53315"/>
                  </a:lnTo>
                  <a:lnTo>
                    <a:pt x="527331" y="52104"/>
                  </a:lnTo>
                  <a:lnTo>
                    <a:pt x="536748" y="50892"/>
                  </a:lnTo>
                  <a:lnTo>
                    <a:pt x="546165" y="49680"/>
                  </a:lnTo>
                  <a:lnTo>
                    <a:pt x="555581" y="48468"/>
                  </a:lnTo>
                  <a:lnTo>
                    <a:pt x="564998" y="47257"/>
                  </a:lnTo>
                  <a:lnTo>
                    <a:pt x="574415" y="46045"/>
                  </a:lnTo>
                  <a:lnTo>
                    <a:pt x="583831" y="44833"/>
                  </a:lnTo>
                  <a:lnTo>
                    <a:pt x="593248" y="43622"/>
                  </a:lnTo>
                  <a:lnTo>
                    <a:pt x="602664" y="42410"/>
                  </a:lnTo>
                  <a:lnTo>
                    <a:pt x="612081" y="41198"/>
                  </a:lnTo>
                  <a:lnTo>
                    <a:pt x="621498" y="39986"/>
                  </a:lnTo>
                  <a:lnTo>
                    <a:pt x="630914" y="38775"/>
                  </a:lnTo>
                  <a:lnTo>
                    <a:pt x="640331" y="37563"/>
                  </a:lnTo>
                  <a:lnTo>
                    <a:pt x="649748" y="36351"/>
                  </a:lnTo>
                  <a:lnTo>
                    <a:pt x="659164" y="35140"/>
                  </a:lnTo>
                  <a:lnTo>
                    <a:pt x="668581" y="33928"/>
                  </a:lnTo>
                  <a:lnTo>
                    <a:pt x="677998" y="32716"/>
                  </a:lnTo>
                  <a:lnTo>
                    <a:pt x="687414" y="31504"/>
                  </a:lnTo>
                  <a:lnTo>
                    <a:pt x="696831" y="30293"/>
                  </a:lnTo>
                  <a:lnTo>
                    <a:pt x="706248" y="29081"/>
                  </a:lnTo>
                  <a:lnTo>
                    <a:pt x="715664" y="27869"/>
                  </a:lnTo>
                  <a:lnTo>
                    <a:pt x="725081" y="26657"/>
                  </a:lnTo>
                  <a:lnTo>
                    <a:pt x="734497" y="25446"/>
                  </a:lnTo>
                  <a:lnTo>
                    <a:pt x="743914" y="24234"/>
                  </a:lnTo>
                  <a:lnTo>
                    <a:pt x="753331" y="23022"/>
                  </a:lnTo>
                  <a:lnTo>
                    <a:pt x="762747" y="21811"/>
                  </a:lnTo>
                  <a:lnTo>
                    <a:pt x="772164" y="20599"/>
                  </a:lnTo>
                  <a:lnTo>
                    <a:pt x="781581" y="19387"/>
                  </a:lnTo>
                  <a:lnTo>
                    <a:pt x="790997" y="18175"/>
                  </a:lnTo>
                  <a:lnTo>
                    <a:pt x="800414" y="16964"/>
                  </a:lnTo>
                  <a:lnTo>
                    <a:pt x="809831" y="15752"/>
                  </a:lnTo>
                  <a:lnTo>
                    <a:pt x="819247" y="14540"/>
                  </a:lnTo>
                  <a:lnTo>
                    <a:pt x="828664" y="13328"/>
                  </a:lnTo>
                  <a:lnTo>
                    <a:pt x="838081" y="12117"/>
                  </a:lnTo>
                  <a:lnTo>
                    <a:pt x="847497" y="10905"/>
                  </a:lnTo>
                  <a:lnTo>
                    <a:pt x="856914" y="9693"/>
                  </a:lnTo>
                  <a:lnTo>
                    <a:pt x="866330" y="8482"/>
                  </a:lnTo>
                  <a:lnTo>
                    <a:pt x="875747" y="7270"/>
                  </a:lnTo>
                  <a:lnTo>
                    <a:pt x="885164" y="6058"/>
                  </a:lnTo>
                  <a:lnTo>
                    <a:pt x="894580" y="4846"/>
                  </a:lnTo>
                  <a:lnTo>
                    <a:pt x="903997" y="3635"/>
                  </a:lnTo>
                  <a:lnTo>
                    <a:pt x="913414" y="2423"/>
                  </a:lnTo>
                  <a:lnTo>
                    <a:pt x="922830" y="1211"/>
                  </a:lnTo>
                  <a:lnTo>
                    <a:pt x="932247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10" name="tx4310"/>
            <p:cNvSpPr/>
            <p:nvPr/>
          </p:nvSpPr>
          <p:spPr>
            <a:xfrm>
              <a:off x="11085725" y="7268574"/>
              <a:ext cx="913873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0.16 Z/year</a:t>
              </a:r>
            </a:p>
          </p:txBody>
        </p:sp>
        <p:sp>
          <p:nvSpPr>
            <p:cNvPr id="4311" name="rc4311"/>
            <p:cNvSpPr/>
            <p:nvPr/>
          </p:nvSpPr>
          <p:spPr>
            <a:xfrm>
              <a:off x="11020738" y="7247470"/>
              <a:ext cx="1025472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tx4312"/>
            <p:cNvSpPr/>
            <p:nvPr/>
          </p:nvSpPr>
          <p:spPr>
            <a:xfrm>
              <a:off x="10895953" y="845310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313" name="tx4313"/>
            <p:cNvSpPr/>
            <p:nvPr/>
          </p:nvSpPr>
          <p:spPr>
            <a:xfrm>
              <a:off x="10895953" y="818861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314" name="tx4314"/>
            <p:cNvSpPr/>
            <p:nvPr/>
          </p:nvSpPr>
          <p:spPr>
            <a:xfrm>
              <a:off x="10833797" y="792129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315" name="tx4315"/>
            <p:cNvSpPr/>
            <p:nvPr/>
          </p:nvSpPr>
          <p:spPr>
            <a:xfrm>
              <a:off x="10833797" y="765538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316" name="tx4316"/>
            <p:cNvSpPr/>
            <p:nvPr/>
          </p:nvSpPr>
          <p:spPr>
            <a:xfrm>
              <a:off x="10833797" y="738947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317" name="pl4317"/>
            <p:cNvSpPr/>
            <p:nvPr/>
          </p:nvSpPr>
          <p:spPr>
            <a:xfrm>
              <a:off x="10985944" y="84948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10985944" y="82288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10985944" y="79629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10985944" y="76970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10985944" y="743116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1106735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1139796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1172858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tx4325"/>
            <p:cNvSpPr/>
            <p:nvPr/>
          </p:nvSpPr>
          <p:spPr>
            <a:xfrm>
              <a:off x="1103627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326" name="tx4326"/>
            <p:cNvSpPr/>
            <p:nvPr/>
          </p:nvSpPr>
          <p:spPr>
            <a:xfrm>
              <a:off x="11366889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327" name="tx4327"/>
            <p:cNvSpPr/>
            <p:nvPr/>
          </p:nvSpPr>
          <p:spPr>
            <a:xfrm>
              <a:off x="11666428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328" name="tx4328"/>
            <p:cNvSpPr/>
            <p:nvPr/>
          </p:nvSpPr>
          <p:spPr>
            <a:xfrm>
              <a:off x="10912294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4329" name="tx4329"/>
            <p:cNvSpPr/>
            <p:nvPr/>
          </p:nvSpPr>
          <p:spPr>
            <a:xfrm rot="-5400000">
              <a:off x="10152384" y="7856579"/>
              <a:ext cx="108690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2026-04-29T09:07:26Z</dcterms:modified>
</cp:coreProperties>
</file>