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9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33" d="100"/>
          <a:sy n="133" d="100"/>
        </p:scale>
        <p:origin x="1644" y="126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c3"/>
          <p:cNvSpPr/>
          <p:nvPr/>
        </p:nvSpPr>
        <p:spPr>
          <a:xfrm>
            <a:off x="809625" y="836612"/>
            <a:ext cx="5943600" cy="3657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" name="rc4"/>
          <p:cNvSpPr/>
          <p:nvPr/>
        </p:nvSpPr>
        <p:spPr>
          <a:xfrm>
            <a:off x="809625" y="836612"/>
            <a:ext cx="2971800" cy="3657600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" name="rc5"/>
          <p:cNvSpPr/>
          <p:nvPr/>
        </p:nvSpPr>
        <p:spPr>
          <a:xfrm>
            <a:off x="1333813" y="1133890"/>
            <a:ext cx="2378022" cy="295043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pl6"/>
          <p:cNvSpPr/>
          <p:nvPr/>
        </p:nvSpPr>
        <p:spPr>
          <a:xfrm>
            <a:off x="1333813" y="3658469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7"/>
          <p:cNvSpPr/>
          <p:nvPr/>
        </p:nvSpPr>
        <p:spPr>
          <a:xfrm>
            <a:off x="1333813" y="2988025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8"/>
          <p:cNvSpPr/>
          <p:nvPr/>
        </p:nvSpPr>
        <p:spPr>
          <a:xfrm>
            <a:off x="1333813" y="2317581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9"/>
          <p:cNvSpPr/>
          <p:nvPr/>
        </p:nvSpPr>
        <p:spPr>
          <a:xfrm>
            <a:off x="1333813" y="1647137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0"/>
          <p:cNvSpPr/>
          <p:nvPr/>
        </p:nvSpPr>
        <p:spPr>
          <a:xfrm>
            <a:off x="154638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1"/>
          <p:cNvSpPr/>
          <p:nvPr/>
        </p:nvSpPr>
        <p:spPr>
          <a:xfrm>
            <a:off x="2175962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/>
          <p:cNvSpPr/>
          <p:nvPr/>
        </p:nvSpPr>
        <p:spPr>
          <a:xfrm>
            <a:off x="2805539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/>
          <p:cNvSpPr/>
          <p:nvPr/>
        </p:nvSpPr>
        <p:spPr>
          <a:xfrm>
            <a:off x="3435117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/>
          <p:cNvSpPr/>
          <p:nvPr/>
        </p:nvSpPr>
        <p:spPr>
          <a:xfrm>
            <a:off x="1333813" y="3993691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l15"/>
          <p:cNvSpPr/>
          <p:nvPr/>
        </p:nvSpPr>
        <p:spPr>
          <a:xfrm>
            <a:off x="1333813" y="3323247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l16"/>
          <p:cNvSpPr/>
          <p:nvPr/>
        </p:nvSpPr>
        <p:spPr>
          <a:xfrm>
            <a:off x="1333813" y="2652803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l17"/>
          <p:cNvSpPr/>
          <p:nvPr/>
        </p:nvSpPr>
        <p:spPr>
          <a:xfrm>
            <a:off x="1333813" y="1982359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l18"/>
          <p:cNvSpPr/>
          <p:nvPr/>
        </p:nvSpPr>
        <p:spPr>
          <a:xfrm>
            <a:off x="1333813" y="1311915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l19"/>
          <p:cNvSpPr/>
          <p:nvPr/>
        </p:nvSpPr>
        <p:spPr>
          <a:xfrm>
            <a:off x="1861173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l20"/>
          <p:cNvSpPr/>
          <p:nvPr/>
        </p:nvSpPr>
        <p:spPr>
          <a:xfrm>
            <a:off x="2490751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l21"/>
          <p:cNvSpPr/>
          <p:nvPr/>
        </p:nvSpPr>
        <p:spPr>
          <a:xfrm>
            <a:off x="3120328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" name="pt22"/>
          <p:cNvSpPr/>
          <p:nvPr/>
        </p:nvSpPr>
        <p:spPr>
          <a:xfrm>
            <a:off x="2078081" y="361721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" name="pt23"/>
          <p:cNvSpPr/>
          <p:nvPr/>
        </p:nvSpPr>
        <p:spPr>
          <a:xfrm>
            <a:off x="1786211" y="382136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" name="pt24"/>
          <p:cNvSpPr/>
          <p:nvPr/>
        </p:nvSpPr>
        <p:spPr>
          <a:xfrm>
            <a:off x="3197480" y="210704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" name="pt25"/>
          <p:cNvSpPr/>
          <p:nvPr/>
        </p:nvSpPr>
        <p:spPr>
          <a:xfrm>
            <a:off x="1871388" y="384449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t26"/>
          <p:cNvSpPr/>
          <p:nvPr/>
        </p:nvSpPr>
        <p:spPr>
          <a:xfrm>
            <a:off x="1874999" y="381030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t27"/>
          <p:cNvSpPr/>
          <p:nvPr/>
        </p:nvSpPr>
        <p:spPr>
          <a:xfrm>
            <a:off x="2832100" y="277145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" name="pt28"/>
          <p:cNvSpPr/>
          <p:nvPr/>
        </p:nvSpPr>
        <p:spPr>
          <a:xfrm>
            <a:off x="2392207" y="355922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" name="pt29"/>
          <p:cNvSpPr/>
          <p:nvPr/>
        </p:nvSpPr>
        <p:spPr>
          <a:xfrm>
            <a:off x="1705894" y="386729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t30"/>
          <p:cNvSpPr/>
          <p:nvPr/>
        </p:nvSpPr>
        <p:spPr>
          <a:xfrm>
            <a:off x="1914494" y="384550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t31"/>
          <p:cNvSpPr/>
          <p:nvPr/>
        </p:nvSpPr>
        <p:spPr>
          <a:xfrm>
            <a:off x="1807673" y="38910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t32"/>
          <p:cNvSpPr/>
          <p:nvPr/>
        </p:nvSpPr>
        <p:spPr>
          <a:xfrm>
            <a:off x="3195222" y="336211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t33"/>
          <p:cNvSpPr/>
          <p:nvPr/>
        </p:nvSpPr>
        <p:spPr>
          <a:xfrm>
            <a:off x="1417079" y="328065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t34"/>
          <p:cNvSpPr/>
          <p:nvPr/>
        </p:nvSpPr>
        <p:spPr>
          <a:xfrm>
            <a:off x="2472509" y="388606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t35"/>
          <p:cNvSpPr/>
          <p:nvPr/>
        </p:nvSpPr>
        <p:spPr>
          <a:xfrm>
            <a:off x="2033823" y="389411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t36"/>
          <p:cNvSpPr/>
          <p:nvPr/>
        </p:nvSpPr>
        <p:spPr>
          <a:xfrm>
            <a:off x="1861177" y="378684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t37"/>
          <p:cNvSpPr/>
          <p:nvPr/>
        </p:nvSpPr>
        <p:spPr>
          <a:xfrm>
            <a:off x="1868055" y="375700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t38"/>
          <p:cNvSpPr/>
          <p:nvPr/>
        </p:nvSpPr>
        <p:spPr>
          <a:xfrm>
            <a:off x="1878312" y="384047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t39"/>
          <p:cNvSpPr/>
          <p:nvPr/>
        </p:nvSpPr>
        <p:spPr>
          <a:xfrm>
            <a:off x="1675329" y="388640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t40"/>
          <p:cNvSpPr/>
          <p:nvPr/>
        </p:nvSpPr>
        <p:spPr>
          <a:xfrm>
            <a:off x="2017964" y="330747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t41"/>
          <p:cNvSpPr/>
          <p:nvPr/>
        </p:nvSpPr>
        <p:spPr>
          <a:xfrm>
            <a:off x="2821586" y="124317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pt42"/>
          <p:cNvSpPr/>
          <p:nvPr/>
        </p:nvSpPr>
        <p:spPr>
          <a:xfrm>
            <a:off x="1835465" y="310935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" name="pt43"/>
          <p:cNvSpPr/>
          <p:nvPr/>
        </p:nvSpPr>
        <p:spPr>
          <a:xfrm>
            <a:off x="1822834" y="387634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t44"/>
          <p:cNvSpPr/>
          <p:nvPr/>
        </p:nvSpPr>
        <p:spPr>
          <a:xfrm>
            <a:off x="1802348" y="389612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" name="pt45"/>
          <p:cNvSpPr/>
          <p:nvPr/>
        </p:nvSpPr>
        <p:spPr>
          <a:xfrm>
            <a:off x="2035237" y="379823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t46"/>
          <p:cNvSpPr/>
          <p:nvPr/>
        </p:nvSpPr>
        <p:spPr>
          <a:xfrm>
            <a:off x="1800065" y="388673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t47"/>
          <p:cNvSpPr/>
          <p:nvPr/>
        </p:nvSpPr>
        <p:spPr>
          <a:xfrm>
            <a:off x="2305575" y="378684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t48"/>
          <p:cNvSpPr/>
          <p:nvPr/>
        </p:nvSpPr>
        <p:spPr>
          <a:xfrm>
            <a:off x="2465103" y="385790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t49"/>
          <p:cNvSpPr/>
          <p:nvPr/>
        </p:nvSpPr>
        <p:spPr>
          <a:xfrm>
            <a:off x="2072613" y="373655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t50"/>
          <p:cNvSpPr/>
          <p:nvPr/>
        </p:nvSpPr>
        <p:spPr>
          <a:xfrm>
            <a:off x="1772518" y="377913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" name="pt51"/>
          <p:cNvSpPr/>
          <p:nvPr/>
        </p:nvSpPr>
        <p:spPr>
          <a:xfrm>
            <a:off x="1514175" y="381804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t52"/>
          <p:cNvSpPr/>
          <p:nvPr/>
        </p:nvSpPr>
        <p:spPr>
          <a:xfrm>
            <a:off x="3088564" y="366582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t53"/>
          <p:cNvSpPr/>
          <p:nvPr/>
        </p:nvSpPr>
        <p:spPr>
          <a:xfrm>
            <a:off x="2041818" y="382572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t54"/>
          <p:cNvSpPr/>
          <p:nvPr/>
        </p:nvSpPr>
        <p:spPr>
          <a:xfrm>
            <a:off x="1783101" y="390450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t55"/>
          <p:cNvSpPr/>
          <p:nvPr/>
        </p:nvSpPr>
        <p:spPr>
          <a:xfrm>
            <a:off x="1586985" y="368910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t56"/>
          <p:cNvSpPr/>
          <p:nvPr/>
        </p:nvSpPr>
        <p:spPr>
          <a:xfrm>
            <a:off x="1757208" y="386025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t57"/>
          <p:cNvSpPr/>
          <p:nvPr/>
        </p:nvSpPr>
        <p:spPr>
          <a:xfrm>
            <a:off x="1949088" y="390182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t58"/>
          <p:cNvSpPr/>
          <p:nvPr/>
        </p:nvSpPr>
        <p:spPr>
          <a:xfrm>
            <a:off x="1860157" y="387869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t59"/>
          <p:cNvSpPr/>
          <p:nvPr/>
        </p:nvSpPr>
        <p:spPr>
          <a:xfrm>
            <a:off x="1830824" y="385422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t60"/>
          <p:cNvSpPr/>
          <p:nvPr/>
        </p:nvSpPr>
        <p:spPr>
          <a:xfrm>
            <a:off x="1842336" y="38615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pt61"/>
          <p:cNvSpPr/>
          <p:nvPr/>
        </p:nvSpPr>
        <p:spPr>
          <a:xfrm>
            <a:off x="1926677" y="386025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2" name="pt62"/>
          <p:cNvSpPr/>
          <p:nvPr/>
        </p:nvSpPr>
        <p:spPr>
          <a:xfrm>
            <a:off x="1814208" y="39205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t63"/>
          <p:cNvSpPr/>
          <p:nvPr/>
        </p:nvSpPr>
        <p:spPr>
          <a:xfrm>
            <a:off x="1936386" y="37254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t64"/>
          <p:cNvSpPr/>
          <p:nvPr/>
        </p:nvSpPr>
        <p:spPr>
          <a:xfrm>
            <a:off x="2495103" y="337121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t65"/>
          <p:cNvSpPr/>
          <p:nvPr/>
        </p:nvSpPr>
        <p:spPr>
          <a:xfrm>
            <a:off x="1675546" y="392538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t66"/>
          <p:cNvSpPr/>
          <p:nvPr/>
        </p:nvSpPr>
        <p:spPr>
          <a:xfrm>
            <a:off x="3019930" y="327841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t67"/>
          <p:cNvSpPr/>
          <p:nvPr/>
        </p:nvSpPr>
        <p:spPr>
          <a:xfrm>
            <a:off x="1607244" y="381399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t68"/>
          <p:cNvSpPr/>
          <p:nvPr/>
        </p:nvSpPr>
        <p:spPr>
          <a:xfrm>
            <a:off x="2575137" y="341206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pt69"/>
          <p:cNvSpPr/>
          <p:nvPr/>
        </p:nvSpPr>
        <p:spPr>
          <a:xfrm>
            <a:off x="2250634" y="366515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0" name="pt70"/>
          <p:cNvSpPr/>
          <p:nvPr/>
        </p:nvSpPr>
        <p:spPr>
          <a:xfrm>
            <a:off x="2203428" y="373052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1" name="pt71"/>
          <p:cNvSpPr/>
          <p:nvPr/>
        </p:nvSpPr>
        <p:spPr>
          <a:xfrm>
            <a:off x="3578918" y="198301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2" name="pt72"/>
          <p:cNvSpPr/>
          <p:nvPr/>
        </p:nvSpPr>
        <p:spPr>
          <a:xfrm>
            <a:off x="1894279" y="387131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3" name="pt73"/>
          <p:cNvSpPr/>
          <p:nvPr/>
        </p:nvSpPr>
        <p:spPr>
          <a:xfrm>
            <a:off x="1939406" y="3890759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" name="pt74"/>
          <p:cNvSpPr/>
          <p:nvPr/>
        </p:nvSpPr>
        <p:spPr>
          <a:xfrm>
            <a:off x="2496419" y="384718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" name="pt75"/>
          <p:cNvSpPr/>
          <p:nvPr/>
        </p:nvSpPr>
        <p:spPr>
          <a:xfrm>
            <a:off x="2569553" y="335138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6" name="pt76"/>
          <p:cNvSpPr/>
          <p:nvPr/>
        </p:nvSpPr>
        <p:spPr>
          <a:xfrm>
            <a:off x="2737132" y="3181429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7" name="pt77"/>
          <p:cNvSpPr/>
          <p:nvPr/>
        </p:nvSpPr>
        <p:spPr>
          <a:xfrm>
            <a:off x="2099468" y="384382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8" name="pt78"/>
          <p:cNvSpPr/>
          <p:nvPr/>
        </p:nvSpPr>
        <p:spPr>
          <a:xfrm>
            <a:off x="2002078" y="384215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9" name="pt79"/>
          <p:cNvSpPr/>
          <p:nvPr/>
        </p:nvSpPr>
        <p:spPr>
          <a:xfrm>
            <a:off x="1876534" y="38910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0" name="pt80"/>
          <p:cNvSpPr/>
          <p:nvPr/>
        </p:nvSpPr>
        <p:spPr>
          <a:xfrm>
            <a:off x="1853749" y="38615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1" name="pt81"/>
          <p:cNvSpPr/>
          <p:nvPr/>
        </p:nvSpPr>
        <p:spPr>
          <a:xfrm>
            <a:off x="1938211" y="382136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2" name="pt82"/>
          <p:cNvSpPr/>
          <p:nvPr/>
        </p:nvSpPr>
        <p:spPr>
          <a:xfrm>
            <a:off x="2965937" y="324981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3" name="pt83"/>
          <p:cNvSpPr/>
          <p:nvPr/>
        </p:nvSpPr>
        <p:spPr>
          <a:xfrm>
            <a:off x="1994137" y="375298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" name="pt84"/>
          <p:cNvSpPr/>
          <p:nvPr/>
        </p:nvSpPr>
        <p:spPr>
          <a:xfrm>
            <a:off x="1971021" y="389880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5" name="pt85"/>
          <p:cNvSpPr/>
          <p:nvPr/>
        </p:nvSpPr>
        <p:spPr>
          <a:xfrm>
            <a:off x="3418001" y="280866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6" name="pt86"/>
          <p:cNvSpPr/>
          <p:nvPr/>
        </p:nvSpPr>
        <p:spPr>
          <a:xfrm>
            <a:off x="3113643" y="322052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7" name="pt87"/>
          <p:cNvSpPr/>
          <p:nvPr/>
        </p:nvSpPr>
        <p:spPr>
          <a:xfrm>
            <a:off x="2274505" y="384148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8" name="pt88"/>
          <p:cNvSpPr/>
          <p:nvPr/>
        </p:nvSpPr>
        <p:spPr>
          <a:xfrm>
            <a:off x="1908388" y="385455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" name="pt89"/>
          <p:cNvSpPr/>
          <p:nvPr/>
        </p:nvSpPr>
        <p:spPr>
          <a:xfrm>
            <a:off x="2037353" y="389578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" name="pt90"/>
          <p:cNvSpPr/>
          <p:nvPr/>
        </p:nvSpPr>
        <p:spPr>
          <a:xfrm>
            <a:off x="1872564" y="387567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" name="pt91"/>
          <p:cNvSpPr/>
          <p:nvPr/>
        </p:nvSpPr>
        <p:spPr>
          <a:xfrm>
            <a:off x="1830215" y="388908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" name="pt92"/>
          <p:cNvSpPr/>
          <p:nvPr/>
        </p:nvSpPr>
        <p:spPr>
          <a:xfrm>
            <a:off x="1940061" y="372884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" name="pt93"/>
          <p:cNvSpPr/>
          <p:nvPr/>
        </p:nvSpPr>
        <p:spPr>
          <a:xfrm>
            <a:off x="2146360" y="385254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" name="pt94"/>
          <p:cNvSpPr/>
          <p:nvPr/>
        </p:nvSpPr>
        <p:spPr>
          <a:xfrm>
            <a:off x="2199437" y="386226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" name="pt95"/>
          <p:cNvSpPr/>
          <p:nvPr/>
        </p:nvSpPr>
        <p:spPr>
          <a:xfrm>
            <a:off x="2180765" y="37254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6" name="pt96"/>
          <p:cNvSpPr/>
          <p:nvPr/>
        </p:nvSpPr>
        <p:spPr>
          <a:xfrm>
            <a:off x="2079403" y="386964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7" name="pt97"/>
          <p:cNvSpPr/>
          <p:nvPr/>
        </p:nvSpPr>
        <p:spPr>
          <a:xfrm>
            <a:off x="2357376" y="3740579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8" name="pt98"/>
          <p:cNvSpPr/>
          <p:nvPr/>
        </p:nvSpPr>
        <p:spPr>
          <a:xfrm>
            <a:off x="3155532" y="320858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9" name="pt99"/>
          <p:cNvSpPr/>
          <p:nvPr/>
        </p:nvSpPr>
        <p:spPr>
          <a:xfrm>
            <a:off x="2898994" y="364872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0" name="pt100"/>
          <p:cNvSpPr/>
          <p:nvPr/>
        </p:nvSpPr>
        <p:spPr>
          <a:xfrm>
            <a:off x="1639363" y="389377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1" name="pt101"/>
          <p:cNvSpPr/>
          <p:nvPr/>
        </p:nvSpPr>
        <p:spPr>
          <a:xfrm>
            <a:off x="1729068" y="388003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2" name="pt102"/>
          <p:cNvSpPr/>
          <p:nvPr/>
        </p:nvSpPr>
        <p:spPr>
          <a:xfrm>
            <a:off x="1885484" y="389310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" name="pt103"/>
          <p:cNvSpPr/>
          <p:nvPr/>
        </p:nvSpPr>
        <p:spPr>
          <a:xfrm>
            <a:off x="1831652" y="381030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" name="pt104"/>
          <p:cNvSpPr/>
          <p:nvPr/>
        </p:nvSpPr>
        <p:spPr>
          <a:xfrm>
            <a:off x="1746708" y="375164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" name="pt105"/>
          <p:cNvSpPr/>
          <p:nvPr/>
        </p:nvSpPr>
        <p:spPr>
          <a:xfrm>
            <a:off x="1977095" y="385958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" name="pt106"/>
          <p:cNvSpPr/>
          <p:nvPr/>
        </p:nvSpPr>
        <p:spPr>
          <a:xfrm>
            <a:off x="1493402" y="370803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7" name="pt107"/>
          <p:cNvSpPr/>
          <p:nvPr/>
        </p:nvSpPr>
        <p:spPr>
          <a:xfrm>
            <a:off x="2559443" y="312511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8" name="pt108"/>
          <p:cNvSpPr/>
          <p:nvPr/>
        </p:nvSpPr>
        <p:spPr>
          <a:xfrm>
            <a:off x="1668521" y="387399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9" name="pt109"/>
          <p:cNvSpPr/>
          <p:nvPr/>
        </p:nvSpPr>
        <p:spPr>
          <a:xfrm>
            <a:off x="1964714" y="374259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0" name="pt110"/>
          <p:cNvSpPr/>
          <p:nvPr/>
        </p:nvSpPr>
        <p:spPr>
          <a:xfrm>
            <a:off x="1835479" y="390886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" name="pt111"/>
          <p:cNvSpPr/>
          <p:nvPr/>
        </p:nvSpPr>
        <p:spPr>
          <a:xfrm>
            <a:off x="2007489" y="387399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" name="pt112"/>
          <p:cNvSpPr/>
          <p:nvPr/>
        </p:nvSpPr>
        <p:spPr>
          <a:xfrm>
            <a:off x="1882363" y="389746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" name="pt113"/>
          <p:cNvSpPr/>
          <p:nvPr/>
        </p:nvSpPr>
        <p:spPr>
          <a:xfrm>
            <a:off x="1743933" y="3784829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" name="pt114"/>
          <p:cNvSpPr/>
          <p:nvPr/>
        </p:nvSpPr>
        <p:spPr>
          <a:xfrm>
            <a:off x="1675086" y="380762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" name="pt115"/>
          <p:cNvSpPr/>
          <p:nvPr/>
        </p:nvSpPr>
        <p:spPr>
          <a:xfrm>
            <a:off x="2523438" y="3687279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" name="pt116"/>
          <p:cNvSpPr/>
          <p:nvPr/>
        </p:nvSpPr>
        <p:spPr>
          <a:xfrm>
            <a:off x="2718446" y="368627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" name="pt117"/>
          <p:cNvSpPr/>
          <p:nvPr/>
        </p:nvSpPr>
        <p:spPr>
          <a:xfrm>
            <a:off x="3073990" y="284352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" name="pt118"/>
          <p:cNvSpPr/>
          <p:nvPr/>
        </p:nvSpPr>
        <p:spPr>
          <a:xfrm>
            <a:off x="3069337" y="367889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" name="pt119"/>
          <p:cNvSpPr/>
          <p:nvPr/>
        </p:nvSpPr>
        <p:spPr>
          <a:xfrm>
            <a:off x="2364924" y="369364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" name="pt120"/>
          <p:cNvSpPr/>
          <p:nvPr/>
        </p:nvSpPr>
        <p:spPr>
          <a:xfrm>
            <a:off x="1868150" y="379220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" name="pt121"/>
          <p:cNvSpPr/>
          <p:nvPr/>
        </p:nvSpPr>
        <p:spPr>
          <a:xfrm>
            <a:off x="1792089" y="368292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" name="pt122"/>
          <p:cNvSpPr/>
          <p:nvPr/>
        </p:nvSpPr>
        <p:spPr>
          <a:xfrm>
            <a:off x="2568299" y="314019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" name="pt123"/>
          <p:cNvSpPr/>
          <p:nvPr/>
        </p:nvSpPr>
        <p:spPr>
          <a:xfrm>
            <a:off x="2653007" y="307147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" name="pt124"/>
          <p:cNvSpPr/>
          <p:nvPr/>
        </p:nvSpPr>
        <p:spPr>
          <a:xfrm>
            <a:off x="2266368" y="379488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5" name="pt125"/>
          <p:cNvSpPr/>
          <p:nvPr/>
        </p:nvSpPr>
        <p:spPr>
          <a:xfrm>
            <a:off x="3028514" y="362090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6" name="pt126"/>
          <p:cNvSpPr/>
          <p:nvPr/>
        </p:nvSpPr>
        <p:spPr>
          <a:xfrm>
            <a:off x="1978399" y="387701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7" name="pt127"/>
          <p:cNvSpPr/>
          <p:nvPr/>
        </p:nvSpPr>
        <p:spPr>
          <a:xfrm>
            <a:off x="2722440" y="360246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8" name="pt128"/>
          <p:cNvSpPr/>
          <p:nvPr/>
        </p:nvSpPr>
        <p:spPr>
          <a:xfrm>
            <a:off x="1973686" y="386729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9" name="pt129"/>
          <p:cNvSpPr/>
          <p:nvPr/>
        </p:nvSpPr>
        <p:spPr>
          <a:xfrm>
            <a:off x="1941861" y="387634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0" name="pl130"/>
          <p:cNvSpPr/>
          <p:nvPr/>
        </p:nvSpPr>
        <p:spPr>
          <a:xfrm>
            <a:off x="202690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1" name="pl131"/>
          <p:cNvSpPr/>
          <p:nvPr/>
        </p:nvSpPr>
        <p:spPr>
          <a:xfrm>
            <a:off x="1333813" y="3776468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2" name="rc132"/>
          <p:cNvSpPr/>
          <p:nvPr/>
        </p:nvSpPr>
        <p:spPr>
          <a:xfrm>
            <a:off x="1333813" y="1133890"/>
            <a:ext cx="2378022" cy="2950433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3" name="tx133"/>
          <p:cNvSpPr/>
          <p:nvPr/>
        </p:nvSpPr>
        <p:spPr>
          <a:xfrm>
            <a:off x="1053666" y="3952000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134" name="tx134"/>
          <p:cNvSpPr/>
          <p:nvPr/>
        </p:nvSpPr>
        <p:spPr>
          <a:xfrm>
            <a:off x="1053666" y="3281556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0.02</a:t>
            </a:r>
          </a:p>
        </p:txBody>
      </p:sp>
      <p:sp>
        <p:nvSpPr>
          <p:cNvPr id="135" name="tx135"/>
          <p:cNvSpPr/>
          <p:nvPr/>
        </p:nvSpPr>
        <p:spPr>
          <a:xfrm>
            <a:off x="1053666" y="2611111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0.04</a:t>
            </a:r>
          </a:p>
        </p:txBody>
      </p:sp>
      <p:sp>
        <p:nvSpPr>
          <p:cNvPr id="136" name="tx136"/>
          <p:cNvSpPr/>
          <p:nvPr/>
        </p:nvSpPr>
        <p:spPr>
          <a:xfrm>
            <a:off x="1053666" y="1940667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0.06</a:t>
            </a:r>
          </a:p>
        </p:txBody>
      </p:sp>
      <p:sp>
        <p:nvSpPr>
          <p:cNvPr id="137" name="tx137"/>
          <p:cNvSpPr/>
          <p:nvPr/>
        </p:nvSpPr>
        <p:spPr>
          <a:xfrm>
            <a:off x="1053666" y="1270223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0.08</a:t>
            </a:r>
          </a:p>
        </p:txBody>
      </p:sp>
      <p:sp>
        <p:nvSpPr>
          <p:cNvPr id="138" name="pl138"/>
          <p:cNvSpPr/>
          <p:nvPr/>
        </p:nvSpPr>
        <p:spPr>
          <a:xfrm>
            <a:off x="1299019" y="399369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9" name="pl139"/>
          <p:cNvSpPr/>
          <p:nvPr/>
        </p:nvSpPr>
        <p:spPr>
          <a:xfrm>
            <a:off x="1299019" y="3323247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0" name="pl140"/>
          <p:cNvSpPr/>
          <p:nvPr/>
        </p:nvSpPr>
        <p:spPr>
          <a:xfrm>
            <a:off x="1299019" y="265280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1" name="pl141"/>
          <p:cNvSpPr/>
          <p:nvPr/>
        </p:nvSpPr>
        <p:spPr>
          <a:xfrm>
            <a:off x="1299019" y="1982359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2" name="pl142"/>
          <p:cNvSpPr/>
          <p:nvPr/>
        </p:nvSpPr>
        <p:spPr>
          <a:xfrm>
            <a:off x="1299019" y="131191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3" name="pl143"/>
          <p:cNvSpPr/>
          <p:nvPr/>
        </p:nvSpPr>
        <p:spPr>
          <a:xfrm>
            <a:off x="1861173" y="40843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4" name="pl144"/>
          <p:cNvSpPr/>
          <p:nvPr/>
        </p:nvSpPr>
        <p:spPr>
          <a:xfrm>
            <a:off x="2490751" y="40843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5" name="pl145"/>
          <p:cNvSpPr/>
          <p:nvPr/>
        </p:nvSpPr>
        <p:spPr>
          <a:xfrm>
            <a:off x="3120328" y="40843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6" name="tx146"/>
          <p:cNvSpPr/>
          <p:nvPr/>
        </p:nvSpPr>
        <p:spPr>
          <a:xfrm>
            <a:off x="1830095" y="4145262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47" name="tx147"/>
          <p:cNvSpPr/>
          <p:nvPr/>
        </p:nvSpPr>
        <p:spPr>
          <a:xfrm>
            <a:off x="2428595" y="4145262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48" name="tx148"/>
          <p:cNvSpPr/>
          <p:nvPr/>
        </p:nvSpPr>
        <p:spPr>
          <a:xfrm>
            <a:off x="3027095" y="4145262"/>
            <a:ext cx="186466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100</a:t>
            </a:r>
          </a:p>
        </p:txBody>
      </p:sp>
      <p:sp>
        <p:nvSpPr>
          <p:cNvPr id="149" name="tx149"/>
          <p:cNvSpPr/>
          <p:nvPr/>
        </p:nvSpPr>
        <p:spPr>
          <a:xfrm>
            <a:off x="1863001" y="4264943"/>
            <a:ext cx="1319646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Cortical Amyloid (CL)</a:t>
            </a:r>
          </a:p>
        </p:txBody>
      </p:sp>
      <p:sp>
        <p:nvSpPr>
          <p:cNvPr id="150" name="tx150"/>
          <p:cNvSpPr/>
          <p:nvPr/>
        </p:nvSpPr>
        <p:spPr>
          <a:xfrm rot="16200000">
            <a:off x="-134634" y="2543554"/>
            <a:ext cx="2096591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Plasma pTau217/AB42 - Fujirebio</a:t>
            </a:r>
          </a:p>
        </p:txBody>
      </p:sp>
      <p:sp>
        <p:nvSpPr>
          <p:cNvPr id="151" name="tx151"/>
          <p:cNvSpPr/>
          <p:nvPr/>
        </p:nvSpPr>
        <p:spPr>
          <a:xfrm>
            <a:off x="1333813" y="906201"/>
            <a:ext cx="158390" cy="12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3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A.</a:t>
            </a:r>
          </a:p>
        </p:txBody>
      </p:sp>
      <p:sp>
        <p:nvSpPr>
          <p:cNvPr id="152" name="rc152"/>
          <p:cNvSpPr/>
          <p:nvPr/>
        </p:nvSpPr>
        <p:spPr>
          <a:xfrm>
            <a:off x="3781425" y="836612"/>
            <a:ext cx="2971799" cy="36576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" name="pl153"/>
          <p:cNvSpPr/>
          <p:nvPr/>
        </p:nvSpPr>
        <p:spPr>
          <a:xfrm>
            <a:off x="4305613" y="3614936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4" name="pl154"/>
          <p:cNvSpPr/>
          <p:nvPr/>
        </p:nvSpPr>
        <p:spPr>
          <a:xfrm>
            <a:off x="4305613" y="2944383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5" name="pl155"/>
          <p:cNvSpPr/>
          <p:nvPr/>
        </p:nvSpPr>
        <p:spPr>
          <a:xfrm>
            <a:off x="4305613" y="2273830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6" name="pl156"/>
          <p:cNvSpPr/>
          <p:nvPr/>
        </p:nvSpPr>
        <p:spPr>
          <a:xfrm>
            <a:off x="4305613" y="1603277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7" name="pl157"/>
          <p:cNvSpPr/>
          <p:nvPr/>
        </p:nvSpPr>
        <p:spPr>
          <a:xfrm>
            <a:off x="4683935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8" name="pl158"/>
          <p:cNvSpPr/>
          <p:nvPr/>
        </p:nvSpPr>
        <p:spPr>
          <a:xfrm>
            <a:off x="5224395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" name="pl159"/>
          <p:cNvSpPr/>
          <p:nvPr/>
        </p:nvSpPr>
        <p:spPr>
          <a:xfrm>
            <a:off x="576485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0" name="pl160"/>
          <p:cNvSpPr/>
          <p:nvPr/>
        </p:nvSpPr>
        <p:spPr>
          <a:xfrm>
            <a:off x="630531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1" name="pl161"/>
          <p:cNvSpPr/>
          <p:nvPr/>
        </p:nvSpPr>
        <p:spPr>
          <a:xfrm>
            <a:off x="4305613" y="3950213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2" name="pl162"/>
          <p:cNvSpPr/>
          <p:nvPr/>
        </p:nvSpPr>
        <p:spPr>
          <a:xfrm>
            <a:off x="4305613" y="3279660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" name="pl163"/>
          <p:cNvSpPr/>
          <p:nvPr/>
        </p:nvSpPr>
        <p:spPr>
          <a:xfrm>
            <a:off x="4305613" y="2609107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4" name="pl164"/>
          <p:cNvSpPr/>
          <p:nvPr/>
        </p:nvSpPr>
        <p:spPr>
          <a:xfrm>
            <a:off x="4305613" y="1938554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5" name="pl165"/>
          <p:cNvSpPr/>
          <p:nvPr/>
        </p:nvSpPr>
        <p:spPr>
          <a:xfrm>
            <a:off x="4305613" y="1268001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" name="pl166"/>
          <p:cNvSpPr/>
          <p:nvPr/>
        </p:nvSpPr>
        <p:spPr>
          <a:xfrm>
            <a:off x="4413705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" name="pl167"/>
          <p:cNvSpPr/>
          <p:nvPr/>
        </p:nvSpPr>
        <p:spPr>
          <a:xfrm>
            <a:off x="4954165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8" name="pl168"/>
          <p:cNvSpPr/>
          <p:nvPr/>
        </p:nvSpPr>
        <p:spPr>
          <a:xfrm>
            <a:off x="549462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9" name="pl169"/>
          <p:cNvSpPr/>
          <p:nvPr/>
        </p:nvSpPr>
        <p:spPr>
          <a:xfrm>
            <a:off x="603508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0" name="pl170"/>
          <p:cNvSpPr/>
          <p:nvPr/>
        </p:nvSpPr>
        <p:spPr>
          <a:xfrm>
            <a:off x="657554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1" name="pl171"/>
          <p:cNvSpPr/>
          <p:nvPr/>
        </p:nvSpPr>
        <p:spPr>
          <a:xfrm>
            <a:off x="4413705" y="1268001"/>
            <a:ext cx="2161838" cy="2682211"/>
          </a:xfrm>
          <a:custGeom>
            <a:avLst/>
            <a:gdLst/>
            <a:ahLst/>
            <a:cxnLst/>
            <a:rect l="0" t="0" r="0" b="0"/>
            <a:pathLst>
              <a:path w="2161838" h="2682211">
                <a:moveTo>
                  <a:pt x="0" y="2682211"/>
                </a:moveTo>
                <a:lnTo>
                  <a:pt x="0" y="2676529"/>
                </a:lnTo>
                <a:lnTo>
                  <a:pt x="0" y="2670846"/>
                </a:lnTo>
                <a:lnTo>
                  <a:pt x="0" y="2665163"/>
                </a:lnTo>
                <a:lnTo>
                  <a:pt x="0" y="2659481"/>
                </a:lnTo>
                <a:lnTo>
                  <a:pt x="4063" y="2659481"/>
                </a:lnTo>
                <a:lnTo>
                  <a:pt x="4063" y="2653798"/>
                </a:lnTo>
                <a:lnTo>
                  <a:pt x="4063" y="2648115"/>
                </a:lnTo>
                <a:lnTo>
                  <a:pt x="4063" y="2642433"/>
                </a:lnTo>
                <a:lnTo>
                  <a:pt x="4063" y="2636750"/>
                </a:lnTo>
                <a:lnTo>
                  <a:pt x="4063" y="2631067"/>
                </a:lnTo>
                <a:lnTo>
                  <a:pt x="4063" y="2625385"/>
                </a:lnTo>
                <a:lnTo>
                  <a:pt x="4063" y="2619702"/>
                </a:lnTo>
                <a:lnTo>
                  <a:pt x="4063" y="2614019"/>
                </a:lnTo>
                <a:lnTo>
                  <a:pt x="4063" y="2608337"/>
                </a:lnTo>
                <a:lnTo>
                  <a:pt x="4063" y="2602654"/>
                </a:lnTo>
                <a:lnTo>
                  <a:pt x="4063" y="2596972"/>
                </a:lnTo>
                <a:lnTo>
                  <a:pt x="4063" y="2591289"/>
                </a:lnTo>
                <a:lnTo>
                  <a:pt x="4063" y="2585606"/>
                </a:lnTo>
                <a:lnTo>
                  <a:pt x="4063" y="2579924"/>
                </a:lnTo>
                <a:lnTo>
                  <a:pt x="4063" y="2574241"/>
                </a:lnTo>
                <a:lnTo>
                  <a:pt x="4063" y="2568558"/>
                </a:lnTo>
                <a:lnTo>
                  <a:pt x="4063" y="2562876"/>
                </a:lnTo>
                <a:lnTo>
                  <a:pt x="8127" y="2562876"/>
                </a:lnTo>
                <a:lnTo>
                  <a:pt x="8127" y="2557193"/>
                </a:lnTo>
                <a:lnTo>
                  <a:pt x="8127" y="2551510"/>
                </a:lnTo>
                <a:lnTo>
                  <a:pt x="8127" y="2545828"/>
                </a:lnTo>
                <a:lnTo>
                  <a:pt x="8127" y="2540145"/>
                </a:lnTo>
                <a:lnTo>
                  <a:pt x="8127" y="2534462"/>
                </a:lnTo>
                <a:lnTo>
                  <a:pt x="12190" y="2534462"/>
                </a:lnTo>
                <a:lnTo>
                  <a:pt x="12190" y="2528780"/>
                </a:lnTo>
                <a:lnTo>
                  <a:pt x="12190" y="2523097"/>
                </a:lnTo>
                <a:lnTo>
                  <a:pt x="12190" y="2517414"/>
                </a:lnTo>
                <a:lnTo>
                  <a:pt x="12190" y="2511732"/>
                </a:lnTo>
                <a:lnTo>
                  <a:pt x="12190" y="2506049"/>
                </a:lnTo>
                <a:lnTo>
                  <a:pt x="12190" y="2500366"/>
                </a:lnTo>
                <a:lnTo>
                  <a:pt x="12190" y="2494684"/>
                </a:lnTo>
                <a:lnTo>
                  <a:pt x="12190" y="2489001"/>
                </a:lnTo>
                <a:lnTo>
                  <a:pt x="12190" y="2483318"/>
                </a:lnTo>
                <a:lnTo>
                  <a:pt x="12190" y="2477636"/>
                </a:lnTo>
                <a:lnTo>
                  <a:pt x="12190" y="2471953"/>
                </a:lnTo>
                <a:lnTo>
                  <a:pt x="12190" y="2466271"/>
                </a:lnTo>
                <a:lnTo>
                  <a:pt x="12190" y="2460588"/>
                </a:lnTo>
                <a:lnTo>
                  <a:pt x="12190" y="2454905"/>
                </a:lnTo>
                <a:lnTo>
                  <a:pt x="12190" y="2449223"/>
                </a:lnTo>
                <a:lnTo>
                  <a:pt x="12190" y="2443540"/>
                </a:lnTo>
                <a:lnTo>
                  <a:pt x="12190" y="2437857"/>
                </a:lnTo>
                <a:lnTo>
                  <a:pt x="12190" y="2432175"/>
                </a:lnTo>
                <a:lnTo>
                  <a:pt x="12190" y="2426492"/>
                </a:lnTo>
                <a:lnTo>
                  <a:pt x="12190" y="2420809"/>
                </a:lnTo>
                <a:lnTo>
                  <a:pt x="12190" y="2415127"/>
                </a:lnTo>
                <a:lnTo>
                  <a:pt x="12190" y="2409444"/>
                </a:lnTo>
                <a:lnTo>
                  <a:pt x="12190" y="2403761"/>
                </a:lnTo>
                <a:lnTo>
                  <a:pt x="12190" y="2398079"/>
                </a:lnTo>
                <a:lnTo>
                  <a:pt x="12190" y="2392396"/>
                </a:lnTo>
                <a:lnTo>
                  <a:pt x="12190" y="2386713"/>
                </a:lnTo>
                <a:lnTo>
                  <a:pt x="12190" y="2381031"/>
                </a:lnTo>
                <a:lnTo>
                  <a:pt x="12190" y="2375348"/>
                </a:lnTo>
                <a:lnTo>
                  <a:pt x="12190" y="2369665"/>
                </a:lnTo>
                <a:lnTo>
                  <a:pt x="12190" y="2363983"/>
                </a:lnTo>
                <a:lnTo>
                  <a:pt x="12190" y="2358300"/>
                </a:lnTo>
                <a:lnTo>
                  <a:pt x="12190" y="2352617"/>
                </a:lnTo>
                <a:lnTo>
                  <a:pt x="12190" y="2346935"/>
                </a:lnTo>
                <a:lnTo>
                  <a:pt x="12190" y="2341252"/>
                </a:lnTo>
                <a:lnTo>
                  <a:pt x="12190" y="2335570"/>
                </a:lnTo>
                <a:lnTo>
                  <a:pt x="12190" y="2329887"/>
                </a:lnTo>
                <a:lnTo>
                  <a:pt x="12190" y="2324204"/>
                </a:lnTo>
                <a:lnTo>
                  <a:pt x="12190" y="2318522"/>
                </a:lnTo>
                <a:lnTo>
                  <a:pt x="12190" y="2312839"/>
                </a:lnTo>
                <a:lnTo>
                  <a:pt x="12190" y="2307156"/>
                </a:lnTo>
                <a:lnTo>
                  <a:pt x="12190" y="2301474"/>
                </a:lnTo>
                <a:lnTo>
                  <a:pt x="12190" y="2295791"/>
                </a:lnTo>
                <a:lnTo>
                  <a:pt x="12190" y="2290108"/>
                </a:lnTo>
                <a:lnTo>
                  <a:pt x="12190" y="2284426"/>
                </a:lnTo>
                <a:lnTo>
                  <a:pt x="12190" y="2278743"/>
                </a:lnTo>
                <a:lnTo>
                  <a:pt x="12190" y="2273060"/>
                </a:lnTo>
                <a:lnTo>
                  <a:pt x="12190" y="2267378"/>
                </a:lnTo>
                <a:lnTo>
                  <a:pt x="12190" y="2261695"/>
                </a:lnTo>
                <a:lnTo>
                  <a:pt x="12190" y="2256012"/>
                </a:lnTo>
                <a:lnTo>
                  <a:pt x="12190" y="2250330"/>
                </a:lnTo>
                <a:lnTo>
                  <a:pt x="12190" y="2244647"/>
                </a:lnTo>
                <a:lnTo>
                  <a:pt x="12190" y="2238964"/>
                </a:lnTo>
                <a:lnTo>
                  <a:pt x="12190" y="2233282"/>
                </a:lnTo>
                <a:lnTo>
                  <a:pt x="12190" y="2227599"/>
                </a:lnTo>
                <a:lnTo>
                  <a:pt x="12190" y="2221916"/>
                </a:lnTo>
                <a:lnTo>
                  <a:pt x="12190" y="2216234"/>
                </a:lnTo>
                <a:lnTo>
                  <a:pt x="12190" y="2210551"/>
                </a:lnTo>
                <a:lnTo>
                  <a:pt x="12190" y="2204869"/>
                </a:lnTo>
                <a:lnTo>
                  <a:pt x="16254" y="2204869"/>
                </a:lnTo>
                <a:lnTo>
                  <a:pt x="16254" y="2199186"/>
                </a:lnTo>
                <a:lnTo>
                  <a:pt x="16254" y="2193503"/>
                </a:lnTo>
                <a:lnTo>
                  <a:pt x="16254" y="2187821"/>
                </a:lnTo>
                <a:lnTo>
                  <a:pt x="16254" y="2182138"/>
                </a:lnTo>
                <a:lnTo>
                  <a:pt x="16254" y="2176455"/>
                </a:lnTo>
                <a:lnTo>
                  <a:pt x="16254" y="2170773"/>
                </a:lnTo>
                <a:lnTo>
                  <a:pt x="16254" y="2165090"/>
                </a:lnTo>
                <a:lnTo>
                  <a:pt x="20318" y="2165090"/>
                </a:lnTo>
                <a:lnTo>
                  <a:pt x="20318" y="2159407"/>
                </a:lnTo>
                <a:lnTo>
                  <a:pt x="20318" y="2153725"/>
                </a:lnTo>
                <a:lnTo>
                  <a:pt x="24381" y="2153725"/>
                </a:lnTo>
                <a:lnTo>
                  <a:pt x="24381" y="2148042"/>
                </a:lnTo>
                <a:lnTo>
                  <a:pt x="24381" y="2142359"/>
                </a:lnTo>
                <a:lnTo>
                  <a:pt x="24381" y="2136677"/>
                </a:lnTo>
                <a:lnTo>
                  <a:pt x="24381" y="2130994"/>
                </a:lnTo>
                <a:lnTo>
                  <a:pt x="24381" y="2125311"/>
                </a:lnTo>
                <a:lnTo>
                  <a:pt x="24381" y="2119629"/>
                </a:lnTo>
                <a:lnTo>
                  <a:pt x="24381" y="2113946"/>
                </a:lnTo>
                <a:lnTo>
                  <a:pt x="24381" y="2108263"/>
                </a:lnTo>
                <a:lnTo>
                  <a:pt x="24381" y="2102581"/>
                </a:lnTo>
                <a:lnTo>
                  <a:pt x="24381" y="2096898"/>
                </a:lnTo>
                <a:lnTo>
                  <a:pt x="24381" y="2091215"/>
                </a:lnTo>
                <a:lnTo>
                  <a:pt x="24381" y="2085533"/>
                </a:lnTo>
                <a:lnTo>
                  <a:pt x="28445" y="2085533"/>
                </a:lnTo>
                <a:lnTo>
                  <a:pt x="32508" y="2085533"/>
                </a:lnTo>
                <a:lnTo>
                  <a:pt x="32508" y="2079850"/>
                </a:lnTo>
                <a:lnTo>
                  <a:pt x="36572" y="2079850"/>
                </a:lnTo>
                <a:lnTo>
                  <a:pt x="36572" y="2074168"/>
                </a:lnTo>
                <a:lnTo>
                  <a:pt x="36572" y="2068485"/>
                </a:lnTo>
                <a:lnTo>
                  <a:pt x="36572" y="2062802"/>
                </a:lnTo>
                <a:lnTo>
                  <a:pt x="36572" y="2057120"/>
                </a:lnTo>
                <a:lnTo>
                  <a:pt x="36572" y="2051437"/>
                </a:lnTo>
                <a:lnTo>
                  <a:pt x="36572" y="2045754"/>
                </a:lnTo>
                <a:lnTo>
                  <a:pt x="36572" y="2040072"/>
                </a:lnTo>
                <a:lnTo>
                  <a:pt x="36572" y="2034389"/>
                </a:lnTo>
                <a:lnTo>
                  <a:pt x="36572" y="2028706"/>
                </a:lnTo>
                <a:lnTo>
                  <a:pt x="36572" y="2023024"/>
                </a:lnTo>
                <a:lnTo>
                  <a:pt x="36572" y="2017341"/>
                </a:lnTo>
                <a:lnTo>
                  <a:pt x="36572" y="2011658"/>
                </a:lnTo>
                <a:lnTo>
                  <a:pt x="36572" y="2005976"/>
                </a:lnTo>
                <a:lnTo>
                  <a:pt x="36572" y="2000293"/>
                </a:lnTo>
                <a:lnTo>
                  <a:pt x="36572" y="1994610"/>
                </a:lnTo>
                <a:lnTo>
                  <a:pt x="36572" y="1988928"/>
                </a:lnTo>
                <a:lnTo>
                  <a:pt x="36572" y="1983245"/>
                </a:lnTo>
                <a:lnTo>
                  <a:pt x="36572" y="1977562"/>
                </a:lnTo>
                <a:lnTo>
                  <a:pt x="36572" y="1971880"/>
                </a:lnTo>
                <a:lnTo>
                  <a:pt x="36572" y="1966197"/>
                </a:lnTo>
                <a:lnTo>
                  <a:pt x="36572" y="1960514"/>
                </a:lnTo>
                <a:lnTo>
                  <a:pt x="36572" y="1954832"/>
                </a:lnTo>
                <a:lnTo>
                  <a:pt x="36572" y="1949149"/>
                </a:lnTo>
                <a:lnTo>
                  <a:pt x="36572" y="1943467"/>
                </a:lnTo>
                <a:lnTo>
                  <a:pt x="36572" y="1937784"/>
                </a:lnTo>
                <a:lnTo>
                  <a:pt x="36572" y="1932101"/>
                </a:lnTo>
                <a:lnTo>
                  <a:pt x="36572" y="1926419"/>
                </a:lnTo>
                <a:lnTo>
                  <a:pt x="36572" y="1920736"/>
                </a:lnTo>
                <a:lnTo>
                  <a:pt x="36572" y="1915053"/>
                </a:lnTo>
                <a:lnTo>
                  <a:pt x="36572" y="1909371"/>
                </a:lnTo>
                <a:lnTo>
                  <a:pt x="36572" y="1903688"/>
                </a:lnTo>
                <a:lnTo>
                  <a:pt x="36572" y="1898005"/>
                </a:lnTo>
                <a:lnTo>
                  <a:pt x="36572" y="1892323"/>
                </a:lnTo>
                <a:lnTo>
                  <a:pt x="36572" y="1886640"/>
                </a:lnTo>
                <a:lnTo>
                  <a:pt x="36572" y="1880957"/>
                </a:lnTo>
                <a:lnTo>
                  <a:pt x="36572" y="1875275"/>
                </a:lnTo>
                <a:lnTo>
                  <a:pt x="36572" y="1869592"/>
                </a:lnTo>
                <a:lnTo>
                  <a:pt x="40636" y="1869592"/>
                </a:lnTo>
                <a:lnTo>
                  <a:pt x="40636" y="1863909"/>
                </a:lnTo>
                <a:lnTo>
                  <a:pt x="40636" y="1858227"/>
                </a:lnTo>
                <a:lnTo>
                  <a:pt x="40636" y="1852544"/>
                </a:lnTo>
                <a:lnTo>
                  <a:pt x="40636" y="1846861"/>
                </a:lnTo>
                <a:lnTo>
                  <a:pt x="40636" y="1841179"/>
                </a:lnTo>
                <a:lnTo>
                  <a:pt x="40636" y="1835496"/>
                </a:lnTo>
                <a:lnTo>
                  <a:pt x="40636" y="1829813"/>
                </a:lnTo>
                <a:lnTo>
                  <a:pt x="40636" y="1824131"/>
                </a:lnTo>
                <a:lnTo>
                  <a:pt x="44699" y="1824131"/>
                </a:lnTo>
                <a:lnTo>
                  <a:pt x="44699" y="1818448"/>
                </a:lnTo>
                <a:lnTo>
                  <a:pt x="44699" y="1812766"/>
                </a:lnTo>
                <a:lnTo>
                  <a:pt x="44699" y="1807083"/>
                </a:lnTo>
                <a:lnTo>
                  <a:pt x="44699" y="1801400"/>
                </a:lnTo>
                <a:lnTo>
                  <a:pt x="44699" y="1795718"/>
                </a:lnTo>
                <a:lnTo>
                  <a:pt x="44699" y="1790035"/>
                </a:lnTo>
                <a:lnTo>
                  <a:pt x="44699" y="1784352"/>
                </a:lnTo>
                <a:lnTo>
                  <a:pt x="44699" y="1778670"/>
                </a:lnTo>
                <a:lnTo>
                  <a:pt x="44699" y="1772987"/>
                </a:lnTo>
                <a:lnTo>
                  <a:pt x="44699" y="1767304"/>
                </a:lnTo>
                <a:lnTo>
                  <a:pt x="44699" y="1761622"/>
                </a:lnTo>
                <a:lnTo>
                  <a:pt x="44699" y="1755939"/>
                </a:lnTo>
                <a:lnTo>
                  <a:pt x="44699" y="1750256"/>
                </a:lnTo>
                <a:lnTo>
                  <a:pt x="44699" y="1744574"/>
                </a:lnTo>
                <a:lnTo>
                  <a:pt x="48763" y="1744574"/>
                </a:lnTo>
                <a:lnTo>
                  <a:pt x="48763" y="1738891"/>
                </a:lnTo>
                <a:lnTo>
                  <a:pt x="48763" y="1733208"/>
                </a:lnTo>
                <a:lnTo>
                  <a:pt x="48763" y="1727526"/>
                </a:lnTo>
                <a:lnTo>
                  <a:pt x="48763" y="1721843"/>
                </a:lnTo>
                <a:lnTo>
                  <a:pt x="48763" y="1716160"/>
                </a:lnTo>
                <a:lnTo>
                  <a:pt x="48763" y="1710478"/>
                </a:lnTo>
                <a:lnTo>
                  <a:pt x="48763" y="1704795"/>
                </a:lnTo>
                <a:lnTo>
                  <a:pt x="48763" y="1699112"/>
                </a:lnTo>
                <a:lnTo>
                  <a:pt x="48763" y="1693430"/>
                </a:lnTo>
                <a:lnTo>
                  <a:pt x="48763" y="1687747"/>
                </a:lnTo>
                <a:lnTo>
                  <a:pt x="48763" y="1682065"/>
                </a:lnTo>
                <a:lnTo>
                  <a:pt x="48763" y="1676382"/>
                </a:lnTo>
                <a:lnTo>
                  <a:pt x="48763" y="1670699"/>
                </a:lnTo>
                <a:lnTo>
                  <a:pt x="48763" y="1665017"/>
                </a:lnTo>
                <a:lnTo>
                  <a:pt x="48763" y="1659334"/>
                </a:lnTo>
                <a:lnTo>
                  <a:pt x="48763" y="1653651"/>
                </a:lnTo>
                <a:lnTo>
                  <a:pt x="48763" y="1647969"/>
                </a:lnTo>
                <a:lnTo>
                  <a:pt x="48763" y="1642286"/>
                </a:lnTo>
                <a:lnTo>
                  <a:pt x="48763" y="1636603"/>
                </a:lnTo>
                <a:lnTo>
                  <a:pt x="48763" y="1630921"/>
                </a:lnTo>
                <a:lnTo>
                  <a:pt x="48763" y="1625238"/>
                </a:lnTo>
                <a:lnTo>
                  <a:pt x="48763" y="1619555"/>
                </a:lnTo>
                <a:lnTo>
                  <a:pt x="48763" y="1613873"/>
                </a:lnTo>
                <a:lnTo>
                  <a:pt x="48763" y="1608190"/>
                </a:lnTo>
                <a:lnTo>
                  <a:pt x="48763" y="1602507"/>
                </a:lnTo>
                <a:lnTo>
                  <a:pt x="48763" y="1596825"/>
                </a:lnTo>
                <a:lnTo>
                  <a:pt x="48763" y="1591142"/>
                </a:lnTo>
                <a:lnTo>
                  <a:pt x="48763" y="1585459"/>
                </a:lnTo>
                <a:lnTo>
                  <a:pt x="48763" y="1579777"/>
                </a:lnTo>
                <a:lnTo>
                  <a:pt x="48763" y="1574094"/>
                </a:lnTo>
                <a:lnTo>
                  <a:pt x="48763" y="1568411"/>
                </a:lnTo>
                <a:lnTo>
                  <a:pt x="48763" y="1562729"/>
                </a:lnTo>
                <a:lnTo>
                  <a:pt x="48763" y="1557046"/>
                </a:lnTo>
                <a:lnTo>
                  <a:pt x="48763" y="1551364"/>
                </a:lnTo>
                <a:lnTo>
                  <a:pt x="48763" y="1545681"/>
                </a:lnTo>
                <a:lnTo>
                  <a:pt x="48763" y="1539998"/>
                </a:lnTo>
                <a:lnTo>
                  <a:pt x="48763" y="1534316"/>
                </a:lnTo>
                <a:lnTo>
                  <a:pt x="48763" y="1528633"/>
                </a:lnTo>
                <a:lnTo>
                  <a:pt x="48763" y="1522950"/>
                </a:lnTo>
                <a:lnTo>
                  <a:pt x="48763" y="1517268"/>
                </a:lnTo>
                <a:lnTo>
                  <a:pt x="48763" y="1511585"/>
                </a:lnTo>
                <a:lnTo>
                  <a:pt x="52826" y="1511585"/>
                </a:lnTo>
                <a:lnTo>
                  <a:pt x="52826" y="1505902"/>
                </a:lnTo>
                <a:lnTo>
                  <a:pt x="52826" y="1500220"/>
                </a:lnTo>
                <a:lnTo>
                  <a:pt x="52826" y="1494537"/>
                </a:lnTo>
                <a:lnTo>
                  <a:pt x="52826" y="1488854"/>
                </a:lnTo>
                <a:lnTo>
                  <a:pt x="52826" y="1483172"/>
                </a:lnTo>
                <a:lnTo>
                  <a:pt x="52826" y="1477489"/>
                </a:lnTo>
                <a:lnTo>
                  <a:pt x="52826" y="1471806"/>
                </a:lnTo>
                <a:lnTo>
                  <a:pt x="52826" y="1466124"/>
                </a:lnTo>
                <a:lnTo>
                  <a:pt x="52826" y="1460441"/>
                </a:lnTo>
                <a:lnTo>
                  <a:pt x="52826" y="1454758"/>
                </a:lnTo>
                <a:lnTo>
                  <a:pt x="52826" y="1449076"/>
                </a:lnTo>
                <a:lnTo>
                  <a:pt x="52826" y="1443393"/>
                </a:lnTo>
                <a:lnTo>
                  <a:pt x="52826" y="1437710"/>
                </a:lnTo>
                <a:lnTo>
                  <a:pt x="52826" y="1432028"/>
                </a:lnTo>
                <a:lnTo>
                  <a:pt x="52826" y="1426345"/>
                </a:lnTo>
                <a:lnTo>
                  <a:pt x="52826" y="1420663"/>
                </a:lnTo>
                <a:lnTo>
                  <a:pt x="56890" y="1420663"/>
                </a:lnTo>
                <a:lnTo>
                  <a:pt x="56890" y="1414980"/>
                </a:lnTo>
                <a:lnTo>
                  <a:pt x="56890" y="1409297"/>
                </a:lnTo>
                <a:lnTo>
                  <a:pt x="56890" y="1403615"/>
                </a:lnTo>
                <a:lnTo>
                  <a:pt x="56890" y="1397932"/>
                </a:lnTo>
                <a:lnTo>
                  <a:pt x="56890" y="1392249"/>
                </a:lnTo>
                <a:lnTo>
                  <a:pt x="56890" y="1386567"/>
                </a:lnTo>
                <a:lnTo>
                  <a:pt x="56890" y="1380884"/>
                </a:lnTo>
                <a:lnTo>
                  <a:pt x="56890" y="1375201"/>
                </a:lnTo>
                <a:lnTo>
                  <a:pt x="56890" y="1369519"/>
                </a:lnTo>
                <a:lnTo>
                  <a:pt x="56890" y="1363836"/>
                </a:lnTo>
                <a:lnTo>
                  <a:pt x="56890" y="1358153"/>
                </a:lnTo>
                <a:lnTo>
                  <a:pt x="60954" y="1358153"/>
                </a:lnTo>
                <a:lnTo>
                  <a:pt x="60954" y="1352471"/>
                </a:lnTo>
                <a:lnTo>
                  <a:pt x="60954" y="1346788"/>
                </a:lnTo>
                <a:lnTo>
                  <a:pt x="60954" y="1341105"/>
                </a:lnTo>
                <a:lnTo>
                  <a:pt x="60954" y="1335423"/>
                </a:lnTo>
                <a:lnTo>
                  <a:pt x="60954" y="1329740"/>
                </a:lnTo>
                <a:lnTo>
                  <a:pt x="60954" y="1324057"/>
                </a:lnTo>
                <a:lnTo>
                  <a:pt x="60954" y="1318375"/>
                </a:lnTo>
                <a:lnTo>
                  <a:pt x="60954" y="1307009"/>
                </a:lnTo>
                <a:lnTo>
                  <a:pt x="60954" y="1301327"/>
                </a:lnTo>
                <a:lnTo>
                  <a:pt x="60954" y="1295644"/>
                </a:lnTo>
                <a:lnTo>
                  <a:pt x="60954" y="1289962"/>
                </a:lnTo>
                <a:lnTo>
                  <a:pt x="65017" y="1289962"/>
                </a:lnTo>
                <a:lnTo>
                  <a:pt x="65017" y="1284279"/>
                </a:lnTo>
                <a:lnTo>
                  <a:pt x="69081" y="1284279"/>
                </a:lnTo>
                <a:lnTo>
                  <a:pt x="69081" y="1278596"/>
                </a:lnTo>
                <a:lnTo>
                  <a:pt x="73144" y="1278596"/>
                </a:lnTo>
                <a:lnTo>
                  <a:pt x="73144" y="1272914"/>
                </a:lnTo>
                <a:lnTo>
                  <a:pt x="73144" y="1267231"/>
                </a:lnTo>
                <a:lnTo>
                  <a:pt x="73144" y="1261548"/>
                </a:lnTo>
                <a:lnTo>
                  <a:pt x="73144" y="1255866"/>
                </a:lnTo>
                <a:lnTo>
                  <a:pt x="77208" y="1255866"/>
                </a:lnTo>
                <a:lnTo>
                  <a:pt x="77208" y="1250183"/>
                </a:lnTo>
                <a:lnTo>
                  <a:pt x="77208" y="1238818"/>
                </a:lnTo>
                <a:lnTo>
                  <a:pt x="81272" y="1238818"/>
                </a:lnTo>
                <a:lnTo>
                  <a:pt x="85335" y="1238818"/>
                </a:lnTo>
                <a:lnTo>
                  <a:pt x="85335" y="1233135"/>
                </a:lnTo>
                <a:lnTo>
                  <a:pt x="85335" y="1227452"/>
                </a:lnTo>
                <a:lnTo>
                  <a:pt x="85335" y="1221770"/>
                </a:lnTo>
                <a:lnTo>
                  <a:pt x="85335" y="1216087"/>
                </a:lnTo>
                <a:lnTo>
                  <a:pt x="85335" y="1210404"/>
                </a:lnTo>
                <a:lnTo>
                  <a:pt x="85335" y="1204722"/>
                </a:lnTo>
                <a:lnTo>
                  <a:pt x="85335" y="1193356"/>
                </a:lnTo>
                <a:lnTo>
                  <a:pt x="85335" y="1187674"/>
                </a:lnTo>
                <a:lnTo>
                  <a:pt x="85335" y="1181991"/>
                </a:lnTo>
                <a:lnTo>
                  <a:pt x="85335" y="1176308"/>
                </a:lnTo>
                <a:lnTo>
                  <a:pt x="89399" y="1176308"/>
                </a:lnTo>
                <a:lnTo>
                  <a:pt x="93462" y="1170626"/>
                </a:lnTo>
                <a:lnTo>
                  <a:pt x="93462" y="1164943"/>
                </a:lnTo>
                <a:lnTo>
                  <a:pt x="93462" y="1159261"/>
                </a:lnTo>
                <a:lnTo>
                  <a:pt x="97526" y="1159261"/>
                </a:lnTo>
                <a:lnTo>
                  <a:pt x="97526" y="1153578"/>
                </a:lnTo>
                <a:lnTo>
                  <a:pt x="97526" y="1147895"/>
                </a:lnTo>
                <a:lnTo>
                  <a:pt x="97526" y="1142213"/>
                </a:lnTo>
                <a:lnTo>
                  <a:pt x="97526" y="1136530"/>
                </a:lnTo>
                <a:lnTo>
                  <a:pt x="97526" y="1130847"/>
                </a:lnTo>
                <a:lnTo>
                  <a:pt x="97526" y="1125165"/>
                </a:lnTo>
                <a:lnTo>
                  <a:pt x="101590" y="1125165"/>
                </a:lnTo>
                <a:lnTo>
                  <a:pt x="101590" y="1113799"/>
                </a:lnTo>
                <a:lnTo>
                  <a:pt x="101590" y="1108117"/>
                </a:lnTo>
                <a:lnTo>
                  <a:pt x="101590" y="1096751"/>
                </a:lnTo>
                <a:lnTo>
                  <a:pt x="101590" y="1091069"/>
                </a:lnTo>
                <a:lnTo>
                  <a:pt x="101590" y="1085386"/>
                </a:lnTo>
                <a:lnTo>
                  <a:pt x="101590" y="1079703"/>
                </a:lnTo>
                <a:lnTo>
                  <a:pt x="101590" y="1074021"/>
                </a:lnTo>
                <a:lnTo>
                  <a:pt x="101590" y="1068338"/>
                </a:lnTo>
                <a:lnTo>
                  <a:pt x="101590" y="1062655"/>
                </a:lnTo>
                <a:lnTo>
                  <a:pt x="101590" y="1056973"/>
                </a:lnTo>
                <a:lnTo>
                  <a:pt x="105653" y="1056973"/>
                </a:lnTo>
                <a:lnTo>
                  <a:pt x="105653" y="1051290"/>
                </a:lnTo>
                <a:lnTo>
                  <a:pt x="105653" y="1045607"/>
                </a:lnTo>
                <a:lnTo>
                  <a:pt x="105653" y="1039925"/>
                </a:lnTo>
                <a:lnTo>
                  <a:pt x="109717" y="1039925"/>
                </a:lnTo>
                <a:lnTo>
                  <a:pt x="109717" y="1034242"/>
                </a:lnTo>
                <a:lnTo>
                  <a:pt x="109717" y="1028560"/>
                </a:lnTo>
                <a:lnTo>
                  <a:pt x="109717" y="1022877"/>
                </a:lnTo>
                <a:lnTo>
                  <a:pt x="113780" y="1022877"/>
                </a:lnTo>
                <a:lnTo>
                  <a:pt x="113780" y="1017194"/>
                </a:lnTo>
                <a:lnTo>
                  <a:pt x="117844" y="1017194"/>
                </a:lnTo>
                <a:lnTo>
                  <a:pt x="117844" y="1011512"/>
                </a:lnTo>
                <a:lnTo>
                  <a:pt x="121908" y="1005829"/>
                </a:lnTo>
                <a:lnTo>
                  <a:pt x="121908" y="994464"/>
                </a:lnTo>
                <a:lnTo>
                  <a:pt x="125971" y="994464"/>
                </a:lnTo>
                <a:lnTo>
                  <a:pt x="125971" y="988781"/>
                </a:lnTo>
                <a:lnTo>
                  <a:pt x="125971" y="983098"/>
                </a:lnTo>
                <a:lnTo>
                  <a:pt x="125971" y="977416"/>
                </a:lnTo>
                <a:lnTo>
                  <a:pt x="125971" y="971733"/>
                </a:lnTo>
                <a:lnTo>
                  <a:pt x="125971" y="966050"/>
                </a:lnTo>
                <a:lnTo>
                  <a:pt x="125971" y="960368"/>
                </a:lnTo>
                <a:lnTo>
                  <a:pt x="125971" y="954685"/>
                </a:lnTo>
                <a:lnTo>
                  <a:pt x="125971" y="949002"/>
                </a:lnTo>
                <a:lnTo>
                  <a:pt x="125971" y="943320"/>
                </a:lnTo>
                <a:lnTo>
                  <a:pt x="130035" y="943320"/>
                </a:lnTo>
                <a:lnTo>
                  <a:pt x="130035" y="937637"/>
                </a:lnTo>
                <a:lnTo>
                  <a:pt x="130035" y="931954"/>
                </a:lnTo>
                <a:lnTo>
                  <a:pt x="130035" y="926272"/>
                </a:lnTo>
                <a:lnTo>
                  <a:pt x="130035" y="920589"/>
                </a:lnTo>
                <a:lnTo>
                  <a:pt x="130035" y="914906"/>
                </a:lnTo>
                <a:lnTo>
                  <a:pt x="130035" y="909224"/>
                </a:lnTo>
                <a:lnTo>
                  <a:pt x="130035" y="903541"/>
                </a:lnTo>
                <a:lnTo>
                  <a:pt x="134098" y="897859"/>
                </a:lnTo>
                <a:lnTo>
                  <a:pt x="134098" y="892176"/>
                </a:lnTo>
                <a:lnTo>
                  <a:pt x="134098" y="886493"/>
                </a:lnTo>
                <a:lnTo>
                  <a:pt x="138162" y="886493"/>
                </a:lnTo>
                <a:lnTo>
                  <a:pt x="142226" y="886493"/>
                </a:lnTo>
                <a:lnTo>
                  <a:pt x="142226" y="880811"/>
                </a:lnTo>
                <a:lnTo>
                  <a:pt x="142226" y="875128"/>
                </a:lnTo>
                <a:lnTo>
                  <a:pt x="146289" y="875128"/>
                </a:lnTo>
                <a:lnTo>
                  <a:pt x="146289" y="869445"/>
                </a:lnTo>
                <a:lnTo>
                  <a:pt x="146289" y="863763"/>
                </a:lnTo>
                <a:lnTo>
                  <a:pt x="146289" y="858080"/>
                </a:lnTo>
                <a:lnTo>
                  <a:pt x="146289" y="852397"/>
                </a:lnTo>
                <a:lnTo>
                  <a:pt x="146289" y="846715"/>
                </a:lnTo>
                <a:lnTo>
                  <a:pt x="146289" y="841032"/>
                </a:lnTo>
                <a:lnTo>
                  <a:pt x="150353" y="841032"/>
                </a:lnTo>
                <a:lnTo>
                  <a:pt x="154417" y="841032"/>
                </a:lnTo>
                <a:lnTo>
                  <a:pt x="154417" y="835349"/>
                </a:lnTo>
                <a:lnTo>
                  <a:pt x="154417" y="829667"/>
                </a:lnTo>
                <a:lnTo>
                  <a:pt x="158480" y="829667"/>
                </a:lnTo>
                <a:lnTo>
                  <a:pt x="162544" y="829667"/>
                </a:lnTo>
                <a:lnTo>
                  <a:pt x="162544" y="823984"/>
                </a:lnTo>
                <a:lnTo>
                  <a:pt x="162544" y="818301"/>
                </a:lnTo>
                <a:lnTo>
                  <a:pt x="166607" y="818301"/>
                </a:lnTo>
                <a:lnTo>
                  <a:pt x="166607" y="806936"/>
                </a:lnTo>
                <a:lnTo>
                  <a:pt x="170671" y="806936"/>
                </a:lnTo>
                <a:lnTo>
                  <a:pt x="170671" y="801253"/>
                </a:lnTo>
                <a:lnTo>
                  <a:pt x="170671" y="795571"/>
                </a:lnTo>
                <a:lnTo>
                  <a:pt x="170671" y="789888"/>
                </a:lnTo>
                <a:lnTo>
                  <a:pt x="174735" y="789888"/>
                </a:lnTo>
                <a:lnTo>
                  <a:pt x="174735" y="784205"/>
                </a:lnTo>
                <a:lnTo>
                  <a:pt x="178798" y="784205"/>
                </a:lnTo>
                <a:lnTo>
                  <a:pt x="178798" y="778523"/>
                </a:lnTo>
                <a:lnTo>
                  <a:pt x="178798" y="767158"/>
                </a:lnTo>
                <a:lnTo>
                  <a:pt x="182862" y="767158"/>
                </a:lnTo>
                <a:lnTo>
                  <a:pt x="182862" y="761475"/>
                </a:lnTo>
                <a:lnTo>
                  <a:pt x="186925" y="761475"/>
                </a:lnTo>
                <a:lnTo>
                  <a:pt x="190989" y="761475"/>
                </a:lnTo>
                <a:lnTo>
                  <a:pt x="190989" y="755792"/>
                </a:lnTo>
                <a:lnTo>
                  <a:pt x="195053" y="755792"/>
                </a:lnTo>
                <a:lnTo>
                  <a:pt x="195053" y="750110"/>
                </a:lnTo>
                <a:lnTo>
                  <a:pt x="195053" y="744427"/>
                </a:lnTo>
                <a:lnTo>
                  <a:pt x="199116" y="744427"/>
                </a:lnTo>
                <a:lnTo>
                  <a:pt x="199116" y="738744"/>
                </a:lnTo>
                <a:lnTo>
                  <a:pt x="199116" y="733062"/>
                </a:lnTo>
                <a:lnTo>
                  <a:pt x="199116" y="727379"/>
                </a:lnTo>
                <a:lnTo>
                  <a:pt x="199116" y="721696"/>
                </a:lnTo>
                <a:lnTo>
                  <a:pt x="207243" y="716014"/>
                </a:lnTo>
                <a:lnTo>
                  <a:pt x="207243" y="710331"/>
                </a:lnTo>
                <a:lnTo>
                  <a:pt x="207243" y="704648"/>
                </a:lnTo>
                <a:lnTo>
                  <a:pt x="211307" y="704648"/>
                </a:lnTo>
                <a:lnTo>
                  <a:pt x="215371" y="698966"/>
                </a:lnTo>
                <a:lnTo>
                  <a:pt x="215371" y="693283"/>
                </a:lnTo>
                <a:lnTo>
                  <a:pt x="219434" y="693283"/>
                </a:lnTo>
                <a:lnTo>
                  <a:pt x="219434" y="687600"/>
                </a:lnTo>
                <a:lnTo>
                  <a:pt x="219434" y="681918"/>
                </a:lnTo>
                <a:lnTo>
                  <a:pt x="219434" y="676235"/>
                </a:lnTo>
                <a:lnTo>
                  <a:pt x="219434" y="670552"/>
                </a:lnTo>
                <a:lnTo>
                  <a:pt x="223498" y="670552"/>
                </a:lnTo>
                <a:lnTo>
                  <a:pt x="223498" y="664870"/>
                </a:lnTo>
                <a:lnTo>
                  <a:pt x="227561" y="664870"/>
                </a:lnTo>
                <a:lnTo>
                  <a:pt x="227561" y="659187"/>
                </a:lnTo>
                <a:lnTo>
                  <a:pt x="227561" y="653504"/>
                </a:lnTo>
                <a:lnTo>
                  <a:pt x="227561" y="647822"/>
                </a:lnTo>
                <a:lnTo>
                  <a:pt x="231625" y="642139"/>
                </a:lnTo>
                <a:lnTo>
                  <a:pt x="231625" y="636457"/>
                </a:lnTo>
                <a:lnTo>
                  <a:pt x="231625" y="630774"/>
                </a:lnTo>
                <a:lnTo>
                  <a:pt x="235689" y="630774"/>
                </a:lnTo>
                <a:lnTo>
                  <a:pt x="239752" y="630774"/>
                </a:lnTo>
                <a:lnTo>
                  <a:pt x="239752" y="625091"/>
                </a:lnTo>
                <a:lnTo>
                  <a:pt x="243816" y="625091"/>
                </a:lnTo>
                <a:lnTo>
                  <a:pt x="247879" y="625091"/>
                </a:lnTo>
                <a:lnTo>
                  <a:pt x="247879" y="619409"/>
                </a:lnTo>
                <a:lnTo>
                  <a:pt x="251943" y="619409"/>
                </a:lnTo>
                <a:lnTo>
                  <a:pt x="256007" y="619409"/>
                </a:lnTo>
                <a:lnTo>
                  <a:pt x="260070" y="619409"/>
                </a:lnTo>
                <a:lnTo>
                  <a:pt x="260070" y="613726"/>
                </a:lnTo>
                <a:lnTo>
                  <a:pt x="264134" y="608043"/>
                </a:lnTo>
                <a:lnTo>
                  <a:pt x="264134" y="602361"/>
                </a:lnTo>
                <a:lnTo>
                  <a:pt x="272261" y="602361"/>
                </a:lnTo>
                <a:lnTo>
                  <a:pt x="272261" y="596678"/>
                </a:lnTo>
                <a:lnTo>
                  <a:pt x="272261" y="585313"/>
                </a:lnTo>
                <a:lnTo>
                  <a:pt x="272261" y="568265"/>
                </a:lnTo>
                <a:lnTo>
                  <a:pt x="276325" y="568265"/>
                </a:lnTo>
                <a:lnTo>
                  <a:pt x="280388" y="568265"/>
                </a:lnTo>
                <a:lnTo>
                  <a:pt x="288516" y="562582"/>
                </a:lnTo>
                <a:lnTo>
                  <a:pt x="296643" y="562582"/>
                </a:lnTo>
                <a:lnTo>
                  <a:pt x="300706" y="562582"/>
                </a:lnTo>
                <a:lnTo>
                  <a:pt x="300706" y="556899"/>
                </a:lnTo>
                <a:lnTo>
                  <a:pt x="304770" y="556899"/>
                </a:lnTo>
                <a:lnTo>
                  <a:pt x="304770" y="551217"/>
                </a:lnTo>
                <a:lnTo>
                  <a:pt x="308834" y="545534"/>
                </a:lnTo>
                <a:lnTo>
                  <a:pt x="312897" y="545534"/>
                </a:lnTo>
                <a:lnTo>
                  <a:pt x="316961" y="545534"/>
                </a:lnTo>
                <a:lnTo>
                  <a:pt x="321024" y="545534"/>
                </a:lnTo>
                <a:lnTo>
                  <a:pt x="321024" y="539851"/>
                </a:lnTo>
                <a:lnTo>
                  <a:pt x="325088" y="539851"/>
                </a:lnTo>
                <a:lnTo>
                  <a:pt x="329152" y="539851"/>
                </a:lnTo>
                <a:lnTo>
                  <a:pt x="329152" y="534169"/>
                </a:lnTo>
                <a:lnTo>
                  <a:pt x="333215" y="534169"/>
                </a:lnTo>
                <a:lnTo>
                  <a:pt x="333215" y="528486"/>
                </a:lnTo>
                <a:lnTo>
                  <a:pt x="337279" y="528486"/>
                </a:lnTo>
                <a:lnTo>
                  <a:pt x="341342" y="528486"/>
                </a:lnTo>
                <a:lnTo>
                  <a:pt x="345406" y="528486"/>
                </a:lnTo>
                <a:lnTo>
                  <a:pt x="345406" y="522803"/>
                </a:lnTo>
                <a:lnTo>
                  <a:pt x="345406" y="517121"/>
                </a:lnTo>
                <a:lnTo>
                  <a:pt x="349470" y="517121"/>
                </a:lnTo>
                <a:lnTo>
                  <a:pt x="353533" y="517121"/>
                </a:lnTo>
                <a:lnTo>
                  <a:pt x="353533" y="511438"/>
                </a:lnTo>
                <a:lnTo>
                  <a:pt x="353533" y="500073"/>
                </a:lnTo>
                <a:lnTo>
                  <a:pt x="357597" y="500073"/>
                </a:lnTo>
                <a:lnTo>
                  <a:pt x="357597" y="494390"/>
                </a:lnTo>
                <a:lnTo>
                  <a:pt x="365724" y="494390"/>
                </a:lnTo>
                <a:lnTo>
                  <a:pt x="369788" y="494390"/>
                </a:lnTo>
                <a:lnTo>
                  <a:pt x="369788" y="488708"/>
                </a:lnTo>
                <a:lnTo>
                  <a:pt x="369788" y="483025"/>
                </a:lnTo>
                <a:lnTo>
                  <a:pt x="373851" y="483025"/>
                </a:lnTo>
                <a:lnTo>
                  <a:pt x="377915" y="483025"/>
                </a:lnTo>
                <a:lnTo>
                  <a:pt x="381978" y="483025"/>
                </a:lnTo>
                <a:lnTo>
                  <a:pt x="381978" y="471660"/>
                </a:lnTo>
                <a:lnTo>
                  <a:pt x="381978" y="465977"/>
                </a:lnTo>
                <a:lnTo>
                  <a:pt x="386042" y="465977"/>
                </a:lnTo>
                <a:lnTo>
                  <a:pt x="390106" y="465977"/>
                </a:lnTo>
                <a:lnTo>
                  <a:pt x="394169" y="465977"/>
                </a:lnTo>
                <a:lnTo>
                  <a:pt x="398233" y="465977"/>
                </a:lnTo>
                <a:lnTo>
                  <a:pt x="402296" y="460294"/>
                </a:lnTo>
                <a:lnTo>
                  <a:pt x="406360" y="460294"/>
                </a:lnTo>
                <a:lnTo>
                  <a:pt x="418551" y="460294"/>
                </a:lnTo>
                <a:lnTo>
                  <a:pt x="422615" y="460294"/>
                </a:lnTo>
                <a:lnTo>
                  <a:pt x="426678" y="454612"/>
                </a:lnTo>
                <a:lnTo>
                  <a:pt x="426678" y="448929"/>
                </a:lnTo>
                <a:lnTo>
                  <a:pt x="426678" y="443246"/>
                </a:lnTo>
                <a:lnTo>
                  <a:pt x="430742" y="443246"/>
                </a:lnTo>
                <a:lnTo>
                  <a:pt x="434805" y="443246"/>
                </a:lnTo>
                <a:lnTo>
                  <a:pt x="434805" y="437564"/>
                </a:lnTo>
                <a:lnTo>
                  <a:pt x="438869" y="437564"/>
                </a:lnTo>
                <a:lnTo>
                  <a:pt x="446996" y="437564"/>
                </a:lnTo>
                <a:lnTo>
                  <a:pt x="446996" y="431881"/>
                </a:lnTo>
                <a:lnTo>
                  <a:pt x="451060" y="431881"/>
                </a:lnTo>
                <a:lnTo>
                  <a:pt x="455123" y="431881"/>
                </a:lnTo>
                <a:lnTo>
                  <a:pt x="459187" y="431881"/>
                </a:lnTo>
                <a:lnTo>
                  <a:pt x="463251" y="420516"/>
                </a:lnTo>
                <a:lnTo>
                  <a:pt x="467314" y="420516"/>
                </a:lnTo>
                <a:lnTo>
                  <a:pt x="471378" y="420516"/>
                </a:lnTo>
                <a:lnTo>
                  <a:pt x="479505" y="414833"/>
                </a:lnTo>
                <a:lnTo>
                  <a:pt x="483569" y="414833"/>
                </a:lnTo>
                <a:lnTo>
                  <a:pt x="483569" y="409150"/>
                </a:lnTo>
                <a:lnTo>
                  <a:pt x="483569" y="403468"/>
                </a:lnTo>
                <a:lnTo>
                  <a:pt x="483569" y="397785"/>
                </a:lnTo>
                <a:lnTo>
                  <a:pt x="487632" y="397785"/>
                </a:lnTo>
                <a:lnTo>
                  <a:pt x="487632" y="386420"/>
                </a:lnTo>
                <a:lnTo>
                  <a:pt x="491696" y="386420"/>
                </a:lnTo>
                <a:lnTo>
                  <a:pt x="495759" y="375055"/>
                </a:lnTo>
                <a:lnTo>
                  <a:pt x="499823" y="375055"/>
                </a:lnTo>
                <a:lnTo>
                  <a:pt x="503887" y="375055"/>
                </a:lnTo>
                <a:lnTo>
                  <a:pt x="503887" y="369372"/>
                </a:lnTo>
                <a:lnTo>
                  <a:pt x="503887" y="358007"/>
                </a:lnTo>
                <a:lnTo>
                  <a:pt x="503887" y="352324"/>
                </a:lnTo>
                <a:lnTo>
                  <a:pt x="512014" y="352324"/>
                </a:lnTo>
                <a:lnTo>
                  <a:pt x="516077" y="352324"/>
                </a:lnTo>
                <a:lnTo>
                  <a:pt x="520141" y="346641"/>
                </a:lnTo>
                <a:lnTo>
                  <a:pt x="524205" y="340959"/>
                </a:lnTo>
                <a:lnTo>
                  <a:pt x="528268" y="340959"/>
                </a:lnTo>
                <a:lnTo>
                  <a:pt x="532332" y="340959"/>
                </a:lnTo>
                <a:lnTo>
                  <a:pt x="536395" y="340959"/>
                </a:lnTo>
                <a:lnTo>
                  <a:pt x="540459" y="340959"/>
                </a:lnTo>
                <a:lnTo>
                  <a:pt x="540459" y="335276"/>
                </a:lnTo>
                <a:lnTo>
                  <a:pt x="544523" y="335276"/>
                </a:lnTo>
                <a:lnTo>
                  <a:pt x="548586" y="335276"/>
                </a:lnTo>
                <a:lnTo>
                  <a:pt x="552650" y="335276"/>
                </a:lnTo>
                <a:lnTo>
                  <a:pt x="556714" y="335276"/>
                </a:lnTo>
                <a:lnTo>
                  <a:pt x="560777" y="335276"/>
                </a:lnTo>
                <a:lnTo>
                  <a:pt x="564841" y="335276"/>
                </a:lnTo>
                <a:lnTo>
                  <a:pt x="568904" y="335276"/>
                </a:lnTo>
                <a:lnTo>
                  <a:pt x="577032" y="335276"/>
                </a:lnTo>
                <a:lnTo>
                  <a:pt x="581095" y="335276"/>
                </a:lnTo>
                <a:lnTo>
                  <a:pt x="585159" y="335276"/>
                </a:lnTo>
                <a:lnTo>
                  <a:pt x="589222" y="329593"/>
                </a:lnTo>
                <a:lnTo>
                  <a:pt x="593286" y="329593"/>
                </a:lnTo>
                <a:lnTo>
                  <a:pt x="597350" y="329593"/>
                </a:lnTo>
                <a:lnTo>
                  <a:pt x="601413" y="329593"/>
                </a:lnTo>
                <a:lnTo>
                  <a:pt x="605477" y="323911"/>
                </a:lnTo>
                <a:lnTo>
                  <a:pt x="613604" y="323911"/>
                </a:lnTo>
                <a:lnTo>
                  <a:pt x="613604" y="318228"/>
                </a:lnTo>
                <a:lnTo>
                  <a:pt x="617668" y="318228"/>
                </a:lnTo>
                <a:lnTo>
                  <a:pt x="621731" y="318228"/>
                </a:lnTo>
                <a:lnTo>
                  <a:pt x="625795" y="318228"/>
                </a:lnTo>
                <a:lnTo>
                  <a:pt x="629858" y="318228"/>
                </a:lnTo>
                <a:lnTo>
                  <a:pt x="633922" y="318228"/>
                </a:lnTo>
                <a:lnTo>
                  <a:pt x="637986" y="318228"/>
                </a:lnTo>
                <a:lnTo>
                  <a:pt x="646113" y="318228"/>
                </a:lnTo>
                <a:lnTo>
                  <a:pt x="654240" y="318228"/>
                </a:lnTo>
                <a:lnTo>
                  <a:pt x="658304" y="318228"/>
                </a:lnTo>
                <a:lnTo>
                  <a:pt x="662367" y="318228"/>
                </a:lnTo>
                <a:lnTo>
                  <a:pt x="666431" y="318228"/>
                </a:lnTo>
                <a:lnTo>
                  <a:pt x="670494" y="318228"/>
                </a:lnTo>
                <a:lnTo>
                  <a:pt x="674558" y="318228"/>
                </a:lnTo>
                <a:lnTo>
                  <a:pt x="678622" y="312545"/>
                </a:lnTo>
                <a:lnTo>
                  <a:pt x="682685" y="312545"/>
                </a:lnTo>
                <a:lnTo>
                  <a:pt x="686749" y="312545"/>
                </a:lnTo>
                <a:lnTo>
                  <a:pt x="690813" y="312545"/>
                </a:lnTo>
                <a:lnTo>
                  <a:pt x="698940" y="312545"/>
                </a:lnTo>
                <a:lnTo>
                  <a:pt x="703003" y="312545"/>
                </a:lnTo>
                <a:lnTo>
                  <a:pt x="707067" y="312545"/>
                </a:lnTo>
                <a:lnTo>
                  <a:pt x="715194" y="312545"/>
                </a:lnTo>
                <a:lnTo>
                  <a:pt x="719258" y="306863"/>
                </a:lnTo>
                <a:lnTo>
                  <a:pt x="723321" y="306863"/>
                </a:lnTo>
                <a:lnTo>
                  <a:pt x="731449" y="301180"/>
                </a:lnTo>
                <a:lnTo>
                  <a:pt x="735512" y="301180"/>
                </a:lnTo>
                <a:lnTo>
                  <a:pt x="739576" y="301180"/>
                </a:lnTo>
                <a:lnTo>
                  <a:pt x="743639" y="301180"/>
                </a:lnTo>
                <a:lnTo>
                  <a:pt x="747703" y="301180"/>
                </a:lnTo>
                <a:lnTo>
                  <a:pt x="751767" y="301180"/>
                </a:lnTo>
                <a:lnTo>
                  <a:pt x="759894" y="301180"/>
                </a:lnTo>
                <a:lnTo>
                  <a:pt x="763957" y="301180"/>
                </a:lnTo>
                <a:lnTo>
                  <a:pt x="768021" y="301180"/>
                </a:lnTo>
                <a:lnTo>
                  <a:pt x="772085" y="301180"/>
                </a:lnTo>
                <a:lnTo>
                  <a:pt x="776148" y="295497"/>
                </a:lnTo>
                <a:lnTo>
                  <a:pt x="776148" y="289815"/>
                </a:lnTo>
                <a:lnTo>
                  <a:pt x="780212" y="289815"/>
                </a:lnTo>
                <a:lnTo>
                  <a:pt x="784275" y="289815"/>
                </a:lnTo>
                <a:lnTo>
                  <a:pt x="788339" y="289815"/>
                </a:lnTo>
                <a:lnTo>
                  <a:pt x="792403" y="289815"/>
                </a:lnTo>
                <a:lnTo>
                  <a:pt x="796466" y="289815"/>
                </a:lnTo>
                <a:lnTo>
                  <a:pt x="808657" y="289815"/>
                </a:lnTo>
                <a:lnTo>
                  <a:pt x="812721" y="289815"/>
                </a:lnTo>
                <a:lnTo>
                  <a:pt x="816784" y="289815"/>
                </a:lnTo>
                <a:lnTo>
                  <a:pt x="820848" y="289815"/>
                </a:lnTo>
                <a:lnTo>
                  <a:pt x="824911" y="284132"/>
                </a:lnTo>
                <a:lnTo>
                  <a:pt x="828975" y="284132"/>
                </a:lnTo>
                <a:lnTo>
                  <a:pt x="833039" y="284132"/>
                </a:lnTo>
                <a:lnTo>
                  <a:pt x="837102" y="284132"/>
                </a:lnTo>
                <a:lnTo>
                  <a:pt x="841166" y="284132"/>
                </a:lnTo>
                <a:lnTo>
                  <a:pt x="841166" y="278449"/>
                </a:lnTo>
                <a:lnTo>
                  <a:pt x="845230" y="278449"/>
                </a:lnTo>
                <a:lnTo>
                  <a:pt x="849293" y="278449"/>
                </a:lnTo>
                <a:lnTo>
                  <a:pt x="853357" y="278449"/>
                </a:lnTo>
                <a:lnTo>
                  <a:pt x="857420" y="278449"/>
                </a:lnTo>
                <a:lnTo>
                  <a:pt x="861484" y="278449"/>
                </a:lnTo>
                <a:lnTo>
                  <a:pt x="873675" y="278449"/>
                </a:lnTo>
                <a:lnTo>
                  <a:pt x="877738" y="278449"/>
                </a:lnTo>
                <a:lnTo>
                  <a:pt x="877738" y="272767"/>
                </a:lnTo>
                <a:lnTo>
                  <a:pt x="885866" y="272767"/>
                </a:lnTo>
                <a:lnTo>
                  <a:pt x="889929" y="272767"/>
                </a:lnTo>
                <a:lnTo>
                  <a:pt x="893993" y="272767"/>
                </a:lnTo>
                <a:lnTo>
                  <a:pt x="898056" y="272767"/>
                </a:lnTo>
                <a:lnTo>
                  <a:pt x="902120" y="272767"/>
                </a:lnTo>
                <a:lnTo>
                  <a:pt x="906184" y="272767"/>
                </a:lnTo>
                <a:lnTo>
                  <a:pt x="910247" y="267084"/>
                </a:lnTo>
                <a:lnTo>
                  <a:pt x="914311" y="267084"/>
                </a:lnTo>
                <a:lnTo>
                  <a:pt x="926502" y="261401"/>
                </a:lnTo>
                <a:lnTo>
                  <a:pt x="930565" y="261401"/>
                </a:lnTo>
                <a:lnTo>
                  <a:pt x="934629" y="261401"/>
                </a:lnTo>
                <a:lnTo>
                  <a:pt x="942756" y="261401"/>
                </a:lnTo>
                <a:lnTo>
                  <a:pt x="946820" y="261401"/>
                </a:lnTo>
                <a:lnTo>
                  <a:pt x="950883" y="261401"/>
                </a:lnTo>
                <a:lnTo>
                  <a:pt x="954947" y="261401"/>
                </a:lnTo>
                <a:lnTo>
                  <a:pt x="959010" y="261401"/>
                </a:lnTo>
                <a:lnTo>
                  <a:pt x="963074" y="261401"/>
                </a:lnTo>
                <a:lnTo>
                  <a:pt x="963074" y="255719"/>
                </a:lnTo>
                <a:lnTo>
                  <a:pt x="971201" y="255719"/>
                </a:lnTo>
                <a:lnTo>
                  <a:pt x="975265" y="255719"/>
                </a:lnTo>
                <a:lnTo>
                  <a:pt x="979329" y="255719"/>
                </a:lnTo>
                <a:lnTo>
                  <a:pt x="983392" y="255719"/>
                </a:lnTo>
                <a:lnTo>
                  <a:pt x="987456" y="255719"/>
                </a:lnTo>
                <a:lnTo>
                  <a:pt x="995583" y="255719"/>
                </a:lnTo>
                <a:lnTo>
                  <a:pt x="999647" y="255719"/>
                </a:lnTo>
                <a:lnTo>
                  <a:pt x="1003710" y="250036"/>
                </a:lnTo>
                <a:lnTo>
                  <a:pt x="1007774" y="250036"/>
                </a:lnTo>
                <a:lnTo>
                  <a:pt x="1011837" y="250036"/>
                </a:lnTo>
                <a:lnTo>
                  <a:pt x="1015901" y="250036"/>
                </a:lnTo>
                <a:lnTo>
                  <a:pt x="1019965" y="250036"/>
                </a:lnTo>
                <a:lnTo>
                  <a:pt x="1028092" y="250036"/>
                </a:lnTo>
                <a:lnTo>
                  <a:pt x="1032155" y="250036"/>
                </a:lnTo>
                <a:lnTo>
                  <a:pt x="1040283" y="250036"/>
                </a:lnTo>
                <a:lnTo>
                  <a:pt x="1060601" y="250036"/>
                </a:lnTo>
                <a:lnTo>
                  <a:pt x="1064664" y="250036"/>
                </a:lnTo>
                <a:lnTo>
                  <a:pt x="1068728" y="250036"/>
                </a:lnTo>
                <a:lnTo>
                  <a:pt x="1072791" y="250036"/>
                </a:lnTo>
                <a:lnTo>
                  <a:pt x="1080919" y="250036"/>
                </a:lnTo>
                <a:lnTo>
                  <a:pt x="1084982" y="244354"/>
                </a:lnTo>
                <a:lnTo>
                  <a:pt x="1089046" y="244354"/>
                </a:lnTo>
                <a:lnTo>
                  <a:pt x="1093109" y="244354"/>
                </a:lnTo>
                <a:lnTo>
                  <a:pt x="1097173" y="244354"/>
                </a:lnTo>
                <a:lnTo>
                  <a:pt x="1101237" y="244354"/>
                </a:lnTo>
                <a:lnTo>
                  <a:pt x="1101237" y="238671"/>
                </a:lnTo>
                <a:lnTo>
                  <a:pt x="1105300" y="238671"/>
                </a:lnTo>
                <a:lnTo>
                  <a:pt x="1113428" y="238671"/>
                </a:lnTo>
                <a:lnTo>
                  <a:pt x="1117491" y="238671"/>
                </a:lnTo>
                <a:lnTo>
                  <a:pt x="1125618" y="238671"/>
                </a:lnTo>
                <a:lnTo>
                  <a:pt x="1129682" y="238671"/>
                </a:lnTo>
                <a:lnTo>
                  <a:pt x="1133746" y="238671"/>
                </a:lnTo>
                <a:lnTo>
                  <a:pt x="1137809" y="238671"/>
                </a:lnTo>
                <a:lnTo>
                  <a:pt x="1141873" y="232988"/>
                </a:lnTo>
                <a:lnTo>
                  <a:pt x="1145936" y="232988"/>
                </a:lnTo>
                <a:lnTo>
                  <a:pt x="1154064" y="232988"/>
                </a:lnTo>
                <a:lnTo>
                  <a:pt x="1158127" y="232988"/>
                </a:lnTo>
                <a:lnTo>
                  <a:pt x="1158127" y="227306"/>
                </a:lnTo>
                <a:lnTo>
                  <a:pt x="1158127" y="221623"/>
                </a:lnTo>
                <a:lnTo>
                  <a:pt x="1162191" y="221623"/>
                </a:lnTo>
                <a:lnTo>
                  <a:pt x="1166254" y="221623"/>
                </a:lnTo>
                <a:lnTo>
                  <a:pt x="1166254" y="215940"/>
                </a:lnTo>
                <a:lnTo>
                  <a:pt x="1170318" y="215940"/>
                </a:lnTo>
                <a:lnTo>
                  <a:pt x="1174382" y="215940"/>
                </a:lnTo>
                <a:lnTo>
                  <a:pt x="1178445" y="215940"/>
                </a:lnTo>
                <a:lnTo>
                  <a:pt x="1182509" y="215940"/>
                </a:lnTo>
                <a:lnTo>
                  <a:pt x="1182509" y="210258"/>
                </a:lnTo>
                <a:lnTo>
                  <a:pt x="1190636" y="210258"/>
                </a:lnTo>
                <a:lnTo>
                  <a:pt x="1194700" y="210258"/>
                </a:lnTo>
                <a:lnTo>
                  <a:pt x="1198763" y="210258"/>
                </a:lnTo>
                <a:lnTo>
                  <a:pt x="1202827" y="210258"/>
                </a:lnTo>
                <a:lnTo>
                  <a:pt x="1206890" y="210258"/>
                </a:lnTo>
                <a:lnTo>
                  <a:pt x="1210954" y="210258"/>
                </a:lnTo>
                <a:lnTo>
                  <a:pt x="1210954" y="204575"/>
                </a:lnTo>
                <a:lnTo>
                  <a:pt x="1210954" y="198892"/>
                </a:lnTo>
                <a:lnTo>
                  <a:pt x="1223145" y="198892"/>
                </a:lnTo>
                <a:lnTo>
                  <a:pt x="1227208" y="198892"/>
                </a:lnTo>
                <a:lnTo>
                  <a:pt x="1231272" y="198892"/>
                </a:lnTo>
                <a:lnTo>
                  <a:pt x="1235336" y="198892"/>
                </a:lnTo>
                <a:lnTo>
                  <a:pt x="1247527" y="198892"/>
                </a:lnTo>
                <a:lnTo>
                  <a:pt x="1255654" y="198892"/>
                </a:lnTo>
                <a:lnTo>
                  <a:pt x="1259717" y="198892"/>
                </a:lnTo>
                <a:lnTo>
                  <a:pt x="1267845" y="198892"/>
                </a:lnTo>
                <a:lnTo>
                  <a:pt x="1271908" y="198892"/>
                </a:lnTo>
                <a:lnTo>
                  <a:pt x="1280035" y="198892"/>
                </a:lnTo>
                <a:lnTo>
                  <a:pt x="1284099" y="198892"/>
                </a:lnTo>
                <a:lnTo>
                  <a:pt x="1284099" y="193210"/>
                </a:lnTo>
                <a:lnTo>
                  <a:pt x="1288163" y="193210"/>
                </a:lnTo>
                <a:lnTo>
                  <a:pt x="1288163" y="187527"/>
                </a:lnTo>
                <a:lnTo>
                  <a:pt x="1292226" y="187527"/>
                </a:lnTo>
                <a:lnTo>
                  <a:pt x="1296290" y="187527"/>
                </a:lnTo>
                <a:lnTo>
                  <a:pt x="1296290" y="176162"/>
                </a:lnTo>
                <a:lnTo>
                  <a:pt x="1300353" y="176162"/>
                </a:lnTo>
                <a:lnTo>
                  <a:pt x="1304417" y="176162"/>
                </a:lnTo>
                <a:lnTo>
                  <a:pt x="1304417" y="170479"/>
                </a:lnTo>
                <a:lnTo>
                  <a:pt x="1308481" y="164796"/>
                </a:lnTo>
                <a:lnTo>
                  <a:pt x="1316608" y="164796"/>
                </a:lnTo>
                <a:lnTo>
                  <a:pt x="1324735" y="164796"/>
                </a:lnTo>
                <a:lnTo>
                  <a:pt x="1332862" y="164796"/>
                </a:lnTo>
                <a:lnTo>
                  <a:pt x="1336926" y="164796"/>
                </a:lnTo>
                <a:lnTo>
                  <a:pt x="1340989" y="164796"/>
                </a:lnTo>
                <a:lnTo>
                  <a:pt x="1357244" y="164796"/>
                </a:lnTo>
                <a:lnTo>
                  <a:pt x="1361307" y="164796"/>
                </a:lnTo>
                <a:lnTo>
                  <a:pt x="1373498" y="164796"/>
                </a:lnTo>
                <a:lnTo>
                  <a:pt x="1377562" y="164796"/>
                </a:lnTo>
                <a:lnTo>
                  <a:pt x="1381626" y="159114"/>
                </a:lnTo>
                <a:lnTo>
                  <a:pt x="1385689" y="159114"/>
                </a:lnTo>
                <a:lnTo>
                  <a:pt x="1389753" y="153431"/>
                </a:lnTo>
                <a:lnTo>
                  <a:pt x="1393816" y="153431"/>
                </a:lnTo>
                <a:lnTo>
                  <a:pt x="1397880" y="153431"/>
                </a:lnTo>
                <a:lnTo>
                  <a:pt x="1397880" y="147748"/>
                </a:lnTo>
                <a:lnTo>
                  <a:pt x="1406007" y="142066"/>
                </a:lnTo>
                <a:lnTo>
                  <a:pt x="1414134" y="142066"/>
                </a:lnTo>
                <a:lnTo>
                  <a:pt x="1418198" y="142066"/>
                </a:lnTo>
                <a:lnTo>
                  <a:pt x="1422262" y="142066"/>
                </a:lnTo>
                <a:lnTo>
                  <a:pt x="1430389" y="142066"/>
                </a:lnTo>
                <a:lnTo>
                  <a:pt x="1434452" y="142066"/>
                </a:lnTo>
                <a:lnTo>
                  <a:pt x="1446643" y="142066"/>
                </a:lnTo>
                <a:lnTo>
                  <a:pt x="1450707" y="142066"/>
                </a:lnTo>
                <a:lnTo>
                  <a:pt x="1454770" y="142066"/>
                </a:lnTo>
                <a:lnTo>
                  <a:pt x="1458834" y="142066"/>
                </a:lnTo>
                <a:lnTo>
                  <a:pt x="1471025" y="136383"/>
                </a:lnTo>
                <a:lnTo>
                  <a:pt x="1475088" y="136383"/>
                </a:lnTo>
                <a:lnTo>
                  <a:pt x="1479152" y="136383"/>
                </a:lnTo>
                <a:lnTo>
                  <a:pt x="1483216" y="136383"/>
                </a:lnTo>
                <a:lnTo>
                  <a:pt x="1491343" y="136383"/>
                </a:lnTo>
                <a:lnTo>
                  <a:pt x="1495406" y="130700"/>
                </a:lnTo>
                <a:lnTo>
                  <a:pt x="1503534" y="130700"/>
                </a:lnTo>
                <a:lnTo>
                  <a:pt x="1507597" y="130700"/>
                </a:lnTo>
                <a:lnTo>
                  <a:pt x="1511661" y="130700"/>
                </a:lnTo>
                <a:lnTo>
                  <a:pt x="1519788" y="125018"/>
                </a:lnTo>
                <a:lnTo>
                  <a:pt x="1523852" y="125018"/>
                </a:lnTo>
                <a:lnTo>
                  <a:pt x="1523852" y="119335"/>
                </a:lnTo>
                <a:lnTo>
                  <a:pt x="1527915" y="119335"/>
                </a:lnTo>
                <a:lnTo>
                  <a:pt x="1536043" y="119335"/>
                </a:lnTo>
                <a:lnTo>
                  <a:pt x="1544170" y="119335"/>
                </a:lnTo>
                <a:lnTo>
                  <a:pt x="1548233" y="119335"/>
                </a:lnTo>
                <a:lnTo>
                  <a:pt x="1552297" y="119335"/>
                </a:lnTo>
                <a:lnTo>
                  <a:pt x="1556361" y="119335"/>
                </a:lnTo>
                <a:lnTo>
                  <a:pt x="1556361" y="113653"/>
                </a:lnTo>
                <a:lnTo>
                  <a:pt x="1560424" y="113653"/>
                </a:lnTo>
                <a:lnTo>
                  <a:pt x="1564488" y="113653"/>
                </a:lnTo>
                <a:lnTo>
                  <a:pt x="1568551" y="113653"/>
                </a:lnTo>
                <a:lnTo>
                  <a:pt x="1568551" y="107970"/>
                </a:lnTo>
                <a:lnTo>
                  <a:pt x="1576679" y="107970"/>
                </a:lnTo>
                <a:lnTo>
                  <a:pt x="1580742" y="107970"/>
                </a:lnTo>
                <a:lnTo>
                  <a:pt x="1584806" y="107970"/>
                </a:lnTo>
                <a:lnTo>
                  <a:pt x="1588869" y="107970"/>
                </a:lnTo>
                <a:lnTo>
                  <a:pt x="1592933" y="107970"/>
                </a:lnTo>
                <a:lnTo>
                  <a:pt x="1596997" y="102287"/>
                </a:lnTo>
                <a:lnTo>
                  <a:pt x="1601060" y="102287"/>
                </a:lnTo>
                <a:lnTo>
                  <a:pt x="1609187" y="102287"/>
                </a:lnTo>
                <a:lnTo>
                  <a:pt x="1613251" y="102287"/>
                </a:lnTo>
                <a:lnTo>
                  <a:pt x="1617315" y="102287"/>
                </a:lnTo>
                <a:lnTo>
                  <a:pt x="1629505" y="102287"/>
                </a:lnTo>
                <a:lnTo>
                  <a:pt x="1633569" y="102287"/>
                </a:lnTo>
                <a:lnTo>
                  <a:pt x="1645760" y="102287"/>
                </a:lnTo>
                <a:lnTo>
                  <a:pt x="1649823" y="102287"/>
                </a:lnTo>
                <a:lnTo>
                  <a:pt x="1653887" y="102287"/>
                </a:lnTo>
                <a:lnTo>
                  <a:pt x="1657951" y="102287"/>
                </a:lnTo>
                <a:lnTo>
                  <a:pt x="1662014" y="102287"/>
                </a:lnTo>
                <a:lnTo>
                  <a:pt x="1666078" y="102287"/>
                </a:lnTo>
                <a:lnTo>
                  <a:pt x="1670142" y="102287"/>
                </a:lnTo>
                <a:lnTo>
                  <a:pt x="1678269" y="102287"/>
                </a:lnTo>
                <a:lnTo>
                  <a:pt x="1682332" y="102287"/>
                </a:lnTo>
                <a:lnTo>
                  <a:pt x="1690460" y="102287"/>
                </a:lnTo>
                <a:lnTo>
                  <a:pt x="1698587" y="102287"/>
                </a:lnTo>
                <a:lnTo>
                  <a:pt x="1698587" y="96605"/>
                </a:lnTo>
                <a:lnTo>
                  <a:pt x="1706714" y="96605"/>
                </a:lnTo>
                <a:lnTo>
                  <a:pt x="1710778" y="96605"/>
                </a:lnTo>
                <a:lnTo>
                  <a:pt x="1710778" y="90922"/>
                </a:lnTo>
                <a:lnTo>
                  <a:pt x="1710778" y="85239"/>
                </a:lnTo>
                <a:lnTo>
                  <a:pt x="1722968" y="79557"/>
                </a:lnTo>
                <a:lnTo>
                  <a:pt x="1727032" y="79557"/>
                </a:lnTo>
                <a:lnTo>
                  <a:pt x="1735159" y="79557"/>
                </a:lnTo>
                <a:lnTo>
                  <a:pt x="1739223" y="79557"/>
                </a:lnTo>
                <a:lnTo>
                  <a:pt x="1743286" y="79557"/>
                </a:lnTo>
                <a:lnTo>
                  <a:pt x="1751414" y="79557"/>
                </a:lnTo>
                <a:lnTo>
                  <a:pt x="1755477" y="79557"/>
                </a:lnTo>
                <a:lnTo>
                  <a:pt x="1763604" y="79557"/>
                </a:lnTo>
                <a:lnTo>
                  <a:pt x="1775795" y="79557"/>
                </a:lnTo>
                <a:lnTo>
                  <a:pt x="1783922" y="79557"/>
                </a:lnTo>
                <a:lnTo>
                  <a:pt x="1787986" y="79557"/>
                </a:lnTo>
                <a:lnTo>
                  <a:pt x="1792050" y="79557"/>
                </a:lnTo>
                <a:lnTo>
                  <a:pt x="1796113" y="79557"/>
                </a:lnTo>
                <a:lnTo>
                  <a:pt x="1804241" y="73874"/>
                </a:lnTo>
                <a:lnTo>
                  <a:pt x="1808304" y="73874"/>
                </a:lnTo>
                <a:lnTo>
                  <a:pt x="1812368" y="73874"/>
                </a:lnTo>
                <a:lnTo>
                  <a:pt x="1816431" y="73874"/>
                </a:lnTo>
                <a:lnTo>
                  <a:pt x="1820495" y="73874"/>
                </a:lnTo>
                <a:lnTo>
                  <a:pt x="1824559" y="73874"/>
                </a:lnTo>
                <a:lnTo>
                  <a:pt x="1828622" y="73874"/>
                </a:lnTo>
                <a:lnTo>
                  <a:pt x="1832686" y="73874"/>
                </a:lnTo>
                <a:lnTo>
                  <a:pt x="1836749" y="73874"/>
                </a:lnTo>
                <a:lnTo>
                  <a:pt x="1840813" y="73874"/>
                </a:lnTo>
                <a:lnTo>
                  <a:pt x="1844877" y="68191"/>
                </a:lnTo>
                <a:lnTo>
                  <a:pt x="1848940" y="68191"/>
                </a:lnTo>
                <a:lnTo>
                  <a:pt x="1853004" y="68191"/>
                </a:lnTo>
                <a:lnTo>
                  <a:pt x="1861131" y="68191"/>
                </a:lnTo>
                <a:lnTo>
                  <a:pt x="1877385" y="62509"/>
                </a:lnTo>
                <a:lnTo>
                  <a:pt x="1881449" y="62509"/>
                </a:lnTo>
                <a:lnTo>
                  <a:pt x="1885513" y="62509"/>
                </a:lnTo>
                <a:lnTo>
                  <a:pt x="1889576" y="62509"/>
                </a:lnTo>
                <a:lnTo>
                  <a:pt x="1893640" y="56826"/>
                </a:lnTo>
                <a:lnTo>
                  <a:pt x="1905831" y="56826"/>
                </a:lnTo>
                <a:lnTo>
                  <a:pt x="1909894" y="56826"/>
                </a:lnTo>
                <a:lnTo>
                  <a:pt x="1913958" y="56826"/>
                </a:lnTo>
                <a:lnTo>
                  <a:pt x="1918021" y="56826"/>
                </a:lnTo>
                <a:lnTo>
                  <a:pt x="1926149" y="56826"/>
                </a:lnTo>
                <a:lnTo>
                  <a:pt x="1930212" y="56826"/>
                </a:lnTo>
                <a:lnTo>
                  <a:pt x="1934276" y="56826"/>
                </a:lnTo>
                <a:lnTo>
                  <a:pt x="1938340" y="56826"/>
                </a:lnTo>
                <a:lnTo>
                  <a:pt x="1942403" y="56826"/>
                </a:lnTo>
                <a:lnTo>
                  <a:pt x="1950530" y="56826"/>
                </a:lnTo>
                <a:lnTo>
                  <a:pt x="1954594" y="56826"/>
                </a:lnTo>
                <a:lnTo>
                  <a:pt x="1958658" y="56826"/>
                </a:lnTo>
                <a:lnTo>
                  <a:pt x="1958658" y="51143"/>
                </a:lnTo>
                <a:lnTo>
                  <a:pt x="1962721" y="51143"/>
                </a:lnTo>
                <a:lnTo>
                  <a:pt x="1966785" y="51143"/>
                </a:lnTo>
                <a:lnTo>
                  <a:pt x="1966785" y="45461"/>
                </a:lnTo>
                <a:lnTo>
                  <a:pt x="1970848" y="45461"/>
                </a:lnTo>
                <a:lnTo>
                  <a:pt x="1974912" y="39778"/>
                </a:lnTo>
                <a:lnTo>
                  <a:pt x="1974912" y="34095"/>
                </a:lnTo>
                <a:lnTo>
                  <a:pt x="1974912" y="28413"/>
                </a:lnTo>
                <a:lnTo>
                  <a:pt x="1978976" y="28413"/>
                </a:lnTo>
                <a:lnTo>
                  <a:pt x="1983039" y="28413"/>
                </a:lnTo>
                <a:lnTo>
                  <a:pt x="1987103" y="28413"/>
                </a:lnTo>
                <a:lnTo>
                  <a:pt x="1991166" y="28413"/>
                </a:lnTo>
                <a:lnTo>
                  <a:pt x="1999294" y="28413"/>
                </a:lnTo>
                <a:lnTo>
                  <a:pt x="2003357" y="28413"/>
                </a:lnTo>
                <a:lnTo>
                  <a:pt x="2015548" y="28413"/>
                </a:lnTo>
                <a:lnTo>
                  <a:pt x="2015548" y="22730"/>
                </a:lnTo>
                <a:lnTo>
                  <a:pt x="2019612" y="22730"/>
                </a:lnTo>
                <a:lnTo>
                  <a:pt x="2023675" y="22730"/>
                </a:lnTo>
                <a:lnTo>
                  <a:pt x="2027739" y="22730"/>
                </a:lnTo>
                <a:lnTo>
                  <a:pt x="2035866" y="22730"/>
                </a:lnTo>
                <a:lnTo>
                  <a:pt x="2035866" y="17047"/>
                </a:lnTo>
                <a:lnTo>
                  <a:pt x="2039930" y="17047"/>
                </a:lnTo>
                <a:lnTo>
                  <a:pt x="2043993" y="17047"/>
                </a:lnTo>
                <a:lnTo>
                  <a:pt x="2048057" y="17047"/>
                </a:lnTo>
                <a:lnTo>
                  <a:pt x="2056184" y="17047"/>
                </a:lnTo>
                <a:lnTo>
                  <a:pt x="2068375" y="17047"/>
                </a:lnTo>
                <a:lnTo>
                  <a:pt x="2072439" y="17047"/>
                </a:lnTo>
                <a:lnTo>
                  <a:pt x="2076502" y="17047"/>
                </a:lnTo>
                <a:lnTo>
                  <a:pt x="2080566" y="17047"/>
                </a:lnTo>
                <a:lnTo>
                  <a:pt x="2084629" y="17047"/>
                </a:lnTo>
                <a:lnTo>
                  <a:pt x="2088693" y="17047"/>
                </a:lnTo>
                <a:lnTo>
                  <a:pt x="2092757" y="17047"/>
                </a:lnTo>
                <a:lnTo>
                  <a:pt x="2092757" y="11365"/>
                </a:lnTo>
                <a:lnTo>
                  <a:pt x="2096820" y="11365"/>
                </a:lnTo>
                <a:lnTo>
                  <a:pt x="2100884" y="11365"/>
                </a:lnTo>
                <a:lnTo>
                  <a:pt x="2100884" y="5682"/>
                </a:lnTo>
                <a:lnTo>
                  <a:pt x="2104947" y="5682"/>
                </a:lnTo>
                <a:lnTo>
                  <a:pt x="2109011" y="5682"/>
                </a:lnTo>
                <a:lnTo>
                  <a:pt x="2113075" y="5682"/>
                </a:lnTo>
                <a:lnTo>
                  <a:pt x="2117138" y="5682"/>
                </a:lnTo>
                <a:lnTo>
                  <a:pt x="2125265" y="0"/>
                </a:lnTo>
                <a:lnTo>
                  <a:pt x="2129329" y="0"/>
                </a:lnTo>
                <a:lnTo>
                  <a:pt x="2137456" y="0"/>
                </a:lnTo>
                <a:lnTo>
                  <a:pt x="2141520" y="0"/>
                </a:lnTo>
                <a:lnTo>
                  <a:pt x="2145583" y="0"/>
                </a:lnTo>
                <a:lnTo>
                  <a:pt x="2149647" y="0"/>
                </a:lnTo>
                <a:lnTo>
                  <a:pt x="2153711" y="0"/>
                </a:lnTo>
                <a:lnTo>
                  <a:pt x="2157774" y="0"/>
                </a:lnTo>
                <a:lnTo>
                  <a:pt x="2161838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2" name="pl172"/>
          <p:cNvSpPr/>
          <p:nvPr/>
        </p:nvSpPr>
        <p:spPr>
          <a:xfrm>
            <a:off x="4413705" y="1268001"/>
            <a:ext cx="2161838" cy="2682211"/>
          </a:xfrm>
          <a:custGeom>
            <a:avLst/>
            <a:gdLst/>
            <a:ahLst/>
            <a:cxnLst/>
            <a:rect l="0" t="0" r="0" b="0"/>
            <a:pathLst>
              <a:path w="2161838" h="2682211">
                <a:moveTo>
                  <a:pt x="0" y="2682211"/>
                </a:moveTo>
                <a:lnTo>
                  <a:pt x="0" y="2676529"/>
                </a:lnTo>
                <a:lnTo>
                  <a:pt x="0" y="2670846"/>
                </a:lnTo>
                <a:lnTo>
                  <a:pt x="0" y="2665163"/>
                </a:lnTo>
                <a:lnTo>
                  <a:pt x="0" y="2659481"/>
                </a:lnTo>
                <a:lnTo>
                  <a:pt x="4063" y="2659481"/>
                </a:lnTo>
                <a:lnTo>
                  <a:pt x="4063" y="2653798"/>
                </a:lnTo>
                <a:lnTo>
                  <a:pt x="4063" y="2648115"/>
                </a:lnTo>
                <a:lnTo>
                  <a:pt x="4063" y="2642433"/>
                </a:lnTo>
                <a:lnTo>
                  <a:pt x="4063" y="2636750"/>
                </a:lnTo>
                <a:lnTo>
                  <a:pt x="4063" y="2631067"/>
                </a:lnTo>
                <a:lnTo>
                  <a:pt x="4063" y="2625385"/>
                </a:lnTo>
                <a:lnTo>
                  <a:pt x="4063" y="2619702"/>
                </a:lnTo>
                <a:lnTo>
                  <a:pt x="4063" y="2614019"/>
                </a:lnTo>
                <a:lnTo>
                  <a:pt x="4063" y="2608337"/>
                </a:lnTo>
                <a:lnTo>
                  <a:pt x="4063" y="2602654"/>
                </a:lnTo>
                <a:lnTo>
                  <a:pt x="4063" y="2596972"/>
                </a:lnTo>
                <a:lnTo>
                  <a:pt x="4063" y="2591289"/>
                </a:lnTo>
                <a:lnTo>
                  <a:pt x="4063" y="2585606"/>
                </a:lnTo>
                <a:lnTo>
                  <a:pt x="4063" y="2579924"/>
                </a:lnTo>
                <a:lnTo>
                  <a:pt x="4063" y="2574241"/>
                </a:lnTo>
                <a:lnTo>
                  <a:pt x="4063" y="2568558"/>
                </a:lnTo>
                <a:lnTo>
                  <a:pt x="4063" y="2562876"/>
                </a:lnTo>
                <a:lnTo>
                  <a:pt x="8127" y="2562876"/>
                </a:lnTo>
                <a:lnTo>
                  <a:pt x="8127" y="2557193"/>
                </a:lnTo>
                <a:lnTo>
                  <a:pt x="8127" y="2551510"/>
                </a:lnTo>
                <a:lnTo>
                  <a:pt x="8127" y="2545828"/>
                </a:lnTo>
                <a:lnTo>
                  <a:pt x="8127" y="2540145"/>
                </a:lnTo>
                <a:lnTo>
                  <a:pt x="8127" y="2534462"/>
                </a:lnTo>
                <a:lnTo>
                  <a:pt x="12190" y="2534462"/>
                </a:lnTo>
                <a:lnTo>
                  <a:pt x="12190" y="2528780"/>
                </a:lnTo>
                <a:lnTo>
                  <a:pt x="12190" y="2523097"/>
                </a:lnTo>
                <a:lnTo>
                  <a:pt x="12190" y="2517414"/>
                </a:lnTo>
                <a:lnTo>
                  <a:pt x="12190" y="2511732"/>
                </a:lnTo>
                <a:lnTo>
                  <a:pt x="12190" y="2506049"/>
                </a:lnTo>
                <a:lnTo>
                  <a:pt x="12190" y="2500366"/>
                </a:lnTo>
                <a:lnTo>
                  <a:pt x="12190" y="2494684"/>
                </a:lnTo>
                <a:lnTo>
                  <a:pt x="12190" y="2489001"/>
                </a:lnTo>
                <a:lnTo>
                  <a:pt x="12190" y="2483318"/>
                </a:lnTo>
                <a:lnTo>
                  <a:pt x="12190" y="2477636"/>
                </a:lnTo>
                <a:lnTo>
                  <a:pt x="12190" y="2471953"/>
                </a:lnTo>
                <a:lnTo>
                  <a:pt x="12190" y="2466271"/>
                </a:lnTo>
                <a:lnTo>
                  <a:pt x="12190" y="2460588"/>
                </a:lnTo>
                <a:lnTo>
                  <a:pt x="12190" y="2454905"/>
                </a:lnTo>
                <a:lnTo>
                  <a:pt x="12190" y="2449223"/>
                </a:lnTo>
                <a:lnTo>
                  <a:pt x="12190" y="2443540"/>
                </a:lnTo>
                <a:lnTo>
                  <a:pt x="12190" y="2437857"/>
                </a:lnTo>
                <a:lnTo>
                  <a:pt x="12190" y="2432175"/>
                </a:lnTo>
                <a:lnTo>
                  <a:pt x="12190" y="2426492"/>
                </a:lnTo>
                <a:lnTo>
                  <a:pt x="12190" y="2420809"/>
                </a:lnTo>
                <a:lnTo>
                  <a:pt x="12190" y="2415127"/>
                </a:lnTo>
                <a:lnTo>
                  <a:pt x="12190" y="2409444"/>
                </a:lnTo>
                <a:lnTo>
                  <a:pt x="12190" y="2403761"/>
                </a:lnTo>
                <a:lnTo>
                  <a:pt x="12190" y="2398079"/>
                </a:lnTo>
                <a:lnTo>
                  <a:pt x="12190" y="2392396"/>
                </a:lnTo>
                <a:lnTo>
                  <a:pt x="12190" y="2386713"/>
                </a:lnTo>
                <a:lnTo>
                  <a:pt x="12190" y="2381031"/>
                </a:lnTo>
                <a:lnTo>
                  <a:pt x="12190" y="2375348"/>
                </a:lnTo>
                <a:lnTo>
                  <a:pt x="12190" y="2369665"/>
                </a:lnTo>
                <a:lnTo>
                  <a:pt x="12190" y="2363983"/>
                </a:lnTo>
                <a:lnTo>
                  <a:pt x="12190" y="2358300"/>
                </a:lnTo>
                <a:lnTo>
                  <a:pt x="12190" y="2352617"/>
                </a:lnTo>
                <a:lnTo>
                  <a:pt x="12190" y="2346935"/>
                </a:lnTo>
                <a:lnTo>
                  <a:pt x="12190" y="2341252"/>
                </a:lnTo>
                <a:lnTo>
                  <a:pt x="12190" y="2335570"/>
                </a:lnTo>
                <a:lnTo>
                  <a:pt x="12190" y="2329887"/>
                </a:lnTo>
                <a:lnTo>
                  <a:pt x="12190" y="2324204"/>
                </a:lnTo>
                <a:lnTo>
                  <a:pt x="12190" y="2318522"/>
                </a:lnTo>
                <a:lnTo>
                  <a:pt x="12190" y="2312839"/>
                </a:lnTo>
                <a:lnTo>
                  <a:pt x="12190" y="2307156"/>
                </a:lnTo>
                <a:lnTo>
                  <a:pt x="12190" y="2301474"/>
                </a:lnTo>
                <a:lnTo>
                  <a:pt x="12190" y="2295791"/>
                </a:lnTo>
                <a:lnTo>
                  <a:pt x="12190" y="2290108"/>
                </a:lnTo>
                <a:lnTo>
                  <a:pt x="12190" y="2284426"/>
                </a:lnTo>
                <a:lnTo>
                  <a:pt x="12190" y="2278743"/>
                </a:lnTo>
                <a:lnTo>
                  <a:pt x="12190" y="2273060"/>
                </a:lnTo>
                <a:lnTo>
                  <a:pt x="12190" y="2267378"/>
                </a:lnTo>
                <a:lnTo>
                  <a:pt x="12190" y="2261695"/>
                </a:lnTo>
                <a:lnTo>
                  <a:pt x="12190" y="2256012"/>
                </a:lnTo>
                <a:lnTo>
                  <a:pt x="12190" y="2250330"/>
                </a:lnTo>
                <a:lnTo>
                  <a:pt x="12190" y="2244647"/>
                </a:lnTo>
                <a:lnTo>
                  <a:pt x="12190" y="2238964"/>
                </a:lnTo>
                <a:lnTo>
                  <a:pt x="12190" y="2233282"/>
                </a:lnTo>
                <a:lnTo>
                  <a:pt x="12190" y="2227599"/>
                </a:lnTo>
                <a:lnTo>
                  <a:pt x="12190" y="2221916"/>
                </a:lnTo>
                <a:lnTo>
                  <a:pt x="12190" y="2216234"/>
                </a:lnTo>
                <a:lnTo>
                  <a:pt x="12190" y="2210551"/>
                </a:lnTo>
                <a:lnTo>
                  <a:pt x="12190" y="2204869"/>
                </a:lnTo>
                <a:lnTo>
                  <a:pt x="16254" y="2204869"/>
                </a:lnTo>
                <a:lnTo>
                  <a:pt x="16254" y="2199186"/>
                </a:lnTo>
                <a:lnTo>
                  <a:pt x="16254" y="2193503"/>
                </a:lnTo>
                <a:lnTo>
                  <a:pt x="16254" y="2187821"/>
                </a:lnTo>
                <a:lnTo>
                  <a:pt x="16254" y="2182138"/>
                </a:lnTo>
                <a:lnTo>
                  <a:pt x="16254" y="2176455"/>
                </a:lnTo>
                <a:lnTo>
                  <a:pt x="16254" y="2170773"/>
                </a:lnTo>
                <a:lnTo>
                  <a:pt x="16254" y="2165090"/>
                </a:lnTo>
                <a:lnTo>
                  <a:pt x="20318" y="2165090"/>
                </a:lnTo>
                <a:lnTo>
                  <a:pt x="20318" y="2159407"/>
                </a:lnTo>
                <a:lnTo>
                  <a:pt x="20318" y="2153725"/>
                </a:lnTo>
                <a:lnTo>
                  <a:pt x="24381" y="2153725"/>
                </a:lnTo>
                <a:lnTo>
                  <a:pt x="24381" y="2148042"/>
                </a:lnTo>
                <a:lnTo>
                  <a:pt x="24381" y="2142359"/>
                </a:lnTo>
                <a:lnTo>
                  <a:pt x="24381" y="2136677"/>
                </a:lnTo>
                <a:lnTo>
                  <a:pt x="24381" y="2130994"/>
                </a:lnTo>
                <a:lnTo>
                  <a:pt x="24381" y="2125311"/>
                </a:lnTo>
                <a:lnTo>
                  <a:pt x="24381" y="2119629"/>
                </a:lnTo>
                <a:lnTo>
                  <a:pt x="24381" y="2113946"/>
                </a:lnTo>
                <a:lnTo>
                  <a:pt x="24381" y="2108263"/>
                </a:lnTo>
                <a:lnTo>
                  <a:pt x="24381" y="2102581"/>
                </a:lnTo>
                <a:lnTo>
                  <a:pt x="24381" y="2096898"/>
                </a:lnTo>
                <a:lnTo>
                  <a:pt x="24381" y="2091215"/>
                </a:lnTo>
                <a:lnTo>
                  <a:pt x="24381" y="2085533"/>
                </a:lnTo>
                <a:lnTo>
                  <a:pt x="28445" y="2085533"/>
                </a:lnTo>
                <a:lnTo>
                  <a:pt x="32508" y="2085533"/>
                </a:lnTo>
                <a:lnTo>
                  <a:pt x="32508" y="2079850"/>
                </a:lnTo>
                <a:lnTo>
                  <a:pt x="36572" y="2079850"/>
                </a:lnTo>
                <a:lnTo>
                  <a:pt x="36572" y="2074168"/>
                </a:lnTo>
                <a:lnTo>
                  <a:pt x="36572" y="2068485"/>
                </a:lnTo>
                <a:lnTo>
                  <a:pt x="36572" y="2062802"/>
                </a:lnTo>
                <a:lnTo>
                  <a:pt x="36572" y="2057120"/>
                </a:lnTo>
                <a:lnTo>
                  <a:pt x="36572" y="2051437"/>
                </a:lnTo>
                <a:lnTo>
                  <a:pt x="36572" y="2045754"/>
                </a:lnTo>
                <a:lnTo>
                  <a:pt x="36572" y="2040072"/>
                </a:lnTo>
                <a:lnTo>
                  <a:pt x="36572" y="2034389"/>
                </a:lnTo>
                <a:lnTo>
                  <a:pt x="36572" y="2028706"/>
                </a:lnTo>
                <a:lnTo>
                  <a:pt x="36572" y="2023024"/>
                </a:lnTo>
                <a:lnTo>
                  <a:pt x="36572" y="2017341"/>
                </a:lnTo>
                <a:lnTo>
                  <a:pt x="36572" y="2011658"/>
                </a:lnTo>
                <a:lnTo>
                  <a:pt x="36572" y="2005976"/>
                </a:lnTo>
                <a:lnTo>
                  <a:pt x="36572" y="2000293"/>
                </a:lnTo>
                <a:lnTo>
                  <a:pt x="36572" y="1994610"/>
                </a:lnTo>
                <a:lnTo>
                  <a:pt x="36572" y="1988928"/>
                </a:lnTo>
                <a:lnTo>
                  <a:pt x="36572" y="1983245"/>
                </a:lnTo>
                <a:lnTo>
                  <a:pt x="36572" y="1977562"/>
                </a:lnTo>
                <a:lnTo>
                  <a:pt x="36572" y="1971880"/>
                </a:lnTo>
                <a:lnTo>
                  <a:pt x="36572" y="1966197"/>
                </a:lnTo>
                <a:lnTo>
                  <a:pt x="36572" y="1960514"/>
                </a:lnTo>
                <a:lnTo>
                  <a:pt x="36572" y="1954832"/>
                </a:lnTo>
                <a:lnTo>
                  <a:pt x="36572" y="1949149"/>
                </a:lnTo>
                <a:lnTo>
                  <a:pt x="36572" y="1943467"/>
                </a:lnTo>
                <a:lnTo>
                  <a:pt x="36572" y="1937784"/>
                </a:lnTo>
                <a:lnTo>
                  <a:pt x="36572" y="1932101"/>
                </a:lnTo>
                <a:lnTo>
                  <a:pt x="36572" y="1926419"/>
                </a:lnTo>
                <a:lnTo>
                  <a:pt x="36572" y="1920736"/>
                </a:lnTo>
                <a:lnTo>
                  <a:pt x="36572" y="1915053"/>
                </a:lnTo>
                <a:lnTo>
                  <a:pt x="36572" y="1909371"/>
                </a:lnTo>
                <a:lnTo>
                  <a:pt x="36572" y="1903688"/>
                </a:lnTo>
                <a:lnTo>
                  <a:pt x="36572" y="1898005"/>
                </a:lnTo>
                <a:lnTo>
                  <a:pt x="36572" y="1892323"/>
                </a:lnTo>
                <a:lnTo>
                  <a:pt x="36572" y="1886640"/>
                </a:lnTo>
                <a:lnTo>
                  <a:pt x="36572" y="1880957"/>
                </a:lnTo>
                <a:lnTo>
                  <a:pt x="36572" y="1875275"/>
                </a:lnTo>
                <a:lnTo>
                  <a:pt x="36572" y="1869592"/>
                </a:lnTo>
                <a:lnTo>
                  <a:pt x="40636" y="1869592"/>
                </a:lnTo>
                <a:lnTo>
                  <a:pt x="40636" y="1863909"/>
                </a:lnTo>
                <a:lnTo>
                  <a:pt x="40636" y="1858227"/>
                </a:lnTo>
                <a:lnTo>
                  <a:pt x="40636" y="1852544"/>
                </a:lnTo>
                <a:lnTo>
                  <a:pt x="40636" y="1846861"/>
                </a:lnTo>
                <a:lnTo>
                  <a:pt x="40636" y="1841179"/>
                </a:lnTo>
                <a:lnTo>
                  <a:pt x="40636" y="1835496"/>
                </a:lnTo>
                <a:lnTo>
                  <a:pt x="40636" y="1829813"/>
                </a:lnTo>
                <a:lnTo>
                  <a:pt x="40636" y="1824131"/>
                </a:lnTo>
                <a:lnTo>
                  <a:pt x="44699" y="1824131"/>
                </a:lnTo>
                <a:lnTo>
                  <a:pt x="44699" y="1818448"/>
                </a:lnTo>
                <a:lnTo>
                  <a:pt x="44699" y="1812766"/>
                </a:lnTo>
                <a:lnTo>
                  <a:pt x="44699" y="1807083"/>
                </a:lnTo>
                <a:lnTo>
                  <a:pt x="44699" y="1801400"/>
                </a:lnTo>
                <a:lnTo>
                  <a:pt x="44699" y="1795718"/>
                </a:lnTo>
                <a:lnTo>
                  <a:pt x="44699" y="1790035"/>
                </a:lnTo>
                <a:lnTo>
                  <a:pt x="44699" y="1784352"/>
                </a:lnTo>
                <a:lnTo>
                  <a:pt x="44699" y="1778670"/>
                </a:lnTo>
                <a:lnTo>
                  <a:pt x="44699" y="1772987"/>
                </a:lnTo>
                <a:lnTo>
                  <a:pt x="44699" y="1767304"/>
                </a:lnTo>
                <a:lnTo>
                  <a:pt x="44699" y="1761622"/>
                </a:lnTo>
                <a:lnTo>
                  <a:pt x="44699" y="1755939"/>
                </a:lnTo>
                <a:lnTo>
                  <a:pt x="44699" y="1750256"/>
                </a:lnTo>
                <a:lnTo>
                  <a:pt x="44699" y="1744574"/>
                </a:lnTo>
                <a:lnTo>
                  <a:pt x="48763" y="1744574"/>
                </a:lnTo>
                <a:lnTo>
                  <a:pt x="48763" y="1738891"/>
                </a:lnTo>
                <a:lnTo>
                  <a:pt x="48763" y="1733208"/>
                </a:lnTo>
                <a:lnTo>
                  <a:pt x="48763" y="1727526"/>
                </a:lnTo>
                <a:lnTo>
                  <a:pt x="48763" y="1721843"/>
                </a:lnTo>
                <a:lnTo>
                  <a:pt x="48763" y="1716160"/>
                </a:lnTo>
                <a:lnTo>
                  <a:pt x="48763" y="1710478"/>
                </a:lnTo>
                <a:lnTo>
                  <a:pt x="48763" y="1704795"/>
                </a:lnTo>
                <a:lnTo>
                  <a:pt x="48763" y="1699112"/>
                </a:lnTo>
                <a:lnTo>
                  <a:pt x="48763" y="1693430"/>
                </a:lnTo>
                <a:lnTo>
                  <a:pt x="48763" y="1687747"/>
                </a:lnTo>
                <a:lnTo>
                  <a:pt x="48763" y="1682065"/>
                </a:lnTo>
                <a:lnTo>
                  <a:pt x="48763" y="1676382"/>
                </a:lnTo>
                <a:lnTo>
                  <a:pt x="48763" y="1670699"/>
                </a:lnTo>
                <a:lnTo>
                  <a:pt x="48763" y="1665017"/>
                </a:lnTo>
                <a:lnTo>
                  <a:pt x="48763" y="1659334"/>
                </a:lnTo>
                <a:lnTo>
                  <a:pt x="48763" y="1653651"/>
                </a:lnTo>
                <a:lnTo>
                  <a:pt x="48763" y="1647969"/>
                </a:lnTo>
                <a:lnTo>
                  <a:pt x="48763" y="1642286"/>
                </a:lnTo>
                <a:lnTo>
                  <a:pt x="48763" y="1636603"/>
                </a:lnTo>
                <a:lnTo>
                  <a:pt x="48763" y="1630921"/>
                </a:lnTo>
                <a:lnTo>
                  <a:pt x="48763" y="1625238"/>
                </a:lnTo>
                <a:lnTo>
                  <a:pt x="48763" y="1619555"/>
                </a:lnTo>
                <a:lnTo>
                  <a:pt x="48763" y="1613873"/>
                </a:lnTo>
                <a:lnTo>
                  <a:pt x="48763" y="1608190"/>
                </a:lnTo>
                <a:lnTo>
                  <a:pt x="48763" y="1602507"/>
                </a:lnTo>
                <a:lnTo>
                  <a:pt x="48763" y="1596825"/>
                </a:lnTo>
                <a:lnTo>
                  <a:pt x="48763" y="1591142"/>
                </a:lnTo>
                <a:lnTo>
                  <a:pt x="48763" y="1585459"/>
                </a:lnTo>
                <a:lnTo>
                  <a:pt x="48763" y="1579777"/>
                </a:lnTo>
                <a:lnTo>
                  <a:pt x="48763" y="1574094"/>
                </a:lnTo>
                <a:lnTo>
                  <a:pt x="48763" y="1568411"/>
                </a:lnTo>
                <a:lnTo>
                  <a:pt x="48763" y="1562729"/>
                </a:lnTo>
                <a:lnTo>
                  <a:pt x="48763" y="1557046"/>
                </a:lnTo>
                <a:lnTo>
                  <a:pt x="48763" y="1551364"/>
                </a:lnTo>
                <a:lnTo>
                  <a:pt x="48763" y="1545681"/>
                </a:lnTo>
                <a:lnTo>
                  <a:pt x="48763" y="1539998"/>
                </a:lnTo>
                <a:lnTo>
                  <a:pt x="48763" y="1534316"/>
                </a:lnTo>
                <a:lnTo>
                  <a:pt x="48763" y="1528633"/>
                </a:lnTo>
                <a:lnTo>
                  <a:pt x="48763" y="1522950"/>
                </a:lnTo>
                <a:lnTo>
                  <a:pt x="48763" y="1517268"/>
                </a:lnTo>
                <a:lnTo>
                  <a:pt x="48763" y="1511585"/>
                </a:lnTo>
                <a:lnTo>
                  <a:pt x="52826" y="1511585"/>
                </a:lnTo>
                <a:lnTo>
                  <a:pt x="52826" y="1505902"/>
                </a:lnTo>
                <a:lnTo>
                  <a:pt x="52826" y="1500220"/>
                </a:lnTo>
                <a:lnTo>
                  <a:pt x="52826" y="1494537"/>
                </a:lnTo>
                <a:lnTo>
                  <a:pt x="52826" y="1488854"/>
                </a:lnTo>
                <a:lnTo>
                  <a:pt x="52826" y="1483172"/>
                </a:lnTo>
                <a:lnTo>
                  <a:pt x="52826" y="1477489"/>
                </a:lnTo>
                <a:lnTo>
                  <a:pt x="52826" y="1471806"/>
                </a:lnTo>
                <a:lnTo>
                  <a:pt x="52826" y="1466124"/>
                </a:lnTo>
                <a:lnTo>
                  <a:pt x="52826" y="1460441"/>
                </a:lnTo>
                <a:lnTo>
                  <a:pt x="52826" y="1454758"/>
                </a:lnTo>
                <a:lnTo>
                  <a:pt x="52826" y="1449076"/>
                </a:lnTo>
                <a:lnTo>
                  <a:pt x="52826" y="1443393"/>
                </a:lnTo>
                <a:lnTo>
                  <a:pt x="52826" y="1437710"/>
                </a:lnTo>
                <a:lnTo>
                  <a:pt x="52826" y="1432028"/>
                </a:lnTo>
                <a:lnTo>
                  <a:pt x="52826" y="1426345"/>
                </a:lnTo>
                <a:lnTo>
                  <a:pt x="52826" y="1420663"/>
                </a:lnTo>
                <a:lnTo>
                  <a:pt x="56890" y="1420663"/>
                </a:lnTo>
                <a:lnTo>
                  <a:pt x="56890" y="1414980"/>
                </a:lnTo>
                <a:lnTo>
                  <a:pt x="56890" y="1409297"/>
                </a:lnTo>
                <a:lnTo>
                  <a:pt x="56890" y="1403615"/>
                </a:lnTo>
                <a:lnTo>
                  <a:pt x="56890" y="1397932"/>
                </a:lnTo>
                <a:lnTo>
                  <a:pt x="56890" y="1392249"/>
                </a:lnTo>
                <a:lnTo>
                  <a:pt x="56890" y="1386567"/>
                </a:lnTo>
                <a:lnTo>
                  <a:pt x="56890" y="1380884"/>
                </a:lnTo>
                <a:lnTo>
                  <a:pt x="56890" y="1375201"/>
                </a:lnTo>
                <a:lnTo>
                  <a:pt x="56890" y="1369519"/>
                </a:lnTo>
                <a:lnTo>
                  <a:pt x="56890" y="1363836"/>
                </a:lnTo>
                <a:lnTo>
                  <a:pt x="56890" y="1358153"/>
                </a:lnTo>
                <a:lnTo>
                  <a:pt x="60954" y="1358153"/>
                </a:lnTo>
                <a:lnTo>
                  <a:pt x="60954" y="1352471"/>
                </a:lnTo>
                <a:lnTo>
                  <a:pt x="60954" y="1346788"/>
                </a:lnTo>
                <a:lnTo>
                  <a:pt x="60954" y="1341105"/>
                </a:lnTo>
                <a:lnTo>
                  <a:pt x="60954" y="1335423"/>
                </a:lnTo>
                <a:lnTo>
                  <a:pt x="60954" y="1329740"/>
                </a:lnTo>
                <a:lnTo>
                  <a:pt x="60954" y="1324057"/>
                </a:lnTo>
                <a:lnTo>
                  <a:pt x="60954" y="1318375"/>
                </a:lnTo>
                <a:lnTo>
                  <a:pt x="60954" y="1307009"/>
                </a:lnTo>
                <a:lnTo>
                  <a:pt x="60954" y="1301327"/>
                </a:lnTo>
                <a:lnTo>
                  <a:pt x="60954" y="1295644"/>
                </a:lnTo>
                <a:lnTo>
                  <a:pt x="60954" y="1289962"/>
                </a:lnTo>
                <a:lnTo>
                  <a:pt x="65017" y="1289962"/>
                </a:lnTo>
                <a:lnTo>
                  <a:pt x="65017" y="1284279"/>
                </a:lnTo>
                <a:lnTo>
                  <a:pt x="69081" y="1284279"/>
                </a:lnTo>
                <a:lnTo>
                  <a:pt x="69081" y="1278596"/>
                </a:lnTo>
                <a:lnTo>
                  <a:pt x="73144" y="1278596"/>
                </a:lnTo>
                <a:lnTo>
                  <a:pt x="73144" y="1272914"/>
                </a:lnTo>
                <a:lnTo>
                  <a:pt x="73144" y="1267231"/>
                </a:lnTo>
                <a:lnTo>
                  <a:pt x="73144" y="1261548"/>
                </a:lnTo>
                <a:lnTo>
                  <a:pt x="73144" y="1255866"/>
                </a:lnTo>
                <a:lnTo>
                  <a:pt x="77208" y="1255866"/>
                </a:lnTo>
                <a:lnTo>
                  <a:pt x="77208" y="1250183"/>
                </a:lnTo>
                <a:lnTo>
                  <a:pt x="77208" y="1238818"/>
                </a:lnTo>
                <a:lnTo>
                  <a:pt x="81272" y="1238818"/>
                </a:lnTo>
                <a:lnTo>
                  <a:pt x="85335" y="1238818"/>
                </a:lnTo>
                <a:lnTo>
                  <a:pt x="85335" y="1233135"/>
                </a:lnTo>
                <a:lnTo>
                  <a:pt x="85335" y="1227452"/>
                </a:lnTo>
                <a:lnTo>
                  <a:pt x="85335" y="1221770"/>
                </a:lnTo>
                <a:lnTo>
                  <a:pt x="85335" y="1216087"/>
                </a:lnTo>
                <a:lnTo>
                  <a:pt x="85335" y="1210404"/>
                </a:lnTo>
                <a:lnTo>
                  <a:pt x="85335" y="1204722"/>
                </a:lnTo>
                <a:lnTo>
                  <a:pt x="85335" y="1193356"/>
                </a:lnTo>
                <a:lnTo>
                  <a:pt x="85335" y="1187674"/>
                </a:lnTo>
                <a:lnTo>
                  <a:pt x="85335" y="1181991"/>
                </a:lnTo>
                <a:lnTo>
                  <a:pt x="85335" y="1176308"/>
                </a:lnTo>
                <a:lnTo>
                  <a:pt x="89399" y="1176308"/>
                </a:lnTo>
                <a:lnTo>
                  <a:pt x="93462" y="1170626"/>
                </a:lnTo>
                <a:lnTo>
                  <a:pt x="93462" y="1164943"/>
                </a:lnTo>
                <a:lnTo>
                  <a:pt x="93462" y="1159261"/>
                </a:lnTo>
                <a:lnTo>
                  <a:pt x="97526" y="1159261"/>
                </a:lnTo>
                <a:lnTo>
                  <a:pt x="97526" y="1153578"/>
                </a:lnTo>
                <a:lnTo>
                  <a:pt x="97526" y="1147895"/>
                </a:lnTo>
                <a:lnTo>
                  <a:pt x="97526" y="1142213"/>
                </a:lnTo>
                <a:lnTo>
                  <a:pt x="97526" y="1136530"/>
                </a:lnTo>
                <a:lnTo>
                  <a:pt x="97526" y="1130847"/>
                </a:lnTo>
                <a:lnTo>
                  <a:pt x="97526" y="1125165"/>
                </a:lnTo>
                <a:lnTo>
                  <a:pt x="101590" y="1125165"/>
                </a:lnTo>
                <a:lnTo>
                  <a:pt x="101590" y="1113799"/>
                </a:lnTo>
                <a:lnTo>
                  <a:pt x="101590" y="1108117"/>
                </a:lnTo>
                <a:lnTo>
                  <a:pt x="101590" y="1096751"/>
                </a:lnTo>
                <a:lnTo>
                  <a:pt x="101590" y="1091069"/>
                </a:lnTo>
                <a:lnTo>
                  <a:pt x="101590" y="1085386"/>
                </a:lnTo>
                <a:lnTo>
                  <a:pt x="101590" y="1079703"/>
                </a:lnTo>
                <a:lnTo>
                  <a:pt x="101590" y="1074021"/>
                </a:lnTo>
                <a:lnTo>
                  <a:pt x="101590" y="1068338"/>
                </a:lnTo>
                <a:lnTo>
                  <a:pt x="101590" y="1062655"/>
                </a:lnTo>
                <a:lnTo>
                  <a:pt x="101590" y="1056973"/>
                </a:lnTo>
                <a:lnTo>
                  <a:pt x="105653" y="1056973"/>
                </a:lnTo>
                <a:lnTo>
                  <a:pt x="105653" y="1051290"/>
                </a:lnTo>
                <a:lnTo>
                  <a:pt x="105653" y="1045607"/>
                </a:lnTo>
                <a:lnTo>
                  <a:pt x="105653" y="1039925"/>
                </a:lnTo>
                <a:lnTo>
                  <a:pt x="109717" y="1039925"/>
                </a:lnTo>
                <a:lnTo>
                  <a:pt x="109717" y="1034242"/>
                </a:lnTo>
                <a:lnTo>
                  <a:pt x="109717" y="1028560"/>
                </a:lnTo>
                <a:lnTo>
                  <a:pt x="109717" y="1022877"/>
                </a:lnTo>
                <a:lnTo>
                  <a:pt x="113780" y="1022877"/>
                </a:lnTo>
                <a:lnTo>
                  <a:pt x="113780" y="1017194"/>
                </a:lnTo>
                <a:lnTo>
                  <a:pt x="117844" y="1017194"/>
                </a:lnTo>
                <a:lnTo>
                  <a:pt x="117844" y="1011512"/>
                </a:lnTo>
                <a:lnTo>
                  <a:pt x="121908" y="1005829"/>
                </a:lnTo>
                <a:lnTo>
                  <a:pt x="121908" y="994464"/>
                </a:lnTo>
                <a:lnTo>
                  <a:pt x="125971" y="994464"/>
                </a:lnTo>
                <a:lnTo>
                  <a:pt x="125971" y="988781"/>
                </a:lnTo>
                <a:lnTo>
                  <a:pt x="125971" y="983098"/>
                </a:lnTo>
                <a:lnTo>
                  <a:pt x="125971" y="977416"/>
                </a:lnTo>
                <a:lnTo>
                  <a:pt x="125971" y="971733"/>
                </a:lnTo>
                <a:lnTo>
                  <a:pt x="125971" y="966050"/>
                </a:lnTo>
                <a:lnTo>
                  <a:pt x="125971" y="960368"/>
                </a:lnTo>
                <a:lnTo>
                  <a:pt x="125971" y="954685"/>
                </a:lnTo>
                <a:lnTo>
                  <a:pt x="125971" y="949002"/>
                </a:lnTo>
                <a:lnTo>
                  <a:pt x="125971" y="943320"/>
                </a:lnTo>
                <a:lnTo>
                  <a:pt x="130035" y="943320"/>
                </a:lnTo>
                <a:lnTo>
                  <a:pt x="130035" y="937637"/>
                </a:lnTo>
                <a:lnTo>
                  <a:pt x="130035" y="931954"/>
                </a:lnTo>
                <a:lnTo>
                  <a:pt x="130035" y="926272"/>
                </a:lnTo>
                <a:lnTo>
                  <a:pt x="130035" y="920589"/>
                </a:lnTo>
                <a:lnTo>
                  <a:pt x="130035" y="914906"/>
                </a:lnTo>
                <a:lnTo>
                  <a:pt x="130035" y="909224"/>
                </a:lnTo>
                <a:lnTo>
                  <a:pt x="130035" y="903541"/>
                </a:lnTo>
                <a:lnTo>
                  <a:pt x="134098" y="897859"/>
                </a:lnTo>
                <a:lnTo>
                  <a:pt x="134098" y="892176"/>
                </a:lnTo>
                <a:lnTo>
                  <a:pt x="134098" y="886493"/>
                </a:lnTo>
                <a:lnTo>
                  <a:pt x="138162" y="886493"/>
                </a:lnTo>
                <a:lnTo>
                  <a:pt x="142226" y="886493"/>
                </a:lnTo>
                <a:lnTo>
                  <a:pt x="142226" y="880811"/>
                </a:lnTo>
                <a:lnTo>
                  <a:pt x="142226" y="875128"/>
                </a:lnTo>
                <a:lnTo>
                  <a:pt x="146289" y="875128"/>
                </a:lnTo>
                <a:lnTo>
                  <a:pt x="146289" y="869445"/>
                </a:lnTo>
                <a:lnTo>
                  <a:pt x="146289" y="863763"/>
                </a:lnTo>
                <a:lnTo>
                  <a:pt x="146289" y="858080"/>
                </a:lnTo>
                <a:lnTo>
                  <a:pt x="146289" y="852397"/>
                </a:lnTo>
                <a:lnTo>
                  <a:pt x="146289" y="846715"/>
                </a:lnTo>
                <a:lnTo>
                  <a:pt x="146289" y="841032"/>
                </a:lnTo>
                <a:lnTo>
                  <a:pt x="150353" y="841032"/>
                </a:lnTo>
                <a:lnTo>
                  <a:pt x="154417" y="841032"/>
                </a:lnTo>
                <a:lnTo>
                  <a:pt x="154417" y="835349"/>
                </a:lnTo>
                <a:lnTo>
                  <a:pt x="154417" y="829667"/>
                </a:lnTo>
                <a:lnTo>
                  <a:pt x="158480" y="829667"/>
                </a:lnTo>
                <a:lnTo>
                  <a:pt x="162544" y="829667"/>
                </a:lnTo>
                <a:lnTo>
                  <a:pt x="162544" y="823984"/>
                </a:lnTo>
                <a:lnTo>
                  <a:pt x="162544" y="818301"/>
                </a:lnTo>
                <a:lnTo>
                  <a:pt x="166607" y="818301"/>
                </a:lnTo>
                <a:lnTo>
                  <a:pt x="166607" y="806936"/>
                </a:lnTo>
                <a:lnTo>
                  <a:pt x="170671" y="806936"/>
                </a:lnTo>
                <a:lnTo>
                  <a:pt x="170671" y="801253"/>
                </a:lnTo>
                <a:lnTo>
                  <a:pt x="170671" y="795571"/>
                </a:lnTo>
                <a:lnTo>
                  <a:pt x="170671" y="789888"/>
                </a:lnTo>
                <a:lnTo>
                  <a:pt x="174735" y="789888"/>
                </a:lnTo>
                <a:lnTo>
                  <a:pt x="174735" y="784205"/>
                </a:lnTo>
                <a:lnTo>
                  <a:pt x="178798" y="784205"/>
                </a:lnTo>
                <a:lnTo>
                  <a:pt x="178798" y="778523"/>
                </a:lnTo>
                <a:lnTo>
                  <a:pt x="178798" y="767158"/>
                </a:lnTo>
                <a:lnTo>
                  <a:pt x="182862" y="767158"/>
                </a:lnTo>
                <a:lnTo>
                  <a:pt x="182862" y="761475"/>
                </a:lnTo>
                <a:lnTo>
                  <a:pt x="186925" y="761475"/>
                </a:lnTo>
                <a:lnTo>
                  <a:pt x="190989" y="761475"/>
                </a:lnTo>
                <a:lnTo>
                  <a:pt x="190989" y="755792"/>
                </a:lnTo>
                <a:lnTo>
                  <a:pt x="195053" y="755792"/>
                </a:lnTo>
                <a:lnTo>
                  <a:pt x="195053" y="750110"/>
                </a:lnTo>
                <a:lnTo>
                  <a:pt x="195053" y="744427"/>
                </a:lnTo>
                <a:lnTo>
                  <a:pt x="199116" y="744427"/>
                </a:lnTo>
                <a:lnTo>
                  <a:pt x="199116" y="738744"/>
                </a:lnTo>
                <a:lnTo>
                  <a:pt x="199116" y="733062"/>
                </a:lnTo>
                <a:lnTo>
                  <a:pt x="199116" y="727379"/>
                </a:lnTo>
                <a:lnTo>
                  <a:pt x="199116" y="721696"/>
                </a:lnTo>
                <a:lnTo>
                  <a:pt x="207243" y="716014"/>
                </a:lnTo>
                <a:lnTo>
                  <a:pt x="207243" y="710331"/>
                </a:lnTo>
                <a:lnTo>
                  <a:pt x="207243" y="704648"/>
                </a:lnTo>
                <a:lnTo>
                  <a:pt x="211307" y="704648"/>
                </a:lnTo>
                <a:lnTo>
                  <a:pt x="215371" y="698966"/>
                </a:lnTo>
                <a:lnTo>
                  <a:pt x="215371" y="693283"/>
                </a:lnTo>
                <a:lnTo>
                  <a:pt x="219434" y="693283"/>
                </a:lnTo>
                <a:lnTo>
                  <a:pt x="219434" y="687600"/>
                </a:lnTo>
                <a:lnTo>
                  <a:pt x="219434" y="681918"/>
                </a:lnTo>
                <a:lnTo>
                  <a:pt x="219434" y="676235"/>
                </a:lnTo>
                <a:lnTo>
                  <a:pt x="219434" y="670552"/>
                </a:lnTo>
                <a:lnTo>
                  <a:pt x="223498" y="670552"/>
                </a:lnTo>
                <a:lnTo>
                  <a:pt x="223498" y="664870"/>
                </a:lnTo>
                <a:lnTo>
                  <a:pt x="227561" y="664870"/>
                </a:lnTo>
                <a:lnTo>
                  <a:pt x="227561" y="659187"/>
                </a:lnTo>
                <a:lnTo>
                  <a:pt x="227561" y="653504"/>
                </a:lnTo>
                <a:lnTo>
                  <a:pt x="227561" y="647822"/>
                </a:lnTo>
                <a:lnTo>
                  <a:pt x="231625" y="642139"/>
                </a:lnTo>
                <a:lnTo>
                  <a:pt x="231625" y="636457"/>
                </a:lnTo>
                <a:lnTo>
                  <a:pt x="231625" y="630774"/>
                </a:lnTo>
                <a:lnTo>
                  <a:pt x="235689" y="630774"/>
                </a:lnTo>
                <a:lnTo>
                  <a:pt x="239752" y="630774"/>
                </a:lnTo>
                <a:lnTo>
                  <a:pt x="239752" y="625091"/>
                </a:lnTo>
                <a:lnTo>
                  <a:pt x="243816" y="625091"/>
                </a:lnTo>
                <a:lnTo>
                  <a:pt x="247879" y="625091"/>
                </a:lnTo>
                <a:lnTo>
                  <a:pt x="247879" y="619409"/>
                </a:lnTo>
                <a:lnTo>
                  <a:pt x="251943" y="619409"/>
                </a:lnTo>
                <a:lnTo>
                  <a:pt x="256007" y="619409"/>
                </a:lnTo>
                <a:lnTo>
                  <a:pt x="260070" y="619409"/>
                </a:lnTo>
                <a:lnTo>
                  <a:pt x="260070" y="613726"/>
                </a:lnTo>
                <a:lnTo>
                  <a:pt x="264134" y="608043"/>
                </a:lnTo>
                <a:lnTo>
                  <a:pt x="264134" y="602361"/>
                </a:lnTo>
                <a:lnTo>
                  <a:pt x="272261" y="602361"/>
                </a:lnTo>
                <a:lnTo>
                  <a:pt x="272261" y="596678"/>
                </a:lnTo>
                <a:lnTo>
                  <a:pt x="272261" y="585313"/>
                </a:lnTo>
                <a:lnTo>
                  <a:pt x="272261" y="568265"/>
                </a:lnTo>
                <a:lnTo>
                  <a:pt x="276325" y="568265"/>
                </a:lnTo>
                <a:lnTo>
                  <a:pt x="280388" y="568265"/>
                </a:lnTo>
                <a:lnTo>
                  <a:pt x="288516" y="562582"/>
                </a:lnTo>
                <a:lnTo>
                  <a:pt x="296643" y="562582"/>
                </a:lnTo>
                <a:lnTo>
                  <a:pt x="300706" y="562582"/>
                </a:lnTo>
                <a:lnTo>
                  <a:pt x="300706" y="556899"/>
                </a:lnTo>
                <a:lnTo>
                  <a:pt x="304770" y="556899"/>
                </a:lnTo>
                <a:lnTo>
                  <a:pt x="304770" y="551217"/>
                </a:lnTo>
                <a:lnTo>
                  <a:pt x="308834" y="545534"/>
                </a:lnTo>
                <a:lnTo>
                  <a:pt x="312897" y="545534"/>
                </a:lnTo>
                <a:lnTo>
                  <a:pt x="316961" y="545534"/>
                </a:lnTo>
                <a:lnTo>
                  <a:pt x="321024" y="545534"/>
                </a:lnTo>
                <a:lnTo>
                  <a:pt x="321024" y="539851"/>
                </a:lnTo>
                <a:lnTo>
                  <a:pt x="325088" y="539851"/>
                </a:lnTo>
                <a:lnTo>
                  <a:pt x="329152" y="539851"/>
                </a:lnTo>
                <a:lnTo>
                  <a:pt x="329152" y="534169"/>
                </a:lnTo>
                <a:lnTo>
                  <a:pt x="333215" y="534169"/>
                </a:lnTo>
                <a:lnTo>
                  <a:pt x="333215" y="528486"/>
                </a:lnTo>
                <a:lnTo>
                  <a:pt x="337279" y="528486"/>
                </a:lnTo>
                <a:lnTo>
                  <a:pt x="341342" y="528486"/>
                </a:lnTo>
                <a:lnTo>
                  <a:pt x="345406" y="528486"/>
                </a:lnTo>
                <a:lnTo>
                  <a:pt x="345406" y="522803"/>
                </a:lnTo>
                <a:lnTo>
                  <a:pt x="345406" y="517121"/>
                </a:lnTo>
                <a:lnTo>
                  <a:pt x="349470" y="517121"/>
                </a:lnTo>
                <a:lnTo>
                  <a:pt x="353533" y="517121"/>
                </a:lnTo>
                <a:lnTo>
                  <a:pt x="353533" y="511438"/>
                </a:lnTo>
                <a:lnTo>
                  <a:pt x="353533" y="500073"/>
                </a:lnTo>
                <a:lnTo>
                  <a:pt x="357597" y="500073"/>
                </a:lnTo>
                <a:lnTo>
                  <a:pt x="357597" y="494390"/>
                </a:lnTo>
                <a:lnTo>
                  <a:pt x="365724" y="494390"/>
                </a:lnTo>
                <a:lnTo>
                  <a:pt x="369788" y="494390"/>
                </a:lnTo>
                <a:lnTo>
                  <a:pt x="369788" y="488708"/>
                </a:lnTo>
                <a:lnTo>
                  <a:pt x="369788" y="483025"/>
                </a:lnTo>
                <a:lnTo>
                  <a:pt x="373851" y="483025"/>
                </a:lnTo>
                <a:lnTo>
                  <a:pt x="377915" y="483025"/>
                </a:lnTo>
                <a:lnTo>
                  <a:pt x="381978" y="483025"/>
                </a:lnTo>
                <a:lnTo>
                  <a:pt x="381978" y="471660"/>
                </a:lnTo>
                <a:lnTo>
                  <a:pt x="381978" y="465977"/>
                </a:lnTo>
                <a:lnTo>
                  <a:pt x="386042" y="465977"/>
                </a:lnTo>
                <a:lnTo>
                  <a:pt x="390106" y="465977"/>
                </a:lnTo>
                <a:lnTo>
                  <a:pt x="394169" y="465977"/>
                </a:lnTo>
                <a:lnTo>
                  <a:pt x="398233" y="465977"/>
                </a:lnTo>
                <a:lnTo>
                  <a:pt x="402296" y="460294"/>
                </a:lnTo>
                <a:lnTo>
                  <a:pt x="406360" y="460294"/>
                </a:lnTo>
                <a:lnTo>
                  <a:pt x="418551" y="460294"/>
                </a:lnTo>
                <a:lnTo>
                  <a:pt x="422615" y="460294"/>
                </a:lnTo>
                <a:lnTo>
                  <a:pt x="426678" y="454612"/>
                </a:lnTo>
                <a:lnTo>
                  <a:pt x="426678" y="448929"/>
                </a:lnTo>
                <a:lnTo>
                  <a:pt x="426678" y="443246"/>
                </a:lnTo>
                <a:lnTo>
                  <a:pt x="430742" y="443246"/>
                </a:lnTo>
                <a:lnTo>
                  <a:pt x="434805" y="443246"/>
                </a:lnTo>
                <a:lnTo>
                  <a:pt x="434805" y="437564"/>
                </a:lnTo>
                <a:lnTo>
                  <a:pt x="438869" y="437564"/>
                </a:lnTo>
                <a:lnTo>
                  <a:pt x="446996" y="437564"/>
                </a:lnTo>
                <a:lnTo>
                  <a:pt x="446996" y="431881"/>
                </a:lnTo>
                <a:lnTo>
                  <a:pt x="451060" y="431881"/>
                </a:lnTo>
                <a:lnTo>
                  <a:pt x="455123" y="431881"/>
                </a:lnTo>
                <a:lnTo>
                  <a:pt x="459187" y="431881"/>
                </a:lnTo>
                <a:lnTo>
                  <a:pt x="463251" y="420516"/>
                </a:lnTo>
                <a:lnTo>
                  <a:pt x="467314" y="420516"/>
                </a:lnTo>
                <a:lnTo>
                  <a:pt x="471378" y="420516"/>
                </a:lnTo>
                <a:lnTo>
                  <a:pt x="479505" y="414833"/>
                </a:lnTo>
                <a:lnTo>
                  <a:pt x="483569" y="414833"/>
                </a:lnTo>
                <a:lnTo>
                  <a:pt x="483569" y="409150"/>
                </a:lnTo>
                <a:lnTo>
                  <a:pt x="483569" y="403468"/>
                </a:lnTo>
                <a:lnTo>
                  <a:pt x="483569" y="397785"/>
                </a:lnTo>
                <a:lnTo>
                  <a:pt x="487632" y="397785"/>
                </a:lnTo>
                <a:lnTo>
                  <a:pt x="487632" y="386420"/>
                </a:lnTo>
                <a:lnTo>
                  <a:pt x="491696" y="386420"/>
                </a:lnTo>
                <a:lnTo>
                  <a:pt x="495759" y="375055"/>
                </a:lnTo>
                <a:lnTo>
                  <a:pt x="499823" y="375055"/>
                </a:lnTo>
                <a:lnTo>
                  <a:pt x="503887" y="375055"/>
                </a:lnTo>
                <a:lnTo>
                  <a:pt x="503887" y="369372"/>
                </a:lnTo>
                <a:lnTo>
                  <a:pt x="503887" y="358007"/>
                </a:lnTo>
                <a:lnTo>
                  <a:pt x="503887" y="352324"/>
                </a:lnTo>
                <a:lnTo>
                  <a:pt x="512014" y="352324"/>
                </a:lnTo>
                <a:lnTo>
                  <a:pt x="516077" y="352324"/>
                </a:lnTo>
                <a:lnTo>
                  <a:pt x="520141" y="346641"/>
                </a:lnTo>
                <a:lnTo>
                  <a:pt x="524205" y="340959"/>
                </a:lnTo>
                <a:lnTo>
                  <a:pt x="528268" y="340959"/>
                </a:lnTo>
                <a:lnTo>
                  <a:pt x="532332" y="340959"/>
                </a:lnTo>
                <a:lnTo>
                  <a:pt x="536395" y="340959"/>
                </a:lnTo>
                <a:lnTo>
                  <a:pt x="540459" y="340959"/>
                </a:lnTo>
                <a:lnTo>
                  <a:pt x="540459" y="335276"/>
                </a:lnTo>
                <a:lnTo>
                  <a:pt x="544523" y="335276"/>
                </a:lnTo>
                <a:lnTo>
                  <a:pt x="548586" y="335276"/>
                </a:lnTo>
                <a:lnTo>
                  <a:pt x="552650" y="335276"/>
                </a:lnTo>
                <a:lnTo>
                  <a:pt x="556714" y="335276"/>
                </a:lnTo>
                <a:lnTo>
                  <a:pt x="560777" y="335276"/>
                </a:lnTo>
                <a:lnTo>
                  <a:pt x="564841" y="335276"/>
                </a:lnTo>
                <a:lnTo>
                  <a:pt x="568904" y="335276"/>
                </a:lnTo>
                <a:lnTo>
                  <a:pt x="577032" y="335276"/>
                </a:lnTo>
                <a:lnTo>
                  <a:pt x="581095" y="335276"/>
                </a:lnTo>
                <a:lnTo>
                  <a:pt x="585159" y="335276"/>
                </a:lnTo>
                <a:lnTo>
                  <a:pt x="589222" y="329593"/>
                </a:lnTo>
                <a:lnTo>
                  <a:pt x="593286" y="329593"/>
                </a:lnTo>
                <a:lnTo>
                  <a:pt x="597350" y="329593"/>
                </a:lnTo>
                <a:lnTo>
                  <a:pt x="601413" y="329593"/>
                </a:lnTo>
                <a:lnTo>
                  <a:pt x="605477" y="323911"/>
                </a:lnTo>
                <a:lnTo>
                  <a:pt x="613604" y="323911"/>
                </a:lnTo>
                <a:lnTo>
                  <a:pt x="613604" y="318228"/>
                </a:lnTo>
                <a:lnTo>
                  <a:pt x="617668" y="318228"/>
                </a:lnTo>
                <a:lnTo>
                  <a:pt x="621731" y="318228"/>
                </a:lnTo>
                <a:lnTo>
                  <a:pt x="625795" y="318228"/>
                </a:lnTo>
                <a:lnTo>
                  <a:pt x="629858" y="318228"/>
                </a:lnTo>
                <a:lnTo>
                  <a:pt x="633922" y="318228"/>
                </a:lnTo>
                <a:lnTo>
                  <a:pt x="637986" y="318228"/>
                </a:lnTo>
                <a:lnTo>
                  <a:pt x="646113" y="318228"/>
                </a:lnTo>
                <a:lnTo>
                  <a:pt x="654240" y="318228"/>
                </a:lnTo>
                <a:lnTo>
                  <a:pt x="658304" y="318228"/>
                </a:lnTo>
                <a:lnTo>
                  <a:pt x="662367" y="318228"/>
                </a:lnTo>
                <a:lnTo>
                  <a:pt x="666431" y="318228"/>
                </a:lnTo>
                <a:lnTo>
                  <a:pt x="670494" y="318228"/>
                </a:lnTo>
                <a:lnTo>
                  <a:pt x="674558" y="318228"/>
                </a:lnTo>
                <a:lnTo>
                  <a:pt x="678622" y="312545"/>
                </a:lnTo>
                <a:lnTo>
                  <a:pt x="682685" y="312545"/>
                </a:lnTo>
                <a:lnTo>
                  <a:pt x="686749" y="312545"/>
                </a:lnTo>
                <a:lnTo>
                  <a:pt x="690813" y="312545"/>
                </a:lnTo>
                <a:lnTo>
                  <a:pt x="698940" y="312545"/>
                </a:lnTo>
                <a:lnTo>
                  <a:pt x="703003" y="312545"/>
                </a:lnTo>
                <a:lnTo>
                  <a:pt x="707067" y="312545"/>
                </a:lnTo>
                <a:lnTo>
                  <a:pt x="715194" y="312545"/>
                </a:lnTo>
                <a:lnTo>
                  <a:pt x="719258" y="306863"/>
                </a:lnTo>
                <a:lnTo>
                  <a:pt x="723321" y="306863"/>
                </a:lnTo>
                <a:lnTo>
                  <a:pt x="731449" y="301180"/>
                </a:lnTo>
                <a:lnTo>
                  <a:pt x="735512" y="301180"/>
                </a:lnTo>
                <a:lnTo>
                  <a:pt x="739576" y="301180"/>
                </a:lnTo>
                <a:lnTo>
                  <a:pt x="743639" y="301180"/>
                </a:lnTo>
                <a:lnTo>
                  <a:pt x="747703" y="301180"/>
                </a:lnTo>
                <a:lnTo>
                  <a:pt x="751767" y="301180"/>
                </a:lnTo>
                <a:lnTo>
                  <a:pt x="759894" y="301180"/>
                </a:lnTo>
                <a:lnTo>
                  <a:pt x="763957" y="301180"/>
                </a:lnTo>
                <a:lnTo>
                  <a:pt x="768021" y="301180"/>
                </a:lnTo>
                <a:lnTo>
                  <a:pt x="772085" y="301180"/>
                </a:lnTo>
                <a:lnTo>
                  <a:pt x="776148" y="295497"/>
                </a:lnTo>
                <a:lnTo>
                  <a:pt x="776148" y="289815"/>
                </a:lnTo>
                <a:lnTo>
                  <a:pt x="780212" y="289815"/>
                </a:lnTo>
                <a:lnTo>
                  <a:pt x="784275" y="289815"/>
                </a:lnTo>
                <a:lnTo>
                  <a:pt x="788339" y="289815"/>
                </a:lnTo>
                <a:lnTo>
                  <a:pt x="792403" y="289815"/>
                </a:lnTo>
                <a:lnTo>
                  <a:pt x="796466" y="289815"/>
                </a:lnTo>
                <a:lnTo>
                  <a:pt x="808657" y="289815"/>
                </a:lnTo>
                <a:lnTo>
                  <a:pt x="812721" y="289815"/>
                </a:lnTo>
                <a:lnTo>
                  <a:pt x="816784" y="289815"/>
                </a:lnTo>
                <a:lnTo>
                  <a:pt x="820848" y="289815"/>
                </a:lnTo>
                <a:lnTo>
                  <a:pt x="824911" y="284132"/>
                </a:lnTo>
                <a:lnTo>
                  <a:pt x="828975" y="284132"/>
                </a:lnTo>
                <a:lnTo>
                  <a:pt x="833039" y="284132"/>
                </a:lnTo>
                <a:lnTo>
                  <a:pt x="837102" y="284132"/>
                </a:lnTo>
                <a:lnTo>
                  <a:pt x="841166" y="284132"/>
                </a:lnTo>
                <a:lnTo>
                  <a:pt x="841166" y="278449"/>
                </a:lnTo>
                <a:lnTo>
                  <a:pt x="845230" y="278449"/>
                </a:lnTo>
                <a:lnTo>
                  <a:pt x="849293" y="278449"/>
                </a:lnTo>
                <a:lnTo>
                  <a:pt x="853357" y="278449"/>
                </a:lnTo>
                <a:lnTo>
                  <a:pt x="857420" y="278449"/>
                </a:lnTo>
                <a:lnTo>
                  <a:pt x="861484" y="278449"/>
                </a:lnTo>
                <a:lnTo>
                  <a:pt x="873675" y="278449"/>
                </a:lnTo>
                <a:lnTo>
                  <a:pt x="877738" y="278449"/>
                </a:lnTo>
                <a:lnTo>
                  <a:pt x="877738" y="272767"/>
                </a:lnTo>
                <a:lnTo>
                  <a:pt x="885866" y="272767"/>
                </a:lnTo>
                <a:lnTo>
                  <a:pt x="889929" y="272767"/>
                </a:lnTo>
                <a:lnTo>
                  <a:pt x="893993" y="272767"/>
                </a:lnTo>
                <a:lnTo>
                  <a:pt x="898056" y="272767"/>
                </a:lnTo>
                <a:lnTo>
                  <a:pt x="902120" y="272767"/>
                </a:lnTo>
                <a:lnTo>
                  <a:pt x="906184" y="272767"/>
                </a:lnTo>
                <a:lnTo>
                  <a:pt x="910247" y="267084"/>
                </a:lnTo>
                <a:lnTo>
                  <a:pt x="914311" y="267084"/>
                </a:lnTo>
                <a:lnTo>
                  <a:pt x="926502" y="261401"/>
                </a:lnTo>
                <a:lnTo>
                  <a:pt x="930565" y="261401"/>
                </a:lnTo>
                <a:lnTo>
                  <a:pt x="934629" y="261401"/>
                </a:lnTo>
                <a:lnTo>
                  <a:pt x="942756" y="261401"/>
                </a:lnTo>
                <a:lnTo>
                  <a:pt x="946820" y="261401"/>
                </a:lnTo>
                <a:lnTo>
                  <a:pt x="950883" y="261401"/>
                </a:lnTo>
                <a:lnTo>
                  <a:pt x="954947" y="261401"/>
                </a:lnTo>
                <a:lnTo>
                  <a:pt x="959010" y="261401"/>
                </a:lnTo>
                <a:lnTo>
                  <a:pt x="963074" y="261401"/>
                </a:lnTo>
                <a:lnTo>
                  <a:pt x="963074" y="255719"/>
                </a:lnTo>
                <a:lnTo>
                  <a:pt x="971201" y="255719"/>
                </a:lnTo>
                <a:lnTo>
                  <a:pt x="975265" y="255719"/>
                </a:lnTo>
                <a:lnTo>
                  <a:pt x="979329" y="255719"/>
                </a:lnTo>
                <a:lnTo>
                  <a:pt x="983392" y="255719"/>
                </a:lnTo>
                <a:lnTo>
                  <a:pt x="987456" y="255719"/>
                </a:lnTo>
                <a:lnTo>
                  <a:pt x="995583" y="255719"/>
                </a:lnTo>
                <a:lnTo>
                  <a:pt x="999647" y="255719"/>
                </a:lnTo>
                <a:lnTo>
                  <a:pt x="1003710" y="250036"/>
                </a:lnTo>
                <a:lnTo>
                  <a:pt x="1007774" y="250036"/>
                </a:lnTo>
                <a:lnTo>
                  <a:pt x="1011837" y="250036"/>
                </a:lnTo>
                <a:lnTo>
                  <a:pt x="1015901" y="250036"/>
                </a:lnTo>
                <a:lnTo>
                  <a:pt x="1019965" y="250036"/>
                </a:lnTo>
                <a:lnTo>
                  <a:pt x="1028092" y="250036"/>
                </a:lnTo>
                <a:lnTo>
                  <a:pt x="1032155" y="250036"/>
                </a:lnTo>
                <a:lnTo>
                  <a:pt x="1040283" y="250036"/>
                </a:lnTo>
                <a:lnTo>
                  <a:pt x="1060601" y="250036"/>
                </a:lnTo>
                <a:lnTo>
                  <a:pt x="1064664" y="250036"/>
                </a:lnTo>
                <a:lnTo>
                  <a:pt x="1068728" y="250036"/>
                </a:lnTo>
                <a:lnTo>
                  <a:pt x="1072791" y="250036"/>
                </a:lnTo>
                <a:lnTo>
                  <a:pt x="1080919" y="250036"/>
                </a:lnTo>
                <a:lnTo>
                  <a:pt x="1084982" y="244354"/>
                </a:lnTo>
                <a:lnTo>
                  <a:pt x="1089046" y="244354"/>
                </a:lnTo>
                <a:lnTo>
                  <a:pt x="1093109" y="244354"/>
                </a:lnTo>
                <a:lnTo>
                  <a:pt x="1097173" y="244354"/>
                </a:lnTo>
                <a:lnTo>
                  <a:pt x="1101237" y="244354"/>
                </a:lnTo>
                <a:lnTo>
                  <a:pt x="1101237" y="238671"/>
                </a:lnTo>
                <a:lnTo>
                  <a:pt x="1105300" y="238671"/>
                </a:lnTo>
                <a:lnTo>
                  <a:pt x="1113428" y="238671"/>
                </a:lnTo>
                <a:lnTo>
                  <a:pt x="1117491" y="238671"/>
                </a:lnTo>
                <a:lnTo>
                  <a:pt x="1125618" y="238671"/>
                </a:lnTo>
                <a:lnTo>
                  <a:pt x="1129682" y="238671"/>
                </a:lnTo>
                <a:lnTo>
                  <a:pt x="1133746" y="238671"/>
                </a:lnTo>
                <a:lnTo>
                  <a:pt x="1137809" y="238671"/>
                </a:lnTo>
                <a:lnTo>
                  <a:pt x="1141873" y="232988"/>
                </a:lnTo>
                <a:lnTo>
                  <a:pt x="1145936" y="232988"/>
                </a:lnTo>
                <a:lnTo>
                  <a:pt x="1154064" y="232988"/>
                </a:lnTo>
                <a:lnTo>
                  <a:pt x="1158127" y="232988"/>
                </a:lnTo>
                <a:lnTo>
                  <a:pt x="1158127" y="227306"/>
                </a:lnTo>
                <a:lnTo>
                  <a:pt x="1158127" y="221623"/>
                </a:lnTo>
                <a:lnTo>
                  <a:pt x="1162191" y="221623"/>
                </a:lnTo>
                <a:lnTo>
                  <a:pt x="1166254" y="221623"/>
                </a:lnTo>
                <a:lnTo>
                  <a:pt x="1166254" y="215940"/>
                </a:lnTo>
                <a:lnTo>
                  <a:pt x="1170318" y="215940"/>
                </a:lnTo>
                <a:lnTo>
                  <a:pt x="1174382" y="215940"/>
                </a:lnTo>
                <a:lnTo>
                  <a:pt x="1178445" y="215940"/>
                </a:lnTo>
                <a:lnTo>
                  <a:pt x="1182509" y="215940"/>
                </a:lnTo>
                <a:lnTo>
                  <a:pt x="1182509" y="210258"/>
                </a:lnTo>
                <a:lnTo>
                  <a:pt x="1190636" y="210258"/>
                </a:lnTo>
                <a:lnTo>
                  <a:pt x="1194700" y="210258"/>
                </a:lnTo>
                <a:lnTo>
                  <a:pt x="1198763" y="210258"/>
                </a:lnTo>
                <a:lnTo>
                  <a:pt x="1202827" y="210258"/>
                </a:lnTo>
                <a:lnTo>
                  <a:pt x="1206890" y="210258"/>
                </a:lnTo>
                <a:lnTo>
                  <a:pt x="1210954" y="210258"/>
                </a:lnTo>
                <a:lnTo>
                  <a:pt x="1210954" y="204575"/>
                </a:lnTo>
                <a:lnTo>
                  <a:pt x="1210954" y="198892"/>
                </a:lnTo>
                <a:lnTo>
                  <a:pt x="1223145" y="198892"/>
                </a:lnTo>
                <a:lnTo>
                  <a:pt x="1227208" y="198892"/>
                </a:lnTo>
                <a:lnTo>
                  <a:pt x="1231272" y="198892"/>
                </a:lnTo>
                <a:lnTo>
                  <a:pt x="1235336" y="198892"/>
                </a:lnTo>
                <a:lnTo>
                  <a:pt x="1247527" y="198892"/>
                </a:lnTo>
                <a:lnTo>
                  <a:pt x="1255654" y="198892"/>
                </a:lnTo>
                <a:lnTo>
                  <a:pt x="1259717" y="198892"/>
                </a:lnTo>
                <a:lnTo>
                  <a:pt x="1267845" y="198892"/>
                </a:lnTo>
                <a:lnTo>
                  <a:pt x="1271908" y="198892"/>
                </a:lnTo>
                <a:lnTo>
                  <a:pt x="1280035" y="198892"/>
                </a:lnTo>
                <a:lnTo>
                  <a:pt x="1284099" y="198892"/>
                </a:lnTo>
                <a:lnTo>
                  <a:pt x="1284099" y="193210"/>
                </a:lnTo>
                <a:lnTo>
                  <a:pt x="1288163" y="193210"/>
                </a:lnTo>
                <a:lnTo>
                  <a:pt x="1288163" y="187527"/>
                </a:lnTo>
                <a:lnTo>
                  <a:pt x="1292226" y="187527"/>
                </a:lnTo>
                <a:lnTo>
                  <a:pt x="1296290" y="187527"/>
                </a:lnTo>
                <a:lnTo>
                  <a:pt x="1296290" y="176162"/>
                </a:lnTo>
                <a:lnTo>
                  <a:pt x="1300353" y="176162"/>
                </a:lnTo>
                <a:lnTo>
                  <a:pt x="1304417" y="176162"/>
                </a:lnTo>
                <a:lnTo>
                  <a:pt x="1304417" y="170479"/>
                </a:lnTo>
                <a:lnTo>
                  <a:pt x="1308481" y="164796"/>
                </a:lnTo>
                <a:lnTo>
                  <a:pt x="1316608" y="164796"/>
                </a:lnTo>
                <a:lnTo>
                  <a:pt x="1324735" y="164796"/>
                </a:lnTo>
                <a:lnTo>
                  <a:pt x="1332862" y="164796"/>
                </a:lnTo>
                <a:lnTo>
                  <a:pt x="1336926" y="164796"/>
                </a:lnTo>
                <a:lnTo>
                  <a:pt x="1340989" y="164796"/>
                </a:lnTo>
                <a:lnTo>
                  <a:pt x="1357244" y="164796"/>
                </a:lnTo>
                <a:lnTo>
                  <a:pt x="1361307" y="164796"/>
                </a:lnTo>
                <a:lnTo>
                  <a:pt x="1373498" y="164796"/>
                </a:lnTo>
                <a:lnTo>
                  <a:pt x="1377562" y="164796"/>
                </a:lnTo>
                <a:lnTo>
                  <a:pt x="1381626" y="159114"/>
                </a:lnTo>
                <a:lnTo>
                  <a:pt x="1385689" y="159114"/>
                </a:lnTo>
                <a:lnTo>
                  <a:pt x="1389753" y="153431"/>
                </a:lnTo>
                <a:lnTo>
                  <a:pt x="1393816" y="153431"/>
                </a:lnTo>
                <a:lnTo>
                  <a:pt x="1397880" y="153431"/>
                </a:lnTo>
                <a:lnTo>
                  <a:pt x="1397880" y="147748"/>
                </a:lnTo>
                <a:lnTo>
                  <a:pt x="1406007" y="142066"/>
                </a:lnTo>
                <a:lnTo>
                  <a:pt x="1414134" y="142066"/>
                </a:lnTo>
                <a:lnTo>
                  <a:pt x="1418198" y="142066"/>
                </a:lnTo>
                <a:lnTo>
                  <a:pt x="1422262" y="142066"/>
                </a:lnTo>
                <a:lnTo>
                  <a:pt x="1430389" y="142066"/>
                </a:lnTo>
                <a:lnTo>
                  <a:pt x="1434452" y="142066"/>
                </a:lnTo>
                <a:lnTo>
                  <a:pt x="1446643" y="142066"/>
                </a:lnTo>
                <a:lnTo>
                  <a:pt x="1450707" y="142066"/>
                </a:lnTo>
                <a:lnTo>
                  <a:pt x="1454770" y="142066"/>
                </a:lnTo>
                <a:lnTo>
                  <a:pt x="1458834" y="142066"/>
                </a:lnTo>
                <a:lnTo>
                  <a:pt x="1471025" y="136383"/>
                </a:lnTo>
                <a:lnTo>
                  <a:pt x="1475088" y="136383"/>
                </a:lnTo>
                <a:lnTo>
                  <a:pt x="1479152" y="136383"/>
                </a:lnTo>
                <a:lnTo>
                  <a:pt x="1483216" y="136383"/>
                </a:lnTo>
                <a:lnTo>
                  <a:pt x="1491343" y="136383"/>
                </a:lnTo>
                <a:lnTo>
                  <a:pt x="1495406" y="130700"/>
                </a:lnTo>
                <a:lnTo>
                  <a:pt x="1503534" y="130700"/>
                </a:lnTo>
                <a:lnTo>
                  <a:pt x="1507597" y="130700"/>
                </a:lnTo>
                <a:lnTo>
                  <a:pt x="1511661" y="130700"/>
                </a:lnTo>
                <a:lnTo>
                  <a:pt x="1519788" y="125018"/>
                </a:lnTo>
                <a:lnTo>
                  <a:pt x="1523852" y="125018"/>
                </a:lnTo>
                <a:lnTo>
                  <a:pt x="1523852" y="119335"/>
                </a:lnTo>
                <a:lnTo>
                  <a:pt x="1527915" y="119335"/>
                </a:lnTo>
                <a:lnTo>
                  <a:pt x="1536043" y="119335"/>
                </a:lnTo>
                <a:lnTo>
                  <a:pt x="1544170" y="119335"/>
                </a:lnTo>
                <a:lnTo>
                  <a:pt x="1548233" y="119335"/>
                </a:lnTo>
                <a:lnTo>
                  <a:pt x="1552297" y="119335"/>
                </a:lnTo>
                <a:lnTo>
                  <a:pt x="1556361" y="119335"/>
                </a:lnTo>
                <a:lnTo>
                  <a:pt x="1556361" y="113653"/>
                </a:lnTo>
                <a:lnTo>
                  <a:pt x="1560424" y="113653"/>
                </a:lnTo>
                <a:lnTo>
                  <a:pt x="1564488" y="113653"/>
                </a:lnTo>
                <a:lnTo>
                  <a:pt x="1568551" y="113653"/>
                </a:lnTo>
                <a:lnTo>
                  <a:pt x="1568551" y="107970"/>
                </a:lnTo>
                <a:lnTo>
                  <a:pt x="1576679" y="107970"/>
                </a:lnTo>
                <a:lnTo>
                  <a:pt x="1580742" y="107970"/>
                </a:lnTo>
                <a:lnTo>
                  <a:pt x="1584806" y="107970"/>
                </a:lnTo>
                <a:lnTo>
                  <a:pt x="1588869" y="107970"/>
                </a:lnTo>
                <a:lnTo>
                  <a:pt x="1592933" y="107970"/>
                </a:lnTo>
                <a:lnTo>
                  <a:pt x="1596997" y="102287"/>
                </a:lnTo>
                <a:lnTo>
                  <a:pt x="1601060" y="102287"/>
                </a:lnTo>
                <a:lnTo>
                  <a:pt x="1609187" y="102287"/>
                </a:lnTo>
                <a:lnTo>
                  <a:pt x="1613251" y="102287"/>
                </a:lnTo>
                <a:lnTo>
                  <a:pt x="1617315" y="102287"/>
                </a:lnTo>
                <a:lnTo>
                  <a:pt x="1629505" y="102287"/>
                </a:lnTo>
                <a:lnTo>
                  <a:pt x="1633569" y="102287"/>
                </a:lnTo>
                <a:lnTo>
                  <a:pt x="1645760" y="102287"/>
                </a:lnTo>
                <a:lnTo>
                  <a:pt x="1649823" y="102287"/>
                </a:lnTo>
                <a:lnTo>
                  <a:pt x="1653887" y="102287"/>
                </a:lnTo>
                <a:lnTo>
                  <a:pt x="1657951" y="102287"/>
                </a:lnTo>
                <a:lnTo>
                  <a:pt x="1662014" y="102287"/>
                </a:lnTo>
                <a:lnTo>
                  <a:pt x="1666078" y="102287"/>
                </a:lnTo>
                <a:lnTo>
                  <a:pt x="1670142" y="102287"/>
                </a:lnTo>
                <a:lnTo>
                  <a:pt x="1678269" y="102287"/>
                </a:lnTo>
                <a:lnTo>
                  <a:pt x="1682332" y="102287"/>
                </a:lnTo>
                <a:lnTo>
                  <a:pt x="1690460" y="102287"/>
                </a:lnTo>
                <a:lnTo>
                  <a:pt x="1698587" y="102287"/>
                </a:lnTo>
                <a:lnTo>
                  <a:pt x="1698587" y="96605"/>
                </a:lnTo>
                <a:lnTo>
                  <a:pt x="1706714" y="96605"/>
                </a:lnTo>
                <a:lnTo>
                  <a:pt x="1710778" y="96605"/>
                </a:lnTo>
                <a:lnTo>
                  <a:pt x="1710778" y="90922"/>
                </a:lnTo>
                <a:lnTo>
                  <a:pt x="1710778" y="85239"/>
                </a:lnTo>
                <a:lnTo>
                  <a:pt x="1722968" y="79557"/>
                </a:lnTo>
                <a:lnTo>
                  <a:pt x="1727032" y="79557"/>
                </a:lnTo>
                <a:lnTo>
                  <a:pt x="1735159" y="79557"/>
                </a:lnTo>
                <a:lnTo>
                  <a:pt x="1739223" y="79557"/>
                </a:lnTo>
                <a:lnTo>
                  <a:pt x="1743286" y="79557"/>
                </a:lnTo>
                <a:lnTo>
                  <a:pt x="1751414" y="79557"/>
                </a:lnTo>
                <a:lnTo>
                  <a:pt x="1755477" y="79557"/>
                </a:lnTo>
                <a:lnTo>
                  <a:pt x="1763604" y="79557"/>
                </a:lnTo>
                <a:lnTo>
                  <a:pt x="1775795" y="79557"/>
                </a:lnTo>
                <a:lnTo>
                  <a:pt x="1783922" y="79557"/>
                </a:lnTo>
                <a:lnTo>
                  <a:pt x="1787986" y="79557"/>
                </a:lnTo>
                <a:lnTo>
                  <a:pt x="1792050" y="79557"/>
                </a:lnTo>
                <a:lnTo>
                  <a:pt x="1796113" y="79557"/>
                </a:lnTo>
                <a:lnTo>
                  <a:pt x="1804241" y="73874"/>
                </a:lnTo>
                <a:lnTo>
                  <a:pt x="1808304" y="73874"/>
                </a:lnTo>
                <a:lnTo>
                  <a:pt x="1812368" y="73874"/>
                </a:lnTo>
                <a:lnTo>
                  <a:pt x="1816431" y="73874"/>
                </a:lnTo>
                <a:lnTo>
                  <a:pt x="1820495" y="73874"/>
                </a:lnTo>
                <a:lnTo>
                  <a:pt x="1824559" y="73874"/>
                </a:lnTo>
                <a:lnTo>
                  <a:pt x="1828622" y="73874"/>
                </a:lnTo>
                <a:lnTo>
                  <a:pt x="1832686" y="73874"/>
                </a:lnTo>
                <a:lnTo>
                  <a:pt x="1836749" y="73874"/>
                </a:lnTo>
                <a:lnTo>
                  <a:pt x="1840813" y="73874"/>
                </a:lnTo>
                <a:lnTo>
                  <a:pt x="1844877" y="68191"/>
                </a:lnTo>
                <a:lnTo>
                  <a:pt x="1848940" y="68191"/>
                </a:lnTo>
                <a:lnTo>
                  <a:pt x="1853004" y="68191"/>
                </a:lnTo>
                <a:lnTo>
                  <a:pt x="1861131" y="68191"/>
                </a:lnTo>
                <a:lnTo>
                  <a:pt x="1877385" y="62509"/>
                </a:lnTo>
                <a:lnTo>
                  <a:pt x="1881449" y="62509"/>
                </a:lnTo>
                <a:lnTo>
                  <a:pt x="1885513" y="62509"/>
                </a:lnTo>
                <a:lnTo>
                  <a:pt x="1889576" y="62509"/>
                </a:lnTo>
                <a:lnTo>
                  <a:pt x="1893640" y="56826"/>
                </a:lnTo>
                <a:lnTo>
                  <a:pt x="1905831" y="56826"/>
                </a:lnTo>
                <a:lnTo>
                  <a:pt x="1909894" y="56826"/>
                </a:lnTo>
                <a:lnTo>
                  <a:pt x="1913958" y="56826"/>
                </a:lnTo>
                <a:lnTo>
                  <a:pt x="1918021" y="56826"/>
                </a:lnTo>
                <a:lnTo>
                  <a:pt x="1926149" y="56826"/>
                </a:lnTo>
                <a:lnTo>
                  <a:pt x="1930212" y="56826"/>
                </a:lnTo>
                <a:lnTo>
                  <a:pt x="1934276" y="56826"/>
                </a:lnTo>
                <a:lnTo>
                  <a:pt x="1938340" y="56826"/>
                </a:lnTo>
                <a:lnTo>
                  <a:pt x="1942403" y="56826"/>
                </a:lnTo>
                <a:lnTo>
                  <a:pt x="1950530" y="56826"/>
                </a:lnTo>
                <a:lnTo>
                  <a:pt x="1954594" y="56826"/>
                </a:lnTo>
                <a:lnTo>
                  <a:pt x="1958658" y="56826"/>
                </a:lnTo>
                <a:lnTo>
                  <a:pt x="1958658" y="51143"/>
                </a:lnTo>
                <a:lnTo>
                  <a:pt x="1962721" y="51143"/>
                </a:lnTo>
                <a:lnTo>
                  <a:pt x="1966785" y="51143"/>
                </a:lnTo>
                <a:lnTo>
                  <a:pt x="1966785" y="45461"/>
                </a:lnTo>
                <a:lnTo>
                  <a:pt x="1970848" y="45461"/>
                </a:lnTo>
                <a:lnTo>
                  <a:pt x="1974912" y="39778"/>
                </a:lnTo>
                <a:lnTo>
                  <a:pt x="1974912" y="34095"/>
                </a:lnTo>
                <a:lnTo>
                  <a:pt x="1974912" y="28413"/>
                </a:lnTo>
                <a:lnTo>
                  <a:pt x="1978976" y="28413"/>
                </a:lnTo>
                <a:lnTo>
                  <a:pt x="1983039" y="28413"/>
                </a:lnTo>
                <a:lnTo>
                  <a:pt x="1987103" y="28413"/>
                </a:lnTo>
                <a:lnTo>
                  <a:pt x="1991166" y="28413"/>
                </a:lnTo>
                <a:lnTo>
                  <a:pt x="1999294" y="28413"/>
                </a:lnTo>
                <a:lnTo>
                  <a:pt x="2003357" y="28413"/>
                </a:lnTo>
                <a:lnTo>
                  <a:pt x="2015548" y="28413"/>
                </a:lnTo>
                <a:lnTo>
                  <a:pt x="2015548" y="22730"/>
                </a:lnTo>
                <a:lnTo>
                  <a:pt x="2019612" y="22730"/>
                </a:lnTo>
                <a:lnTo>
                  <a:pt x="2023675" y="22730"/>
                </a:lnTo>
                <a:lnTo>
                  <a:pt x="2027739" y="22730"/>
                </a:lnTo>
                <a:lnTo>
                  <a:pt x="2035866" y="22730"/>
                </a:lnTo>
                <a:lnTo>
                  <a:pt x="2035866" y="17047"/>
                </a:lnTo>
                <a:lnTo>
                  <a:pt x="2039930" y="17047"/>
                </a:lnTo>
                <a:lnTo>
                  <a:pt x="2043993" y="17047"/>
                </a:lnTo>
                <a:lnTo>
                  <a:pt x="2048057" y="17047"/>
                </a:lnTo>
                <a:lnTo>
                  <a:pt x="2056184" y="17047"/>
                </a:lnTo>
                <a:lnTo>
                  <a:pt x="2068375" y="17047"/>
                </a:lnTo>
                <a:lnTo>
                  <a:pt x="2072439" y="17047"/>
                </a:lnTo>
                <a:lnTo>
                  <a:pt x="2076502" y="17047"/>
                </a:lnTo>
                <a:lnTo>
                  <a:pt x="2080566" y="17047"/>
                </a:lnTo>
                <a:lnTo>
                  <a:pt x="2084629" y="17047"/>
                </a:lnTo>
                <a:lnTo>
                  <a:pt x="2088693" y="17047"/>
                </a:lnTo>
                <a:lnTo>
                  <a:pt x="2092757" y="17047"/>
                </a:lnTo>
                <a:lnTo>
                  <a:pt x="2092757" y="11365"/>
                </a:lnTo>
                <a:lnTo>
                  <a:pt x="2096820" y="11365"/>
                </a:lnTo>
                <a:lnTo>
                  <a:pt x="2100884" y="11365"/>
                </a:lnTo>
                <a:lnTo>
                  <a:pt x="2100884" y="5682"/>
                </a:lnTo>
                <a:lnTo>
                  <a:pt x="2104947" y="5682"/>
                </a:lnTo>
                <a:lnTo>
                  <a:pt x="2109011" y="5682"/>
                </a:lnTo>
                <a:lnTo>
                  <a:pt x="2113075" y="5682"/>
                </a:lnTo>
                <a:lnTo>
                  <a:pt x="2117138" y="5682"/>
                </a:lnTo>
                <a:lnTo>
                  <a:pt x="2125265" y="0"/>
                </a:lnTo>
                <a:lnTo>
                  <a:pt x="2129329" y="0"/>
                </a:lnTo>
                <a:lnTo>
                  <a:pt x="2137456" y="0"/>
                </a:lnTo>
                <a:lnTo>
                  <a:pt x="2141520" y="0"/>
                </a:lnTo>
                <a:lnTo>
                  <a:pt x="2145583" y="0"/>
                </a:lnTo>
                <a:lnTo>
                  <a:pt x="2149647" y="0"/>
                </a:lnTo>
                <a:lnTo>
                  <a:pt x="2153711" y="0"/>
                </a:lnTo>
                <a:lnTo>
                  <a:pt x="2157774" y="0"/>
                </a:lnTo>
                <a:lnTo>
                  <a:pt x="2161838" y="0"/>
                </a:lnTo>
              </a:path>
            </a:pathLst>
          </a:custGeom>
          <a:ln w="13550" cap="flat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3" name="pl173"/>
          <p:cNvSpPr/>
          <p:nvPr/>
        </p:nvSpPr>
        <p:spPr>
          <a:xfrm>
            <a:off x="4305613" y="1133890"/>
            <a:ext cx="2378022" cy="2950433"/>
          </a:xfrm>
          <a:custGeom>
            <a:avLst/>
            <a:gdLst/>
            <a:ahLst/>
            <a:cxnLst/>
            <a:rect l="0" t="0" r="0" b="0"/>
            <a:pathLst>
              <a:path w="2378022" h="2950433">
                <a:moveTo>
                  <a:pt x="0" y="2950433"/>
                </a:moveTo>
                <a:lnTo>
                  <a:pt x="2378022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4" name="tx174"/>
          <p:cNvSpPr/>
          <p:nvPr/>
        </p:nvSpPr>
        <p:spPr>
          <a:xfrm>
            <a:off x="5494624" y="3064444"/>
            <a:ext cx="1137654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Sensitivity = 0.788</a:t>
            </a:r>
          </a:p>
        </p:txBody>
      </p:sp>
      <p:sp>
        <p:nvSpPr>
          <p:cNvPr id="175" name="tx175"/>
          <p:cNvSpPr/>
          <p:nvPr/>
        </p:nvSpPr>
        <p:spPr>
          <a:xfrm>
            <a:off x="5494624" y="3332665"/>
            <a:ext cx="1137654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Specificity = 0.874</a:t>
            </a:r>
          </a:p>
        </p:txBody>
      </p:sp>
      <p:sp>
        <p:nvSpPr>
          <p:cNvPr id="176" name="pl176"/>
          <p:cNvSpPr/>
          <p:nvPr/>
        </p:nvSpPr>
        <p:spPr>
          <a:xfrm>
            <a:off x="4305613" y="1836266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FC8D59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7" name="pl177"/>
          <p:cNvSpPr/>
          <p:nvPr/>
        </p:nvSpPr>
        <p:spPr>
          <a:xfrm>
            <a:off x="4685967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FC8D59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8" name="tx178"/>
          <p:cNvSpPr/>
          <p:nvPr/>
        </p:nvSpPr>
        <p:spPr>
          <a:xfrm>
            <a:off x="4025466" y="3908521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179" name="tx179"/>
          <p:cNvSpPr/>
          <p:nvPr/>
        </p:nvSpPr>
        <p:spPr>
          <a:xfrm>
            <a:off x="4025466" y="3237968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0.25</a:t>
            </a:r>
          </a:p>
        </p:txBody>
      </p:sp>
      <p:sp>
        <p:nvSpPr>
          <p:cNvPr id="180" name="tx180"/>
          <p:cNvSpPr/>
          <p:nvPr/>
        </p:nvSpPr>
        <p:spPr>
          <a:xfrm>
            <a:off x="4025466" y="256741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181" name="tx181"/>
          <p:cNvSpPr/>
          <p:nvPr/>
        </p:nvSpPr>
        <p:spPr>
          <a:xfrm>
            <a:off x="4025466" y="18968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0.75</a:t>
            </a:r>
          </a:p>
        </p:txBody>
      </p:sp>
      <p:sp>
        <p:nvSpPr>
          <p:cNvPr id="182" name="tx182"/>
          <p:cNvSpPr/>
          <p:nvPr/>
        </p:nvSpPr>
        <p:spPr>
          <a:xfrm>
            <a:off x="4025466" y="1226309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83" name="tx183"/>
          <p:cNvSpPr/>
          <p:nvPr/>
        </p:nvSpPr>
        <p:spPr>
          <a:xfrm>
            <a:off x="4304947" y="41452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184" name="tx184"/>
          <p:cNvSpPr/>
          <p:nvPr/>
        </p:nvSpPr>
        <p:spPr>
          <a:xfrm>
            <a:off x="4845406" y="41452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0.25</a:t>
            </a:r>
          </a:p>
        </p:txBody>
      </p:sp>
      <p:sp>
        <p:nvSpPr>
          <p:cNvPr id="185" name="tx185"/>
          <p:cNvSpPr/>
          <p:nvPr/>
        </p:nvSpPr>
        <p:spPr>
          <a:xfrm>
            <a:off x="5385866" y="41452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186" name="tx186"/>
          <p:cNvSpPr/>
          <p:nvPr/>
        </p:nvSpPr>
        <p:spPr>
          <a:xfrm>
            <a:off x="5926325" y="41452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0.75</a:t>
            </a:r>
          </a:p>
        </p:txBody>
      </p:sp>
      <p:sp>
        <p:nvSpPr>
          <p:cNvPr id="187" name="tx187"/>
          <p:cNvSpPr/>
          <p:nvPr/>
        </p:nvSpPr>
        <p:spPr>
          <a:xfrm>
            <a:off x="6466785" y="41452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88" name="tx188"/>
          <p:cNvSpPr/>
          <p:nvPr/>
        </p:nvSpPr>
        <p:spPr>
          <a:xfrm>
            <a:off x="4892884" y="4294411"/>
            <a:ext cx="1203480" cy="1016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False Positive Rate</a:t>
            </a:r>
          </a:p>
        </p:txBody>
      </p:sp>
      <p:sp>
        <p:nvSpPr>
          <p:cNvPr id="189" name="tx189"/>
          <p:cNvSpPr/>
          <p:nvPr/>
        </p:nvSpPr>
        <p:spPr>
          <a:xfrm rot="16200000">
            <a:off x="3325638" y="2558288"/>
            <a:ext cx="1149114" cy="1016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True Positive Rate</a:t>
            </a:r>
          </a:p>
        </p:txBody>
      </p:sp>
      <p:sp>
        <p:nvSpPr>
          <p:cNvPr id="190" name="tx190"/>
          <p:cNvSpPr/>
          <p:nvPr/>
        </p:nvSpPr>
        <p:spPr>
          <a:xfrm>
            <a:off x="4305613" y="906201"/>
            <a:ext cx="158390" cy="12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3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45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10</cp:revision>
  <dcterms:created xsi:type="dcterms:W3CDTF">2015-07-14T21:05:00Z</dcterms:created>
  <dcterms:modified xsi:type="dcterms:W3CDTF">2026-05-13T19:52:19Z</dcterms:modified>
</cp:coreProperties>
</file>