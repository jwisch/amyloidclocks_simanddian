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2" Type="http://schemas.openxmlformats.org/package/2006/relationships/metadata/thumbnail" Target="docProps/thumbnail.jpeg"/>
<Relationship Id="rId1" Type="http://schemas.openxmlformats.org/officeDocument/2006/relationships/officeDocument" Target="ppt/presentation.xml"/>
<Relationship Id="rId4" Type="http://schemas.openxmlformats.org/officeDocument/2006/relationships/extended-properties" Target="docProps/app.xml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6"/>
  </p:sldIdLst>
  <p:sldSz cx="7562850" cy="5330825"/>
  <p:notesSz cx="6858000" cy="9144000"/>
  <p:defaultTextStyle>
    <a:defPPr>
      <a:defRPr lang="en-US"/>
    </a:defPPr>
    <a:lvl1pPr marL="0" algn="l" defTabSz="526227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1pPr>
    <a:lvl2pPr marL="263113" algn="l" defTabSz="526227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2pPr>
    <a:lvl3pPr marL="526227" algn="l" defTabSz="526227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3pPr>
    <a:lvl4pPr marL="789341" algn="l" defTabSz="526227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4pPr>
    <a:lvl5pPr marL="1052454" algn="l" defTabSz="526227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5pPr>
    <a:lvl6pPr marL="1315568" algn="l" defTabSz="526227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6pPr>
    <a:lvl7pPr marL="1578681" algn="l" defTabSz="526227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7pPr>
    <a:lvl8pPr marL="1841794" algn="l" defTabSz="526227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8pPr>
    <a:lvl9pPr marL="2104908" algn="l" defTabSz="526227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howGuides="1">
      <p:cViewPr varScale="1">
        <p:scale>
          <a:sx n="108" d="100"/>
          <a:sy n="108" d="100"/>
        </p:scale>
        <p:origin x="-1325" y="-62"/>
      </p:cViewPr>
      <p:guideLst>
        <p:guide orient="horz" pos="1679"/>
        <p:guide pos="238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viewProps" Target="viewProps.xml"/>
<Relationship Id="rId2" Type="http://schemas.openxmlformats.org/officeDocument/2006/relationships/presProps" Target="presProps.xml"/>
<Relationship Id="rId1" Type="http://schemas.openxmlformats.org/officeDocument/2006/relationships/slideMaster" Target="slideMasters/slideMaster1.xml"/>
<Relationship Id="rId5" Type="http://schemas.openxmlformats.org/officeDocument/2006/relationships/tableStyles" Target="tableStyles.xml"/>
<Relationship Id="rId4" Type="http://schemas.openxmlformats.org/officeDocument/2006/relationships/theme" Target="theme/theme1.xml"/>
<Relationship Id="rId6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67214" y="1656014"/>
            <a:ext cx="6428422" cy="1142672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4428" y="3020801"/>
            <a:ext cx="5293995" cy="1362322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2631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526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78934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0524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31556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57868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184179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10490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6263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24996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7414" y="3425550"/>
            <a:ext cx="6428422" cy="1058761"/>
          </a:xfrm>
        </p:spPr>
        <p:txBody>
          <a:bodyPr anchor="t"/>
          <a:lstStyle>
            <a:lvl1pPr algn="l">
              <a:defRPr sz="23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7414" y="2259433"/>
            <a:ext cx="6428422" cy="1166118"/>
          </a:xfrm>
        </p:spPr>
        <p:txBody>
          <a:bodyPr anchor="b"/>
          <a:lstStyle>
            <a:lvl1pPr marL="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  <a:lvl2pPr marL="263113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2pPr>
            <a:lvl3pPr marL="526227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3pPr>
            <a:lvl4pPr marL="789341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4pPr>
            <a:lvl5pPr marL="1052454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5pPr>
            <a:lvl6pPr marL="1315568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6pPr>
            <a:lvl7pPr marL="1578681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7pPr>
            <a:lvl8pPr marL="1841794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8pPr>
            <a:lvl9pPr marL="2104908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13276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09656" y="1243861"/>
            <a:ext cx="3623866" cy="3518098"/>
          </a:xfrm>
        </p:spPr>
        <p:txBody>
          <a:bodyPr/>
          <a:lstStyle>
            <a:lvl1pPr>
              <a:defRPr sz="1600"/>
            </a:lvl1pPr>
            <a:lvl2pPr>
              <a:defRPr sz="1400"/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  <a:lvl6pPr>
              <a:defRPr sz="1100"/>
            </a:lvl6pPr>
            <a:lvl7pPr>
              <a:defRPr sz="1100"/>
            </a:lvl7pPr>
            <a:lvl8pPr>
              <a:defRPr sz="1100"/>
            </a:lvl8pPr>
            <a:lvl9pPr>
              <a:defRPr sz="11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159570" y="1243861"/>
            <a:ext cx="3623866" cy="3518098"/>
          </a:xfrm>
        </p:spPr>
        <p:txBody>
          <a:bodyPr/>
          <a:lstStyle>
            <a:lvl1pPr>
              <a:defRPr sz="1600"/>
            </a:lvl1pPr>
            <a:lvl2pPr>
              <a:defRPr sz="1400"/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  <a:lvl6pPr>
              <a:defRPr sz="1100"/>
            </a:lvl6pPr>
            <a:lvl7pPr>
              <a:defRPr sz="1100"/>
            </a:lvl7pPr>
            <a:lvl8pPr>
              <a:defRPr sz="1100"/>
            </a:lvl8pPr>
            <a:lvl9pPr>
              <a:defRPr sz="11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140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8143" y="213480"/>
            <a:ext cx="6806565" cy="888471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78145" y="1193267"/>
            <a:ext cx="3341572" cy="497296"/>
          </a:xfrm>
        </p:spPr>
        <p:txBody>
          <a:bodyPr anchor="b"/>
          <a:lstStyle>
            <a:lvl1pPr marL="0" indent="0">
              <a:buNone/>
              <a:defRPr sz="1400" b="1"/>
            </a:lvl1pPr>
            <a:lvl2pPr marL="263113" indent="0">
              <a:buNone/>
              <a:defRPr sz="1200" b="1"/>
            </a:lvl2pPr>
            <a:lvl3pPr marL="526227" indent="0">
              <a:buNone/>
              <a:defRPr sz="1100" b="1"/>
            </a:lvl3pPr>
            <a:lvl4pPr marL="789341" indent="0">
              <a:buNone/>
              <a:defRPr sz="900" b="1"/>
            </a:lvl4pPr>
            <a:lvl5pPr marL="1052454" indent="0">
              <a:buNone/>
              <a:defRPr sz="900" b="1"/>
            </a:lvl5pPr>
            <a:lvl6pPr marL="1315568" indent="0">
              <a:buNone/>
              <a:defRPr sz="900" b="1"/>
            </a:lvl6pPr>
            <a:lvl7pPr marL="1578681" indent="0">
              <a:buNone/>
              <a:defRPr sz="900" b="1"/>
            </a:lvl7pPr>
            <a:lvl8pPr marL="1841794" indent="0">
              <a:buNone/>
              <a:defRPr sz="900" b="1"/>
            </a:lvl8pPr>
            <a:lvl9pPr marL="2104908" indent="0">
              <a:buNone/>
              <a:defRPr sz="9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78145" y="1690563"/>
            <a:ext cx="3341572" cy="3071394"/>
          </a:xfrm>
        </p:spPr>
        <p:txBody>
          <a:bodyPr/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900"/>
            </a:lvl4pPr>
            <a:lvl5pPr>
              <a:defRPr sz="900"/>
            </a:lvl5pPr>
            <a:lvl6pPr>
              <a:defRPr sz="900"/>
            </a:lvl6pPr>
            <a:lvl7pPr>
              <a:defRPr sz="900"/>
            </a:lvl7pPr>
            <a:lvl8pPr>
              <a:defRPr sz="900"/>
            </a:lvl8pPr>
            <a:lvl9pPr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41824" y="1193267"/>
            <a:ext cx="3342886" cy="497296"/>
          </a:xfrm>
        </p:spPr>
        <p:txBody>
          <a:bodyPr anchor="b"/>
          <a:lstStyle>
            <a:lvl1pPr marL="0" indent="0">
              <a:buNone/>
              <a:defRPr sz="1400" b="1"/>
            </a:lvl1pPr>
            <a:lvl2pPr marL="263113" indent="0">
              <a:buNone/>
              <a:defRPr sz="1200" b="1"/>
            </a:lvl2pPr>
            <a:lvl3pPr marL="526227" indent="0">
              <a:buNone/>
              <a:defRPr sz="1100" b="1"/>
            </a:lvl3pPr>
            <a:lvl4pPr marL="789341" indent="0">
              <a:buNone/>
              <a:defRPr sz="900" b="1"/>
            </a:lvl4pPr>
            <a:lvl5pPr marL="1052454" indent="0">
              <a:buNone/>
              <a:defRPr sz="900" b="1"/>
            </a:lvl5pPr>
            <a:lvl6pPr marL="1315568" indent="0">
              <a:buNone/>
              <a:defRPr sz="900" b="1"/>
            </a:lvl6pPr>
            <a:lvl7pPr marL="1578681" indent="0">
              <a:buNone/>
              <a:defRPr sz="900" b="1"/>
            </a:lvl7pPr>
            <a:lvl8pPr marL="1841794" indent="0">
              <a:buNone/>
              <a:defRPr sz="900" b="1"/>
            </a:lvl8pPr>
            <a:lvl9pPr marL="2104908" indent="0">
              <a:buNone/>
              <a:defRPr sz="9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41824" y="1690563"/>
            <a:ext cx="3342886" cy="3071394"/>
          </a:xfrm>
        </p:spPr>
        <p:txBody>
          <a:bodyPr/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900"/>
            </a:lvl4pPr>
            <a:lvl5pPr>
              <a:defRPr sz="900"/>
            </a:lvl5pPr>
            <a:lvl6pPr>
              <a:defRPr sz="900"/>
            </a:lvl6pPr>
            <a:lvl7pPr>
              <a:defRPr sz="900"/>
            </a:lvl7pPr>
            <a:lvl8pPr>
              <a:defRPr sz="900"/>
            </a:lvl8pPr>
            <a:lvl9pPr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05597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15641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18188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8145" y="212246"/>
            <a:ext cx="2488126" cy="903279"/>
          </a:xfrm>
        </p:spPr>
        <p:txBody>
          <a:bodyPr anchor="b"/>
          <a:lstStyle>
            <a:lvl1pPr algn="l">
              <a:defRPr sz="12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56865" y="212248"/>
            <a:ext cx="4227843" cy="4549712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78145" y="1115526"/>
            <a:ext cx="2488126" cy="3646433"/>
          </a:xfrm>
        </p:spPr>
        <p:txBody>
          <a:bodyPr/>
          <a:lstStyle>
            <a:lvl1pPr marL="0" indent="0">
              <a:buNone/>
              <a:defRPr sz="800"/>
            </a:lvl1pPr>
            <a:lvl2pPr marL="263113" indent="0">
              <a:buNone/>
              <a:defRPr sz="700"/>
            </a:lvl2pPr>
            <a:lvl3pPr marL="526227" indent="0">
              <a:buNone/>
              <a:defRPr sz="600"/>
            </a:lvl3pPr>
            <a:lvl4pPr marL="789341" indent="0">
              <a:buNone/>
              <a:defRPr sz="500"/>
            </a:lvl4pPr>
            <a:lvl5pPr marL="1052454" indent="0">
              <a:buNone/>
              <a:defRPr sz="500"/>
            </a:lvl5pPr>
            <a:lvl6pPr marL="1315568" indent="0">
              <a:buNone/>
              <a:defRPr sz="500"/>
            </a:lvl6pPr>
            <a:lvl7pPr marL="1578681" indent="0">
              <a:buNone/>
              <a:defRPr sz="500"/>
            </a:lvl7pPr>
            <a:lvl8pPr marL="1841794" indent="0">
              <a:buNone/>
              <a:defRPr sz="500"/>
            </a:lvl8pPr>
            <a:lvl9pPr marL="2104908" indent="0">
              <a:buNone/>
              <a:defRPr sz="5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0804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2372" y="3731578"/>
            <a:ext cx="4537710" cy="440534"/>
          </a:xfrm>
        </p:spPr>
        <p:txBody>
          <a:bodyPr anchor="b"/>
          <a:lstStyle>
            <a:lvl1pPr algn="l">
              <a:defRPr sz="12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482372" y="476319"/>
            <a:ext cx="4537710" cy="3198495"/>
          </a:xfrm>
        </p:spPr>
        <p:txBody>
          <a:bodyPr/>
          <a:lstStyle>
            <a:lvl1pPr marL="0" indent="0">
              <a:buNone/>
              <a:defRPr sz="1800"/>
            </a:lvl1pPr>
            <a:lvl2pPr marL="263113" indent="0">
              <a:buNone/>
              <a:defRPr sz="1600"/>
            </a:lvl2pPr>
            <a:lvl3pPr marL="526227" indent="0">
              <a:buNone/>
              <a:defRPr sz="1400"/>
            </a:lvl3pPr>
            <a:lvl4pPr marL="789341" indent="0">
              <a:buNone/>
              <a:defRPr sz="1200"/>
            </a:lvl4pPr>
            <a:lvl5pPr marL="1052454" indent="0">
              <a:buNone/>
              <a:defRPr sz="1200"/>
            </a:lvl5pPr>
            <a:lvl6pPr marL="1315568" indent="0">
              <a:buNone/>
              <a:defRPr sz="1200"/>
            </a:lvl6pPr>
            <a:lvl7pPr marL="1578681" indent="0">
              <a:buNone/>
              <a:defRPr sz="1200"/>
            </a:lvl7pPr>
            <a:lvl8pPr marL="1841794" indent="0">
              <a:buNone/>
              <a:defRPr sz="1200"/>
            </a:lvl8pPr>
            <a:lvl9pPr marL="2104908" indent="0">
              <a:buNone/>
              <a:defRPr sz="12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2372" y="4172112"/>
            <a:ext cx="4537710" cy="625631"/>
          </a:xfrm>
        </p:spPr>
        <p:txBody>
          <a:bodyPr/>
          <a:lstStyle>
            <a:lvl1pPr marL="0" indent="0">
              <a:buNone/>
              <a:defRPr sz="800"/>
            </a:lvl1pPr>
            <a:lvl2pPr marL="263113" indent="0">
              <a:buNone/>
              <a:defRPr sz="700"/>
            </a:lvl2pPr>
            <a:lvl3pPr marL="526227" indent="0">
              <a:buNone/>
              <a:defRPr sz="600"/>
            </a:lvl3pPr>
            <a:lvl4pPr marL="789341" indent="0">
              <a:buNone/>
              <a:defRPr sz="500"/>
            </a:lvl4pPr>
            <a:lvl5pPr marL="1052454" indent="0">
              <a:buNone/>
              <a:defRPr sz="500"/>
            </a:lvl5pPr>
            <a:lvl6pPr marL="1315568" indent="0">
              <a:buNone/>
              <a:defRPr sz="500"/>
            </a:lvl6pPr>
            <a:lvl7pPr marL="1578681" indent="0">
              <a:buNone/>
              <a:defRPr sz="500"/>
            </a:lvl7pPr>
            <a:lvl8pPr marL="1841794" indent="0">
              <a:buNone/>
              <a:defRPr sz="500"/>
            </a:lvl8pPr>
            <a:lvl9pPr marL="2104908" indent="0">
              <a:buNone/>
              <a:defRPr sz="5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62714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6033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39989" y="213483"/>
            <a:ext cx="1843445" cy="4548477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09657" y="213483"/>
            <a:ext cx="5404287" cy="4548477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57309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78143" y="213480"/>
            <a:ext cx="6806565" cy="888471"/>
          </a:xfrm>
          <a:prstGeom prst="rect">
            <a:avLst/>
          </a:prstGeom>
        </p:spPr>
        <p:txBody>
          <a:bodyPr vert="horz" lIns="52622" tIns="26311" rIns="52622" bIns="26311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78143" y="1243861"/>
            <a:ext cx="6806565" cy="3518098"/>
          </a:xfrm>
          <a:prstGeom prst="rect">
            <a:avLst/>
          </a:prstGeom>
        </p:spPr>
        <p:txBody>
          <a:bodyPr vert="horz" lIns="52622" tIns="26311" rIns="52622" bIns="26311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78142" y="4940888"/>
            <a:ext cx="1764665" cy="283817"/>
          </a:xfrm>
          <a:prstGeom prst="rect">
            <a:avLst/>
          </a:prstGeom>
        </p:spPr>
        <p:txBody>
          <a:bodyPr vert="horz" lIns="52622" tIns="26311" rIns="52622" bIns="26311" rtlCol="0" anchor="ctr"/>
          <a:lstStyle>
            <a:lvl1pPr algn="l">
              <a:defRPr sz="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3974" y="4940888"/>
            <a:ext cx="2394903" cy="283817"/>
          </a:xfrm>
          <a:prstGeom prst="rect">
            <a:avLst/>
          </a:prstGeom>
        </p:spPr>
        <p:txBody>
          <a:bodyPr vert="horz" lIns="52622" tIns="26311" rIns="52622" bIns="26311" rtlCol="0" anchor="ctr"/>
          <a:lstStyle>
            <a:lvl1pPr algn="ctr">
              <a:defRPr sz="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420043" y="4940888"/>
            <a:ext cx="1764665" cy="283817"/>
          </a:xfrm>
          <a:prstGeom prst="rect">
            <a:avLst/>
          </a:prstGeom>
        </p:spPr>
        <p:txBody>
          <a:bodyPr vert="horz" lIns="52622" tIns="26311" rIns="52622" bIns="26311" rtlCol="0" anchor="ctr"/>
          <a:lstStyle>
            <a:lvl1pPr algn="r">
              <a:defRPr sz="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274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526227" rtl="0" eaLnBrk="1" latinLnBrk="0" hangingPunct="1">
        <a:spcBef>
          <a:spcPct val="0"/>
        </a:spcBef>
        <a:buNone/>
        <a:defRPr sz="25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97335" indent="-197335" algn="l" defTabSz="526227" rtl="0" eaLnBrk="1" latinLnBrk="0" hangingPunct="1">
        <a:spcBef>
          <a:spcPct val="20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27559" indent="-164446" algn="l" defTabSz="526227" rtl="0" eaLnBrk="1" latinLnBrk="0" hangingPunct="1">
        <a:spcBef>
          <a:spcPct val="20000"/>
        </a:spcBef>
        <a:buFont typeface="Arial" panose="020B0604020202020204" pitchFamily="34" charset="0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657784" indent="-131557" algn="l" defTabSz="526227" rtl="0" eaLnBrk="1" latinLnBrk="0" hangingPunct="1">
        <a:spcBef>
          <a:spcPct val="200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920897" indent="-131557" algn="l" defTabSz="526227" rtl="0" eaLnBrk="1" latinLnBrk="0" hangingPunct="1">
        <a:spcBef>
          <a:spcPct val="20000"/>
        </a:spcBef>
        <a:buFont typeface="Arial" panose="020B0604020202020204" pitchFamily="34" charset="0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184011" indent="-131557" algn="l" defTabSz="526227" rtl="0" eaLnBrk="1" latinLnBrk="0" hangingPunct="1">
        <a:spcBef>
          <a:spcPct val="20000"/>
        </a:spcBef>
        <a:buFont typeface="Arial" panose="020B0604020202020204" pitchFamily="34" charset="0"/>
        <a:buChar char="»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447125" indent="-131557" algn="l" defTabSz="526227" rtl="0" eaLnBrk="1" latinLnBrk="0" hangingPunct="1">
        <a:spcBef>
          <a:spcPct val="200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710238" indent="-131557" algn="l" defTabSz="526227" rtl="0" eaLnBrk="1" latinLnBrk="0" hangingPunct="1">
        <a:spcBef>
          <a:spcPct val="200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1973351" indent="-131557" algn="l" defTabSz="526227" rtl="0" eaLnBrk="1" latinLnBrk="0" hangingPunct="1">
        <a:spcBef>
          <a:spcPct val="200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236465" indent="-131557" algn="l" defTabSz="526227" rtl="0" eaLnBrk="1" latinLnBrk="0" hangingPunct="1">
        <a:spcBef>
          <a:spcPct val="200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526227" rtl="0" eaLnBrk="1" latinLnBrk="0" hangingPunct="1">
        <a:defRPr sz="1100" kern="1200">
          <a:solidFill>
            <a:schemeClr val="tx1"/>
          </a:solidFill>
          <a:latin typeface="+mn-lt"/>
          <a:ea typeface="+mn-ea"/>
          <a:cs typeface="+mn-cs"/>
        </a:defRPr>
      </a:lvl1pPr>
      <a:lvl2pPr marL="263113" algn="l" defTabSz="526227" rtl="0" eaLnBrk="1" latinLnBrk="0" hangingPunct="1">
        <a:defRPr sz="1100" kern="1200">
          <a:solidFill>
            <a:schemeClr val="tx1"/>
          </a:solidFill>
          <a:latin typeface="+mn-lt"/>
          <a:ea typeface="+mn-ea"/>
          <a:cs typeface="+mn-cs"/>
        </a:defRPr>
      </a:lvl2pPr>
      <a:lvl3pPr marL="526227" algn="l" defTabSz="526227" rtl="0" eaLnBrk="1" latinLnBrk="0" hangingPunct="1">
        <a:defRPr sz="1100" kern="1200">
          <a:solidFill>
            <a:schemeClr val="tx1"/>
          </a:solidFill>
          <a:latin typeface="+mn-lt"/>
          <a:ea typeface="+mn-ea"/>
          <a:cs typeface="+mn-cs"/>
        </a:defRPr>
      </a:lvl3pPr>
      <a:lvl4pPr marL="789341" algn="l" defTabSz="526227" rtl="0" eaLnBrk="1" latinLnBrk="0" hangingPunct="1">
        <a:defRPr sz="1100" kern="1200">
          <a:solidFill>
            <a:schemeClr val="tx1"/>
          </a:solidFill>
          <a:latin typeface="+mn-lt"/>
          <a:ea typeface="+mn-ea"/>
          <a:cs typeface="+mn-cs"/>
        </a:defRPr>
      </a:lvl4pPr>
      <a:lvl5pPr marL="1052454" algn="l" defTabSz="526227" rtl="0" eaLnBrk="1" latinLnBrk="0" hangingPunct="1">
        <a:defRPr sz="1100" kern="1200">
          <a:solidFill>
            <a:schemeClr val="tx1"/>
          </a:solidFill>
          <a:latin typeface="+mn-lt"/>
          <a:ea typeface="+mn-ea"/>
          <a:cs typeface="+mn-cs"/>
        </a:defRPr>
      </a:lvl5pPr>
      <a:lvl6pPr marL="1315568" algn="l" defTabSz="526227" rtl="0" eaLnBrk="1" latinLnBrk="0" hangingPunct="1">
        <a:defRPr sz="1100" kern="1200">
          <a:solidFill>
            <a:schemeClr val="tx1"/>
          </a:solidFill>
          <a:latin typeface="+mn-lt"/>
          <a:ea typeface="+mn-ea"/>
          <a:cs typeface="+mn-cs"/>
        </a:defRPr>
      </a:lvl6pPr>
      <a:lvl7pPr marL="1578681" algn="l" defTabSz="526227" rtl="0" eaLnBrk="1" latinLnBrk="0" hangingPunct="1">
        <a:defRPr sz="1100" kern="1200">
          <a:solidFill>
            <a:schemeClr val="tx1"/>
          </a:solidFill>
          <a:latin typeface="+mn-lt"/>
          <a:ea typeface="+mn-ea"/>
          <a:cs typeface="+mn-cs"/>
        </a:defRPr>
      </a:lvl7pPr>
      <a:lvl8pPr marL="1841794" algn="l" defTabSz="526227" rtl="0" eaLnBrk="1" latinLnBrk="0" hangingPunct="1">
        <a:defRPr sz="1100" kern="1200">
          <a:solidFill>
            <a:schemeClr val="tx1"/>
          </a:solidFill>
          <a:latin typeface="+mn-lt"/>
          <a:ea typeface="+mn-ea"/>
          <a:cs typeface="+mn-cs"/>
        </a:defRPr>
      </a:lvl8pPr>
      <a:lvl9pPr marL="2104908" algn="l" defTabSz="526227" rtl="0" eaLnBrk="1" latinLnBrk="0" hangingPunct="1">
        <a:defRPr sz="11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809625" y="836612"/>
            <a:ext cx="5943600" cy="3657600"/>
            <a:chOff x="809625" y="836612"/>
            <a:chExt cx="5943600" cy="3657600"/>
          </a:xfrm>
        </p:grpSpPr>
        <p:sp>
          <p:nvSpPr>
            <p:cNvPr id="3" name="rc3"/>
            <p:cNvSpPr/>
            <p:nvPr/>
          </p:nvSpPr>
          <p:spPr>
            <a:xfrm>
              <a:off x="809625" y="836612"/>
              <a:ext cx="5943600" cy="3657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809625" y="836612"/>
              <a:ext cx="2971800" cy="3657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1333813" y="1133890"/>
              <a:ext cx="2378022" cy="295043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333813" y="3658469"/>
              <a:ext cx="2378022" cy="0"/>
            </a:xfrm>
            <a:custGeom>
              <a:avLst/>
              <a:pathLst>
                <a:path w="2378022" h="0">
                  <a:moveTo>
                    <a:pt x="0" y="0"/>
                  </a:moveTo>
                  <a:lnTo>
                    <a:pt x="2378022" y="0"/>
                  </a:lnTo>
                  <a:lnTo>
                    <a:pt x="237802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333813" y="2988025"/>
              <a:ext cx="2378022" cy="0"/>
            </a:xfrm>
            <a:custGeom>
              <a:avLst/>
              <a:pathLst>
                <a:path w="2378022" h="0">
                  <a:moveTo>
                    <a:pt x="0" y="0"/>
                  </a:moveTo>
                  <a:lnTo>
                    <a:pt x="2378022" y="0"/>
                  </a:lnTo>
                  <a:lnTo>
                    <a:pt x="237802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33813" y="2317581"/>
              <a:ext cx="2378022" cy="0"/>
            </a:xfrm>
            <a:custGeom>
              <a:avLst/>
              <a:pathLst>
                <a:path w="2378022" h="0">
                  <a:moveTo>
                    <a:pt x="0" y="0"/>
                  </a:moveTo>
                  <a:lnTo>
                    <a:pt x="2378022" y="0"/>
                  </a:lnTo>
                  <a:lnTo>
                    <a:pt x="237802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333813" y="1647137"/>
              <a:ext cx="2378022" cy="0"/>
            </a:xfrm>
            <a:custGeom>
              <a:avLst/>
              <a:pathLst>
                <a:path w="2378022" h="0">
                  <a:moveTo>
                    <a:pt x="0" y="0"/>
                  </a:moveTo>
                  <a:lnTo>
                    <a:pt x="2378022" y="0"/>
                  </a:lnTo>
                  <a:lnTo>
                    <a:pt x="237802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546384" y="1133890"/>
              <a:ext cx="0" cy="2950433"/>
            </a:xfrm>
            <a:custGeom>
              <a:avLst/>
              <a:pathLst>
                <a:path w="0" h="2950433">
                  <a:moveTo>
                    <a:pt x="0" y="2950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2175962" y="1133890"/>
              <a:ext cx="0" cy="2950433"/>
            </a:xfrm>
            <a:custGeom>
              <a:avLst/>
              <a:pathLst>
                <a:path w="0" h="2950433">
                  <a:moveTo>
                    <a:pt x="0" y="2950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2805539" y="1133890"/>
              <a:ext cx="0" cy="2950433"/>
            </a:xfrm>
            <a:custGeom>
              <a:avLst/>
              <a:pathLst>
                <a:path w="0" h="2950433">
                  <a:moveTo>
                    <a:pt x="0" y="2950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3435117" y="1133890"/>
              <a:ext cx="0" cy="2950433"/>
            </a:xfrm>
            <a:custGeom>
              <a:avLst/>
              <a:pathLst>
                <a:path w="0" h="2950433">
                  <a:moveTo>
                    <a:pt x="0" y="2950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333813" y="3993691"/>
              <a:ext cx="2378022" cy="0"/>
            </a:xfrm>
            <a:custGeom>
              <a:avLst/>
              <a:pathLst>
                <a:path w="2378022" h="0">
                  <a:moveTo>
                    <a:pt x="0" y="0"/>
                  </a:moveTo>
                  <a:lnTo>
                    <a:pt x="2378022" y="0"/>
                  </a:lnTo>
                  <a:lnTo>
                    <a:pt x="237802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333813" y="3323247"/>
              <a:ext cx="2378022" cy="0"/>
            </a:xfrm>
            <a:custGeom>
              <a:avLst/>
              <a:pathLst>
                <a:path w="2378022" h="0">
                  <a:moveTo>
                    <a:pt x="0" y="0"/>
                  </a:moveTo>
                  <a:lnTo>
                    <a:pt x="2378022" y="0"/>
                  </a:lnTo>
                  <a:lnTo>
                    <a:pt x="237802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333813" y="2652803"/>
              <a:ext cx="2378022" cy="0"/>
            </a:xfrm>
            <a:custGeom>
              <a:avLst/>
              <a:pathLst>
                <a:path w="2378022" h="0">
                  <a:moveTo>
                    <a:pt x="0" y="0"/>
                  </a:moveTo>
                  <a:lnTo>
                    <a:pt x="2378022" y="0"/>
                  </a:lnTo>
                  <a:lnTo>
                    <a:pt x="237802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333813" y="1982359"/>
              <a:ext cx="2378022" cy="0"/>
            </a:xfrm>
            <a:custGeom>
              <a:avLst/>
              <a:pathLst>
                <a:path w="2378022" h="0">
                  <a:moveTo>
                    <a:pt x="0" y="0"/>
                  </a:moveTo>
                  <a:lnTo>
                    <a:pt x="2378022" y="0"/>
                  </a:lnTo>
                  <a:lnTo>
                    <a:pt x="237802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333813" y="1311915"/>
              <a:ext cx="2378022" cy="0"/>
            </a:xfrm>
            <a:custGeom>
              <a:avLst/>
              <a:pathLst>
                <a:path w="2378022" h="0">
                  <a:moveTo>
                    <a:pt x="0" y="0"/>
                  </a:moveTo>
                  <a:lnTo>
                    <a:pt x="2378022" y="0"/>
                  </a:lnTo>
                  <a:lnTo>
                    <a:pt x="237802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861173" y="1133890"/>
              <a:ext cx="0" cy="2950433"/>
            </a:xfrm>
            <a:custGeom>
              <a:avLst/>
              <a:pathLst>
                <a:path w="0" h="2950433">
                  <a:moveTo>
                    <a:pt x="0" y="2950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490751" y="1133890"/>
              <a:ext cx="0" cy="2950433"/>
            </a:xfrm>
            <a:custGeom>
              <a:avLst/>
              <a:pathLst>
                <a:path w="0" h="2950433">
                  <a:moveTo>
                    <a:pt x="0" y="2950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120328" y="1133890"/>
              <a:ext cx="0" cy="2950433"/>
            </a:xfrm>
            <a:custGeom>
              <a:avLst/>
              <a:pathLst>
                <a:path w="0" h="2950433">
                  <a:moveTo>
                    <a:pt x="0" y="2950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078081" y="36172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1786211" y="38213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197480" y="21070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1871388" y="38444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1874999" y="38103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832100" y="27714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392207" y="35592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1705894" y="38672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1914494" y="38455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1807673" y="38910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195222" y="33621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1417079" y="32806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2472509" y="38860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2033823" y="38941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1861177" y="37868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1868055" y="37570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1878312" y="38404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1675329" y="38864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2017964" y="33074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2821586" y="12431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1835465" y="31093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1822834" y="38763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1802348" y="38961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2035237" y="37982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1800065" y="38867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305575" y="37868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465103" y="38579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072613" y="37365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1772518" y="37791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1514175" y="38180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088564" y="36658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041818" y="38257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1783101" y="39045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1586985" y="36891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1757208" y="38602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1949088" y="39018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1860157" y="38786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1830824" y="38542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1842336" y="38615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1926677" y="38602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1814208" y="39205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1936386" y="37254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495103" y="33712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1675546" y="39253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019930" y="32784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1607244" y="38139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2575137" y="34120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2250634" y="36651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2203428" y="37305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578918" y="19830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1894279" y="38713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1939406" y="38907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496419" y="38471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2569553" y="33513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2737132" y="31814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2099468" y="38438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002078" y="38421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1876534" y="38910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853749" y="38615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1938211" y="38213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2965937" y="32498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1994137" y="37529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1971021" y="38988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418001" y="28086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113643" y="32205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2274505" y="38414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1908388" y="38545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2037353" y="38957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1872564" y="38756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1830215" y="38890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1940061" y="37288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146360" y="38525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199437" y="38622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180765" y="37254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079403" y="38696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2357376" y="37405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3155532" y="32085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2898994" y="36487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1639363" y="38937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1729068" y="38800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1885484" y="38931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1831652" y="38103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1746708" y="37516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1977095" y="38595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1493402" y="37080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559443" y="31251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1668521" y="38739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1964714" y="37425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1835479" y="39088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2007489" y="38739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1882363" y="38974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1743933" y="37848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1675086" y="38076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2523438" y="36872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2718446" y="36862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073990" y="28435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069337" y="36788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2364924" y="36936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1868150" y="37922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1792089" y="36829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2568299" y="31401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2653007" y="30714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2266368" y="37948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3028514" y="36209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1978399" y="38770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22440" y="36024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1973686" y="38672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1941861" y="38763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l130"/>
            <p:cNvSpPr/>
            <p:nvPr/>
          </p:nvSpPr>
          <p:spPr>
            <a:xfrm>
              <a:off x="2026904" y="1133890"/>
              <a:ext cx="0" cy="2950433"/>
            </a:xfrm>
            <a:custGeom>
              <a:avLst/>
              <a:pathLst>
                <a:path w="0" h="2950433">
                  <a:moveTo>
                    <a:pt x="0" y="2950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31" name="pl131"/>
            <p:cNvSpPr/>
            <p:nvPr/>
          </p:nvSpPr>
          <p:spPr>
            <a:xfrm>
              <a:off x="1333813" y="3776468"/>
              <a:ext cx="2378022" cy="0"/>
            </a:xfrm>
            <a:custGeom>
              <a:avLst/>
              <a:pathLst>
                <a:path w="2378022" h="0">
                  <a:moveTo>
                    <a:pt x="0" y="0"/>
                  </a:moveTo>
                  <a:lnTo>
                    <a:pt x="2378022" y="0"/>
                  </a:lnTo>
                  <a:lnTo>
                    <a:pt x="2378022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32" name="rc132"/>
            <p:cNvSpPr/>
            <p:nvPr/>
          </p:nvSpPr>
          <p:spPr>
            <a:xfrm>
              <a:off x="1333813" y="1133890"/>
              <a:ext cx="2378022" cy="2950433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tx133"/>
            <p:cNvSpPr/>
            <p:nvPr/>
          </p:nvSpPr>
          <p:spPr>
            <a:xfrm>
              <a:off x="1053666" y="3952000"/>
              <a:ext cx="217517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134" name="tx134"/>
            <p:cNvSpPr/>
            <p:nvPr/>
          </p:nvSpPr>
          <p:spPr>
            <a:xfrm>
              <a:off x="1053666" y="3281556"/>
              <a:ext cx="217517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0.02</a:t>
              </a:r>
            </a:p>
          </p:txBody>
        </p:sp>
        <p:sp>
          <p:nvSpPr>
            <p:cNvPr id="135" name="tx135"/>
            <p:cNvSpPr/>
            <p:nvPr/>
          </p:nvSpPr>
          <p:spPr>
            <a:xfrm>
              <a:off x="1053666" y="2611111"/>
              <a:ext cx="217517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0.04</a:t>
              </a:r>
            </a:p>
          </p:txBody>
        </p:sp>
        <p:sp>
          <p:nvSpPr>
            <p:cNvPr id="136" name="tx136"/>
            <p:cNvSpPr/>
            <p:nvPr/>
          </p:nvSpPr>
          <p:spPr>
            <a:xfrm>
              <a:off x="1053666" y="1940667"/>
              <a:ext cx="217517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0.06</a:t>
              </a:r>
            </a:p>
          </p:txBody>
        </p:sp>
        <p:sp>
          <p:nvSpPr>
            <p:cNvPr id="137" name="tx137"/>
            <p:cNvSpPr/>
            <p:nvPr/>
          </p:nvSpPr>
          <p:spPr>
            <a:xfrm>
              <a:off x="1053666" y="1270223"/>
              <a:ext cx="217517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0.08</a:t>
              </a:r>
            </a:p>
          </p:txBody>
        </p:sp>
        <p:sp>
          <p:nvSpPr>
            <p:cNvPr id="138" name="pl138"/>
            <p:cNvSpPr/>
            <p:nvPr/>
          </p:nvSpPr>
          <p:spPr>
            <a:xfrm>
              <a:off x="1299019" y="399369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l139"/>
            <p:cNvSpPr/>
            <p:nvPr/>
          </p:nvSpPr>
          <p:spPr>
            <a:xfrm>
              <a:off x="1299019" y="332324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l140"/>
            <p:cNvSpPr/>
            <p:nvPr/>
          </p:nvSpPr>
          <p:spPr>
            <a:xfrm>
              <a:off x="1299019" y="265280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l141"/>
            <p:cNvSpPr/>
            <p:nvPr/>
          </p:nvSpPr>
          <p:spPr>
            <a:xfrm>
              <a:off x="1299019" y="198235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l142"/>
            <p:cNvSpPr/>
            <p:nvPr/>
          </p:nvSpPr>
          <p:spPr>
            <a:xfrm>
              <a:off x="1299019" y="131191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l143"/>
            <p:cNvSpPr/>
            <p:nvPr/>
          </p:nvSpPr>
          <p:spPr>
            <a:xfrm>
              <a:off x="1861173" y="4084323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l144"/>
            <p:cNvSpPr/>
            <p:nvPr/>
          </p:nvSpPr>
          <p:spPr>
            <a:xfrm>
              <a:off x="2490751" y="4084323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l145"/>
            <p:cNvSpPr/>
            <p:nvPr/>
          </p:nvSpPr>
          <p:spPr>
            <a:xfrm>
              <a:off x="3120328" y="4084323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tx146"/>
            <p:cNvSpPr/>
            <p:nvPr/>
          </p:nvSpPr>
          <p:spPr>
            <a:xfrm>
              <a:off x="1830095" y="4145262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47" name="tx147"/>
            <p:cNvSpPr/>
            <p:nvPr/>
          </p:nvSpPr>
          <p:spPr>
            <a:xfrm>
              <a:off x="2428595" y="4145262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50</a:t>
              </a:r>
            </a:p>
          </p:txBody>
        </p:sp>
        <p:sp>
          <p:nvSpPr>
            <p:cNvPr id="148" name="tx148"/>
            <p:cNvSpPr/>
            <p:nvPr/>
          </p:nvSpPr>
          <p:spPr>
            <a:xfrm>
              <a:off x="3027095" y="4145262"/>
              <a:ext cx="186466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100</a:t>
              </a:r>
            </a:p>
          </p:txBody>
        </p:sp>
        <p:sp>
          <p:nvSpPr>
            <p:cNvPr id="149" name="tx149"/>
            <p:cNvSpPr/>
            <p:nvPr/>
          </p:nvSpPr>
          <p:spPr>
            <a:xfrm>
              <a:off x="1863001" y="4264943"/>
              <a:ext cx="1319646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Cortical Amyloid (CL)</a:t>
              </a:r>
            </a:p>
          </p:txBody>
        </p:sp>
        <p:sp>
          <p:nvSpPr>
            <p:cNvPr id="150" name="tx150"/>
            <p:cNvSpPr/>
            <p:nvPr/>
          </p:nvSpPr>
          <p:spPr>
            <a:xfrm rot="-5400000">
              <a:off x="-134634" y="2543554"/>
              <a:ext cx="209659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Plasma pTau217/AB42 - Fujirebio</a:t>
              </a:r>
            </a:p>
          </p:txBody>
        </p:sp>
        <p:sp>
          <p:nvSpPr>
            <p:cNvPr id="151" name="tx151"/>
            <p:cNvSpPr/>
            <p:nvPr/>
          </p:nvSpPr>
          <p:spPr>
            <a:xfrm>
              <a:off x="1333813" y="906201"/>
              <a:ext cx="158390" cy="120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A.</a:t>
              </a:r>
            </a:p>
          </p:txBody>
        </p:sp>
        <p:sp>
          <p:nvSpPr>
            <p:cNvPr id="152" name="rc152"/>
            <p:cNvSpPr/>
            <p:nvPr/>
          </p:nvSpPr>
          <p:spPr>
            <a:xfrm>
              <a:off x="3781425" y="836612"/>
              <a:ext cx="2971799" cy="3657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3" name="pl153"/>
            <p:cNvSpPr/>
            <p:nvPr/>
          </p:nvSpPr>
          <p:spPr>
            <a:xfrm>
              <a:off x="4305613" y="3614936"/>
              <a:ext cx="2378022" cy="0"/>
            </a:xfrm>
            <a:custGeom>
              <a:avLst/>
              <a:pathLst>
                <a:path w="2378022" h="0">
                  <a:moveTo>
                    <a:pt x="0" y="0"/>
                  </a:moveTo>
                  <a:lnTo>
                    <a:pt x="2378022" y="0"/>
                  </a:lnTo>
                  <a:lnTo>
                    <a:pt x="237802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l154"/>
            <p:cNvSpPr/>
            <p:nvPr/>
          </p:nvSpPr>
          <p:spPr>
            <a:xfrm>
              <a:off x="4305613" y="2944383"/>
              <a:ext cx="2378022" cy="0"/>
            </a:xfrm>
            <a:custGeom>
              <a:avLst/>
              <a:pathLst>
                <a:path w="2378022" h="0">
                  <a:moveTo>
                    <a:pt x="0" y="0"/>
                  </a:moveTo>
                  <a:lnTo>
                    <a:pt x="2378022" y="0"/>
                  </a:lnTo>
                  <a:lnTo>
                    <a:pt x="237802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l155"/>
            <p:cNvSpPr/>
            <p:nvPr/>
          </p:nvSpPr>
          <p:spPr>
            <a:xfrm>
              <a:off x="4305613" y="2273830"/>
              <a:ext cx="2378022" cy="0"/>
            </a:xfrm>
            <a:custGeom>
              <a:avLst/>
              <a:pathLst>
                <a:path w="2378022" h="0">
                  <a:moveTo>
                    <a:pt x="0" y="0"/>
                  </a:moveTo>
                  <a:lnTo>
                    <a:pt x="2378022" y="0"/>
                  </a:lnTo>
                  <a:lnTo>
                    <a:pt x="237802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l156"/>
            <p:cNvSpPr/>
            <p:nvPr/>
          </p:nvSpPr>
          <p:spPr>
            <a:xfrm>
              <a:off x="4305613" y="1603277"/>
              <a:ext cx="2378022" cy="0"/>
            </a:xfrm>
            <a:custGeom>
              <a:avLst/>
              <a:pathLst>
                <a:path w="2378022" h="0">
                  <a:moveTo>
                    <a:pt x="0" y="0"/>
                  </a:moveTo>
                  <a:lnTo>
                    <a:pt x="2378022" y="0"/>
                  </a:lnTo>
                  <a:lnTo>
                    <a:pt x="237802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l157"/>
            <p:cNvSpPr/>
            <p:nvPr/>
          </p:nvSpPr>
          <p:spPr>
            <a:xfrm>
              <a:off x="4683935" y="1133890"/>
              <a:ext cx="0" cy="2950433"/>
            </a:xfrm>
            <a:custGeom>
              <a:avLst/>
              <a:pathLst>
                <a:path w="0" h="2950433">
                  <a:moveTo>
                    <a:pt x="0" y="2950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l158"/>
            <p:cNvSpPr/>
            <p:nvPr/>
          </p:nvSpPr>
          <p:spPr>
            <a:xfrm>
              <a:off x="5224395" y="1133890"/>
              <a:ext cx="0" cy="2950433"/>
            </a:xfrm>
            <a:custGeom>
              <a:avLst/>
              <a:pathLst>
                <a:path w="0" h="2950433">
                  <a:moveTo>
                    <a:pt x="0" y="2950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l159"/>
            <p:cNvSpPr/>
            <p:nvPr/>
          </p:nvSpPr>
          <p:spPr>
            <a:xfrm>
              <a:off x="5764854" y="1133890"/>
              <a:ext cx="0" cy="2950433"/>
            </a:xfrm>
            <a:custGeom>
              <a:avLst/>
              <a:pathLst>
                <a:path w="0" h="2950433">
                  <a:moveTo>
                    <a:pt x="0" y="2950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l160"/>
            <p:cNvSpPr/>
            <p:nvPr/>
          </p:nvSpPr>
          <p:spPr>
            <a:xfrm>
              <a:off x="6305314" y="1133890"/>
              <a:ext cx="0" cy="2950433"/>
            </a:xfrm>
            <a:custGeom>
              <a:avLst/>
              <a:pathLst>
                <a:path w="0" h="2950433">
                  <a:moveTo>
                    <a:pt x="0" y="2950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l161"/>
            <p:cNvSpPr/>
            <p:nvPr/>
          </p:nvSpPr>
          <p:spPr>
            <a:xfrm>
              <a:off x="4305613" y="3950213"/>
              <a:ext cx="2378022" cy="0"/>
            </a:xfrm>
            <a:custGeom>
              <a:avLst/>
              <a:pathLst>
                <a:path w="2378022" h="0">
                  <a:moveTo>
                    <a:pt x="0" y="0"/>
                  </a:moveTo>
                  <a:lnTo>
                    <a:pt x="2378022" y="0"/>
                  </a:lnTo>
                  <a:lnTo>
                    <a:pt x="237802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l162"/>
            <p:cNvSpPr/>
            <p:nvPr/>
          </p:nvSpPr>
          <p:spPr>
            <a:xfrm>
              <a:off x="4305613" y="3279660"/>
              <a:ext cx="2378022" cy="0"/>
            </a:xfrm>
            <a:custGeom>
              <a:avLst/>
              <a:pathLst>
                <a:path w="2378022" h="0">
                  <a:moveTo>
                    <a:pt x="0" y="0"/>
                  </a:moveTo>
                  <a:lnTo>
                    <a:pt x="2378022" y="0"/>
                  </a:lnTo>
                  <a:lnTo>
                    <a:pt x="237802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l163"/>
            <p:cNvSpPr/>
            <p:nvPr/>
          </p:nvSpPr>
          <p:spPr>
            <a:xfrm>
              <a:off x="4305613" y="2609107"/>
              <a:ext cx="2378022" cy="0"/>
            </a:xfrm>
            <a:custGeom>
              <a:avLst/>
              <a:pathLst>
                <a:path w="2378022" h="0">
                  <a:moveTo>
                    <a:pt x="0" y="0"/>
                  </a:moveTo>
                  <a:lnTo>
                    <a:pt x="2378022" y="0"/>
                  </a:lnTo>
                  <a:lnTo>
                    <a:pt x="237802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l164"/>
            <p:cNvSpPr/>
            <p:nvPr/>
          </p:nvSpPr>
          <p:spPr>
            <a:xfrm>
              <a:off x="4305613" y="1938554"/>
              <a:ext cx="2378022" cy="0"/>
            </a:xfrm>
            <a:custGeom>
              <a:avLst/>
              <a:pathLst>
                <a:path w="2378022" h="0">
                  <a:moveTo>
                    <a:pt x="0" y="0"/>
                  </a:moveTo>
                  <a:lnTo>
                    <a:pt x="2378022" y="0"/>
                  </a:lnTo>
                  <a:lnTo>
                    <a:pt x="237802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l165"/>
            <p:cNvSpPr/>
            <p:nvPr/>
          </p:nvSpPr>
          <p:spPr>
            <a:xfrm>
              <a:off x="4305613" y="1268001"/>
              <a:ext cx="2378022" cy="0"/>
            </a:xfrm>
            <a:custGeom>
              <a:avLst/>
              <a:pathLst>
                <a:path w="2378022" h="0">
                  <a:moveTo>
                    <a:pt x="0" y="0"/>
                  </a:moveTo>
                  <a:lnTo>
                    <a:pt x="2378022" y="0"/>
                  </a:lnTo>
                  <a:lnTo>
                    <a:pt x="237802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l166"/>
            <p:cNvSpPr/>
            <p:nvPr/>
          </p:nvSpPr>
          <p:spPr>
            <a:xfrm>
              <a:off x="4413705" y="1133890"/>
              <a:ext cx="0" cy="2950433"/>
            </a:xfrm>
            <a:custGeom>
              <a:avLst/>
              <a:pathLst>
                <a:path w="0" h="2950433">
                  <a:moveTo>
                    <a:pt x="0" y="2950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l167"/>
            <p:cNvSpPr/>
            <p:nvPr/>
          </p:nvSpPr>
          <p:spPr>
            <a:xfrm>
              <a:off x="4954165" y="1133890"/>
              <a:ext cx="0" cy="2950433"/>
            </a:xfrm>
            <a:custGeom>
              <a:avLst/>
              <a:pathLst>
                <a:path w="0" h="2950433">
                  <a:moveTo>
                    <a:pt x="0" y="2950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l168"/>
            <p:cNvSpPr/>
            <p:nvPr/>
          </p:nvSpPr>
          <p:spPr>
            <a:xfrm>
              <a:off x="5494624" y="1133890"/>
              <a:ext cx="0" cy="2950433"/>
            </a:xfrm>
            <a:custGeom>
              <a:avLst/>
              <a:pathLst>
                <a:path w="0" h="2950433">
                  <a:moveTo>
                    <a:pt x="0" y="2950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l169"/>
            <p:cNvSpPr/>
            <p:nvPr/>
          </p:nvSpPr>
          <p:spPr>
            <a:xfrm>
              <a:off x="6035084" y="1133890"/>
              <a:ext cx="0" cy="2950433"/>
            </a:xfrm>
            <a:custGeom>
              <a:avLst/>
              <a:pathLst>
                <a:path w="0" h="2950433">
                  <a:moveTo>
                    <a:pt x="0" y="2950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l170"/>
            <p:cNvSpPr/>
            <p:nvPr/>
          </p:nvSpPr>
          <p:spPr>
            <a:xfrm>
              <a:off x="6575544" y="1133890"/>
              <a:ext cx="0" cy="2950433"/>
            </a:xfrm>
            <a:custGeom>
              <a:avLst/>
              <a:pathLst>
                <a:path w="0" h="2950433">
                  <a:moveTo>
                    <a:pt x="0" y="2950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l171"/>
            <p:cNvSpPr/>
            <p:nvPr/>
          </p:nvSpPr>
          <p:spPr>
            <a:xfrm>
              <a:off x="4413705" y="1268001"/>
              <a:ext cx="2161838" cy="2682211"/>
            </a:xfrm>
            <a:custGeom>
              <a:avLst/>
              <a:pathLst>
                <a:path w="2161838" h="2682211">
                  <a:moveTo>
                    <a:pt x="0" y="2682211"/>
                  </a:moveTo>
                  <a:lnTo>
                    <a:pt x="0" y="2676529"/>
                  </a:lnTo>
                  <a:lnTo>
                    <a:pt x="0" y="2670846"/>
                  </a:lnTo>
                  <a:lnTo>
                    <a:pt x="0" y="2665163"/>
                  </a:lnTo>
                  <a:lnTo>
                    <a:pt x="0" y="2659481"/>
                  </a:lnTo>
                  <a:lnTo>
                    <a:pt x="4063" y="2659481"/>
                  </a:lnTo>
                  <a:lnTo>
                    <a:pt x="4063" y="2653798"/>
                  </a:lnTo>
                  <a:lnTo>
                    <a:pt x="4063" y="2648115"/>
                  </a:lnTo>
                  <a:lnTo>
                    <a:pt x="4063" y="2642433"/>
                  </a:lnTo>
                  <a:lnTo>
                    <a:pt x="4063" y="2636750"/>
                  </a:lnTo>
                  <a:lnTo>
                    <a:pt x="4063" y="2631067"/>
                  </a:lnTo>
                  <a:lnTo>
                    <a:pt x="4063" y="2625385"/>
                  </a:lnTo>
                  <a:lnTo>
                    <a:pt x="4063" y="2619702"/>
                  </a:lnTo>
                  <a:lnTo>
                    <a:pt x="4063" y="2614019"/>
                  </a:lnTo>
                  <a:lnTo>
                    <a:pt x="4063" y="2608337"/>
                  </a:lnTo>
                  <a:lnTo>
                    <a:pt x="4063" y="2602654"/>
                  </a:lnTo>
                  <a:lnTo>
                    <a:pt x="4063" y="2596972"/>
                  </a:lnTo>
                  <a:lnTo>
                    <a:pt x="4063" y="2591289"/>
                  </a:lnTo>
                  <a:lnTo>
                    <a:pt x="4063" y="2585606"/>
                  </a:lnTo>
                  <a:lnTo>
                    <a:pt x="4063" y="2579924"/>
                  </a:lnTo>
                  <a:lnTo>
                    <a:pt x="4063" y="2574241"/>
                  </a:lnTo>
                  <a:lnTo>
                    <a:pt x="4063" y="2568558"/>
                  </a:lnTo>
                  <a:lnTo>
                    <a:pt x="4063" y="2562876"/>
                  </a:lnTo>
                  <a:lnTo>
                    <a:pt x="8127" y="2562876"/>
                  </a:lnTo>
                  <a:lnTo>
                    <a:pt x="8127" y="2557193"/>
                  </a:lnTo>
                  <a:lnTo>
                    <a:pt x="8127" y="2551510"/>
                  </a:lnTo>
                  <a:lnTo>
                    <a:pt x="8127" y="2545828"/>
                  </a:lnTo>
                  <a:lnTo>
                    <a:pt x="8127" y="2540145"/>
                  </a:lnTo>
                  <a:lnTo>
                    <a:pt x="8127" y="2534462"/>
                  </a:lnTo>
                  <a:lnTo>
                    <a:pt x="12190" y="2534462"/>
                  </a:lnTo>
                  <a:lnTo>
                    <a:pt x="12190" y="2528780"/>
                  </a:lnTo>
                  <a:lnTo>
                    <a:pt x="12190" y="2523097"/>
                  </a:lnTo>
                  <a:lnTo>
                    <a:pt x="12190" y="2517414"/>
                  </a:lnTo>
                  <a:lnTo>
                    <a:pt x="12190" y="2511732"/>
                  </a:lnTo>
                  <a:lnTo>
                    <a:pt x="12190" y="2506049"/>
                  </a:lnTo>
                  <a:lnTo>
                    <a:pt x="12190" y="2500366"/>
                  </a:lnTo>
                  <a:lnTo>
                    <a:pt x="12190" y="2494684"/>
                  </a:lnTo>
                  <a:lnTo>
                    <a:pt x="12190" y="2489001"/>
                  </a:lnTo>
                  <a:lnTo>
                    <a:pt x="12190" y="2483318"/>
                  </a:lnTo>
                  <a:lnTo>
                    <a:pt x="12190" y="2477636"/>
                  </a:lnTo>
                  <a:lnTo>
                    <a:pt x="12190" y="2471953"/>
                  </a:lnTo>
                  <a:lnTo>
                    <a:pt x="12190" y="2466271"/>
                  </a:lnTo>
                  <a:lnTo>
                    <a:pt x="12190" y="2460588"/>
                  </a:lnTo>
                  <a:lnTo>
                    <a:pt x="12190" y="2454905"/>
                  </a:lnTo>
                  <a:lnTo>
                    <a:pt x="12190" y="2449223"/>
                  </a:lnTo>
                  <a:lnTo>
                    <a:pt x="12190" y="2443540"/>
                  </a:lnTo>
                  <a:lnTo>
                    <a:pt x="12190" y="2437857"/>
                  </a:lnTo>
                  <a:lnTo>
                    <a:pt x="12190" y="2432175"/>
                  </a:lnTo>
                  <a:lnTo>
                    <a:pt x="12190" y="2426492"/>
                  </a:lnTo>
                  <a:lnTo>
                    <a:pt x="12190" y="2420809"/>
                  </a:lnTo>
                  <a:lnTo>
                    <a:pt x="12190" y="2415127"/>
                  </a:lnTo>
                  <a:lnTo>
                    <a:pt x="12190" y="2409444"/>
                  </a:lnTo>
                  <a:lnTo>
                    <a:pt x="12190" y="2403761"/>
                  </a:lnTo>
                  <a:lnTo>
                    <a:pt x="12190" y="2398079"/>
                  </a:lnTo>
                  <a:lnTo>
                    <a:pt x="12190" y="2392396"/>
                  </a:lnTo>
                  <a:lnTo>
                    <a:pt x="12190" y="2386713"/>
                  </a:lnTo>
                  <a:lnTo>
                    <a:pt x="12190" y="2381031"/>
                  </a:lnTo>
                  <a:lnTo>
                    <a:pt x="12190" y="2375348"/>
                  </a:lnTo>
                  <a:lnTo>
                    <a:pt x="12190" y="2369665"/>
                  </a:lnTo>
                  <a:lnTo>
                    <a:pt x="12190" y="2363983"/>
                  </a:lnTo>
                  <a:lnTo>
                    <a:pt x="12190" y="2358300"/>
                  </a:lnTo>
                  <a:lnTo>
                    <a:pt x="12190" y="2352617"/>
                  </a:lnTo>
                  <a:lnTo>
                    <a:pt x="12190" y="2346935"/>
                  </a:lnTo>
                  <a:lnTo>
                    <a:pt x="12190" y="2341252"/>
                  </a:lnTo>
                  <a:lnTo>
                    <a:pt x="12190" y="2335570"/>
                  </a:lnTo>
                  <a:lnTo>
                    <a:pt x="12190" y="2329887"/>
                  </a:lnTo>
                  <a:lnTo>
                    <a:pt x="12190" y="2324204"/>
                  </a:lnTo>
                  <a:lnTo>
                    <a:pt x="12190" y="2318522"/>
                  </a:lnTo>
                  <a:lnTo>
                    <a:pt x="12190" y="2312839"/>
                  </a:lnTo>
                  <a:lnTo>
                    <a:pt x="12190" y="2307156"/>
                  </a:lnTo>
                  <a:lnTo>
                    <a:pt x="12190" y="2301474"/>
                  </a:lnTo>
                  <a:lnTo>
                    <a:pt x="12190" y="2295791"/>
                  </a:lnTo>
                  <a:lnTo>
                    <a:pt x="12190" y="2290108"/>
                  </a:lnTo>
                  <a:lnTo>
                    <a:pt x="12190" y="2284426"/>
                  </a:lnTo>
                  <a:lnTo>
                    <a:pt x="12190" y="2278743"/>
                  </a:lnTo>
                  <a:lnTo>
                    <a:pt x="12190" y="2273060"/>
                  </a:lnTo>
                  <a:lnTo>
                    <a:pt x="12190" y="2267378"/>
                  </a:lnTo>
                  <a:lnTo>
                    <a:pt x="12190" y="2261695"/>
                  </a:lnTo>
                  <a:lnTo>
                    <a:pt x="12190" y="2256012"/>
                  </a:lnTo>
                  <a:lnTo>
                    <a:pt x="12190" y="2250330"/>
                  </a:lnTo>
                  <a:lnTo>
                    <a:pt x="12190" y="2244647"/>
                  </a:lnTo>
                  <a:lnTo>
                    <a:pt x="12190" y="2238964"/>
                  </a:lnTo>
                  <a:lnTo>
                    <a:pt x="12190" y="2233282"/>
                  </a:lnTo>
                  <a:lnTo>
                    <a:pt x="12190" y="2227599"/>
                  </a:lnTo>
                  <a:lnTo>
                    <a:pt x="12190" y="2221916"/>
                  </a:lnTo>
                  <a:lnTo>
                    <a:pt x="12190" y="2216234"/>
                  </a:lnTo>
                  <a:lnTo>
                    <a:pt x="12190" y="2210551"/>
                  </a:lnTo>
                  <a:lnTo>
                    <a:pt x="12190" y="2204869"/>
                  </a:lnTo>
                  <a:lnTo>
                    <a:pt x="16254" y="2204869"/>
                  </a:lnTo>
                  <a:lnTo>
                    <a:pt x="16254" y="2199186"/>
                  </a:lnTo>
                  <a:lnTo>
                    <a:pt x="16254" y="2193503"/>
                  </a:lnTo>
                  <a:lnTo>
                    <a:pt x="16254" y="2187821"/>
                  </a:lnTo>
                  <a:lnTo>
                    <a:pt x="16254" y="2182138"/>
                  </a:lnTo>
                  <a:lnTo>
                    <a:pt x="16254" y="2176455"/>
                  </a:lnTo>
                  <a:lnTo>
                    <a:pt x="16254" y="2170773"/>
                  </a:lnTo>
                  <a:lnTo>
                    <a:pt x="16254" y="2165090"/>
                  </a:lnTo>
                  <a:lnTo>
                    <a:pt x="20318" y="2165090"/>
                  </a:lnTo>
                  <a:lnTo>
                    <a:pt x="20318" y="2159407"/>
                  </a:lnTo>
                  <a:lnTo>
                    <a:pt x="20318" y="2153725"/>
                  </a:lnTo>
                  <a:lnTo>
                    <a:pt x="24381" y="2153725"/>
                  </a:lnTo>
                  <a:lnTo>
                    <a:pt x="24381" y="2148042"/>
                  </a:lnTo>
                  <a:lnTo>
                    <a:pt x="24381" y="2142359"/>
                  </a:lnTo>
                  <a:lnTo>
                    <a:pt x="24381" y="2136677"/>
                  </a:lnTo>
                  <a:lnTo>
                    <a:pt x="24381" y="2130994"/>
                  </a:lnTo>
                  <a:lnTo>
                    <a:pt x="24381" y="2125311"/>
                  </a:lnTo>
                  <a:lnTo>
                    <a:pt x="24381" y="2119629"/>
                  </a:lnTo>
                  <a:lnTo>
                    <a:pt x="24381" y="2113946"/>
                  </a:lnTo>
                  <a:lnTo>
                    <a:pt x="24381" y="2108263"/>
                  </a:lnTo>
                  <a:lnTo>
                    <a:pt x="24381" y="2102581"/>
                  </a:lnTo>
                  <a:lnTo>
                    <a:pt x="24381" y="2096898"/>
                  </a:lnTo>
                  <a:lnTo>
                    <a:pt x="24381" y="2091215"/>
                  </a:lnTo>
                  <a:lnTo>
                    <a:pt x="24381" y="2085533"/>
                  </a:lnTo>
                  <a:lnTo>
                    <a:pt x="28445" y="2085533"/>
                  </a:lnTo>
                  <a:lnTo>
                    <a:pt x="32508" y="2085533"/>
                  </a:lnTo>
                  <a:lnTo>
                    <a:pt x="32508" y="2079850"/>
                  </a:lnTo>
                  <a:lnTo>
                    <a:pt x="36572" y="2079850"/>
                  </a:lnTo>
                  <a:lnTo>
                    <a:pt x="36572" y="2074168"/>
                  </a:lnTo>
                  <a:lnTo>
                    <a:pt x="36572" y="2068485"/>
                  </a:lnTo>
                  <a:lnTo>
                    <a:pt x="36572" y="2062802"/>
                  </a:lnTo>
                  <a:lnTo>
                    <a:pt x="36572" y="2057120"/>
                  </a:lnTo>
                  <a:lnTo>
                    <a:pt x="36572" y="2051437"/>
                  </a:lnTo>
                  <a:lnTo>
                    <a:pt x="36572" y="2045754"/>
                  </a:lnTo>
                  <a:lnTo>
                    <a:pt x="36572" y="2040072"/>
                  </a:lnTo>
                  <a:lnTo>
                    <a:pt x="36572" y="2034389"/>
                  </a:lnTo>
                  <a:lnTo>
                    <a:pt x="36572" y="2028706"/>
                  </a:lnTo>
                  <a:lnTo>
                    <a:pt x="36572" y="2023024"/>
                  </a:lnTo>
                  <a:lnTo>
                    <a:pt x="36572" y="2017341"/>
                  </a:lnTo>
                  <a:lnTo>
                    <a:pt x="36572" y="2011658"/>
                  </a:lnTo>
                  <a:lnTo>
                    <a:pt x="36572" y="2005976"/>
                  </a:lnTo>
                  <a:lnTo>
                    <a:pt x="36572" y="2000293"/>
                  </a:lnTo>
                  <a:lnTo>
                    <a:pt x="36572" y="1994610"/>
                  </a:lnTo>
                  <a:lnTo>
                    <a:pt x="36572" y="1988928"/>
                  </a:lnTo>
                  <a:lnTo>
                    <a:pt x="36572" y="1983245"/>
                  </a:lnTo>
                  <a:lnTo>
                    <a:pt x="36572" y="1977562"/>
                  </a:lnTo>
                  <a:lnTo>
                    <a:pt x="36572" y="1971880"/>
                  </a:lnTo>
                  <a:lnTo>
                    <a:pt x="36572" y="1966197"/>
                  </a:lnTo>
                  <a:lnTo>
                    <a:pt x="36572" y="1960514"/>
                  </a:lnTo>
                  <a:lnTo>
                    <a:pt x="36572" y="1954832"/>
                  </a:lnTo>
                  <a:lnTo>
                    <a:pt x="36572" y="1949149"/>
                  </a:lnTo>
                  <a:lnTo>
                    <a:pt x="36572" y="1943467"/>
                  </a:lnTo>
                  <a:lnTo>
                    <a:pt x="36572" y="1937784"/>
                  </a:lnTo>
                  <a:lnTo>
                    <a:pt x="36572" y="1932101"/>
                  </a:lnTo>
                  <a:lnTo>
                    <a:pt x="36572" y="1926419"/>
                  </a:lnTo>
                  <a:lnTo>
                    <a:pt x="36572" y="1920736"/>
                  </a:lnTo>
                  <a:lnTo>
                    <a:pt x="36572" y="1915053"/>
                  </a:lnTo>
                  <a:lnTo>
                    <a:pt x="36572" y="1909371"/>
                  </a:lnTo>
                  <a:lnTo>
                    <a:pt x="36572" y="1903688"/>
                  </a:lnTo>
                  <a:lnTo>
                    <a:pt x="36572" y="1898005"/>
                  </a:lnTo>
                  <a:lnTo>
                    <a:pt x="36572" y="1892323"/>
                  </a:lnTo>
                  <a:lnTo>
                    <a:pt x="36572" y="1886640"/>
                  </a:lnTo>
                  <a:lnTo>
                    <a:pt x="36572" y="1880957"/>
                  </a:lnTo>
                  <a:lnTo>
                    <a:pt x="36572" y="1875275"/>
                  </a:lnTo>
                  <a:lnTo>
                    <a:pt x="36572" y="1869592"/>
                  </a:lnTo>
                  <a:lnTo>
                    <a:pt x="40636" y="1869592"/>
                  </a:lnTo>
                  <a:lnTo>
                    <a:pt x="40636" y="1863909"/>
                  </a:lnTo>
                  <a:lnTo>
                    <a:pt x="40636" y="1858227"/>
                  </a:lnTo>
                  <a:lnTo>
                    <a:pt x="40636" y="1852544"/>
                  </a:lnTo>
                  <a:lnTo>
                    <a:pt x="40636" y="1846861"/>
                  </a:lnTo>
                  <a:lnTo>
                    <a:pt x="40636" y="1841179"/>
                  </a:lnTo>
                  <a:lnTo>
                    <a:pt x="40636" y="1835496"/>
                  </a:lnTo>
                  <a:lnTo>
                    <a:pt x="40636" y="1829813"/>
                  </a:lnTo>
                  <a:lnTo>
                    <a:pt x="40636" y="1824131"/>
                  </a:lnTo>
                  <a:lnTo>
                    <a:pt x="44699" y="1824131"/>
                  </a:lnTo>
                  <a:lnTo>
                    <a:pt x="44699" y="1818448"/>
                  </a:lnTo>
                  <a:lnTo>
                    <a:pt x="44699" y="1812766"/>
                  </a:lnTo>
                  <a:lnTo>
                    <a:pt x="44699" y="1807083"/>
                  </a:lnTo>
                  <a:lnTo>
                    <a:pt x="44699" y="1801400"/>
                  </a:lnTo>
                  <a:lnTo>
                    <a:pt x="44699" y="1795718"/>
                  </a:lnTo>
                  <a:lnTo>
                    <a:pt x="44699" y="1790035"/>
                  </a:lnTo>
                  <a:lnTo>
                    <a:pt x="44699" y="1784352"/>
                  </a:lnTo>
                  <a:lnTo>
                    <a:pt x="44699" y="1778670"/>
                  </a:lnTo>
                  <a:lnTo>
                    <a:pt x="44699" y="1772987"/>
                  </a:lnTo>
                  <a:lnTo>
                    <a:pt x="44699" y="1767304"/>
                  </a:lnTo>
                  <a:lnTo>
                    <a:pt x="44699" y="1761622"/>
                  </a:lnTo>
                  <a:lnTo>
                    <a:pt x="44699" y="1755939"/>
                  </a:lnTo>
                  <a:lnTo>
                    <a:pt x="44699" y="1750256"/>
                  </a:lnTo>
                  <a:lnTo>
                    <a:pt x="44699" y="1744574"/>
                  </a:lnTo>
                  <a:lnTo>
                    <a:pt x="48763" y="1744574"/>
                  </a:lnTo>
                  <a:lnTo>
                    <a:pt x="48763" y="1738891"/>
                  </a:lnTo>
                  <a:lnTo>
                    <a:pt x="48763" y="1733208"/>
                  </a:lnTo>
                  <a:lnTo>
                    <a:pt x="48763" y="1727526"/>
                  </a:lnTo>
                  <a:lnTo>
                    <a:pt x="48763" y="1721843"/>
                  </a:lnTo>
                  <a:lnTo>
                    <a:pt x="48763" y="1716160"/>
                  </a:lnTo>
                  <a:lnTo>
                    <a:pt x="48763" y="1710478"/>
                  </a:lnTo>
                  <a:lnTo>
                    <a:pt x="48763" y="1704795"/>
                  </a:lnTo>
                  <a:lnTo>
                    <a:pt x="48763" y="1699112"/>
                  </a:lnTo>
                  <a:lnTo>
                    <a:pt x="48763" y="1693430"/>
                  </a:lnTo>
                  <a:lnTo>
                    <a:pt x="48763" y="1687747"/>
                  </a:lnTo>
                  <a:lnTo>
                    <a:pt x="48763" y="1682065"/>
                  </a:lnTo>
                  <a:lnTo>
                    <a:pt x="48763" y="1676382"/>
                  </a:lnTo>
                  <a:lnTo>
                    <a:pt x="48763" y="1670699"/>
                  </a:lnTo>
                  <a:lnTo>
                    <a:pt x="48763" y="1665017"/>
                  </a:lnTo>
                  <a:lnTo>
                    <a:pt x="48763" y="1659334"/>
                  </a:lnTo>
                  <a:lnTo>
                    <a:pt x="48763" y="1653651"/>
                  </a:lnTo>
                  <a:lnTo>
                    <a:pt x="48763" y="1647969"/>
                  </a:lnTo>
                  <a:lnTo>
                    <a:pt x="48763" y="1642286"/>
                  </a:lnTo>
                  <a:lnTo>
                    <a:pt x="48763" y="1636603"/>
                  </a:lnTo>
                  <a:lnTo>
                    <a:pt x="48763" y="1630921"/>
                  </a:lnTo>
                  <a:lnTo>
                    <a:pt x="48763" y="1625238"/>
                  </a:lnTo>
                  <a:lnTo>
                    <a:pt x="48763" y="1619555"/>
                  </a:lnTo>
                  <a:lnTo>
                    <a:pt x="48763" y="1613873"/>
                  </a:lnTo>
                  <a:lnTo>
                    <a:pt x="48763" y="1608190"/>
                  </a:lnTo>
                  <a:lnTo>
                    <a:pt x="48763" y="1602507"/>
                  </a:lnTo>
                  <a:lnTo>
                    <a:pt x="48763" y="1596825"/>
                  </a:lnTo>
                  <a:lnTo>
                    <a:pt x="48763" y="1591142"/>
                  </a:lnTo>
                  <a:lnTo>
                    <a:pt x="48763" y="1585459"/>
                  </a:lnTo>
                  <a:lnTo>
                    <a:pt x="48763" y="1579777"/>
                  </a:lnTo>
                  <a:lnTo>
                    <a:pt x="48763" y="1574094"/>
                  </a:lnTo>
                  <a:lnTo>
                    <a:pt x="48763" y="1568411"/>
                  </a:lnTo>
                  <a:lnTo>
                    <a:pt x="48763" y="1562729"/>
                  </a:lnTo>
                  <a:lnTo>
                    <a:pt x="48763" y="1557046"/>
                  </a:lnTo>
                  <a:lnTo>
                    <a:pt x="48763" y="1551364"/>
                  </a:lnTo>
                  <a:lnTo>
                    <a:pt x="48763" y="1545681"/>
                  </a:lnTo>
                  <a:lnTo>
                    <a:pt x="48763" y="1539998"/>
                  </a:lnTo>
                  <a:lnTo>
                    <a:pt x="48763" y="1534316"/>
                  </a:lnTo>
                  <a:lnTo>
                    <a:pt x="48763" y="1528633"/>
                  </a:lnTo>
                  <a:lnTo>
                    <a:pt x="48763" y="1522950"/>
                  </a:lnTo>
                  <a:lnTo>
                    <a:pt x="48763" y="1517268"/>
                  </a:lnTo>
                  <a:lnTo>
                    <a:pt x="48763" y="1511585"/>
                  </a:lnTo>
                  <a:lnTo>
                    <a:pt x="52826" y="1511585"/>
                  </a:lnTo>
                  <a:lnTo>
                    <a:pt x="52826" y="1505902"/>
                  </a:lnTo>
                  <a:lnTo>
                    <a:pt x="52826" y="1500220"/>
                  </a:lnTo>
                  <a:lnTo>
                    <a:pt x="52826" y="1494537"/>
                  </a:lnTo>
                  <a:lnTo>
                    <a:pt x="52826" y="1488854"/>
                  </a:lnTo>
                  <a:lnTo>
                    <a:pt x="52826" y="1483172"/>
                  </a:lnTo>
                  <a:lnTo>
                    <a:pt x="52826" y="1477489"/>
                  </a:lnTo>
                  <a:lnTo>
                    <a:pt x="52826" y="1471806"/>
                  </a:lnTo>
                  <a:lnTo>
                    <a:pt x="52826" y="1466124"/>
                  </a:lnTo>
                  <a:lnTo>
                    <a:pt x="52826" y="1460441"/>
                  </a:lnTo>
                  <a:lnTo>
                    <a:pt x="52826" y="1454758"/>
                  </a:lnTo>
                  <a:lnTo>
                    <a:pt x="52826" y="1449076"/>
                  </a:lnTo>
                  <a:lnTo>
                    <a:pt x="52826" y="1443393"/>
                  </a:lnTo>
                  <a:lnTo>
                    <a:pt x="52826" y="1437710"/>
                  </a:lnTo>
                  <a:lnTo>
                    <a:pt x="52826" y="1432028"/>
                  </a:lnTo>
                  <a:lnTo>
                    <a:pt x="52826" y="1426345"/>
                  </a:lnTo>
                  <a:lnTo>
                    <a:pt x="52826" y="1420663"/>
                  </a:lnTo>
                  <a:lnTo>
                    <a:pt x="56890" y="1420663"/>
                  </a:lnTo>
                  <a:lnTo>
                    <a:pt x="56890" y="1414980"/>
                  </a:lnTo>
                  <a:lnTo>
                    <a:pt x="56890" y="1409297"/>
                  </a:lnTo>
                  <a:lnTo>
                    <a:pt x="56890" y="1403615"/>
                  </a:lnTo>
                  <a:lnTo>
                    <a:pt x="56890" y="1397932"/>
                  </a:lnTo>
                  <a:lnTo>
                    <a:pt x="56890" y="1392249"/>
                  </a:lnTo>
                  <a:lnTo>
                    <a:pt x="56890" y="1386567"/>
                  </a:lnTo>
                  <a:lnTo>
                    <a:pt x="56890" y="1380884"/>
                  </a:lnTo>
                  <a:lnTo>
                    <a:pt x="56890" y="1375201"/>
                  </a:lnTo>
                  <a:lnTo>
                    <a:pt x="56890" y="1369519"/>
                  </a:lnTo>
                  <a:lnTo>
                    <a:pt x="56890" y="1363836"/>
                  </a:lnTo>
                  <a:lnTo>
                    <a:pt x="56890" y="1358153"/>
                  </a:lnTo>
                  <a:lnTo>
                    <a:pt x="60954" y="1358153"/>
                  </a:lnTo>
                  <a:lnTo>
                    <a:pt x="60954" y="1352471"/>
                  </a:lnTo>
                  <a:lnTo>
                    <a:pt x="60954" y="1346788"/>
                  </a:lnTo>
                  <a:lnTo>
                    <a:pt x="60954" y="1341105"/>
                  </a:lnTo>
                  <a:lnTo>
                    <a:pt x="60954" y="1335423"/>
                  </a:lnTo>
                  <a:lnTo>
                    <a:pt x="60954" y="1329740"/>
                  </a:lnTo>
                  <a:lnTo>
                    <a:pt x="60954" y="1324057"/>
                  </a:lnTo>
                  <a:lnTo>
                    <a:pt x="60954" y="1318375"/>
                  </a:lnTo>
                  <a:lnTo>
                    <a:pt x="60954" y="1307009"/>
                  </a:lnTo>
                  <a:lnTo>
                    <a:pt x="60954" y="1301327"/>
                  </a:lnTo>
                  <a:lnTo>
                    <a:pt x="60954" y="1295644"/>
                  </a:lnTo>
                  <a:lnTo>
                    <a:pt x="60954" y="1289962"/>
                  </a:lnTo>
                  <a:lnTo>
                    <a:pt x="65017" y="1289962"/>
                  </a:lnTo>
                  <a:lnTo>
                    <a:pt x="65017" y="1284279"/>
                  </a:lnTo>
                  <a:lnTo>
                    <a:pt x="69081" y="1284279"/>
                  </a:lnTo>
                  <a:lnTo>
                    <a:pt x="69081" y="1278596"/>
                  </a:lnTo>
                  <a:lnTo>
                    <a:pt x="73144" y="1278596"/>
                  </a:lnTo>
                  <a:lnTo>
                    <a:pt x="73144" y="1272914"/>
                  </a:lnTo>
                  <a:lnTo>
                    <a:pt x="73144" y="1267231"/>
                  </a:lnTo>
                  <a:lnTo>
                    <a:pt x="73144" y="1261548"/>
                  </a:lnTo>
                  <a:lnTo>
                    <a:pt x="73144" y="1255866"/>
                  </a:lnTo>
                  <a:lnTo>
                    <a:pt x="77208" y="1255866"/>
                  </a:lnTo>
                  <a:lnTo>
                    <a:pt x="77208" y="1250183"/>
                  </a:lnTo>
                  <a:lnTo>
                    <a:pt x="77208" y="1238818"/>
                  </a:lnTo>
                  <a:lnTo>
                    <a:pt x="81272" y="1238818"/>
                  </a:lnTo>
                  <a:lnTo>
                    <a:pt x="85335" y="1238818"/>
                  </a:lnTo>
                  <a:lnTo>
                    <a:pt x="85335" y="1233135"/>
                  </a:lnTo>
                  <a:lnTo>
                    <a:pt x="85335" y="1227452"/>
                  </a:lnTo>
                  <a:lnTo>
                    <a:pt x="85335" y="1221770"/>
                  </a:lnTo>
                  <a:lnTo>
                    <a:pt x="85335" y="1216087"/>
                  </a:lnTo>
                  <a:lnTo>
                    <a:pt x="85335" y="1210404"/>
                  </a:lnTo>
                  <a:lnTo>
                    <a:pt x="85335" y="1204722"/>
                  </a:lnTo>
                  <a:lnTo>
                    <a:pt x="85335" y="1193356"/>
                  </a:lnTo>
                  <a:lnTo>
                    <a:pt x="85335" y="1187674"/>
                  </a:lnTo>
                  <a:lnTo>
                    <a:pt x="85335" y="1181991"/>
                  </a:lnTo>
                  <a:lnTo>
                    <a:pt x="85335" y="1176308"/>
                  </a:lnTo>
                  <a:lnTo>
                    <a:pt x="89399" y="1176308"/>
                  </a:lnTo>
                  <a:lnTo>
                    <a:pt x="93462" y="1170626"/>
                  </a:lnTo>
                  <a:lnTo>
                    <a:pt x="93462" y="1164943"/>
                  </a:lnTo>
                  <a:lnTo>
                    <a:pt x="93462" y="1159261"/>
                  </a:lnTo>
                  <a:lnTo>
                    <a:pt x="97526" y="1159261"/>
                  </a:lnTo>
                  <a:lnTo>
                    <a:pt x="97526" y="1153578"/>
                  </a:lnTo>
                  <a:lnTo>
                    <a:pt x="97526" y="1147895"/>
                  </a:lnTo>
                  <a:lnTo>
                    <a:pt x="97526" y="1142213"/>
                  </a:lnTo>
                  <a:lnTo>
                    <a:pt x="97526" y="1136530"/>
                  </a:lnTo>
                  <a:lnTo>
                    <a:pt x="97526" y="1130847"/>
                  </a:lnTo>
                  <a:lnTo>
                    <a:pt x="97526" y="1125165"/>
                  </a:lnTo>
                  <a:lnTo>
                    <a:pt x="101590" y="1125165"/>
                  </a:lnTo>
                  <a:lnTo>
                    <a:pt x="101590" y="1113799"/>
                  </a:lnTo>
                  <a:lnTo>
                    <a:pt x="101590" y="1108117"/>
                  </a:lnTo>
                  <a:lnTo>
                    <a:pt x="101590" y="1096751"/>
                  </a:lnTo>
                  <a:lnTo>
                    <a:pt x="101590" y="1091069"/>
                  </a:lnTo>
                  <a:lnTo>
                    <a:pt x="101590" y="1085386"/>
                  </a:lnTo>
                  <a:lnTo>
                    <a:pt x="101590" y="1079703"/>
                  </a:lnTo>
                  <a:lnTo>
                    <a:pt x="101590" y="1074021"/>
                  </a:lnTo>
                  <a:lnTo>
                    <a:pt x="101590" y="1068338"/>
                  </a:lnTo>
                  <a:lnTo>
                    <a:pt x="101590" y="1062655"/>
                  </a:lnTo>
                  <a:lnTo>
                    <a:pt x="101590" y="1056973"/>
                  </a:lnTo>
                  <a:lnTo>
                    <a:pt x="105653" y="1056973"/>
                  </a:lnTo>
                  <a:lnTo>
                    <a:pt x="105653" y="1051290"/>
                  </a:lnTo>
                  <a:lnTo>
                    <a:pt x="105653" y="1045607"/>
                  </a:lnTo>
                  <a:lnTo>
                    <a:pt x="105653" y="1039925"/>
                  </a:lnTo>
                  <a:lnTo>
                    <a:pt x="109717" y="1039925"/>
                  </a:lnTo>
                  <a:lnTo>
                    <a:pt x="109717" y="1034242"/>
                  </a:lnTo>
                  <a:lnTo>
                    <a:pt x="109717" y="1028560"/>
                  </a:lnTo>
                  <a:lnTo>
                    <a:pt x="109717" y="1022877"/>
                  </a:lnTo>
                  <a:lnTo>
                    <a:pt x="113780" y="1022877"/>
                  </a:lnTo>
                  <a:lnTo>
                    <a:pt x="113780" y="1017194"/>
                  </a:lnTo>
                  <a:lnTo>
                    <a:pt x="117844" y="1017194"/>
                  </a:lnTo>
                  <a:lnTo>
                    <a:pt x="117844" y="1011512"/>
                  </a:lnTo>
                  <a:lnTo>
                    <a:pt x="121908" y="1005829"/>
                  </a:lnTo>
                  <a:lnTo>
                    <a:pt x="121908" y="994464"/>
                  </a:lnTo>
                  <a:lnTo>
                    <a:pt x="125971" y="994464"/>
                  </a:lnTo>
                  <a:lnTo>
                    <a:pt x="125971" y="988781"/>
                  </a:lnTo>
                  <a:lnTo>
                    <a:pt x="125971" y="983098"/>
                  </a:lnTo>
                  <a:lnTo>
                    <a:pt x="125971" y="977416"/>
                  </a:lnTo>
                  <a:lnTo>
                    <a:pt x="125971" y="971733"/>
                  </a:lnTo>
                  <a:lnTo>
                    <a:pt x="125971" y="966050"/>
                  </a:lnTo>
                  <a:lnTo>
                    <a:pt x="125971" y="960368"/>
                  </a:lnTo>
                  <a:lnTo>
                    <a:pt x="125971" y="954685"/>
                  </a:lnTo>
                  <a:lnTo>
                    <a:pt x="125971" y="949002"/>
                  </a:lnTo>
                  <a:lnTo>
                    <a:pt x="125971" y="943320"/>
                  </a:lnTo>
                  <a:lnTo>
                    <a:pt x="130035" y="943320"/>
                  </a:lnTo>
                  <a:lnTo>
                    <a:pt x="130035" y="937637"/>
                  </a:lnTo>
                  <a:lnTo>
                    <a:pt x="130035" y="931954"/>
                  </a:lnTo>
                  <a:lnTo>
                    <a:pt x="130035" y="926272"/>
                  </a:lnTo>
                  <a:lnTo>
                    <a:pt x="130035" y="920589"/>
                  </a:lnTo>
                  <a:lnTo>
                    <a:pt x="130035" y="914906"/>
                  </a:lnTo>
                  <a:lnTo>
                    <a:pt x="130035" y="909224"/>
                  </a:lnTo>
                  <a:lnTo>
                    <a:pt x="130035" y="903541"/>
                  </a:lnTo>
                  <a:lnTo>
                    <a:pt x="134098" y="897859"/>
                  </a:lnTo>
                  <a:lnTo>
                    <a:pt x="134098" y="892176"/>
                  </a:lnTo>
                  <a:lnTo>
                    <a:pt x="134098" y="886493"/>
                  </a:lnTo>
                  <a:lnTo>
                    <a:pt x="138162" y="886493"/>
                  </a:lnTo>
                  <a:lnTo>
                    <a:pt x="142226" y="886493"/>
                  </a:lnTo>
                  <a:lnTo>
                    <a:pt x="142226" y="880811"/>
                  </a:lnTo>
                  <a:lnTo>
                    <a:pt x="142226" y="875128"/>
                  </a:lnTo>
                  <a:lnTo>
                    <a:pt x="146289" y="875128"/>
                  </a:lnTo>
                  <a:lnTo>
                    <a:pt x="146289" y="869445"/>
                  </a:lnTo>
                  <a:lnTo>
                    <a:pt x="146289" y="863763"/>
                  </a:lnTo>
                  <a:lnTo>
                    <a:pt x="146289" y="858080"/>
                  </a:lnTo>
                  <a:lnTo>
                    <a:pt x="146289" y="852397"/>
                  </a:lnTo>
                  <a:lnTo>
                    <a:pt x="146289" y="846715"/>
                  </a:lnTo>
                  <a:lnTo>
                    <a:pt x="146289" y="841032"/>
                  </a:lnTo>
                  <a:lnTo>
                    <a:pt x="150353" y="841032"/>
                  </a:lnTo>
                  <a:lnTo>
                    <a:pt x="154417" y="841032"/>
                  </a:lnTo>
                  <a:lnTo>
                    <a:pt x="154417" y="835349"/>
                  </a:lnTo>
                  <a:lnTo>
                    <a:pt x="154417" y="829667"/>
                  </a:lnTo>
                  <a:lnTo>
                    <a:pt x="158480" y="829667"/>
                  </a:lnTo>
                  <a:lnTo>
                    <a:pt x="162544" y="829667"/>
                  </a:lnTo>
                  <a:lnTo>
                    <a:pt x="162544" y="823984"/>
                  </a:lnTo>
                  <a:lnTo>
                    <a:pt x="162544" y="818301"/>
                  </a:lnTo>
                  <a:lnTo>
                    <a:pt x="166607" y="818301"/>
                  </a:lnTo>
                  <a:lnTo>
                    <a:pt x="166607" y="806936"/>
                  </a:lnTo>
                  <a:lnTo>
                    <a:pt x="170671" y="806936"/>
                  </a:lnTo>
                  <a:lnTo>
                    <a:pt x="170671" y="801253"/>
                  </a:lnTo>
                  <a:lnTo>
                    <a:pt x="170671" y="795571"/>
                  </a:lnTo>
                  <a:lnTo>
                    <a:pt x="170671" y="789888"/>
                  </a:lnTo>
                  <a:lnTo>
                    <a:pt x="174735" y="789888"/>
                  </a:lnTo>
                  <a:lnTo>
                    <a:pt x="174735" y="784205"/>
                  </a:lnTo>
                  <a:lnTo>
                    <a:pt x="178798" y="784205"/>
                  </a:lnTo>
                  <a:lnTo>
                    <a:pt x="178798" y="778523"/>
                  </a:lnTo>
                  <a:lnTo>
                    <a:pt x="178798" y="767158"/>
                  </a:lnTo>
                  <a:lnTo>
                    <a:pt x="182862" y="767158"/>
                  </a:lnTo>
                  <a:lnTo>
                    <a:pt x="182862" y="761475"/>
                  </a:lnTo>
                  <a:lnTo>
                    <a:pt x="186925" y="761475"/>
                  </a:lnTo>
                  <a:lnTo>
                    <a:pt x="190989" y="761475"/>
                  </a:lnTo>
                  <a:lnTo>
                    <a:pt x="190989" y="755792"/>
                  </a:lnTo>
                  <a:lnTo>
                    <a:pt x="195053" y="755792"/>
                  </a:lnTo>
                  <a:lnTo>
                    <a:pt x="195053" y="750110"/>
                  </a:lnTo>
                  <a:lnTo>
                    <a:pt x="195053" y="744427"/>
                  </a:lnTo>
                  <a:lnTo>
                    <a:pt x="199116" y="744427"/>
                  </a:lnTo>
                  <a:lnTo>
                    <a:pt x="199116" y="738744"/>
                  </a:lnTo>
                  <a:lnTo>
                    <a:pt x="199116" y="733062"/>
                  </a:lnTo>
                  <a:lnTo>
                    <a:pt x="199116" y="727379"/>
                  </a:lnTo>
                  <a:lnTo>
                    <a:pt x="199116" y="721696"/>
                  </a:lnTo>
                  <a:lnTo>
                    <a:pt x="207243" y="716014"/>
                  </a:lnTo>
                  <a:lnTo>
                    <a:pt x="207243" y="710331"/>
                  </a:lnTo>
                  <a:lnTo>
                    <a:pt x="207243" y="704648"/>
                  </a:lnTo>
                  <a:lnTo>
                    <a:pt x="211307" y="704648"/>
                  </a:lnTo>
                  <a:lnTo>
                    <a:pt x="215371" y="698966"/>
                  </a:lnTo>
                  <a:lnTo>
                    <a:pt x="215371" y="693283"/>
                  </a:lnTo>
                  <a:lnTo>
                    <a:pt x="219434" y="693283"/>
                  </a:lnTo>
                  <a:lnTo>
                    <a:pt x="219434" y="687600"/>
                  </a:lnTo>
                  <a:lnTo>
                    <a:pt x="219434" y="681918"/>
                  </a:lnTo>
                  <a:lnTo>
                    <a:pt x="219434" y="676235"/>
                  </a:lnTo>
                  <a:lnTo>
                    <a:pt x="219434" y="670552"/>
                  </a:lnTo>
                  <a:lnTo>
                    <a:pt x="223498" y="670552"/>
                  </a:lnTo>
                  <a:lnTo>
                    <a:pt x="223498" y="664870"/>
                  </a:lnTo>
                  <a:lnTo>
                    <a:pt x="227561" y="664870"/>
                  </a:lnTo>
                  <a:lnTo>
                    <a:pt x="227561" y="659187"/>
                  </a:lnTo>
                  <a:lnTo>
                    <a:pt x="227561" y="653504"/>
                  </a:lnTo>
                  <a:lnTo>
                    <a:pt x="227561" y="647822"/>
                  </a:lnTo>
                  <a:lnTo>
                    <a:pt x="231625" y="642139"/>
                  </a:lnTo>
                  <a:lnTo>
                    <a:pt x="231625" y="636457"/>
                  </a:lnTo>
                  <a:lnTo>
                    <a:pt x="231625" y="630774"/>
                  </a:lnTo>
                  <a:lnTo>
                    <a:pt x="235689" y="630774"/>
                  </a:lnTo>
                  <a:lnTo>
                    <a:pt x="239752" y="630774"/>
                  </a:lnTo>
                  <a:lnTo>
                    <a:pt x="239752" y="625091"/>
                  </a:lnTo>
                  <a:lnTo>
                    <a:pt x="243816" y="625091"/>
                  </a:lnTo>
                  <a:lnTo>
                    <a:pt x="247879" y="625091"/>
                  </a:lnTo>
                  <a:lnTo>
                    <a:pt x="247879" y="619409"/>
                  </a:lnTo>
                  <a:lnTo>
                    <a:pt x="251943" y="619409"/>
                  </a:lnTo>
                  <a:lnTo>
                    <a:pt x="256007" y="619409"/>
                  </a:lnTo>
                  <a:lnTo>
                    <a:pt x="260070" y="619409"/>
                  </a:lnTo>
                  <a:lnTo>
                    <a:pt x="260070" y="613726"/>
                  </a:lnTo>
                  <a:lnTo>
                    <a:pt x="264134" y="608043"/>
                  </a:lnTo>
                  <a:lnTo>
                    <a:pt x="264134" y="602361"/>
                  </a:lnTo>
                  <a:lnTo>
                    <a:pt x="272261" y="602361"/>
                  </a:lnTo>
                  <a:lnTo>
                    <a:pt x="272261" y="596678"/>
                  </a:lnTo>
                  <a:lnTo>
                    <a:pt x="272261" y="585313"/>
                  </a:lnTo>
                  <a:lnTo>
                    <a:pt x="272261" y="568265"/>
                  </a:lnTo>
                  <a:lnTo>
                    <a:pt x="276325" y="568265"/>
                  </a:lnTo>
                  <a:lnTo>
                    <a:pt x="280388" y="568265"/>
                  </a:lnTo>
                  <a:lnTo>
                    <a:pt x="288516" y="562582"/>
                  </a:lnTo>
                  <a:lnTo>
                    <a:pt x="296643" y="562582"/>
                  </a:lnTo>
                  <a:lnTo>
                    <a:pt x="300706" y="562582"/>
                  </a:lnTo>
                  <a:lnTo>
                    <a:pt x="300706" y="556899"/>
                  </a:lnTo>
                  <a:lnTo>
                    <a:pt x="304770" y="556899"/>
                  </a:lnTo>
                  <a:lnTo>
                    <a:pt x="304770" y="551217"/>
                  </a:lnTo>
                  <a:lnTo>
                    <a:pt x="308834" y="545534"/>
                  </a:lnTo>
                  <a:lnTo>
                    <a:pt x="312897" y="545534"/>
                  </a:lnTo>
                  <a:lnTo>
                    <a:pt x="316961" y="545534"/>
                  </a:lnTo>
                  <a:lnTo>
                    <a:pt x="321024" y="545534"/>
                  </a:lnTo>
                  <a:lnTo>
                    <a:pt x="321024" y="539851"/>
                  </a:lnTo>
                  <a:lnTo>
                    <a:pt x="325088" y="539851"/>
                  </a:lnTo>
                  <a:lnTo>
                    <a:pt x="329152" y="539851"/>
                  </a:lnTo>
                  <a:lnTo>
                    <a:pt x="329152" y="534169"/>
                  </a:lnTo>
                  <a:lnTo>
                    <a:pt x="333215" y="534169"/>
                  </a:lnTo>
                  <a:lnTo>
                    <a:pt x="333215" y="528486"/>
                  </a:lnTo>
                  <a:lnTo>
                    <a:pt x="337279" y="528486"/>
                  </a:lnTo>
                  <a:lnTo>
                    <a:pt x="341342" y="528486"/>
                  </a:lnTo>
                  <a:lnTo>
                    <a:pt x="345406" y="528486"/>
                  </a:lnTo>
                  <a:lnTo>
                    <a:pt x="345406" y="522803"/>
                  </a:lnTo>
                  <a:lnTo>
                    <a:pt x="345406" y="517121"/>
                  </a:lnTo>
                  <a:lnTo>
                    <a:pt x="349470" y="517121"/>
                  </a:lnTo>
                  <a:lnTo>
                    <a:pt x="353533" y="517121"/>
                  </a:lnTo>
                  <a:lnTo>
                    <a:pt x="353533" y="511438"/>
                  </a:lnTo>
                  <a:lnTo>
                    <a:pt x="353533" y="500073"/>
                  </a:lnTo>
                  <a:lnTo>
                    <a:pt x="357597" y="500073"/>
                  </a:lnTo>
                  <a:lnTo>
                    <a:pt x="357597" y="494390"/>
                  </a:lnTo>
                  <a:lnTo>
                    <a:pt x="365724" y="494390"/>
                  </a:lnTo>
                  <a:lnTo>
                    <a:pt x="369788" y="494390"/>
                  </a:lnTo>
                  <a:lnTo>
                    <a:pt x="369788" y="488708"/>
                  </a:lnTo>
                  <a:lnTo>
                    <a:pt x="369788" y="483025"/>
                  </a:lnTo>
                  <a:lnTo>
                    <a:pt x="373851" y="483025"/>
                  </a:lnTo>
                  <a:lnTo>
                    <a:pt x="377915" y="483025"/>
                  </a:lnTo>
                  <a:lnTo>
                    <a:pt x="381978" y="483025"/>
                  </a:lnTo>
                  <a:lnTo>
                    <a:pt x="381978" y="471660"/>
                  </a:lnTo>
                  <a:lnTo>
                    <a:pt x="381978" y="465977"/>
                  </a:lnTo>
                  <a:lnTo>
                    <a:pt x="386042" y="465977"/>
                  </a:lnTo>
                  <a:lnTo>
                    <a:pt x="390106" y="465977"/>
                  </a:lnTo>
                  <a:lnTo>
                    <a:pt x="394169" y="465977"/>
                  </a:lnTo>
                  <a:lnTo>
                    <a:pt x="398233" y="465977"/>
                  </a:lnTo>
                  <a:lnTo>
                    <a:pt x="402296" y="460294"/>
                  </a:lnTo>
                  <a:lnTo>
                    <a:pt x="406360" y="460294"/>
                  </a:lnTo>
                  <a:lnTo>
                    <a:pt x="418551" y="460294"/>
                  </a:lnTo>
                  <a:lnTo>
                    <a:pt x="422615" y="460294"/>
                  </a:lnTo>
                  <a:lnTo>
                    <a:pt x="426678" y="454612"/>
                  </a:lnTo>
                  <a:lnTo>
                    <a:pt x="426678" y="448929"/>
                  </a:lnTo>
                  <a:lnTo>
                    <a:pt x="426678" y="443246"/>
                  </a:lnTo>
                  <a:lnTo>
                    <a:pt x="430742" y="443246"/>
                  </a:lnTo>
                  <a:lnTo>
                    <a:pt x="434805" y="443246"/>
                  </a:lnTo>
                  <a:lnTo>
                    <a:pt x="434805" y="437564"/>
                  </a:lnTo>
                  <a:lnTo>
                    <a:pt x="438869" y="437564"/>
                  </a:lnTo>
                  <a:lnTo>
                    <a:pt x="446996" y="437564"/>
                  </a:lnTo>
                  <a:lnTo>
                    <a:pt x="446996" y="431881"/>
                  </a:lnTo>
                  <a:lnTo>
                    <a:pt x="451060" y="431881"/>
                  </a:lnTo>
                  <a:lnTo>
                    <a:pt x="455123" y="431881"/>
                  </a:lnTo>
                  <a:lnTo>
                    <a:pt x="459187" y="431881"/>
                  </a:lnTo>
                  <a:lnTo>
                    <a:pt x="463251" y="420516"/>
                  </a:lnTo>
                  <a:lnTo>
                    <a:pt x="467314" y="420516"/>
                  </a:lnTo>
                  <a:lnTo>
                    <a:pt x="471378" y="420516"/>
                  </a:lnTo>
                  <a:lnTo>
                    <a:pt x="479505" y="414833"/>
                  </a:lnTo>
                  <a:lnTo>
                    <a:pt x="483569" y="414833"/>
                  </a:lnTo>
                  <a:lnTo>
                    <a:pt x="483569" y="409150"/>
                  </a:lnTo>
                  <a:lnTo>
                    <a:pt x="483569" y="403468"/>
                  </a:lnTo>
                  <a:lnTo>
                    <a:pt x="483569" y="397785"/>
                  </a:lnTo>
                  <a:lnTo>
                    <a:pt x="487632" y="397785"/>
                  </a:lnTo>
                  <a:lnTo>
                    <a:pt x="487632" y="386420"/>
                  </a:lnTo>
                  <a:lnTo>
                    <a:pt x="491696" y="386420"/>
                  </a:lnTo>
                  <a:lnTo>
                    <a:pt x="495759" y="375055"/>
                  </a:lnTo>
                  <a:lnTo>
                    <a:pt x="499823" y="375055"/>
                  </a:lnTo>
                  <a:lnTo>
                    <a:pt x="503887" y="375055"/>
                  </a:lnTo>
                  <a:lnTo>
                    <a:pt x="503887" y="369372"/>
                  </a:lnTo>
                  <a:lnTo>
                    <a:pt x="503887" y="358007"/>
                  </a:lnTo>
                  <a:lnTo>
                    <a:pt x="503887" y="352324"/>
                  </a:lnTo>
                  <a:lnTo>
                    <a:pt x="512014" y="352324"/>
                  </a:lnTo>
                  <a:lnTo>
                    <a:pt x="516077" y="352324"/>
                  </a:lnTo>
                  <a:lnTo>
                    <a:pt x="520141" y="346641"/>
                  </a:lnTo>
                  <a:lnTo>
                    <a:pt x="524205" y="340959"/>
                  </a:lnTo>
                  <a:lnTo>
                    <a:pt x="528268" y="340959"/>
                  </a:lnTo>
                  <a:lnTo>
                    <a:pt x="532332" y="340959"/>
                  </a:lnTo>
                  <a:lnTo>
                    <a:pt x="536395" y="340959"/>
                  </a:lnTo>
                  <a:lnTo>
                    <a:pt x="540459" y="340959"/>
                  </a:lnTo>
                  <a:lnTo>
                    <a:pt x="540459" y="335276"/>
                  </a:lnTo>
                  <a:lnTo>
                    <a:pt x="544523" y="335276"/>
                  </a:lnTo>
                  <a:lnTo>
                    <a:pt x="548586" y="335276"/>
                  </a:lnTo>
                  <a:lnTo>
                    <a:pt x="552650" y="335276"/>
                  </a:lnTo>
                  <a:lnTo>
                    <a:pt x="556714" y="335276"/>
                  </a:lnTo>
                  <a:lnTo>
                    <a:pt x="560777" y="335276"/>
                  </a:lnTo>
                  <a:lnTo>
                    <a:pt x="564841" y="335276"/>
                  </a:lnTo>
                  <a:lnTo>
                    <a:pt x="568904" y="335276"/>
                  </a:lnTo>
                  <a:lnTo>
                    <a:pt x="577032" y="335276"/>
                  </a:lnTo>
                  <a:lnTo>
                    <a:pt x="581095" y="335276"/>
                  </a:lnTo>
                  <a:lnTo>
                    <a:pt x="585159" y="335276"/>
                  </a:lnTo>
                  <a:lnTo>
                    <a:pt x="589222" y="329593"/>
                  </a:lnTo>
                  <a:lnTo>
                    <a:pt x="593286" y="329593"/>
                  </a:lnTo>
                  <a:lnTo>
                    <a:pt x="597350" y="329593"/>
                  </a:lnTo>
                  <a:lnTo>
                    <a:pt x="601413" y="329593"/>
                  </a:lnTo>
                  <a:lnTo>
                    <a:pt x="605477" y="323911"/>
                  </a:lnTo>
                  <a:lnTo>
                    <a:pt x="613604" y="323911"/>
                  </a:lnTo>
                  <a:lnTo>
                    <a:pt x="613604" y="318228"/>
                  </a:lnTo>
                  <a:lnTo>
                    <a:pt x="617668" y="318228"/>
                  </a:lnTo>
                  <a:lnTo>
                    <a:pt x="621731" y="318228"/>
                  </a:lnTo>
                  <a:lnTo>
                    <a:pt x="625795" y="318228"/>
                  </a:lnTo>
                  <a:lnTo>
                    <a:pt x="629858" y="318228"/>
                  </a:lnTo>
                  <a:lnTo>
                    <a:pt x="633922" y="318228"/>
                  </a:lnTo>
                  <a:lnTo>
                    <a:pt x="637986" y="318228"/>
                  </a:lnTo>
                  <a:lnTo>
                    <a:pt x="646113" y="318228"/>
                  </a:lnTo>
                  <a:lnTo>
                    <a:pt x="654240" y="318228"/>
                  </a:lnTo>
                  <a:lnTo>
                    <a:pt x="658304" y="318228"/>
                  </a:lnTo>
                  <a:lnTo>
                    <a:pt x="662367" y="318228"/>
                  </a:lnTo>
                  <a:lnTo>
                    <a:pt x="666431" y="318228"/>
                  </a:lnTo>
                  <a:lnTo>
                    <a:pt x="670494" y="318228"/>
                  </a:lnTo>
                  <a:lnTo>
                    <a:pt x="674558" y="318228"/>
                  </a:lnTo>
                  <a:lnTo>
                    <a:pt x="678622" y="312545"/>
                  </a:lnTo>
                  <a:lnTo>
                    <a:pt x="682685" y="312545"/>
                  </a:lnTo>
                  <a:lnTo>
                    <a:pt x="686749" y="312545"/>
                  </a:lnTo>
                  <a:lnTo>
                    <a:pt x="690813" y="312545"/>
                  </a:lnTo>
                  <a:lnTo>
                    <a:pt x="698940" y="312545"/>
                  </a:lnTo>
                  <a:lnTo>
                    <a:pt x="703003" y="312545"/>
                  </a:lnTo>
                  <a:lnTo>
                    <a:pt x="707067" y="312545"/>
                  </a:lnTo>
                  <a:lnTo>
                    <a:pt x="715194" y="312545"/>
                  </a:lnTo>
                  <a:lnTo>
                    <a:pt x="719258" y="306863"/>
                  </a:lnTo>
                  <a:lnTo>
                    <a:pt x="723321" y="306863"/>
                  </a:lnTo>
                  <a:lnTo>
                    <a:pt x="731449" y="301180"/>
                  </a:lnTo>
                  <a:lnTo>
                    <a:pt x="735512" y="301180"/>
                  </a:lnTo>
                  <a:lnTo>
                    <a:pt x="739576" y="301180"/>
                  </a:lnTo>
                  <a:lnTo>
                    <a:pt x="743639" y="301180"/>
                  </a:lnTo>
                  <a:lnTo>
                    <a:pt x="747703" y="301180"/>
                  </a:lnTo>
                  <a:lnTo>
                    <a:pt x="751767" y="301180"/>
                  </a:lnTo>
                  <a:lnTo>
                    <a:pt x="759894" y="301180"/>
                  </a:lnTo>
                  <a:lnTo>
                    <a:pt x="763957" y="301180"/>
                  </a:lnTo>
                  <a:lnTo>
                    <a:pt x="768021" y="301180"/>
                  </a:lnTo>
                  <a:lnTo>
                    <a:pt x="772085" y="301180"/>
                  </a:lnTo>
                  <a:lnTo>
                    <a:pt x="776148" y="295497"/>
                  </a:lnTo>
                  <a:lnTo>
                    <a:pt x="776148" y="289815"/>
                  </a:lnTo>
                  <a:lnTo>
                    <a:pt x="780212" y="289815"/>
                  </a:lnTo>
                  <a:lnTo>
                    <a:pt x="784275" y="289815"/>
                  </a:lnTo>
                  <a:lnTo>
                    <a:pt x="788339" y="289815"/>
                  </a:lnTo>
                  <a:lnTo>
                    <a:pt x="792403" y="289815"/>
                  </a:lnTo>
                  <a:lnTo>
                    <a:pt x="796466" y="289815"/>
                  </a:lnTo>
                  <a:lnTo>
                    <a:pt x="808657" y="289815"/>
                  </a:lnTo>
                  <a:lnTo>
                    <a:pt x="812721" y="289815"/>
                  </a:lnTo>
                  <a:lnTo>
                    <a:pt x="816784" y="289815"/>
                  </a:lnTo>
                  <a:lnTo>
                    <a:pt x="820848" y="289815"/>
                  </a:lnTo>
                  <a:lnTo>
                    <a:pt x="824911" y="284132"/>
                  </a:lnTo>
                  <a:lnTo>
                    <a:pt x="828975" y="284132"/>
                  </a:lnTo>
                  <a:lnTo>
                    <a:pt x="833039" y="284132"/>
                  </a:lnTo>
                  <a:lnTo>
                    <a:pt x="837102" y="284132"/>
                  </a:lnTo>
                  <a:lnTo>
                    <a:pt x="841166" y="284132"/>
                  </a:lnTo>
                  <a:lnTo>
                    <a:pt x="841166" y="278449"/>
                  </a:lnTo>
                  <a:lnTo>
                    <a:pt x="845230" y="278449"/>
                  </a:lnTo>
                  <a:lnTo>
                    <a:pt x="849293" y="278449"/>
                  </a:lnTo>
                  <a:lnTo>
                    <a:pt x="853357" y="278449"/>
                  </a:lnTo>
                  <a:lnTo>
                    <a:pt x="857420" y="278449"/>
                  </a:lnTo>
                  <a:lnTo>
                    <a:pt x="861484" y="278449"/>
                  </a:lnTo>
                  <a:lnTo>
                    <a:pt x="873675" y="278449"/>
                  </a:lnTo>
                  <a:lnTo>
                    <a:pt x="877738" y="278449"/>
                  </a:lnTo>
                  <a:lnTo>
                    <a:pt x="877738" y="272767"/>
                  </a:lnTo>
                  <a:lnTo>
                    <a:pt x="885866" y="272767"/>
                  </a:lnTo>
                  <a:lnTo>
                    <a:pt x="889929" y="272767"/>
                  </a:lnTo>
                  <a:lnTo>
                    <a:pt x="893993" y="272767"/>
                  </a:lnTo>
                  <a:lnTo>
                    <a:pt x="898056" y="272767"/>
                  </a:lnTo>
                  <a:lnTo>
                    <a:pt x="902120" y="272767"/>
                  </a:lnTo>
                  <a:lnTo>
                    <a:pt x="906184" y="272767"/>
                  </a:lnTo>
                  <a:lnTo>
                    <a:pt x="910247" y="267084"/>
                  </a:lnTo>
                  <a:lnTo>
                    <a:pt x="914311" y="267084"/>
                  </a:lnTo>
                  <a:lnTo>
                    <a:pt x="926502" y="261401"/>
                  </a:lnTo>
                  <a:lnTo>
                    <a:pt x="930565" y="261401"/>
                  </a:lnTo>
                  <a:lnTo>
                    <a:pt x="934629" y="261401"/>
                  </a:lnTo>
                  <a:lnTo>
                    <a:pt x="942756" y="261401"/>
                  </a:lnTo>
                  <a:lnTo>
                    <a:pt x="946820" y="261401"/>
                  </a:lnTo>
                  <a:lnTo>
                    <a:pt x="950883" y="261401"/>
                  </a:lnTo>
                  <a:lnTo>
                    <a:pt x="954947" y="261401"/>
                  </a:lnTo>
                  <a:lnTo>
                    <a:pt x="959010" y="261401"/>
                  </a:lnTo>
                  <a:lnTo>
                    <a:pt x="963074" y="261401"/>
                  </a:lnTo>
                  <a:lnTo>
                    <a:pt x="963074" y="255719"/>
                  </a:lnTo>
                  <a:lnTo>
                    <a:pt x="971201" y="255719"/>
                  </a:lnTo>
                  <a:lnTo>
                    <a:pt x="975265" y="255719"/>
                  </a:lnTo>
                  <a:lnTo>
                    <a:pt x="979329" y="255719"/>
                  </a:lnTo>
                  <a:lnTo>
                    <a:pt x="983392" y="255719"/>
                  </a:lnTo>
                  <a:lnTo>
                    <a:pt x="987456" y="255719"/>
                  </a:lnTo>
                  <a:lnTo>
                    <a:pt x="995583" y="255719"/>
                  </a:lnTo>
                  <a:lnTo>
                    <a:pt x="999647" y="255719"/>
                  </a:lnTo>
                  <a:lnTo>
                    <a:pt x="1003710" y="250036"/>
                  </a:lnTo>
                  <a:lnTo>
                    <a:pt x="1007774" y="250036"/>
                  </a:lnTo>
                  <a:lnTo>
                    <a:pt x="1011837" y="250036"/>
                  </a:lnTo>
                  <a:lnTo>
                    <a:pt x="1015901" y="250036"/>
                  </a:lnTo>
                  <a:lnTo>
                    <a:pt x="1019965" y="250036"/>
                  </a:lnTo>
                  <a:lnTo>
                    <a:pt x="1028092" y="250036"/>
                  </a:lnTo>
                  <a:lnTo>
                    <a:pt x="1032155" y="250036"/>
                  </a:lnTo>
                  <a:lnTo>
                    <a:pt x="1040283" y="250036"/>
                  </a:lnTo>
                  <a:lnTo>
                    <a:pt x="1060601" y="250036"/>
                  </a:lnTo>
                  <a:lnTo>
                    <a:pt x="1064664" y="250036"/>
                  </a:lnTo>
                  <a:lnTo>
                    <a:pt x="1068728" y="250036"/>
                  </a:lnTo>
                  <a:lnTo>
                    <a:pt x="1072791" y="250036"/>
                  </a:lnTo>
                  <a:lnTo>
                    <a:pt x="1080919" y="250036"/>
                  </a:lnTo>
                  <a:lnTo>
                    <a:pt x="1084982" y="244354"/>
                  </a:lnTo>
                  <a:lnTo>
                    <a:pt x="1089046" y="244354"/>
                  </a:lnTo>
                  <a:lnTo>
                    <a:pt x="1093109" y="244354"/>
                  </a:lnTo>
                  <a:lnTo>
                    <a:pt x="1097173" y="244354"/>
                  </a:lnTo>
                  <a:lnTo>
                    <a:pt x="1101237" y="244354"/>
                  </a:lnTo>
                  <a:lnTo>
                    <a:pt x="1101237" y="238671"/>
                  </a:lnTo>
                  <a:lnTo>
                    <a:pt x="1105300" y="238671"/>
                  </a:lnTo>
                  <a:lnTo>
                    <a:pt x="1113428" y="238671"/>
                  </a:lnTo>
                  <a:lnTo>
                    <a:pt x="1117491" y="238671"/>
                  </a:lnTo>
                  <a:lnTo>
                    <a:pt x="1125618" y="238671"/>
                  </a:lnTo>
                  <a:lnTo>
                    <a:pt x="1129682" y="238671"/>
                  </a:lnTo>
                  <a:lnTo>
                    <a:pt x="1133746" y="238671"/>
                  </a:lnTo>
                  <a:lnTo>
                    <a:pt x="1137809" y="238671"/>
                  </a:lnTo>
                  <a:lnTo>
                    <a:pt x="1141873" y="232988"/>
                  </a:lnTo>
                  <a:lnTo>
                    <a:pt x="1145936" y="232988"/>
                  </a:lnTo>
                  <a:lnTo>
                    <a:pt x="1154064" y="232988"/>
                  </a:lnTo>
                  <a:lnTo>
                    <a:pt x="1158127" y="232988"/>
                  </a:lnTo>
                  <a:lnTo>
                    <a:pt x="1158127" y="227306"/>
                  </a:lnTo>
                  <a:lnTo>
                    <a:pt x="1158127" y="221623"/>
                  </a:lnTo>
                  <a:lnTo>
                    <a:pt x="1162191" y="221623"/>
                  </a:lnTo>
                  <a:lnTo>
                    <a:pt x="1166254" y="221623"/>
                  </a:lnTo>
                  <a:lnTo>
                    <a:pt x="1166254" y="215940"/>
                  </a:lnTo>
                  <a:lnTo>
                    <a:pt x="1170318" y="215940"/>
                  </a:lnTo>
                  <a:lnTo>
                    <a:pt x="1174382" y="215940"/>
                  </a:lnTo>
                  <a:lnTo>
                    <a:pt x="1178445" y="215940"/>
                  </a:lnTo>
                  <a:lnTo>
                    <a:pt x="1182509" y="215940"/>
                  </a:lnTo>
                  <a:lnTo>
                    <a:pt x="1182509" y="210258"/>
                  </a:lnTo>
                  <a:lnTo>
                    <a:pt x="1190636" y="210258"/>
                  </a:lnTo>
                  <a:lnTo>
                    <a:pt x="1194700" y="210258"/>
                  </a:lnTo>
                  <a:lnTo>
                    <a:pt x="1198763" y="210258"/>
                  </a:lnTo>
                  <a:lnTo>
                    <a:pt x="1202827" y="210258"/>
                  </a:lnTo>
                  <a:lnTo>
                    <a:pt x="1206890" y="210258"/>
                  </a:lnTo>
                  <a:lnTo>
                    <a:pt x="1210954" y="210258"/>
                  </a:lnTo>
                  <a:lnTo>
                    <a:pt x="1210954" y="204575"/>
                  </a:lnTo>
                  <a:lnTo>
                    <a:pt x="1210954" y="198892"/>
                  </a:lnTo>
                  <a:lnTo>
                    <a:pt x="1223145" y="198892"/>
                  </a:lnTo>
                  <a:lnTo>
                    <a:pt x="1227208" y="198892"/>
                  </a:lnTo>
                  <a:lnTo>
                    <a:pt x="1231272" y="198892"/>
                  </a:lnTo>
                  <a:lnTo>
                    <a:pt x="1235336" y="198892"/>
                  </a:lnTo>
                  <a:lnTo>
                    <a:pt x="1247527" y="198892"/>
                  </a:lnTo>
                  <a:lnTo>
                    <a:pt x="1255654" y="198892"/>
                  </a:lnTo>
                  <a:lnTo>
                    <a:pt x="1259717" y="198892"/>
                  </a:lnTo>
                  <a:lnTo>
                    <a:pt x="1267845" y="198892"/>
                  </a:lnTo>
                  <a:lnTo>
                    <a:pt x="1271908" y="198892"/>
                  </a:lnTo>
                  <a:lnTo>
                    <a:pt x="1280035" y="198892"/>
                  </a:lnTo>
                  <a:lnTo>
                    <a:pt x="1284099" y="198892"/>
                  </a:lnTo>
                  <a:lnTo>
                    <a:pt x="1284099" y="193210"/>
                  </a:lnTo>
                  <a:lnTo>
                    <a:pt x="1288163" y="193210"/>
                  </a:lnTo>
                  <a:lnTo>
                    <a:pt x="1288163" y="187527"/>
                  </a:lnTo>
                  <a:lnTo>
                    <a:pt x="1292226" y="187527"/>
                  </a:lnTo>
                  <a:lnTo>
                    <a:pt x="1296290" y="187527"/>
                  </a:lnTo>
                  <a:lnTo>
                    <a:pt x="1296290" y="176162"/>
                  </a:lnTo>
                  <a:lnTo>
                    <a:pt x="1300353" y="176162"/>
                  </a:lnTo>
                  <a:lnTo>
                    <a:pt x="1304417" y="176162"/>
                  </a:lnTo>
                  <a:lnTo>
                    <a:pt x="1304417" y="170479"/>
                  </a:lnTo>
                  <a:lnTo>
                    <a:pt x="1308481" y="164796"/>
                  </a:lnTo>
                  <a:lnTo>
                    <a:pt x="1316608" y="164796"/>
                  </a:lnTo>
                  <a:lnTo>
                    <a:pt x="1324735" y="164796"/>
                  </a:lnTo>
                  <a:lnTo>
                    <a:pt x="1332862" y="164796"/>
                  </a:lnTo>
                  <a:lnTo>
                    <a:pt x="1336926" y="164796"/>
                  </a:lnTo>
                  <a:lnTo>
                    <a:pt x="1340989" y="164796"/>
                  </a:lnTo>
                  <a:lnTo>
                    <a:pt x="1357244" y="164796"/>
                  </a:lnTo>
                  <a:lnTo>
                    <a:pt x="1361307" y="164796"/>
                  </a:lnTo>
                  <a:lnTo>
                    <a:pt x="1373498" y="164796"/>
                  </a:lnTo>
                  <a:lnTo>
                    <a:pt x="1377562" y="164796"/>
                  </a:lnTo>
                  <a:lnTo>
                    <a:pt x="1381626" y="159114"/>
                  </a:lnTo>
                  <a:lnTo>
                    <a:pt x="1385689" y="159114"/>
                  </a:lnTo>
                  <a:lnTo>
                    <a:pt x="1389753" y="153431"/>
                  </a:lnTo>
                  <a:lnTo>
                    <a:pt x="1393816" y="153431"/>
                  </a:lnTo>
                  <a:lnTo>
                    <a:pt x="1397880" y="153431"/>
                  </a:lnTo>
                  <a:lnTo>
                    <a:pt x="1397880" y="147748"/>
                  </a:lnTo>
                  <a:lnTo>
                    <a:pt x="1406007" y="142066"/>
                  </a:lnTo>
                  <a:lnTo>
                    <a:pt x="1414134" y="142066"/>
                  </a:lnTo>
                  <a:lnTo>
                    <a:pt x="1418198" y="142066"/>
                  </a:lnTo>
                  <a:lnTo>
                    <a:pt x="1422262" y="142066"/>
                  </a:lnTo>
                  <a:lnTo>
                    <a:pt x="1430389" y="142066"/>
                  </a:lnTo>
                  <a:lnTo>
                    <a:pt x="1434452" y="142066"/>
                  </a:lnTo>
                  <a:lnTo>
                    <a:pt x="1446643" y="142066"/>
                  </a:lnTo>
                  <a:lnTo>
                    <a:pt x="1450707" y="142066"/>
                  </a:lnTo>
                  <a:lnTo>
                    <a:pt x="1454770" y="142066"/>
                  </a:lnTo>
                  <a:lnTo>
                    <a:pt x="1458834" y="142066"/>
                  </a:lnTo>
                  <a:lnTo>
                    <a:pt x="1471025" y="136383"/>
                  </a:lnTo>
                  <a:lnTo>
                    <a:pt x="1475088" y="136383"/>
                  </a:lnTo>
                  <a:lnTo>
                    <a:pt x="1479152" y="136383"/>
                  </a:lnTo>
                  <a:lnTo>
                    <a:pt x="1483216" y="136383"/>
                  </a:lnTo>
                  <a:lnTo>
                    <a:pt x="1491343" y="136383"/>
                  </a:lnTo>
                  <a:lnTo>
                    <a:pt x="1495406" y="130700"/>
                  </a:lnTo>
                  <a:lnTo>
                    <a:pt x="1503534" y="130700"/>
                  </a:lnTo>
                  <a:lnTo>
                    <a:pt x="1507597" y="130700"/>
                  </a:lnTo>
                  <a:lnTo>
                    <a:pt x="1511661" y="130700"/>
                  </a:lnTo>
                  <a:lnTo>
                    <a:pt x="1519788" y="125018"/>
                  </a:lnTo>
                  <a:lnTo>
                    <a:pt x="1523852" y="125018"/>
                  </a:lnTo>
                  <a:lnTo>
                    <a:pt x="1523852" y="119335"/>
                  </a:lnTo>
                  <a:lnTo>
                    <a:pt x="1527915" y="119335"/>
                  </a:lnTo>
                  <a:lnTo>
                    <a:pt x="1536043" y="119335"/>
                  </a:lnTo>
                  <a:lnTo>
                    <a:pt x="1544170" y="119335"/>
                  </a:lnTo>
                  <a:lnTo>
                    <a:pt x="1548233" y="119335"/>
                  </a:lnTo>
                  <a:lnTo>
                    <a:pt x="1552297" y="119335"/>
                  </a:lnTo>
                  <a:lnTo>
                    <a:pt x="1556361" y="119335"/>
                  </a:lnTo>
                  <a:lnTo>
                    <a:pt x="1556361" y="113653"/>
                  </a:lnTo>
                  <a:lnTo>
                    <a:pt x="1560424" y="113653"/>
                  </a:lnTo>
                  <a:lnTo>
                    <a:pt x="1564488" y="113653"/>
                  </a:lnTo>
                  <a:lnTo>
                    <a:pt x="1568551" y="113653"/>
                  </a:lnTo>
                  <a:lnTo>
                    <a:pt x="1568551" y="107970"/>
                  </a:lnTo>
                  <a:lnTo>
                    <a:pt x="1576679" y="107970"/>
                  </a:lnTo>
                  <a:lnTo>
                    <a:pt x="1580742" y="107970"/>
                  </a:lnTo>
                  <a:lnTo>
                    <a:pt x="1584806" y="107970"/>
                  </a:lnTo>
                  <a:lnTo>
                    <a:pt x="1588869" y="107970"/>
                  </a:lnTo>
                  <a:lnTo>
                    <a:pt x="1592933" y="107970"/>
                  </a:lnTo>
                  <a:lnTo>
                    <a:pt x="1596997" y="102287"/>
                  </a:lnTo>
                  <a:lnTo>
                    <a:pt x="1601060" y="102287"/>
                  </a:lnTo>
                  <a:lnTo>
                    <a:pt x="1609187" y="102287"/>
                  </a:lnTo>
                  <a:lnTo>
                    <a:pt x="1613251" y="102287"/>
                  </a:lnTo>
                  <a:lnTo>
                    <a:pt x="1617315" y="102287"/>
                  </a:lnTo>
                  <a:lnTo>
                    <a:pt x="1629505" y="102287"/>
                  </a:lnTo>
                  <a:lnTo>
                    <a:pt x="1633569" y="102287"/>
                  </a:lnTo>
                  <a:lnTo>
                    <a:pt x="1645760" y="102287"/>
                  </a:lnTo>
                  <a:lnTo>
                    <a:pt x="1649823" y="102287"/>
                  </a:lnTo>
                  <a:lnTo>
                    <a:pt x="1653887" y="102287"/>
                  </a:lnTo>
                  <a:lnTo>
                    <a:pt x="1657951" y="102287"/>
                  </a:lnTo>
                  <a:lnTo>
                    <a:pt x="1662014" y="102287"/>
                  </a:lnTo>
                  <a:lnTo>
                    <a:pt x="1666078" y="102287"/>
                  </a:lnTo>
                  <a:lnTo>
                    <a:pt x="1670142" y="102287"/>
                  </a:lnTo>
                  <a:lnTo>
                    <a:pt x="1678269" y="102287"/>
                  </a:lnTo>
                  <a:lnTo>
                    <a:pt x="1682332" y="102287"/>
                  </a:lnTo>
                  <a:lnTo>
                    <a:pt x="1690460" y="102287"/>
                  </a:lnTo>
                  <a:lnTo>
                    <a:pt x="1698587" y="102287"/>
                  </a:lnTo>
                  <a:lnTo>
                    <a:pt x="1698587" y="96605"/>
                  </a:lnTo>
                  <a:lnTo>
                    <a:pt x="1706714" y="96605"/>
                  </a:lnTo>
                  <a:lnTo>
                    <a:pt x="1710778" y="96605"/>
                  </a:lnTo>
                  <a:lnTo>
                    <a:pt x="1710778" y="90922"/>
                  </a:lnTo>
                  <a:lnTo>
                    <a:pt x="1710778" y="85239"/>
                  </a:lnTo>
                  <a:lnTo>
                    <a:pt x="1722968" y="79557"/>
                  </a:lnTo>
                  <a:lnTo>
                    <a:pt x="1727032" y="79557"/>
                  </a:lnTo>
                  <a:lnTo>
                    <a:pt x="1735159" y="79557"/>
                  </a:lnTo>
                  <a:lnTo>
                    <a:pt x="1739223" y="79557"/>
                  </a:lnTo>
                  <a:lnTo>
                    <a:pt x="1743286" y="79557"/>
                  </a:lnTo>
                  <a:lnTo>
                    <a:pt x="1751414" y="79557"/>
                  </a:lnTo>
                  <a:lnTo>
                    <a:pt x="1755477" y="79557"/>
                  </a:lnTo>
                  <a:lnTo>
                    <a:pt x="1763604" y="79557"/>
                  </a:lnTo>
                  <a:lnTo>
                    <a:pt x="1775795" y="79557"/>
                  </a:lnTo>
                  <a:lnTo>
                    <a:pt x="1783922" y="79557"/>
                  </a:lnTo>
                  <a:lnTo>
                    <a:pt x="1787986" y="79557"/>
                  </a:lnTo>
                  <a:lnTo>
                    <a:pt x="1792050" y="79557"/>
                  </a:lnTo>
                  <a:lnTo>
                    <a:pt x="1796113" y="79557"/>
                  </a:lnTo>
                  <a:lnTo>
                    <a:pt x="1804241" y="73874"/>
                  </a:lnTo>
                  <a:lnTo>
                    <a:pt x="1808304" y="73874"/>
                  </a:lnTo>
                  <a:lnTo>
                    <a:pt x="1812368" y="73874"/>
                  </a:lnTo>
                  <a:lnTo>
                    <a:pt x="1816431" y="73874"/>
                  </a:lnTo>
                  <a:lnTo>
                    <a:pt x="1820495" y="73874"/>
                  </a:lnTo>
                  <a:lnTo>
                    <a:pt x="1824559" y="73874"/>
                  </a:lnTo>
                  <a:lnTo>
                    <a:pt x="1828622" y="73874"/>
                  </a:lnTo>
                  <a:lnTo>
                    <a:pt x="1832686" y="73874"/>
                  </a:lnTo>
                  <a:lnTo>
                    <a:pt x="1836749" y="73874"/>
                  </a:lnTo>
                  <a:lnTo>
                    <a:pt x="1840813" y="73874"/>
                  </a:lnTo>
                  <a:lnTo>
                    <a:pt x="1844877" y="68191"/>
                  </a:lnTo>
                  <a:lnTo>
                    <a:pt x="1848940" y="68191"/>
                  </a:lnTo>
                  <a:lnTo>
                    <a:pt x="1853004" y="68191"/>
                  </a:lnTo>
                  <a:lnTo>
                    <a:pt x="1861131" y="68191"/>
                  </a:lnTo>
                  <a:lnTo>
                    <a:pt x="1877385" y="62509"/>
                  </a:lnTo>
                  <a:lnTo>
                    <a:pt x="1881449" y="62509"/>
                  </a:lnTo>
                  <a:lnTo>
                    <a:pt x="1885513" y="62509"/>
                  </a:lnTo>
                  <a:lnTo>
                    <a:pt x="1889576" y="62509"/>
                  </a:lnTo>
                  <a:lnTo>
                    <a:pt x="1893640" y="56826"/>
                  </a:lnTo>
                  <a:lnTo>
                    <a:pt x="1905831" y="56826"/>
                  </a:lnTo>
                  <a:lnTo>
                    <a:pt x="1909894" y="56826"/>
                  </a:lnTo>
                  <a:lnTo>
                    <a:pt x="1913958" y="56826"/>
                  </a:lnTo>
                  <a:lnTo>
                    <a:pt x="1918021" y="56826"/>
                  </a:lnTo>
                  <a:lnTo>
                    <a:pt x="1926149" y="56826"/>
                  </a:lnTo>
                  <a:lnTo>
                    <a:pt x="1930212" y="56826"/>
                  </a:lnTo>
                  <a:lnTo>
                    <a:pt x="1934276" y="56826"/>
                  </a:lnTo>
                  <a:lnTo>
                    <a:pt x="1938340" y="56826"/>
                  </a:lnTo>
                  <a:lnTo>
                    <a:pt x="1942403" y="56826"/>
                  </a:lnTo>
                  <a:lnTo>
                    <a:pt x="1950530" y="56826"/>
                  </a:lnTo>
                  <a:lnTo>
                    <a:pt x="1954594" y="56826"/>
                  </a:lnTo>
                  <a:lnTo>
                    <a:pt x="1958658" y="56826"/>
                  </a:lnTo>
                  <a:lnTo>
                    <a:pt x="1958658" y="51143"/>
                  </a:lnTo>
                  <a:lnTo>
                    <a:pt x="1962721" y="51143"/>
                  </a:lnTo>
                  <a:lnTo>
                    <a:pt x="1966785" y="51143"/>
                  </a:lnTo>
                  <a:lnTo>
                    <a:pt x="1966785" y="45461"/>
                  </a:lnTo>
                  <a:lnTo>
                    <a:pt x="1970848" y="45461"/>
                  </a:lnTo>
                  <a:lnTo>
                    <a:pt x="1974912" y="39778"/>
                  </a:lnTo>
                  <a:lnTo>
                    <a:pt x="1974912" y="34095"/>
                  </a:lnTo>
                  <a:lnTo>
                    <a:pt x="1974912" y="28413"/>
                  </a:lnTo>
                  <a:lnTo>
                    <a:pt x="1978976" y="28413"/>
                  </a:lnTo>
                  <a:lnTo>
                    <a:pt x="1983039" y="28413"/>
                  </a:lnTo>
                  <a:lnTo>
                    <a:pt x="1987103" y="28413"/>
                  </a:lnTo>
                  <a:lnTo>
                    <a:pt x="1991166" y="28413"/>
                  </a:lnTo>
                  <a:lnTo>
                    <a:pt x="1999294" y="28413"/>
                  </a:lnTo>
                  <a:lnTo>
                    <a:pt x="2003357" y="28413"/>
                  </a:lnTo>
                  <a:lnTo>
                    <a:pt x="2015548" y="28413"/>
                  </a:lnTo>
                  <a:lnTo>
                    <a:pt x="2015548" y="22730"/>
                  </a:lnTo>
                  <a:lnTo>
                    <a:pt x="2019612" y="22730"/>
                  </a:lnTo>
                  <a:lnTo>
                    <a:pt x="2023675" y="22730"/>
                  </a:lnTo>
                  <a:lnTo>
                    <a:pt x="2027739" y="22730"/>
                  </a:lnTo>
                  <a:lnTo>
                    <a:pt x="2035866" y="22730"/>
                  </a:lnTo>
                  <a:lnTo>
                    <a:pt x="2035866" y="17047"/>
                  </a:lnTo>
                  <a:lnTo>
                    <a:pt x="2039930" y="17047"/>
                  </a:lnTo>
                  <a:lnTo>
                    <a:pt x="2043993" y="17047"/>
                  </a:lnTo>
                  <a:lnTo>
                    <a:pt x="2048057" y="17047"/>
                  </a:lnTo>
                  <a:lnTo>
                    <a:pt x="2056184" y="17047"/>
                  </a:lnTo>
                  <a:lnTo>
                    <a:pt x="2068375" y="17047"/>
                  </a:lnTo>
                  <a:lnTo>
                    <a:pt x="2072439" y="17047"/>
                  </a:lnTo>
                  <a:lnTo>
                    <a:pt x="2076502" y="17047"/>
                  </a:lnTo>
                  <a:lnTo>
                    <a:pt x="2080566" y="17047"/>
                  </a:lnTo>
                  <a:lnTo>
                    <a:pt x="2084629" y="17047"/>
                  </a:lnTo>
                  <a:lnTo>
                    <a:pt x="2088693" y="17047"/>
                  </a:lnTo>
                  <a:lnTo>
                    <a:pt x="2092757" y="17047"/>
                  </a:lnTo>
                  <a:lnTo>
                    <a:pt x="2092757" y="11365"/>
                  </a:lnTo>
                  <a:lnTo>
                    <a:pt x="2096820" y="11365"/>
                  </a:lnTo>
                  <a:lnTo>
                    <a:pt x="2100884" y="11365"/>
                  </a:lnTo>
                  <a:lnTo>
                    <a:pt x="2100884" y="5682"/>
                  </a:lnTo>
                  <a:lnTo>
                    <a:pt x="2104947" y="5682"/>
                  </a:lnTo>
                  <a:lnTo>
                    <a:pt x="2109011" y="5682"/>
                  </a:lnTo>
                  <a:lnTo>
                    <a:pt x="2113075" y="5682"/>
                  </a:lnTo>
                  <a:lnTo>
                    <a:pt x="2117138" y="5682"/>
                  </a:lnTo>
                  <a:lnTo>
                    <a:pt x="2125265" y="0"/>
                  </a:lnTo>
                  <a:lnTo>
                    <a:pt x="2129329" y="0"/>
                  </a:lnTo>
                  <a:lnTo>
                    <a:pt x="2137456" y="0"/>
                  </a:lnTo>
                  <a:lnTo>
                    <a:pt x="2141520" y="0"/>
                  </a:lnTo>
                  <a:lnTo>
                    <a:pt x="2145583" y="0"/>
                  </a:lnTo>
                  <a:lnTo>
                    <a:pt x="2149647" y="0"/>
                  </a:lnTo>
                  <a:lnTo>
                    <a:pt x="2153711" y="0"/>
                  </a:lnTo>
                  <a:lnTo>
                    <a:pt x="2157774" y="0"/>
                  </a:lnTo>
                  <a:lnTo>
                    <a:pt x="2161838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l172"/>
            <p:cNvSpPr/>
            <p:nvPr/>
          </p:nvSpPr>
          <p:spPr>
            <a:xfrm>
              <a:off x="4413705" y="1268001"/>
              <a:ext cx="2161838" cy="2682211"/>
            </a:xfrm>
            <a:custGeom>
              <a:avLst/>
              <a:pathLst>
                <a:path w="2161838" h="2682211">
                  <a:moveTo>
                    <a:pt x="0" y="2682211"/>
                  </a:moveTo>
                  <a:lnTo>
                    <a:pt x="0" y="2676529"/>
                  </a:lnTo>
                  <a:lnTo>
                    <a:pt x="0" y="2670846"/>
                  </a:lnTo>
                  <a:lnTo>
                    <a:pt x="0" y="2665163"/>
                  </a:lnTo>
                  <a:lnTo>
                    <a:pt x="0" y="2659481"/>
                  </a:lnTo>
                  <a:lnTo>
                    <a:pt x="4063" y="2659481"/>
                  </a:lnTo>
                  <a:lnTo>
                    <a:pt x="4063" y="2653798"/>
                  </a:lnTo>
                  <a:lnTo>
                    <a:pt x="4063" y="2648115"/>
                  </a:lnTo>
                  <a:lnTo>
                    <a:pt x="4063" y="2642433"/>
                  </a:lnTo>
                  <a:lnTo>
                    <a:pt x="4063" y="2636750"/>
                  </a:lnTo>
                  <a:lnTo>
                    <a:pt x="4063" y="2631067"/>
                  </a:lnTo>
                  <a:lnTo>
                    <a:pt x="4063" y="2625385"/>
                  </a:lnTo>
                  <a:lnTo>
                    <a:pt x="4063" y="2619702"/>
                  </a:lnTo>
                  <a:lnTo>
                    <a:pt x="4063" y="2614019"/>
                  </a:lnTo>
                  <a:lnTo>
                    <a:pt x="4063" y="2608337"/>
                  </a:lnTo>
                  <a:lnTo>
                    <a:pt x="4063" y="2602654"/>
                  </a:lnTo>
                  <a:lnTo>
                    <a:pt x="4063" y="2596972"/>
                  </a:lnTo>
                  <a:lnTo>
                    <a:pt x="4063" y="2591289"/>
                  </a:lnTo>
                  <a:lnTo>
                    <a:pt x="4063" y="2585606"/>
                  </a:lnTo>
                  <a:lnTo>
                    <a:pt x="4063" y="2579924"/>
                  </a:lnTo>
                  <a:lnTo>
                    <a:pt x="4063" y="2574241"/>
                  </a:lnTo>
                  <a:lnTo>
                    <a:pt x="4063" y="2568558"/>
                  </a:lnTo>
                  <a:lnTo>
                    <a:pt x="4063" y="2562876"/>
                  </a:lnTo>
                  <a:lnTo>
                    <a:pt x="8127" y="2562876"/>
                  </a:lnTo>
                  <a:lnTo>
                    <a:pt x="8127" y="2557193"/>
                  </a:lnTo>
                  <a:lnTo>
                    <a:pt x="8127" y="2551510"/>
                  </a:lnTo>
                  <a:lnTo>
                    <a:pt x="8127" y="2545828"/>
                  </a:lnTo>
                  <a:lnTo>
                    <a:pt x="8127" y="2540145"/>
                  </a:lnTo>
                  <a:lnTo>
                    <a:pt x="8127" y="2534462"/>
                  </a:lnTo>
                  <a:lnTo>
                    <a:pt x="12190" y="2534462"/>
                  </a:lnTo>
                  <a:lnTo>
                    <a:pt x="12190" y="2528780"/>
                  </a:lnTo>
                  <a:lnTo>
                    <a:pt x="12190" y="2523097"/>
                  </a:lnTo>
                  <a:lnTo>
                    <a:pt x="12190" y="2517414"/>
                  </a:lnTo>
                  <a:lnTo>
                    <a:pt x="12190" y="2511732"/>
                  </a:lnTo>
                  <a:lnTo>
                    <a:pt x="12190" y="2506049"/>
                  </a:lnTo>
                  <a:lnTo>
                    <a:pt x="12190" y="2500366"/>
                  </a:lnTo>
                  <a:lnTo>
                    <a:pt x="12190" y="2494684"/>
                  </a:lnTo>
                  <a:lnTo>
                    <a:pt x="12190" y="2489001"/>
                  </a:lnTo>
                  <a:lnTo>
                    <a:pt x="12190" y="2483318"/>
                  </a:lnTo>
                  <a:lnTo>
                    <a:pt x="12190" y="2477636"/>
                  </a:lnTo>
                  <a:lnTo>
                    <a:pt x="12190" y="2471953"/>
                  </a:lnTo>
                  <a:lnTo>
                    <a:pt x="12190" y="2466271"/>
                  </a:lnTo>
                  <a:lnTo>
                    <a:pt x="12190" y="2460588"/>
                  </a:lnTo>
                  <a:lnTo>
                    <a:pt x="12190" y="2454905"/>
                  </a:lnTo>
                  <a:lnTo>
                    <a:pt x="12190" y="2449223"/>
                  </a:lnTo>
                  <a:lnTo>
                    <a:pt x="12190" y="2443540"/>
                  </a:lnTo>
                  <a:lnTo>
                    <a:pt x="12190" y="2437857"/>
                  </a:lnTo>
                  <a:lnTo>
                    <a:pt x="12190" y="2432175"/>
                  </a:lnTo>
                  <a:lnTo>
                    <a:pt x="12190" y="2426492"/>
                  </a:lnTo>
                  <a:lnTo>
                    <a:pt x="12190" y="2420809"/>
                  </a:lnTo>
                  <a:lnTo>
                    <a:pt x="12190" y="2415127"/>
                  </a:lnTo>
                  <a:lnTo>
                    <a:pt x="12190" y="2409444"/>
                  </a:lnTo>
                  <a:lnTo>
                    <a:pt x="12190" y="2403761"/>
                  </a:lnTo>
                  <a:lnTo>
                    <a:pt x="12190" y="2398079"/>
                  </a:lnTo>
                  <a:lnTo>
                    <a:pt x="12190" y="2392396"/>
                  </a:lnTo>
                  <a:lnTo>
                    <a:pt x="12190" y="2386713"/>
                  </a:lnTo>
                  <a:lnTo>
                    <a:pt x="12190" y="2381031"/>
                  </a:lnTo>
                  <a:lnTo>
                    <a:pt x="12190" y="2375348"/>
                  </a:lnTo>
                  <a:lnTo>
                    <a:pt x="12190" y="2369665"/>
                  </a:lnTo>
                  <a:lnTo>
                    <a:pt x="12190" y="2363983"/>
                  </a:lnTo>
                  <a:lnTo>
                    <a:pt x="12190" y="2358300"/>
                  </a:lnTo>
                  <a:lnTo>
                    <a:pt x="12190" y="2352617"/>
                  </a:lnTo>
                  <a:lnTo>
                    <a:pt x="12190" y="2346935"/>
                  </a:lnTo>
                  <a:lnTo>
                    <a:pt x="12190" y="2341252"/>
                  </a:lnTo>
                  <a:lnTo>
                    <a:pt x="12190" y="2335570"/>
                  </a:lnTo>
                  <a:lnTo>
                    <a:pt x="12190" y="2329887"/>
                  </a:lnTo>
                  <a:lnTo>
                    <a:pt x="12190" y="2324204"/>
                  </a:lnTo>
                  <a:lnTo>
                    <a:pt x="12190" y="2318522"/>
                  </a:lnTo>
                  <a:lnTo>
                    <a:pt x="12190" y="2312839"/>
                  </a:lnTo>
                  <a:lnTo>
                    <a:pt x="12190" y="2307156"/>
                  </a:lnTo>
                  <a:lnTo>
                    <a:pt x="12190" y="2301474"/>
                  </a:lnTo>
                  <a:lnTo>
                    <a:pt x="12190" y="2295791"/>
                  </a:lnTo>
                  <a:lnTo>
                    <a:pt x="12190" y="2290108"/>
                  </a:lnTo>
                  <a:lnTo>
                    <a:pt x="12190" y="2284426"/>
                  </a:lnTo>
                  <a:lnTo>
                    <a:pt x="12190" y="2278743"/>
                  </a:lnTo>
                  <a:lnTo>
                    <a:pt x="12190" y="2273060"/>
                  </a:lnTo>
                  <a:lnTo>
                    <a:pt x="12190" y="2267378"/>
                  </a:lnTo>
                  <a:lnTo>
                    <a:pt x="12190" y="2261695"/>
                  </a:lnTo>
                  <a:lnTo>
                    <a:pt x="12190" y="2256012"/>
                  </a:lnTo>
                  <a:lnTo>
                    <a:pt x="12190" y="2250330"/>
                  </a:lnTo>
                  <a:lnTo>
                    <a:pt x="12190" y="2244647"/>
                  </a:lnTo>
                  <a:lnTo>
                    <a:pt x="12190" y="2238964"/>
                  </a:lnTo>
                  <a:lnTo>
                    <a:pt x="12190" y="2233282"/>
                  </a:lnTo>
                  <a:lnTo>
                    <a:pt x="12190" y="2227599"/>
                  </a:lnTo>
                  <a:lnTo>
                    <a:pt x="12190" y="2221916"/>
                  </a:lnTo>
                  <a:lnTo>
                    <a:pt x="12190" y="2216234"/>
                  </a:lnTo>
                  <a:lnTo>
                    <a:pt x="12190" y="2210551"/>
                  </a:lnTo>
                  <a:lnTo>
                    <a:pt x="12190" y="2204869"/>
                  </a:lnTo>
                  <a:lnTo>
                    <a:pt x="16254" y="2204869"/>
                  </a:lnTo>
                  <a:lnTo>
                    <a:pt x="16254" y="2199186"/>
                  </a:lnTo>
                  <a:lnTo>
                    <a:pt x="16254" y="2193503"/>
                  </a:lnTo>
                  <a:lnTo>
                    <a:pt x="16254" y="2187821"/>
                  </a:lnTo>
                  <a:lnTo>
                    <a:pt x="16254" y="2182138"/>
                  </a:lnTo>
                  <a:lnTo>
                    <a:pt x="16254" y="2176455"/>
                  </a:lnTo>
                  <a:lnTo>
                    <a:pt x="16254" y="2170773"/>
                  </a:lnTo>
                  <a:lnTo>
                    <a:pt x="16254" y="2165090"/>
                  </a:lnTo>
                  <a:lnTo>
                    <a:pt x="20318" y="2165090"/>
                  </a:lnTo>
                  <a:lnTo>
                    <a:pt x="20318" y="2159407"/>
                  </a:lnTo>
                  <a:lnTo>
                    <a:pt x="20318" y="2153725"/>
                  </a:lnTo>
                  <a:lnTo>
                    <a:pt x="24381" y="2153725"/>
                  </a:lnTo>
                  <a:lnTo>
                    <a:pt x="24381" y="2148042"/>
                  </a:lnTo>
                  <a:lnTo>
                    <a:pt x="24381" y="2142359"/>
                  </a:lnTo>
                  <a:lnTo>
                    <a:pt x="24381" y="2136677"/>
                  </a:lnTo>
                  <a:lnTo>
                    <a:pt x="24381" y="2130994"/>
                  </a:lnTo>
                  <a:lnTo>
                    <a:pt x="24381" y="2125311"/>
                  </a:lnTo>
                  <a:lnTo>
                    <a:pt x="24381" y="2119629"/>
                  </a:lnTo>
                  <a:lnTo>
                    <a:pt x="24381" y="2113946"/>
                  </a:lnTo>
                  <a:lnTo>
                    <a:pt x="24381" y="2108263"/>
                  </a:lnTo>
                  <a:lnTo>
                    <a:pt x="24381" y="2102581"/>
                  </a:lnTo>
                  <a:lnTo>
                    <a:pt x="24381" y="2096898"/>
                  </a:lnTo>
                  <a:lnTo>
                    <a:pt x="24381" y="2091215"/>
                  </a:lnTo>
                  <a:lnTo>
                    <a:pt x="24381" y="2085533"/>
                  </a:lnTo>
                  <a:lnTo>
                    <a:pt x="28445" y="2085533"/>
                  </a:lnTo>
                  <a:lnTo>
                    <a:pt x="32508" y="2085533"/>
                  </a:lnTo>
                  <a:lnTo>
                    <a:pt x="32508" y="2079850"/>
                  </a:lnTo>
                  <a:lnTo>
                    <a:pt x="36572" y="2079850"/>
                  </a:lnTo>
                  <a:lnTo>
                    <a:pt x="36572" y="2074168"/>
                  </a:lnTo>
                  <a:lnTo>
                    <a:pt x="36572" y="2068485"/>
                  </a:lnTo>
                  <a:lnTo>
                    <a:pt x="36572" y="2062802"/>
                  </a:lnTo>
                  <a:lnTo>
                    <a:pt x="36572" y="2057120"/>
                  </a:lnTo>
                  <a:lnTo>
                    <a:pt x="36572" y="2051437"/>
                  </a:lnTo>
                  <a:lnTo>
                    <a:pt x="36572" y="2045754"/>
                  </a:lnTo>
                  <a:lnTo>
                    <a:pt x="36572" y="2040072"/>
                  </a:lnTo>
                  <a:lnTo>
                    <a:pt x="36572" y="2034389"/>
                  </a:lnTo>
                  <a:lnTo>
                    <a:pt x="36572" y="2028706"/>
                  </a:lnTo>
                  <a:lnTo>
                    <a:pt x="36572" y="2023024"/>
                  </a:lnTo>
                  <a:lnTo>
                    <a:pt x="36572" y="2017341"/>
                  </a:lnTo>
                  <a:lnTo>
                    <a:pt x="36572" y="2011658"/>
                  </a:lnTo>
                  <a:lnTo>
                    <a:pt x="36572" y="2005976"/>
                  </a:lnTo>
                  <a:lnTo>
                    <a:pt x="36572" y="2000293"/>
                  </a:lnTo>
                  <a:lnTo>
                    <a:pt x="36572" y="1994610"/>
                  </a:lnTo>
                  <a:lnTo>
                    <a:pt x="36572" y="1988928"/>
                  </a:lnTo>
                  <a:lnTo>
                    <a:pt x="36572" y="1983245"/>
                  </a:lnTo>
                  <a:lnTo>
                    <a:pt x="36572" y="1977562"/>
                  </a:lnTo>
                  <a:lnTo>
                    <a:pt x="36572" y="1971880"/>
                  </a:lnTo>
                  <a:lnTo>
                    <a:pt x="36572" y="1966197"/>
                  </a:lnTo>
                  <a:lnTo>
                    <a:pt x="36572" y="1960514"/>
                  </a:lnTo>
                  <a:lnTo>
                    <a:pt x="36572" y="1954832"/>
                  </a:lnTo>
                  <a:lnTo>
                    <a:pt x="36572" y="1949149"/>
                  </a:lnTo>
                  <a:lnTo>
                    <a:pt x="36572" y="1943467"/>
                  </a:lnTo>
                  <a:lnTo>
                    <a:pt x="36572" y="1937784"/>
                  </a:lnTo>
                  <a:lnTo>
                    <a:pt x="36572" y="1932101"/>
                  </a:lnTo>
                  <a:lnTo>
                    <a:pt x="36572" y="1926419"/>
                  </a:lnTo>
                  <a:lnTo>
                    <a:pt x="36572" y="1920736"/>
                  </a:lnTo>
                  <a:lnTo>
                    <a:pt x="36572" y="1915053"/>
                  </a:lnTo>
                  <a:lnTo>
                    <a:pt x="36572" y="1909371"/>
                  </a:lnTo>
                  <a:lnTo>
                    <a:pt x="36572" y="1903688"/>
                  </a:lnTo>
                  <a:lnTo>
                    <a:pt x="36572" y="1898005"/>
                  </a:lnTo>
                  <a:lnTo>
                    <a:pt x="36572" y="1892323"/>
                  </a:lnTo>
                  <a:lnTo>
                    <a:pt x="36572" y="1886640"/>
                  </a:lnTo>
                  <a:lnTo>
                    <a:pt x="36572" y="1880957"/>
                  </a:lnTo>
                  <a:lnTo>
                    <a:pt x="36572" y="1875275"/>
                  </a:lnTo>
                  <a:lnTo>
                    <a:pt x="36572" y="1869592"/>
                  </a:lnTo>
                  <a:lnTo>
                    <a:pt x="40636" y="1869592"/>
                  </a:lnTo>
                  <a:lnTo>
                    <a:pt x="40636" y="1863909"/>
                  </a:lnTo>
                  <a:lnTo>
                    <a:pt x="40636" y="1858227"/>
                  </a:lnTo>
                  <a:lnTo>
                    <a:pt x="40636" y="1852544"/>
                  </a:lnTo>
                  <a:lnTo>
                    <a:pt x="40636" y="1846861"/>
                  </a:lnTo>
                  <a:lnTo>
                    <a:pt x="40636" y="1841179"/>
                  </a:lnTo>
                  <a:lnTo>
                    <a:pt x="40636" y="1835496"/>
                  </a:lnTo>
                  <a:lnTo>
                    <a:pt x="40636" y="1829813"/>
                  </a:lnTo>
                  <a:lnTo>
                    <a:pt x="40636" y="1824131"/>
                  </a:lnTo>
                  <a:lnTo>
                    <a:pt x="44699" y="1824131"/>
                  </a:lnTo>
                  <a:lnTo>
                    <a:pt x="44699" y="1818448"/>
                  </a:lnTo>
                  <a:lnTo>
                    <a:pt x="44699" y="1812766"/>
                  </a:lnTo>
                  <a:lnTo>
                    <a:pt x="44699" y="1807083"/>
                  </a:lnTo>
                  <a:lnTo>
                    <a:pt x="44699" y="1801400"/>
                  </a:lnTo>
                  <a:lnTo>
                    <a:pt x="44699" y="1795718"/>
                  </a:lnTo>
                  <a:lnTo>
                    <a:pt x="44699" y="1790035"/>
                  </a:lnTo>
                  <a:lnTo>
                    <a:pt x="44699" y="1784352"/>
                  </a:lnTo>
                  <a:lnTo>
                    <a:pt x="44699" y="1778670"/>
                  </a:lnTo>
                  <a:lnTo>
                    <a:pt x="44699" y="1772987"/>
                  </a:lnTo>
                  <a:lnTo>
                    <a:pt x="44699" y="1767304"/>
                  </a:lnTo>
                  <a:lnTo>
                    <a:pt x="44699" y="1761622"/>
                  </a:lnTo>
                  <a:lnTo>
                    <a:pt x="44699" y="1755939"/>
                  </a:lnTo>
                  <a:lnTo>
                    <a:pt x="44699" y="1750256"/>
                  </a:lnTo>
                  <a:lnTo>
                    <a:pt x="44699" y="1744574"/>
                  </a:lnTo>
                  <a:lnTo>
                    <a:pt x="48763" y="1744574"/>
                  </a:lnTo>
                  <a:lnTo>
                    <a:pt x="48763" y="1738891"/>
                  </a:lnTo>
                  <a:lnTo>
                    <a:pt x="48763" y="1733208"/>
                  </a:lnTo>
                  <a:lnTo>
                    <a:pt x="48763" y="1727526"/>
                  </a:lnTo>
                  <a:lnTo>
                    <a:pt x="48763" y="1721843"/>
                  </a:lnTo>
                  <a:lnTo>
                    <a:pt x="48763" y="1716160"/>
                  </a:lnTo>
                  <a:lnTo>
                    <a:pt x="48763" y="1710478"/>
                  </a:lnTo>
                  <a:lnTo>
                    <a:pt x="48763" y="1704795"/>
                  </a:lnTo>
                  <a:lnTo>
                    <a:pt x="48763" y="1699112"/>
                  </a:lnTo>
                  <a:lnTo>
                    <a:pt x="48763" y="1693430"/>
                  </a:lnTo>
                  <a:lnTo>
                    <a:pt x="48763" y="1687747"/>
                  </a:lnTo>
                  <a:lnTo>
                    <a:pt x="48763" y="1682065"/>
                  </a:lnTo>
                  <a:lnTo>
                    <a:pt x="48763" y="1676382"/>
                  </a:lnTo>
                  <a:lnTo>
                    <a:pt x="48763" y="1670699"/>
                  </a:lnTo>
                  <a:lnTo>
                    <a:pt x="48763" y="1665017"/>
                  </a:lnTo>
                  <a:lnTo>
                    <a:pt x="48763" y="1659334"/>
                  </a:lnTo>
                  <a:lnTo>
                    <a:pt x="48763" y="1653651"/>
                  </a:lnTo>
                  <a:lnTo>
                    <a:pt x="48763" y="1647969"/>
                  </a:lnTo>
                  <a:lnTo>
                    <a:pt x="48763" y="1642286"/>
                  </a:lnTo>
                  <a:lnTo>
                    <a:pt x="48763" y="1636603"/>
                  </a:lnTo>
                  <a:lnTo>
                    <a:pt x="48763" y="1630921"/>
                  </a:lnTo>
                  <a:lnTo>
                    <a:pt x="48763" y="1625238"/>
                  </a:lnTo>
                  <a:lnTo>
                    <a:pt x="48763" y="1619555"/>
                  </a:lnTo>
                  <a:lnTo>
                    <a:pt x="48763" y="1613873"/>
                  </a:lnTo>
                  <a:lnTo>
                    <a:pt x="48763" y="1608190"/>
                  </a:lnTo>
                  <a:lnTo>
                    <a:pt x="48763" y="1602507"/>
                  </a:lnTo>
                  <a:lnTo>
                    <a:pt x="48763" y="1596825"/>
                  </a:lnTo>
                  <a:lnTo>
                    <a:pt x="48763" y="1591142"/>
                  </a:lnTo>
                  <a:lnTo>
                    <a:pt x="48763" y="1585459"/>
                  </a:lnTo>
                  <a:lnTo>
                    <a:pt x="48763" y="1579777"/>
                  </a:lnTo>
                  <a:lnTo>
                    <a:pt x="48763" y="1574094"/>
                  </a:lnTo>
                  <a:lnTo>
                    <a:pt x="48763" y="1568411"/>
                  </a:lnTo>
                  <a:lnTo>
                    <a:pt x="48763" y="1562729"/>
                  </a:lnTo>
                  <a:lnTo>
                    <a:pt x="48763" y="1557046"/>
                  </a:lnTo>
                  <a:lnTo>
                    <a:pt x="48763" y="1551364"/>
                  </a:lnTo>
                  <a:lnTo>
                    <a:pt x="48763" y="1545681"/>
                  </a:lnTo>
                  <a:lnTo>
                    <a:pt x="48763" y="1539998"/>
                  </a:lnTo>
                  <a:lnTo>
                    <a:pt x="48763" y="1534316"/>
                  </a:lnTo>
                  <a:lnTo>
                    <a:pt x="48763" y="1528633"/>
                  </a:lnTo>
                  <a:lnTo>
                    <a:pt x="48763" y="1522950"/>
                  </a:lnTo>
                  <a:lnTo>
                    <a:pt x="48763" y="1517268"/>
                  </a:lnTo>
                  <a:lnTo>
                    <a:pt x="48763" y="1511585"/>
                  </a:lnTo>
                  <a:lnTo>
                    <a:pt x="52826" y="1511585"/>
                  </a:lnTo>
                  <a:lnTo>
                    <a:pt x="52826" y="1505902"/>
                  </a:lnTo>
                  <a:lnTo>
                    <a:pt x="52826" y="1500220"/>
                  </a:lnTo>
                  <a:lnTo>
                    <a:pt x="52826" y="1494537"/>
                  </a:lnTo>
                  <a:lnTo>
                    <a:pt x="52826" y="1488854"/>
                  </a:lnTo>
                  <a:lnTo>
                    <a:pt x="52826" y="1483172"/>
                  </a:lnTo>
                  <a:lnTo>
                    <a:pt x="52826" y="1477489"/>
                  </a:lnTo>
                  <a:lnTo>
                    <a:pt x="52826" y="1471806"/>
                  </a:lnTo>
                  <a:lnTo>
                    <a:pt x="52826" y="1466124"/>
                  </a:lnTo>
                  <a:lnTo>
                    <a:pt x="52826" y="1460441"/>
                  </a:lnTo>
                  <a:lnTo>
                    <a:pt x="52826" y="1454758"/>
                  </a:lnTo>
                  <a:lnTo>
                    <a:pt x="52826" y="1449076"/>
                  </a:lnTo>
                  <a:lnTo>
                    <a:pt x="52826" y="1443393"/>
                  </a:lnTo>
                  <a:lnTo>
                    <a:pt x="52826" y="1437710"/>
                  </a:lnTo>
                  <a:lnTo>
                    <a:pt x="52826" y="1432028"/>
                  </a:lnTo>
                  <a:lnTo>
                    <a:pt x="52826" y="1426345"/>
                  </a:lnTo>
                  <a:lnTo>
                    <a:pt x="52826" y="1420663"/>
                  </a:lnTo>
                  <a:lnTo>
                    <a:pt x="56890" y="1420663"/>
                  </a:lnTo>
                  <a:lnTo>
                    <a:pt x="56890" y="1414980"/>
                  </a:lnTo>
                  <a:lnTo>
                    <a:pt x="56890" y="1409297"/>
                  </a:lnTo>
                  <a:lnTo>
                    <a:pt x="56890" y="1403615"/>
                  </a:lnTo>
                  <a:lnTo>
                    <a:pt x="56890" y="1397932"/>
                  </a:lnTo>
                  <a:lnTo>
                    <a:pt x="56890" y="1392249"/>
                  </a:lnTo>
                  <a:lnTo>
                    <a:pt x="56890" y="1386567"/>
                  </a:lnTo>
                  <a:lnTo>
                    <a:pt x="56890" y="1380884"/>
                  </a:lnTo>
                  <a:lnTo>
                    <a:pt x="56890" y="1375201"/>
                  </a:lnTo>
                  <a:lnTo>
                    <a:pt x="56890" y="1369519"/>
                  </a:lnTo>
                  <a:lnTo>
                    <a:pt x="56890" y="1363836"/>
                  </a:lnTo>
                  <a:lnTo>
                    <a:pt x="56890" y="1358153"/>
                  </a:lnTo>
                  <a:lnTo>
                    <a:pt x="60954" y="1358153"/>
                  </a:lnTo>
                  <a:lnTo>
                    <a:pt x="60954" y="1352471"/>
                  </a:lnTo>
                  <a:lnTo>
                    <a:pt x="60954" y="1346788"/>
                  </a:lnTo>
                  <a:lnTo>
                    <a:pt x="60954" y="1341105"/>
                  </a:lnTo>
                  <a:lnTo>
                    <a:pt x="60954" y="1335423"/>
                  </a:lnTo>
                  <a:lnTo>
                    <a:pt x="60954" y="1329740"/>
                  </a:lnTo>
                  <a:lnTo>
                    <a:pt x="60954" y="1324057"/>
                  </a:lnTo>
                  <a:lnTo>
                    <a:pt x="60954" y="1318375"/>
                  </a:lnTo>
                  <a:lnTo>
                    <a:pt x="60954" y="1307009"/>
                  </a:lnTo>
                  <a:lnTo>
                    <a:pt x="60954" y="1301327"/>
                  </a:lnTo>
                  <a:lnTo>
                    <a:pt x="60954" y="1295644"/>
                  </a:lnTo>
                  <a:lnTo>
                    <a:pt x="60954" y="1289962"/>
                  </a:lnTo>
                  <a:lnTo>
                    <a:pt x="65017" y="1289962"/>
                  </a:lnTo>
                  <a:lnTo>
                    <a:pt x="65017" y="1284279"/>
                  </a:lnTo>
                  <a:lnTo>
                    <a:pt x="69081" y="1284279"/>
                  </a:lnTo>
                  <a:lnTo>
                    <a:pt x="69081" y="1278596"/>
                  </a:lnTo>
                  <a:lnTo>
                    <a:pt x="73144" y="1278596"/>
                  </a:lnTo>
                  <a:lnTo>
                    <a:pt x="73144" y="1272914"/>
                  </a:lnTo>
                  <a:lnTo>
                    <a:pt x="73144" y="1267231"/>
                  </a:lnTo>
                  <a:lnTo>
                    <a:pt x="73144" y="1261548"/>
                  </a:lnTo>
                  <a:lnTo>
                    <a:pt x="73144" y="1255866"/>
                  </a:lnTo>
                  <a:lnTo>
                    <a:pt x="77208" y="1255866"/>
                  </a:lnTo>
                  <a:lnTo>
                    <a:pt x="77208" y="1250183"/>
                  </a:lnTo>
                  <a:lnTo>
                    <a:pt x="77208" y="1238818"/>
                  </a:lnTo>
                  <a:lnTo>
                    <a:pt x="81272" y="1238818"/>
                  </a:lnTo>
                  <a:lnTo>
                    <a:pt x="85335" y="1238818"/>
                  </a:lnTo>
                  <a:lnTo>
                    <a:pt x="85335" y="1233135"/>
                  </a:lnTo>
                  <a:lnTo>
                    <a:pt x="85335" y="1227452"/>
                  </a:lnTo>
                  <a:lnTo>
                    <a:pt x="85335" y="1221770"/>
                  </a:lnTo>
                  <a:lnTo>
                    <a:pt x="85335" y="1216087"/>
                  </a:lnTo>
                  <a:lnTo>
                    <a:pt x="85335" y="1210404"/>
                  </a:lnTo>
                  <a:lnTo>
                    <a:pt x="85335" y="1204722"/>
                  </a:lnTo>
                  <a:lnTo>
                    <a:pt x="85335" y="1193356"/>
                  </a:lnTo>
                  <a:lnTo>
                    <a:pt x="85335" y="1187674"/>
                  </a:lnTo>
                  <a:lnTo>
                    <a:pt x="85335" y="1181991"/>
                  </a:lnTo>
                  <a:lnTo>
                    <a:pt x="85335" y="1176308"/>
                  </a:lnTo>
                  <a:lnTo>
                    <a:pt x="89399" y="1176308"/>
                  </a:lnTo>
                  <a:lnTo>
                    <a:pt x="93462" y="1170626"/>
                  </a:lnTo>
                  <a:lnTo>
                    <a:pt x="93462" y="1164943"/>
                  </a:lnTo>
                  <a:lnTo>
                    <a:pt x="93462" y="1159261"/>
                  </a:lnTo>
                  <a:lnTo>
                    <a:pt x="97526" y="1159261"/>
                  </a:lnTo>
                  <a:lnTo>
                    <a:pt x="97526" y="1153578"/>
                  </a:lnTo>
                  <a:lnTo>
                    <a:pt x="97526" y="1147895"/>
                  </a:lnTo>
                  <a:lnTo>
                    <a:pt x="97526" y="1142213"/>
                  </a:lnTo>
                  <a:lnTo>
                    <a:pt x="97526" y="1136530"/>
                  </a:lnTo>
                  <a:lnTo>
                    <a:pt x="97526" y="1130847"/>
                  </a:lnTo>
                  <a:lnTo>
                    <a:pt x="97526" y="1125165"/>
                  </a:lnTo>
                  <a:lnTo>
                    <a:pt x="101590" y="1125165"/>
                  </a:lnTo>
                  <a:lnTo>
                    <a:pt x="101590" y="1113799"/>
                  </a:lnTo>
                  <a:lnTo>
                    <a:pt x="101590" y="1108117"/>
                  </a:lnTo>
                  <a:lnTo>
                    <a:pt x="101590" y="1096751"/>
                  </a:lnTo>
                  <a:lnTo>
                    <a:pt x="101590" y="1091069"/>
                  </a:lnTo>
                  <a:lnTo>
                    <a:pt x="101590" y="1085386"/>
                  </a:lnTo>
                  <a:lnTo>
                    <a:pt x="101590" y="1079703"/>
                  </a:lnTo>
                  <a:lnTo>
                    <a:pt x="101590" y="1074021"/>
                  </a:lnTo>
                  <a:lnTo>
                    <a:pt x="101590" y="1068338"/>
                  </a:lnTo>
                  <a:lnTo>
                    <a:pt x="101590" y="1062655"/>
                  </a:lnTo>
                  <a:lnTo>
                    <a:pt x="101590" y="1056973"/>
                  </a:lnTo>
                  <a:lnTo>
                    <a:pt x="105653" y="1056973"/>
                  </a:lnTo>
                  <a:lnTo>
                    <a:pt x="105653" y="1051290"/>
                  </a:lnTo>
                  <a:lnTo>
                    <a:pt x="105653" y="1045607"/>
                  </a:lnTo>
                  <a:lnTo>
                    <a:pt x="105653" y="1039925"/>
                  </a:lnTo>
                  <a:lnTo>
                    <a:pt x="109717" y="1039925"/>
                  </a:lnTo>
                  <a:lnTo>
                    <a:pt x="109717" y="1034242"/>
                  </a:lnTo>
                  <a:lnTo>
                    <a:pt x="109717" y="1028560"/>
                  </a:lnTo>
                  <a:lnTo>
                    <a:pt x="109717" y="1022877"/>
                  </a:lnTo>
                  <a:lnTo>
                    <a:pt x="113780" y="1022877"/>
                  </a:lnTo>
                  <a:lnTo>
                    <a:pt x="113780" y="1017194"/>
                  </a:lnTo>
                  <a:lnTo>
                    <a:pt x="117844" y="1017194"/>
                  </a:lnTo>
                  <a:lnTo>
                    <a:pt x="117844" y="1011512"/>
                  </a:lnTo>
                  <a:lnTo>
                    <a:pt x="121908" y="1005829"/>
                  </a:lnTo>
                  <a:lnTo>
                    <a:pt x="121908" y="994464"/>
                  </a:lnTo>
                  <a:lnTo>
                    <a:pt x="125971" y="994464"/>
                  </a:lnTo>
                  <a:lnTo>
                    <a:pt x="125971" y="988781"/>
                  </a:lnTo>
                  <a:lnTo>
                    <a:pt x="125971" y="983098"/>
                  </a:lnTo>
                  <a:lnTo>
                    <a:pt x="125971" y="977416"/>
                  </a:lnTo>
                  <a:lnTo>
                    <a:pt x="125971" y="971733"/>
                  </a:lnTo>
                  <a:lnTo>
                    <a:pt x="125971" y="966050"/>
                  </a:lnTo>
                  <a:lnTo>
                    <a:pt x="125971" y="960368"/>
                  </a:lnTo>
                  <a:lnTo>
                    <a:pt x="125971" y="954685"/>
                  </a:lnTo>
                  <a:lnTo>
                    <a:pt x="125971" y="949002"/>
                  </a:lnTo>
                  <a:lnTo>
                    <a:pt x="125971" y="943320"/>
                  </a:lnTo>
                  <a:lnTo>
                    <a:pt x="130035" y="943320"/>
                  </a:lnTo>
                  <a:lnTo>
                    <a:pt x="130035" y="937637"/>
                  </a:lnTo>
                  <a:lnTo>
                    <a:pt x="130035" y="931954"/>
                  </a:lnTo>
                  <a:lnTo>
                    <a:pt x="130035" y="926272"/>
                  </a:lnTo>
                  <a:lnTo>
                    <a:pt x="130035" y="920589"/>
                  </a:lnTo>
                  <a:lnTo>
                    <a:pt x="130035" y="914906"/>
                  </a:lnTo>
                  <a:lnTo>
                    <a:pt x="130035" y="909224"/>
                  </a:lnTo>
                  <a:lnTo>
                    <a:pt x="130035" y="903541"/>
                  </a:lnTo>
                  <a:lnTo>
                    <a:pt x="134098" y="897859"/>
                  </a:lnTo>
                  <a:lnTo>
                    <a:pt x="134098" y="892176"/>
                  </a:lnTo>
                  <a:lnTo>
                    <a:pt x="134098" y="886493"/>
                  </a:lnTo>
                  <a:lnTo>
                    <a:pt x="138162" y="886493"/>
                  </a:lnTo>
                  <a:lnTo>
                    <a:pt x="142226" y="886493"/>
                  </a:lnTo>
                  <a:lnTo>
                    <a:pt x="142226" y="880811"/>
                  </a:lnTo>
                  <a:lnTo>
                    <a:pt x="142226" y="875128"/>
                  </a:lnTo>
                  <a:lnTo>
                    <a:pt x="146289" y="875128"/>
                  </a:lnTo>
                  <a:lnTo>
                    <a:pt x="146289" y="869445"/>
                  </a:lnTo>
                  <a:lnTo>
                    <a:pt x="146289" y="863763"/>
                  </a:lnTo>
                  <a:lnTo>
                    <a:pt x="146289" y="858080"/>
                  </a:lnTo>
                  <a:lnTo>
                    <a:pt x="146289" y="852397"/>
                  </a:lnTo>
                  <a:lnTo>
                    <a:pt x="146289" y="846715"/>
                  </a:lnTo>
                  <a:lnTo>
                    <a:pt x="146289" y="841032"/>
                  </a:lnTo>
                  <a:lnTo>
                    <a:pt x="150353" y="841032"/>
                  </a:lnTo>
                  <a:lnTo>
                    <a:pt x="154417" y="841032"/>
                  </a:lnTo>
                  <a:lnTo>
                    <a:pt x="154417" y="835349"/>
                  </a:lnTo>
                  <a:lnTo>
                    <a:pt x="154417" y="829667"/>
                  </a:lnTo>
                  <a:lnTo>
                    <a:pt x="158480" y="829667"/>
                  </a:lnTo>
                  <a:lnTo>
                    <a:pt x="162544" y="829667"/>
                  </a:lnTo>
                  <a:lnTo>
                    <a:pt x="162544" y="823984"/>
                  </a:lnTo>
                  <a:lnTo>
                    <a:pt x="162544" y="818301"/>
                  </a:lnTo>
                  <a:lnTo>
                    <a:pt x="166607" y="818301"/>
                  </a:lnTo>
                  <a:lnTo>
                    <a:pt x="166607" y="806936"/>
                  </a:lnTo>
                  <a:lnTo>
                    <a:pt x="170671" y="806936"/>
                  </a:lnTo>
                  <a:lnTo>
                    <a:pt x="170671" y="801253"/>
                  </a:lnTo>
                  <a:lnTo>
                    <a:pt x="170671" y="795571"/>
                  </a:lnTo>
                  <a:lnTo>
                    <a:pt x="170671" y="789888"/>
                  </a:lnTo>
                  <a:lnTo>
                    <a:pt x="174735" y="789888"/>
                  </a:lnTo>
                  <a:lnTo>
                    <a:pt x="174735" y="784205"/>
                  </a:lnTo>
                  <a:lnTo>
                    <a:pt x="178798" y="784205"/>
                  </a:lnTo>
                  <a:lnTo>
                    <a:pt x="178798" y="778523"/>
                  </a:lnTo>
                  <a:lnTo>
                    <a:pt x="178798" y="767158"/>
                  </a:lnTo>
                  <a:lnTo>
                    <a:pt x="182862" y="767158"/>
                  </a:lnTo>
                  <a:lnTo>
                    <a:pt x="182862" y="761475"/>
                  </a:lnTo>
                  <a:lnTo>
                    <a:pt x="186925" y="761475"/>
                  </a:lnTo>
                  <a:lnTo>
                    <a:pt x="190989" y="761475"/>
                  </a:lnTo>
                  <a:lnTo>
                    <a:pt x="190989" y="755792"/>
                  </a:lnTo>
                  <a:lnTo>
                    <a:pt x="195053" y="755792"/>
                  </a:lnTo>
                  <a:lnTo>
                    <a:pt x="195053" y="750110"/>
                  </a:lnTo>
                  <a:lnTo>
                    <a:pt x="195053" y="744427"/>
                  </a:lnTo>
                  <a:lnTo>
                    <a:pt x="199116" y="744427"/>
                  </a:lnTo>
                  <a:lnTo>
                    <a:pt x="199116" y="738744"/>
                  </a:lnTo>
                  <a:lnTo>
                    <a:pt x="199116" y="733062"/>
                  </a:lnTo>
                  <a:lnTo>
                    <a:pt x="199116" y="727379"/>
                  </a:lnTo>
                  <a:lnTo>
                    <a:pt x="199116" y="721696"/>
                  </a:lnTo>
                  <a:lnTo>
                    <a:pt x="207243" y="716014"/>
                  </a:lnTo>
                  <a:lnTo>
                    <a:pt x="207243" y="710331"/>
                  </a:lnTo>
                  <a:lnTo>
                    <a:pt x="207243" y="704648"/>
                  </a:lnTo>
                  <a:lnTo>
                    <a:pt x="211307" y="704648"/>
                  </a:lnTo>
                  <a:lnTo>
                    <a:pt x="215371" y="698966"/>
                  </a:lnTo>
                  <a:lnTo>
                    <a:pt x="215371" y="693283"/>
                  </a:lnTo>
                  <a:lnTo>
                    <a:pt x="219434" y="693283"/>
                  </a:lnTo>
                  <a:lnTo>
                    <a:pt x="219434" y="687600"/>
                  </a:lnTo>
                  <a:lnTo>
                    <a:pt x="219434" y="681918"/>
                  </a:lnTo>
                  <a:lnTo>
                    <a:pt x="219434" y="676235"/>
                  </a:lnTo>
                  <a:lnTo>
                    <a:pt x="219434" y="670552"/>
                  </a:lnTo>
                  <a:lnTo>
                    <a:pt x="223498" y="670552"/>
                  </a:lnTo>
                  <a:lnTo>
                    <a:pt x="223498" y="664870"/>
                  </a:lnTo>
                  <a:lnTo>
                    <a:pt x="227561" y="664870"/>
                  </a:lnTo>
                  <a:lnTo>
                    <a:pt x="227561" y="659187"/>
                  </a:lnTo>
                  <a:lnTo>
                    <a:pt x="227561" y="653504"/>
                  </a:lnTo>
                  <a:lnTo>
                    <a:pt x="227561" y="647822"/>
                  </a:lnTo>
                  <a:lnTo>
                    <a:pt x="231625" y="642139"/>
                  </a:lnTo>
                  <a:lnTo>
                    <a:pt x="231625" y="636457"/>
                  </a:lnTo>
                  <a:lnTo>
                    <a:pt x="231625" y="630774"/>
                  </a:lnTo>
                  <a:lnTo>
                    <a:pt x="235689" y="630774"/>
                  </a:lnTo>
                  <a:lnTo>
                    <a:pt x="239752" y="630774"/>
                  </a:lnTo>
                  <a:lnTo>
                    <a:pt x="239752" y="625091"/>
                  </a:lnTo>
                  <a:lnTo>
                    <a:pt x="243816" y="625091"/>
                  </a:lnTo>
                  <a:lnTo>
                    <a:pt x="247879" y="625091"/>
                  </a:lnTo>
                  <a:lnTo>
                    <a:pt x="247879" y="619409"/>
                  </a:lnTo>
                  <a:lnTo>
                    <a:pt x="251943" y="619409"/>
                  </a:lnTo>
                  <a:lnTo>
                    <a:pt x="256007" y="619409"/>
                  </a:lnTo>
                  <a:lnTo>
                    <a:pt x="260070" y="619409"/>
                  </a:lnTo>
                  <a:lnTo>
                    <a:pt x="260070" y="613726"/>
                  </a:lnTo>
                  <a:lnTo>
                    <a:pt x="264134" y="608043"/>
                  </a:lnTo>
                  <a:lnTo>
                    <a:pt x="264134" y="602361"/>
                  </a:lnTo>
                  <a:lnTo>
                    <a:pt x="272261" y="602361"/>
                  </a:lnTo>
                  <a:lnTo>
                    <a:pt x="272261" y="596678"/>
                  </a:lnTo>
                  <a:lnTo>
                    <a:pt x="272261" y="585313"/>
                  </a:lnTo>
                  <a:lnTo>
                    <a:pt x="272261" y="568265"/>
                  </a:lnTo>
                  <a:lnTo>
                    <a:pt x="276325" y="568265"/>
                  </a:lnTo>
                  <a:lnTo>
                    <a:pt x="280388" y="568265"/>
                  </a:lnTo>
                  <a:lnTo>
                    <a:pt x="288516" y="562582"/>
                  </a:lnTo>
                  <a:lnTo>
                    <a:pt x="296643" y="562582"/>
                  </a:lnTo>
                  <a:lnTo>
                    <a:pt x="300706" y="562582"/>
                  </a:lnTo>
                  <a:lnTo>
                    <a:pt x="300706" y="556899"/>
                  </a:lnTo>
                  <a:lnTo>
                    <a:pt x="304770" y="556899"/>
                  </a:lnTo>
                  <a:lnTo>
                    <a:pt x="304770" y="551217"/>
                  </a:lnTo>
                  <a:lnTo>
                    <a:pt x="308834" y="545534"/>
                  </a:lnTo>
                  <a:lnTo>
                    <a:pt x="312897" y="545534"/>
                  </a:lnTo>
                  <a:lnTo>
                    <a:pt x="316961" y="545534"/>
                  </a:lnTo>
                  <a:lnTo>
                    <a:pt x="321024" y="545534"/>
                  </a:lnTo>
                  <a:lnTo>
                    <a:pt x="321024" y="539851"/>
                  </a:lnTo>
                  <a:lnTo>
                    <a:pt x="325088" y="539851"/>
                  </a:lnTo>
                  <a:lnTo>
                    <a:pt x="329152" y="539851"/>
                  </a:lnTo>
                  <a:lnTo>
                    <a:pt x="329152" y="534169"/>
                  </a:lnTo>
                  <a:lnTo>
                    <a:pt x="333215" y="534169"/>
                  </a:lnTo>
                  <a:lnTo>
                    <a:pt x="333215" y="528486"/>
                  </a:lnTo>
                  <a:lnTo>
                    <a:pt x="337279" y="528486"/>
                  </a:lnTo>
                  <a:lnTo>
                    <a:pt x="341342" y="528486"/>
                  </a:lnTo>
                  <a:lnTo>
                    <a:pt x="345406" y="528486"/>
                  </a:lnTo>
                  <a:lnTo>
                    <a:pt x="345406" y="522803"/>
                  </a:lnTo>
                  <a:lnTo>
                    <a:pt x="345406" y="517121"/>
                  </a:lnTo>
                  <a:lnTo>
                    <a:pt x="349470" y="517121"/>
                  </a:lnTo>
                  <a:lnTo>
                    <a:pt x="353533" y="517121"/>
                  </a:lnTo>
                  <a:lnTo>
                    <a:pt x="353533" y="511438"/>
                  </a:lnTo>
                  <a:lnTo>
                    <a:pt x="353533" y="500073"/>
                  </a:lnTo>
                  <a:lnTo>
                    <a:pt x="357597" y="500073"/>
                  </a:lnTo>
                  <a:lnTo>
                    <a:pt x="357597" y="494390"/>
                  </a:lnTo>
                  <a:lnTo>
                    <a:pt x="365724" y="494390"/>
                  </a:lnTo>
                  <a:lnTo>
                    <a:pt x="369788" y="494390"/>
                  </a:lnTo>
                  <a:lnTo>
                    <a:pt x="369788" y="488708"/>
                  </a:lnTo>
                  <a:lnTo>
                    <a:pt x="369788" y="483025"/>
                  </a:lnTo>
                  <a:lnTo>
                    <a:pt x="373851" y="483025"/>
                  </a:lnTo>
                  <a:lnTo>
                    <a:pt x="377915" y="483025"/>
                  </a:lnTo>
                  <a:lnTo>
                    <a:pt x="381978" y="483025"/>
                  </a:lnTo>
                  <a:lnTo>
                    <a:pt x="381978" y="471660"/>
                  </a:lnTo>
                  <a:lnTo>
                    <a:pt x="381978" y="465977"/>
                  </a:lnTo>
                  <a:lnTo>
                    <a:pt x="386042" y="465977"/>
                  </a:lnTo>
                  <a:lnTo>
                    <a:pt x="390106" y="465977"/>
                  </a:lnTo>
                  <a:lnTo>
                    <a:pt x="394169" y="465977"/>
                  </a:lnTo>
                  <a:lnTo>
                    <a:pt x="398233" y="465977"/>
                  </a:lnTo>
                  <a:lnTo>
                    <a:pt x="402296" y="460294"/>
                  </a:lnTo>
                  <a:lnTo>
                    <a:pt x="406360" y="460294"/>
                  </a:lnTo>
                  <a:lnTo>
                    <a:pt x="418551" y="460294"/>
                  </a:lnTo>
                  <a:lnTo>
                    <a:pt x="422615" y="460294"/>
                  </a:lnTo>
                  <a:lnTo>
                    <a:pt x="426678" y="454612"/>
                  </a:lnTo>
                  <a:lnTo>
                    <a:pt x="426678" y="448929"/>
                  </a:lnTo>
                  <a:lnTo>
                    <a:pt x="426678" y="443246"/>
                  </a:lnTo>
                  <a:lnTo>
                    <a:pt x="430742" y="443246"/>
                  </a:lnTo>
                  <a:lnTo>
                    <a:pt x="434805" y="443246"/>
                  </a:lnTo>
                  <a:lnTo>
                    <a:pt x="434805" y="437564"/>
                  </a:lnTo>
                  <a:lnTo>
                    <a:pt x="438869" y="437564"/>
                  </a:lnTo>
                  <a:lnTo>
                    <a:pt x="446996" y="437564"/>
                  </a:lnTo>
                  <a:lnTo>
                    <a:pt x="446996" y="431881"/>
                  </a:lnTo>
                  <a:lnTo>
                    <a:pt x="451060" y="431881"/>
                  </a:lnTo>
                  <a:lnTo>
                    <a:pt x="455123" y="431881"/>
                  </a:lnTo>
                  <a:lnTo>
                    <a:pt x="459187" y="431881"/>
                  </a:lnTo>
                  <a:lnTo>
                    <a:pt x="463251" y="420516"/>
                  </a:lnTo>
                  <a:lnTo>
                    <a:pt x="467314" y="420516"/>
                  </a:lnTo>
                  <a:lnTo>
                    <a:pt x="471378" y="420516"/>
                  </a:lnTo>
                  <a:lnTo>
                    <a:pt x="479505" y="414833"/>
                  </a:lnTo>
                  <a:lnTo>
                    <a:pt x="483569" y="414833"/>
                  </a:lnTo>
                  <a:lnTo>
                    <a:pt x="483569" y="409150"/>
                  </a:lnTo>
                  <a:lnTo>
                    <a:pt x="483569" y="403468"/>
                  </a:lnTo>
                  <a:lnTo>
                    <a:pt x="483569" y="397785"/>
                  </a:lnTo>
                  <a:lnTo>
                    <a:pt x="487632" y="397785"/>
                  </a:lnTo>
                  <a:lnTo>
                    <a:pt x="487632" y="386420"/>
                  </a:lnTo>
                  <a:lnTo>
                    <a:pt x="491696" y="386420"/>
                  </a:lnTo>
                  <a:lnTo>
                    <a:pt x="495759" y="375055"/>
                  </a:lnTo>
                  <a:lnTo>
                    <a:pt x="499823" y="375055"/>
                  </a:lnTo>
                  <a:lnTo>
                    <a:pt x="503887" y="375055"/>
                  </a:lnTo>
                  <a:lnTo>
                    <a:pt x="503887" y="369372"/>
                  </a:lnTo>
                  <a:lnTo>
                    <a:pt x="503887" y="358007"/>
                  </a:lnTo>
                  <a:lnTo>
                    <a:pt x="503887" y="352324"/>
                  </a:lnTo>
                  <a:lnTo>
                    <a:pt x="512014" y="352324"/>
                  </a:lnTo>
                  <a:lnTo>
                    <a:pt x="516077" y="352324"/>
                  </a:lnTo>
                  <a:lnTo>
                    <a:pt x="520141" y="346641"/>
                  </a:lnTo>
                  <a:lnTo>
                    <a:pt x="524205" y="340959"/>
                  </a:lnTo>
                  <a:lnTo>
                    <a:pt x="528268" y="340959"/>
                  </a:lnTo>
                  <a:lnTo>
                    <a:pt x="532332" y="340959"/>
                  </a:lnTo>
                  <a:lnTo>
                    <a:pt x="536395" y="340959"/>
                  </a:lnTo>
                  <a:lnTo>
                    <a:pt x="540459" y="340959"/>
                  </a:lnTo>
                  <a:lnTo>
                    <a:pt x="540459" y="335276"/>
                  </a:lnTo>
                  <a:lnTo>
                    <a:pt x="544523" y="335276"/>
                  </a:lnTo>
                  <a:lnTo>
                    <a:pt x="548586" y="335276"/>
                  </a:lnTo>
                  <a:lnTo>
                    <a:pt x="552650" y="335276"/>
                  </a:lnTo>
                  <a:lnTo>
                    <a:pt x="556714" y="335276"/>
                  </a:lnTo>
                  <a:lnTo>
                    <a:pt x="560777" y="335276"/>
                  </a:lnTo>
                  <a:lnTo>
                    <a:pt x="564841" y="335276"/>
                  </a:lnTo>
                  <a:lnTo>
                    <a:pt x="568904" y="335276"/>
                  </a:lnTo>
                  <a:lnTo>
                    <a:pt x="577032" y="335276"/>
                  </a:lnTo>
                  <a:lnTo>
                    <a:pt x="581095" y="335276"/>
                  </a:lnTo>
                  <a:lnTo>
                    <a:pt x="585159" y="335276"/>
                  </a:lnTo>
                  <a:lnTo>
                    <a:pt x="589222" y="329593"/>
                  </a:lnTo>
                  <a:lnTo>
                    <a:pt x="593286" y="329593"/>
                  </a:lnTo>
                  <a:lnTo>
                    <a:pt x="597350" y="329593"/>
                  </a:lnTo>
                  <a:lnTo>
                    <a:pt x="601413" y="329593"/>
                  </a:lnTo>
                  <a:lnTo>
                    <a:pt x="605477" y="323911"/>
                  </a:lnTo>
                  <a:lnTo>
                    <a:pt x="613604" y="323911"/>
                  </a:lnTo>
                  <a:lnTo>
                    <a:pt x="613604" y="318228"/>
                  </a:lnTo>
                  <a:lnTo>
                    <a:pt x="617668" y="318228"/>
                  </a:lnTo>
                  <a:lnTo>
                    <a:pt x="621731" y="318228"/>
                  </a:lnTo>
                  <a:lnTo>
                    <a:pt x="625795" y="318228"/>
                  </a:lnTo>
                  <a:lnTo>
                    <a:pt x="629858" y="318228"/>
                  </a:lnTo>
                  <a:lnTo>
                    <a:pt x="633922" y="318228"/>
                  </a:lnTo>
                  <a:lnTo>
                    <a:pt x="637986" y="318228"/>
                  </a:lnTo>
                  <a:lnTo>
                    <a:pt x="646113" y="318228"/>
                  </a:lnTo>
                  <a:lnTo>
                    <a:pt x="654240" y="318228"/>
                  </a:lnTo>
                  <a:lnTo>
                    <a:pt x="658304" y="318228"/>
                  </a:lnTo>
                  <a:lnTo>
                    <a:pt x="662367" y="318228"/>
                  </a:lnTo>
                  <a:lnTo>
                    <a:pt x="666431" y="318228"/>
                  </a:lnTo>
                  <a:lnTo>
                    <a:pt x="670494" y="318228"/>
                  </a:lnTo>
                  <a:lnTo>
                    <a:pt x="674558" y="318228"/>
                  </a:lnTo>
                  <a:lnTo>
                    <a:pt x="678622" y="312545"/>
                  </a:lnTo>
                  <a:lnTo>
                    <a:pt x="682685" y="312545"/>
                  </a:lnTo>
                  <a:lnTo>
                    <a:pt x="686749" y="312545"/>
                  </a:lnTo>
                  <a:lnTo>
                    <a:pt x="690813" y="312545"/>
                  </a:lnTo>
                  <a:lnTo>
                    <a:pt x="698940" y="312545"/>
                  </a:lnTo>
                  <a:lnTo>
                    <a:pt x="703003" y="312545"/>
                  </a:lnTo>
                  <a:lnTo>
                    <a:pt x="707067" y="312545"/>
                  </a:lnTo>
                  <a:lnTo>
                    <a:pt x="715194" y="312545"/>
                  </a:lnTo>
                  <a:lnTo>
                    <a:pt x="719258" y="306863"/>
                  </a:lnTo>
                  <a:lnTo>
                    <a:pt x="723321" y="306863"/>
                  </a:lnTo>
                  <a:lnTo>
                    <a:pt x="731449" y="301180"/>
                  </a:lnTo>
                  <a:lnTo>
                    <a:pt x="735512" y="301180"/>
                  </a:lnTo>
                  <a:lnTo>
                    <a:pt x="739576" y="301180"/>
                  </a:lnTo>
                  <a:lnTo>
                    <a:pt x="743639" y="301180"/>
                  </a:lnTo>
                  <a:lnTo>
                    <a:pt x="747703" y="301180"/>
                  </a:lnTo>
                  <a:lnTo>
                    <a:pt x="751767" y="301180"/>
                  </a:lnTo>
                  <a:lnTo>
                    <a:pt x="759894" y="301180"/>
                  </a:lnTo>
                  <a:lnTo>
                    <a:pt x="763957" y="301180"/>
                  </a:lnTo>
                  <a:lnTo>
                    <a:pt x="768021" y="301180"/>
                  </a:lnTo>
                  <a:lnTo>
                    <a:pt x="772085" y="301180"/>
                  </a:lnTo>
                  <a:lnTo>
                    <a:pt x="776148" y="295497"/>
                  </a:lnTo>
                  <a:lnTo>
                    <a:pt x="776148" y="289815"/>
                  </a:lnTo>
                  <a:lnTo>
                    <a:pt x="780212" y="289815"/>
                  </a:lnTo>
                  <a:lnTo>
                    <a:pt x="784275" y="289815"/>
                  </a:lnTo>
                  <a:lnTo>
                    <a:pt x="788339" y="289815"/>
                  </a:lnTo>
                  <a:lnTo>
                    <a:pt x="792403" y="289815"/>
                  </a:lnTo>
                  <a:lnTo>
                    <a:pt x="796466" y="289815"/>
                  </a:lnTo>
                  <a:lnTo>
                    <a:pt x="808657" y="289815"/>
                  </a:lnTo>
                  <a:lnTo>
                    <a:pt x="812721" y="289815"/>
                  </a:lnTo>
                  <a:lnTo>
                    <a:pt x="816784" y="289815"/>
                  </a:lnTo>
                  <a:lnTo>
                    <a:pt x="820848" y="289815"/>
                  </a:lnTo>
                  <a:lnTo>
                    <a:pt x="824911" y="284132"/>
                  </a:lnTo>
                  <a:lnTo>
                    <a:pt x="828975" y="284132"/>
                  </a:lnTo>
                  <a:lnTo>
                    <a:pt x="833039" y="284132"/>
                  </a:lnTo>
                  <a:lnTo>
                    <a:pt x="837102" y="284132"/>
                  </a:lnTo>
                  <a:lnTo>
                    <a:pt x="841166" y="284132"/>
                  </a:lnTo>
                  <a:lnTo>
                    <a:pt x="841166" y="278449"/>
                  </a:lnTo>
                  <a:lnTo>
                    <a:pt x="845230" y="278449"/>
                  </a:lnTo>
                  <a:lnTo>
                    <a:pt x="849293" y="278449"/>
                  </a:lnTo>
                  <a:lnTo>
                    <a:pt x="853357" y="278449"/>
                  </a:lnTo>
                  <a:lnTo>
                    <a:pt x="857420" y="278449"/>
                  </a:lnTo>
                  <a:lnTo>
                    <a:pt x="861484" y="278449"/>
                  </a:lnTo>
                  <a:lnTo>
                    <a:pt x="873675" y="278449"/>
                  </a:lnTo>
                  <a:lnTo>
                    <a:pt x="877738" y="278449"/>
                  </a:lnTo>
                  <a:lnTo>
                    <a:pt x="877738" y="272767"/>
                  </a:lnTo>
                  <a:lnTo>
                    <a:pt x="885866" y="272767"/>
                  </a:lnTo>
                  <a:lnTo>
                    <a:pt x="889929" y="272767"/>
                  </a:lnTo>
                  <a:lnTo>
                    <a:pt x="893993" y="272767"/>
                  </a:lnTo>
                  <a:lnTo>
                    <a:pt x="898056" y="272767"/>
                  </a:lnTo>
                  <a:lnTo>
                    <a:pt x="902120" y="272767"/>
                  </a:lnTo>
                  <a:lnTo>
                    <a:pt x="906184" y="272767"/>
                  </a:lnTo>
                  <a:lnTo>
                    <a:pt x="910247" y="267084"/>
                  </a:lnTo>
                  <a:lnTo>
                    <a:pt x="914311" y="267084"/>
                  </a:lnTo>
                  <a:lnTo>
                    <a:pt x="926502" y="261401"/>
                  </a:lnTo>
                  <a:lnTo>
                    <a:pt x="930565" y="261401"/>
                  </a:lnTo>
                  <a:lnTo>
                    <a:pt x="934629" y="261401"/>
                  </a:lnTo>
                  <a:lnTo>
                    <a:pt x="942756" y="261401"/>
                  </a:lnTo>
                  <a:lnTo>
                    <a:pt x="946820" y="261401"/>
                  </a:lnTo>
                  <a:lnTo>
                    <a:pt x="950883" y="261401"/>
                  </a:lnTo>
                  <a:lnTo>
                    <a:pt x="954947" y="261401"/>
                  </a:lnTo>
                  <a:lnTo>
                    <a:pt x="959010" y="261401"/>
                  </a:lnTo>
                  <a:lnTo>
                    <a:pt x="963074" y="261401"/>
                  </a:lnTo>
                  <a:lnTo>
                    <a:pt x="963074" y="255719"/>
                  </a:lnTo>
                  <a:lnTo>
                    <a:pt x="971201" y="255719"/>
                  </a:lnTo>
                  <a:lnTo>
                    <a:pt x="975265" y="255719"/>
                  </a:lnTo>
                  <a:lnTo>
                    <a:pt x="979329" y="255719"/>
                  </a:lnTo>
                  <a:lnTo>
                    <a:pt x="983392" y="255719"/>
                  </a:lnTo>
                  <a:lnTo>
                    <a:pt x="987456" y="255719"/>
                  </a:lnTo>
                  <a:lnTo>
                    <a:pt x="995583" y="255719"/>
                  </a:lnTo>
                  <a:lnTo>
                    <a:pt x="999647" y="255719"/>
                  </a:lnTo>
                  <a:lnTo>
                    <a:pt x="1003710" y="250036"/>
                  </a:lnTo>
                  <a:lnTo>
                    <a:pt x="1007774" y="250036"/>
                  </a:lnTo>
                  <a:lnTo>
                    <a:pt x="1011837" y="250036"/>
                  </a:lnTo>
                  <a:lnTo>
                    <a:pt x="1015901" y="250036"/>
                  </a:lnTo>
                  <a:lnTo>
                    <a:pt x="1019965" y="250036"/>
                  </a:lnTo>
                  <a:lnTo>
                    <a:pt x="1028092" y="250036"/>
                  </a:lnTo>
                  <a:lnTo>
                    <a:pt x="1032155" y="250036"/>
                  </a:lnTo>
                  <a:lnTo>
                    <a:pt x="1040283" y="250036"/>
                  </a:lnTo>
                  <a:lnTo>
                    <a:pt x="1060601" y="250036"/>
                  </a:lnTo>
                  <a:lnTo>
                    <a:pt x="1064664" y="250036"/>
                  </a:lnTo>
                  <a:lnTo>
                    <a:pt x="1068728" y="250036"/>
                  </a:lnTo>
                  <a:lnTo>
                    <a:pt x="1072791" y="250036"/>
                  </a:lnTo>
                  <a:lnTo>
                    <a:pt x="1080919" y="250036"/>
                  </a:lnTo>
                  <a:lnTo>
                    <a:pt x="1084982" y="244354"/>
                  </a:lnTo>
                  <a:lnTo>
                    <a:pt x="1089046" y="244354"/>
                  </a:lnTo>
                  <a:lnTo>
                    <a:pt x="1093109" y="244354"/>
                  </a:lnTo>
                  <a:lnTo>
                    <a:pt x="1097173" y="244354"/>
                  </a:lnTo>
                  <a:lnTo>
                    <a:pt x="1101237" y="244354"/>
                  </a:lnTo>
                  <a:lnTo>
                    <a:pt x="1101237" y="238671"/>
                  </a:lnTo>
                  <a:lnTo>
                    <a:pt x="1105300" y="238671"/>
                  </a:lnTo>
                  <a:lnTo>
                    <a:pt x="1113428" y="238671"/>
                  </a:lnTo>
                  <a:lnTo>
                    <a:pt x="1117491" y="238671"/>
                  </a:lnTo>
                  <a:lnTo>
                    <a:pt x="1125618" y="238671"/>
                  </a:lnTo>
                  <a:lnTo>
                    <a:pt x="1129682" y="238671"/>
                  </a:lnTo>
                  <a:lnTo>
                    <a:pt x="1133746" y="238671"/>
                  </a:lnTo>
                  <a:lnTo>
                    <a:pt x="1137809" y="238671"/>
                  </a:lnTo>
                  <a:lnTo>
                    <a:pt x="1141873" y="232988"/>
                  </a:lnTo>
                  <a:lnTo>
                    <a:pt x="1145936" y="232988"/>
                  </a:lnTo>
                  <a:lnTo>
                    <a:pt x="1154064" y="232988"/>
                  </a:lnTo>
                  <a:lnTo>
                    <a:pt x="1158127" y="232988"/>
                  </a:lnTo>
                  <a:lnTo>
                    <a:pt x="1158127" y="227306"/>
                  </a:lnTo>
                  <a:lnTo>
                    <a:pt x="1158127" y="221623"/>
                  </a:lnTo>
                  <a:lnTo>
                    <a:pt x="1162191" y="221623"/>
                  </a:lnTo>
                  <a:lnTo>
                    <a:pt x="1166254" y="221623"/>
                  </a:lnTo>
                  <a:lnTo>
                    <a:pt x="1166254" y="215940"/>
                  </a:lnTo>
                  <a:lnTo>
                    <a:pt x="1170318" y="215940"/>
                  </a:lnTo>
                  <a:lnTo>
                    <a:pt x="1174382" y="215940"/>
                  </a:lnTo>
                  <a:lnTo>
                    <a:pt x="1178445" y="215940"/>
                  </a:lnTo>
                  <a:lnTo>
                    <a:pt x="1182509" y="215940"/>
                  </a:lnTo>
                  <a:lnTo>
                    <a:pt x="1182509" y="210258"/>
                  </a:lnTo>
                  <a:lnTo>
                    <a:pt x="1190636" y="210258"/>
                  </a:lnTo>
                  <a:lnTo>
                    <a:pt x="1194700" y="210258"/>
                  </a:lnTo>
                  <a:lnTo>
                    <a:pt x="1198763" y="210258"/>
                  </a:lnTo>
                  <a:lnTo>
                    <a:pt x="1202827" y="210258"/>
                  </a:lnTo>
                  <a:lnTo>
                    <a:pt x="1206890" y="210258"/>
                  </a:lnTo>
                  <a:lnTo>
                    <a:pt x="1210954" y="210258"/>
                  </a:lnTo>
                  <a:lnTo>
                    <a:pt x="1210954" y="204575"/>
                  </a:lnTo>
                  <a:lnTo>
                    <a:pt x="1210954" y="198892"/>
                  </a:lnTo>
                  <a:lnTo>
                    <a:pt x="1223145" y="198892"/>
                  </a:lnTo>
                  <a:lnTo>
                    <a:pt x="1227208" y="198892"/>
                  </a:lnTo>
                  <a:lnTo>
                    <a:pt x="1231272" y="198892"/>
                  </a:lnTo>
                  <a:lnTo>
                    <a:pt x="1235336" y="198892"/>
                  </a:lnTo>
                  <a:lnTo>
                    <a:pt x="1247527" y="198892"/>
                  </a:lnTo>
                  <a:lnTo>
                    <a:pt x="1255654" y="198892"/>
                  </a:lnTo>
                  <a:lnTo>
                    <a:pt x="1259717" y="198892"/>
                  </a:lnTo>
                  <a:lnTo>
                    <a:pt x="1267845" y="198892"/>
                  </a:lnTo>
                  <a:lnTo>
                    <a:pt x="1271908" y="198892"/>
                  </a:lnTo>
                  <a:lnTo>
                    <a:pt x="1280035" y="198892"/>
                  </a:lnTo>
                  <a:lnTo>
                    <a:pt x="1284099" y="198892"/>
                  </a:lnTo>
                  <a:lnTo>
                    <a:pt x="1284099" y="193210"/>
                  </a:lnTo>
                  <a:lnTo>
                    <a:pt x="1288163" y="193210"/>
                  </a:lnTo>
                  <a:lnTo>
                    <a:pt x="1288163" y="187527"/>
                  </a:lnTo>
                  <a:lnTo>
                    <a:pt x="1292226" y="187527"/>
                  </a:lnTo>
                  <a:lnTo>
                    <a:pt x="1296290" y="187527"/>
                  </a:lnTo>
                  <a:lnTo>
                    <a:pt x="1296290" y="176162"/>
                  </a:lnTo>
                  <a:lnTo>
                    <a:pt x="1300353" y="176162"/>
                  </a:lnTo>
                  <a:lnTo>
                    <a:pt x="1304417" y="176162"/>
                  </a:lnTo>
                  <a:lnTo>
                    <a:pt x="1304417" y="170479"/>
                  </a:lnTo>
                  <a:lnTo>
                    <a:pt x="1308481" y="164796"/>
                  </a:lnTo>
                  <a:lnTo>
                    <a:pt x="1316608" y="164796"/>
                  </a:lnTo>
                  <a:lnTo>
                    <a:pt x="1324735" y="164796"/>
                  </a:lnTo>
                  <a:lnTo>
                    <a:pt x="1332862" y="164796"/>
                  </a:lnTo>
                  <a:lnTo>
                    <a:pt x="1336926" y="164796"/>
                  </a:lnTo>
                  <a:lnTo>
                    <a:pt x="1340989" y="164796"/>
                  </a:lnTo>
                  <a:lnTo>
                    <a:pt x="1357244" y="164796"/>
                  </a:lnTo>
                  <a:lnTo>
                    <a:pt x="1361307" y="164796"/>
                  </a:lnTo>
                  <a:lnTo>
                    <a:pt x="1373498" y="164796"/>
                  </a:lnTo>
                  <a:lnTo>
                    <a:pt x="1377562" y="164796"/>
                  </a:lnTo>
                  <a:lnTo>
                    <a:pt x="1381626" y="159114"/>
                  </a:lnTo>
                  <a:lnTo>
                    <a:pt x="1385689" y="159114"/>
                  </a:lnTo>
                  <a:lnTo>
                    <a:pt x="1389753" y="153431"/>
                  </a:lnTo>
                  <a:lnTo>
                    <a:pt x="1393816" y="153431"/>
                  </a:lnTo>
                  <a:lnTo>
                    <a:pt x="1397880" y="153431"/>
                  </a:lnTo>
                  <a:lnTo>
                    <a:pt x="1397880" y="147748"/>
                  </a:lnTo>
                  <a:lnTo>
                    <a:pt x="1406007" y="142066"/>
                  </a:lnTo>
                  <a:lnTo>
                    <a:pt x="1414134" y="142066"/>
                  </a:lnTo>
                  <a:lnTo>
                    <a:pt x="1418198" y="142066"/>
                  </a:lnTo>
                  <a:lnTo>
                    <a:pt x="1422262" y="142066"/>
                  </a:lnTo>
                  <a:lnTo>
                    <a:pt x="1430389" y="142066"/>
                  </a:lnTo>
                  <a:lnTo>
                    <a:pt x="1434452" y="142066"/>
                  </a:lnTo>
                  <a:lnTo>
                    <a:pt x="1446643" y="142066"/>
                  </a:lnTo>
                  <a:lnTo>
                    <a:pt x="1450707" y="142066"/>
                  </a:lnTo>
                  <a:lnTo>
                    <a:pt x="1454770" y="142066"/>
                  </a:lnTo>
                  <a:lnTo>
                    <a:pt x="1458834" y="142066"/>
                  </a:lnTo>
                  <a:lnTo>
                    <a:pt x="1471025" y="136383"/>
                  </a:lnTo>
                  <a:lnTo>
                    <a:pt x="1475088" y="136383"/>
                  </a:lnTo>
                  <a:lnTo>
                    <a:pt x="1479152" y="136383"/>
                  </a:lnTo>
                  <a:lnTo>
                    <a:pt x="1483216" y="136383"/>
                  </a:lnTo>
                  <a:lnTo>
                    <a:pt x="1491343" y="136383"/>
                  </a:lnTo>
                  <a:lnTo>
                    <a:pt x="1495406" y="130700"/>
                  </a:lnTo>
                  <a:lnTo>
                    <a:pt x="1503534" y="130700"/>
                  </a:lnTo>
                  <a:lnTo>
                    <a:pt x="1507597" y="130700"/>
                  </a:lnTo>
                  <a:lnTo>
                    <a:pt x="1511661" y="130700"/>
                  </a:lnTo>
                  <a:lnTo>
                    <a:pt x="1519788" y="125018"/>
                  </a:lnTo>
                  <a:lnTo>
                    <a:pt x="1523852" y="125018"/>
                  </a:lnTo>
                  <a:lnTo>
                    <a:pt x="1523852" y="119335"/>
                  </a:lnTo>
                  <a:lnTo>
                    <a:pt x="1527915" y="119335"/>
                  </a:lnTo>
                  <a:lnTo>
                    <a:pt x="1536043" y="119335"/>
                  </a:lnTo>
                  <a:lnTo>
                    <a:pt x="1544170" y="119335"/>
                  </a:lnTo>
                  <a:lnTo>
                    <a:pt x="1548233" y="119335"/>
                  </a:lnTo>
                  <a:lnTo>
                    <a:pt x="1552297" y="119335"/>
                  </a:lnTo>
                  <a:lnTo>
                    <a:pt x="1556361" y="119335"/>
                  </a:lnTo>
                  <a:lnTo>
                    <a:pt x="1556361" y="113653"/>
                  </a:lnTo>
                  <a:lnTo>
                    <a:pt x="1560424" y="113653"/>
                  </a:lnTo>
                  <a:lnTo>
                    <a:pt x="1564488" y="113653"/>
                  </a:lnTo>
                  <a:lnTo>
                    <a:pt x="1568551" y="113653"/>
                  </a:lnTo>
                  <a:lnTo>
                    <a:pt x="1568551" y="107970"/>
                  </a:lnTo>
                  <a:lnTo>
                    <a:pt x="1576679" y="107970"/>
                  </a:lnTo>
                  <a:lnTo>
                    <a:pt x="1580742" y="107970"/>
                  </a:lnTo>
                  <a:lnTo>
                    <a:pt x="1584806" y="107970"/>
                  </a:lnTo>
                  <a:lnTo>
                    <a:pt x="1588869" y="107970"/>
                  </a:lnTo>
                  <a:lnTo>
                    <a:pt x="1592933" y="107970"/>
                  </a:lnTo>
                  <a:lnTo>
                    <a:pt x="1596997" y="102287"/>
                  </a:lnTo>
                  <a:lnTo>
                    <a:pt x="1601060" y="102287"/>
                  </a:lnTo>
                  <a:lnTo>
                    <a:pt x="1609187" y="102287"/>
                  </a:lnTo>
                  <a:lnTo>
                    <a:pt x="1613251" y="102287"/>
                  </a:lnTo>
                  <a:lnTo>
                    <a:pt x="1617315" y="102287"/>
                  </a:lnTo>
                  <a:lnTo>
                    <a:pt x="1629505" y="102287"/>
                  </a:lnTo>
                  <a:lnTo>
                    <a:pt x="1633569" y="102287"/>
                  </a:lnTo>
                  <a:lnTo>
                    <a:pt x="1645760" y="102287"/>
                  </a:lnTo>
                  <a:lnTo>
                    <a:pt x="1649823" y="102287"/>
                  </a:lnTo>
                  <a:lnTo>
                    <a:pt x="1653887" y="102287"/>
                  </a:lnTo>
                  <a:lnTo>
                    <a:pt x="1657951" y="102287"/>
                  </a:lnTo>
                  <a:lnTo>
                    <a:pt x="1662014" y="102287"/>
                  </a:lnTo>
                  <a:lnTo>
                    <a:pt x="1666078" y="102287"/>
                  </a:lnTo>
                  <a:lnTo>
                    <a:pt x="1670142" y="102287"/>
                  </a:lnTo>
                  <a:lnTo>
                    <a:pt x="1678269" y="102287"/>
                  </a:lnTo>
                  <a:lnTo>
                    <a:pt x="1682332" y="102287"/>
                  </a:lnTo>
                  <a:lnTo>
                    <a:pt x="1690460" y="102287"/>
                  </a:lnTo>
                  <a:lnTo>
                    <a:pt x="1698587" y="102287"/>
                  </a:lnTo>
                  <a:lnTo>
                    <a:pt x="1698587" y="96605"/>
                  </a:lnTo>
                  <a:lnTo>
                    <a:pt x="1706714" y="96605"/>
                  </a:lnTo>
                  <a:lnTo>
                    <a:pt x="1710778" y="96605"/>
                  </a:lnTo>
                  <a:lnTo>
                    <a:pt x="1710778" y="90922"/>
                  </a:lnTo>
                  <a:lnTo>
                    <a:pt x="1710778" y="85239"/>
                  </a:lnTo>
                  <a:lnTo>
                    <a:pt x="1722968" y="79557"/>
                  </a:lnTo>
                  <a:lnTo>
                    <a:pt x="1727032" y="79557"/>
                  </a:lnTo>
                  <a:lnTo>
                    <a:pt x="1735159" y="79557"/>
                  </a:lnTo>
                  <a:lnTo>
                    <a:pt x="1739223" y="79557"/>
                  </a:lnTo>
                  <a:lnTo>
                    <a:pt x="1743286" y="79557"/>
                  </a:lnTo>
                  <a:lnTo>
                    <a:pt x="1751414" y="79557"/>
                  </a:lnTo>
                  <a:lnTo>
                    <a:pt x="1755477" y="79557"/>
                  </a:lnTo>
                  <a:lnTo>
                    <a:pt x="1763604" y="79557"/>
                  </a:lnTo>
                  <a:lnTo>
                    <a:pt x="1775795" y="79557"/>
                  </a:lnTo>
                  <a:lnTo>
                    <a:pt x="1783922" y="79557"/>
                  </a:lnTo>
                  <a:lnTo>
                    <a:pt x="1787986" y="79557"/>
                  </a:lnTo>
                  <a:lnTo>
                    <a:pt x="1792050" y="79557"/>
                  </a:lnTo>
                  <a:lnTo>
                    <a:pt x="1796113" y="79557"/>
                  </a:lnTo>
                  <a:lnTo>
                    <a:pt x="1804241" y="73874"/>
                  </a:lnTo>
                  <a:lnTo>
                    <a:pt x="1808304" y="73874"/>
                  </a:lnTo>
                  <a:lnTo>
                    <a:pt x="1812368" y="73874"/>
                  </a:lnTo>
                  <a:lnTo>
                    <a:pt x="1816431" y="73874"/>
                  </a:lnTo>
                  <a:lnTo>
                    <a:pt x="1820495" y="73874"/>
                  </a:lnTo>
                  <a:lnTo>
                    <a:pt x="1824559" y="73874"/>
                  </a:lnTo>
                  <a:lnTo>
                    <a:pt x="1828622" y="73874"/>
                  </a:lnTo>
                  <a:lnTo>
                    <a:pt x="1832686" y="73874"/>
                  </a:lnTo>
                  <a:lnTo>
                    <a:pt x="1836749" y="73874"/>
                  </a:lnTo>
                  <a:lnTo>
                    <a:pt x="1840813" y="73874"/>
                  </a:lnTo>
                  <a:lnTo>
                    <a:pt x="1844877" y="68191"/>
                  </a:lnTo>
                  <a:lnTo>
                    <a:pt x="1848940" y="68191"/>
                  </a:lnTo>
                  <a:lnTo>
                    <a:pt x="1853004" y="68191"/>
                  </a:lnTo>
                  <a:lnTo>
                    <a:pt x="1861131" y="68191"/>
                  </a:lnTo>
                  <a:lnTo>
                    <a:pt x="1877385" y="62509"/>
                  </a:lnTo>
                  <a:lnTo>
                    <a:pt x="1881449" y="62509"/>
                  </a:lnTo>
                  <a:lnTo>
                    <a:pt x="1885513" y="62509"/>
                  </a:lnTo>
                  <a:lnTo>
                    <a:pt x="1889576" y="62509"/>
                  </a:lnTo>
                  <a:lnTo>
                    <a:pt x="1893640" y="56826"/>
                  </a:lnTo>
                  <a:lnTo>
                    <a:pt x="1905831" y="56826"/>
                  </a:lnTo>
                  <a:lnTo>
                    <a:pt x="1909894" y="56826"/>
                  </a:lnTo>
                  <a:lnTo>
                    <a:pt x="1913958" y="56826"/>
                  </a:lnTo>
                  <a:lnTo>
                    <a:pt x="1918021" y="56826"/>
                  </a:lnTo>
                  <a:lnTo>
                    <a:pt x="1926149" y="56826"/>
                  </a:lnTo>
                  <a:lnTo>
                    <a:pt x="1930212" y="56826"/>
                  </a:lnTo>
                  <a:lnTo>
                    <a:pt x="1934276" y="56826"/>
                  </a:lnTo>
                  <a:lnTo>
                    <a:pt x="1938340" y="56826"/>
                  </a:lnTo>
                  <a:lnTo>
                    <a:pt x="1942403" y="56826"/>
                  </a:lnTo>
                  <a:lnTo>
                    <a:pt x="1950530" y="56826"/>
                  </a:lnTo>
                  <a:lnTo>
                    <a:pt x="1954594" y="56826"/>
                  </a:lnTo>
                  <a:lnTo>
                    <a:pt x="1958658" y="56826"/>
                  </a:lnTo>
                  <a:lnTo>
                    <a:pt x="1958658" y="51143"/>
                  </a:lnTo>
                  <a:lnTo>
                    <a:pt x="1962721" y="51143"/>
                  </a:lnTo>
                  <a:lnTo>
                    <a:pt x="1966785" y="51143"/>
                  </a:lnTo>
                  <a:lnTo>
                    <a:pt x="1966785" y="45461"/>
                  </a:lnTo>
                  <a:lnTo>
                    <a:pt x="1970848" y="45461"/>
                  </a:lnTo>
                  <a:lnTo>
                    <a:pt x="1974912" y="39778"/>
                  </a:lnTo>
                  <a:lnTo>
                    <a:pt x="1974912" y="34095"/>
                  </a:lnTo>
                  <a:lnTo>
                    <a:pt x="1974912" y="28413"/>
                  </a:lnTo>
                  <a:lnTo>
                    <a:pt x="1978976" y="28413"/>
                  </a:lnTo>
                  <a:lnTo>
                    <a:pt x="1983039" y="28413"/>
                  </a:lnTo>
                  <a:lnTo>
                    <a:pt x="1987103" y="28413"/>
                  </a:lnTo>
                  <a:lnTo>
                    <a:pt x="1991166" y="28413"/>
                  </a:lnTo>
                  <a:lnTo>
                    <a:pt x="1999294" y="28413"/>
                  </a:lnTo>
                  <a:lnTo>
                    <a:pt x="2003357" y="28413"/>
                  </a:lnTo>
                  <a:lnTo>
                    <a:pt x="2015548" y="28413"/>
                  </a:lnTo>
                  <a:lnTo>
                    <a:pt x="2015548" y="22730"/>
                  </a:lnTo>
                  <a:lnTo>
                    <a:pt x="2019612" y="22730"/>
                  </a:lnTo>
                  <a:lnTo>
                    <a:pt x="2023675" y="22730"/>
                  </a:lnTo>
                  <a:lnTo>
                    <a:pt x="2027739" y="22730"/>
                  </a:lnTo>
                  <a:lnTo>
                    <a:pt x="2035866" y="22730"/>
                  </a:lnTo>
                  <a:lnTo>
                    <a:pt x="2035866" y="17047"/>
                  </a:lnTo>
                  <a:lnTo>
                    <a:pt x="2039930" y="17047"/>
                  </a:lnTo>
                  <a:lnTo>
                    <a:pt x="2043993" y="17047"/>
                  </a:lnTo>
                  <a:lnTo>
                    <a:pt x="2048057" y="17047"/>
                  </a:lnTo>
                  <a:lnTo>
                    <a:pt x="2056184" y="17047"/>
                  </a:lnTo>
                  <a:lnTo>
                    <a:pt x="2068375" y="17047"/>
                  </a:lnTo>
                  <a:lnTo>
                    <a:pt x="2072439" y="17047"/>
                  </a:lnTo>
                  <a:lnTo>
                    <a:pt x="2076502" y="17047"/>
                  </a:lnTo>
                  <a:lnTo>
                    <a:pt x="2080566" y="17047"/>
                  </a:lnTo>
                  <a:lnTo>
                    <a:pt x="2084629" y="17047"/>
                  </a:lnTo>
                  <a:lnTo>
                    <a:pt x="2088693" y="17047"/>
                  </a:lnTo>
                  <a:lnTo>
                    <a:pt x="2092757" y="17047"/>
                  </a:lnTo>
                  <a:lnTo>
                    <a:pt x="2092757" y="11365"/>
                  </a:lnTo>
                  <a:lnTo>
                    <a:pt x="2096820" y="11365"/>
                  </a:lnTo>
                  <a:lnTo>
                    <a:pt x="2100884" y="11365"/>
                  </a:lnTo>
                  <a:lnTo>
                    <a:pt x="2100884" y="5682"/>
                  </a:lnTo>
                  <a:lnTo>
                    <a:pt x="2104947" y="5682"/>
                  </a:lnTo>
                  <a:lnTo>
                    <a:pt x="2109011" y="5682"/>
                  </a:lnTo>
                  <a:lnTo>
                    <a:pt x="2113075" y="5682"/>
                  </a:lnTo>
                  <a:lnTo>
                    <a:pt x="2117138" y="5682"/>
                  </a:lnTo>
                  <a:lnTo>
                    <a:pt x="2125265" y="0"/>
                  </a:lnTo>
                  <a:lnTo>
                    <a:pt x="2129329" y="0"/>
                  </a:lnTo>
                  <a:lnTo>
                    <a:pt x="2137456" y="0"/>
                  </a:lnTo>
                  <a:lnTo>
                    <a:pt x="2141520" y="0"/>
                  </a:lnTo>
                  <a:lnTo>
                    <a:pt x="2145583" y="0"/>
                  </a:lnTo>
                  <a:lnTo>
                    <a:pt x="2149647" y="0"/>
                  </a:lnTo>
                  <a:lnTo>
                    <a:pt x="2153711" y="0"/>
                  </a:lnTo>
                  <a:lnTo>
                    <a:pt x="2157774" y="0"/>
                  </a:lnTo>
                  <a:lnTo>
                    <a:pt x="2161838" y="0"/>
                  </a:lnTo>
                </a:path>
              </a:pathLst>
            </a:custGeom>
            <a:ln w="13550" cap="flat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l173"/>
            <p:cNvSpPr/>
            <p:nvPr/>
          </p:nvSpPr>
          <p:spPr>
            <a:xfrm>
              <a:off x="4305613" y="1133890"/>
              <a:ext cx="2378022" cy="2950433"/>
            </a:xfrm>
            <a:custGeom>
              <a:avLst/>
              <a:pathLst>
                <a:path w="2378022" h="2950433">
                  <a:moveTo>
                    <a:pt x="0" y="2950433"/>
                  </a:moveTo>
                  <a:lnTo>
                    <a:pt x="2378022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74" name="tx174"/>
            <p:cNvSpPr/>
            <p:nvPr/>
          </p:nvSpPr>
          <p:spPr>
            <a:xfrm>
              <a:off x="5494624" y="3064444"/>
              <a:ext cx="1137654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Sensitivity = 0.788</a:t>
              </a:r>
            </a:p>
          </p:txBody>
        </p:sp>
        <p:sp>
          <p:nvSpPr>
            <p:cNvPr id="175" name="tx175"/>
            <p:cNvSpPr/>
            <p:nvPr/>
          </p:nvSpPr>
          <p:spPr>
            <a:xfrm>
              <a:off x="5494624" y="3332665"/>
              <a:ext cx="1137654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Specificity = 0.874</a:t>
              </a:r>
            </a:p>
          </p:txBody>
        </p:sp>
        <p:sp>
          <p:nvSpPr>
            <p:cNvPr id="176" name="pl176"/>
            <p:cNvSpPr/>
            <p:nvPr/>
          </p:nvSpPr>
          <p:spPr>
            <a:xfrm>
              <a:off x="4305613" y="1836266"/>
              <a:ext cx="2378022" cy="0"/>
            </a:xfrm>
            <a:custGeom>
              <a:avLst/>
              <a:pathLst>
                <a:path w="2378022" h="0">
                  <a:moveTo>
                    <a:pt x="0" y="0"/>
                  </a:moveTo>
                  <a:lnTo>
                    <a:pt x="2378022" y="0"/>
                  </a:lnTo>
                  <a:lnTo>
                    <a:pt x="2378022" y="0"/>
                  </a:lnTo>
                </a:path>
              </a:pathLst>
            </a:custGeom>
            <a:ln w="13550" cap="flat">
              <a:solidFill>
                <a:srgbClr val="FC8D5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77" name="pl177"/>
            <p:cNvSpPr/>
            <p:nvPr/>
          </p:nvSpPr>
          <p:spPr>
            <a:xfrm>
              <a:off x="4685967" y="1133890"/>
              <a:ext cx="0" cy="2950433"/>
            </a:xfrm>
            <a:custGeom>
              <a:avLst/>
              <a:pathLst>
                <a:path w="0" h="2950433">
                  <a:moveTo>
                    <a:pt x="0" y="2950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C8D5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78" name="tx178"/>
            <p:cNvSpPr/>
            <p:nvPr/>
          </p:nvSpPr>
          <p:spPr>
            <a:xfrm>
              <a:off x="4025466" y="3908521"/>
              <a:ext cx="217517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179" name="tx179"/>
            <p:cNvSpPr/>
            <p:nvPr/>
          </p:nvSpPr>
          <p:spPr>
            <a:xfrm>
              <a:off x="4025466" y="3237968"/>
              <a:ext cx="217517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180" name="tx180"/>
            <p:cNvSpPr/>
            <p:nvPr/>
          </p:nvSpPr>
          <p:spPr>
            <a:xfrm>
              <a:off x="4025466" y="2567415"/>
              <a:ext cx="217517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181" name="tx181"/>
            <p:cNvSpPr/>
            <p:nvPr/>
          </p:nvSpPr>
          <p:spPr>
            <a:xfrm>
              <a:off x="4025466" y="1896862"/>
              <a:ext cx="217517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182" name="tx182"/>
            <p:cNvSpPr/>
            <p:nvPr/>
          </p:nvSpPr>
          <p:spPr>
            <a:xfrm>
              <a:off x="4025466" y="1226309"/>
              <a:ext cx="217517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183" name="tx183"/>
            <p:cNvSpPr/>
            <p:nvPr/>
          </p:nvSpPr>
          <p:spPr>
            <a:xfrm>
              <a:off x="4304947" y="4145262"/>
              <a:ext cx="217517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184" name="tx184"/>
            <p:cNvSpPr/>
            <p:nvPr/>
          </p:nvSpPr>
          <p:spPr>
            <a:xfrm>
              <a:off x="4845406" y="4145262"/>
              <a:ext cx="217517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185" name="tx185"/>
            <p:cNvSpPr/>
            <p:nvPr/>
          </p:nvSpPr>
          <p:spPr>
            <a:xfrm>
              <a:off x="5385866" y="4145262"/>
              <a:ext cx="217517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186" name="tx186"/>
            <p:cNvSpPr/>
            <p:nvPr/>
          </p:nvSpPr>
          <p:spPr>
            <a:xfrm>
              <a:off x="5926325" y="4145262"/>
              <a:ext cx="217517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187" name="tx187"/>
            <p:cNvSpPr/>
            <p:nvPr/>
          </p:nvSpPr>
          <p:spPr>
            <a:xfrm>
              <a:off x="6466785" y="4145262"/>
              <a:ext cx="217517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188" name="tx188"/>
            <p:cNvSpPr/>
            <p:nvPr/>
          </p:nvSpPr>
          <p:spPr>
            <a:xfrm>
              <a:off x="4892884" y="4294411"/>
              <a:ext cx="1203480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 Rate</a:t>
              </a:r>
            </a:p>
          </p:txBody>
        </p:sp>
        <p:sp>
          <p:nvSpPr>
            <p:cNvPr id="189" name="tx189"/>
            <p:cNvSpPr/>
            <p:nvPr/>
          </p:nvSpPr>
          <p:spPr>
            <a:xfrm rot="-5400000">
              <a:off x="3325638" y="2558288"/>
              <a:ext cx="1149114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 Rate</a:t>
              </a:r>
            </a:p>
          </p:txBody>
        </p:sp>
        <p:sp>
          <p:nvSpPr>
            <p:cNvPr id="190" name="tx190"/>
            <p:cNvSpPr/>
            <p:nvPr/>
          </p:nvSpPr>
          <p:spPr>
            <a:xfrm>
              <a:off x="4305613" y="906201"/>
              <a:ext cx="158390" cy="120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B.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0</Words>
  <Application>Microsoft Office PowerPoint</Application>
  <PresentationFormat>Custom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Tom Wenseleers</dc:creator>
  <cp:lastModifiedBy/>
  <cp:revision>9</cp:revision>
  <dcterms:created xsi:type="dcterms:W3CDTF">2015-07-14T21:05:00Z</dcterms:created>
  <dcterms:modified xsi:type="dcterms:W3CDTF">2026-05-19T12:34:49Z</dcterms:modified>
</cp:coreProperties>
</file>