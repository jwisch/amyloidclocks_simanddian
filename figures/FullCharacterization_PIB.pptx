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5087600" cy="10698163"/>
  <p:notesSz cx="6858000" cy="9144000"/>
  <p:defaultTextStyle>
    <a:defPPr>
      <a:defRPr lang="en-US"/>
    </a:defPPr>
    <a:lvl1pPr marL="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6237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52474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78712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04949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31186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57423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8366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09898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3" d="100"/>
          <a:sy n="53" d="100"/>
        </p:scale>
        <p:origin x="-1339" y="-86"/>
      </p:cViewPr>
      <p:guideLst>
        <p:guide orient="horz" pos="3370"/>
        <p:guide pos="47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viewProps" Target="viewProps.xml"/>
<Relationship Id="rId2" Type="http://schemas.openxmlformats.org/officeDocument/2006/relationships/presProps" Target="presProps.xml"/>
<Relationship Id="rId1" Type="http://schemas.openxmlformats.org/officeDocument/2006/relationships/slideMaster" Target="slideMasters/slideMaster1.xml"/>
<Relationship Id="rId5" Type="http://schemas.openxmlformats.org/officeDocument/2006/relationships/tableStyles" Target="tableStyles.xml"/>
<Relationship Id="rId4" Type="http://schemas.openxmlformats.org/officeDocument/2006/relationships/theme" Target="theme/theme1.xml"/>
<Relationship Id="rId6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1570" y="3323370"/>
            <a:ext cx="12824460" cy="229317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3140" y="6062292"/>
            <a:ext cx="10561320" cy="273397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26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524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78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04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311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574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83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09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817" y="6874563"/>
            <a:ext cx="12824460" cy="2124774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1817" y="4534341"/>
            <a:ext cx="12824460" cy="2340223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623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5247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7871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1049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311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574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836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2098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7249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98184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4" y="2394706"/>
            <a:ext cx="666631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84" y="3392705"/>
            <a:ext cx="666631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64295" y="2394706"/>
            <a:ext cx="666893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64295" y="3392705"/>
            <a:ext cx="666893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4" y="425946"/>
            <a:ext cx="4963717" cy="1812744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8834" y="425950"/>
            <a:ext cx="8434386" cy="9130587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8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4384" y="2238692"/>
            <a:ext cx="4963717" cy="7317841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7275" y="7488714"/>
            <a:ext cx="9052560" cy="884086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57275" y="955901"/>
            <a:ext cx="9052560" cy="6418898"/>
          </a:xfrm>
        </p:spPr>
        <p:txBody>
          <a:bodyPr/>
          <a:lstStyle>
            <a:lvl1pPr marL="0" indent="0">
              <a:buNone/>
              <a:defRPr sz="3700"/>
            </a:lvl1pPr>
            <a:lvl2pPr marL="526237" indent="0">
              <a:buNone/>
              <a:defRPr sz="3200"/>
            </a:lvl2pPr>
            <a:lvl3pPr marL="1052474" indent="0">
              <a:buNone/>
              <a:defRPr sz="2800"/>
            </a:lvl3pPr>
            <a:lvl4pPr marL="1578712" indent="0">
              <a:buNone/>
              <a:defRPr sz="2300"/>
            </a:lvl4pPr>
            <a:lvl5pPr marL="2104949" indent="0">
              <a:buNone/>
              <a:defRPr sz="2300"/>
            </a:lvl5pPr>
            <a:lvl6pPr marL="2631186" indent="0">
              <a:buNone/>
              <a:defRPr sz="2300"/>
            </a:lvl6pPr>
            <a:lvl7pPr marL="3157423" indent="0">
              <a:buNone/>
              <a:defRPr sz="2300"/>
            </a:lvl7pPr>
            <a:lvl8pPr marL="3683660" indent="0">
              <a:buNone/>
              <a:defRPr sz="2300"/>
            </a:lvl8pPr>
            <a:lvl9pPr marL="4209898" indent="0">
              <a:buNone/>
              <a:defRPr sz="23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57275" y="8372800"/>
            <a:ext cx="9052560" cy="1255547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850052" y="428427"/>
            <a:ext cx="3677604" cy="912810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7249" y="428427"/>
            <a:ext cx="10781349" cy="912810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  <a:prstGeom prst="rect">
            <a:avLst/>
          </a:prstGeom>
        </p:spPr>
        <p:txBody>
          <a:bodyPr vert="horz" lIns="105247" tIns="52624" rIns="105247" bIns="5262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2496240"/>
            <a:ext cx="13578840" cy="7060293"/>
          </a:xfrm>
          <a:prstGeom prst="rect">
            <a:avLst/>
          </a:prstGeom>
        </p:spPr>
        <p:txBody>
          <a:bodyPr vert="horz" lIns="105247" tIns="52624" rIns="105247" bIns="5262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4930" y="9915617"/>
            <a:ext cx="47777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127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52474" rtl="0" eaLnBrk="1" latinLnBrk="0" hangingPunct="1">
        <a:spcBef>
          <a:spcPct val="0"/>
        </a:spcBef>
        <a:buNone/>
        <a:defRPr sz="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4678" indent="-394678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55135" indent="-328898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15593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41830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68067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94305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20542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46779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73016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6237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52474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78712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04949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186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57423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8366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09898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71800" y="1691481"/>
            <a:ext cx="9144000" cy="7315200"/>
            <a:chOff x="2971800" y="1691481"/>
            <a:chExt cx="9144000" cy="7315200"/>
          </a:xfrm>
        </p:grpSpPr>
        <p:sp>
          <p:nvSpPr>
            <p:cNvPr id="3" name="rc3"/>
            <p:cNvSpPr/>
            <p:nvPr/>
          </p:nvSpPr>
          <p:spPr>
            <a:xfrm>
              <a:off x="2971800" y="1691481"/>
              <a:ext cx="91440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71800" y="1691481"/>
              <a:ext cx="45720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00738" y="1761070"/>
              <a:ext cx="4073472" cy="31781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3400738" y="4284439"/>
              <a:ext cx="4073472" cy="0"/>
            </a:xfrm>
            <a:custGeom>
              <a:avLst/>
              <a:pathLst>
                <a:path w="4073472" h="0">
                  <a:moveTo>
                    <a:pt x="0" y="0"/>
                  </a:moveTo>
                  <a:lnTo>
                    <a:pt x="4073472" y="0"/>
                  </a:lnTo>
                  <a:lnTo>
                    <a:pt x="4073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400738" y="3525000"/>
              <a:ext cx="4073472" cy="0"/>
            </a:xfrm>
            <a:custGeom>
              <a:avLst/>
              <a:pathLst>
                <a:path w="4073472" h="0">
                  <a:moveTo>
                    <a:pt x="0" y="0"/>
                  </a:moveTo>
                  <a:lnTo>
                    <a:pt x="4073472" y="0"/>
                  </a:lnTo>
                  <a:lnTo>
                    <a:pt x="4073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400738" y="2765560"/>
              <a:ext cx="4073472" cy="0"/>
            </a:xfrm>
            <a:custGeom>
              <a:avLst/>
              <a:pathLst>
                <a:path w="4073472" h="0">
                  <a:moveTo>
                    <a:pt x="0" y="0"/>
                  </a:moveTo>
                  <a:lnTo>
                    <a:pt x="4073472" y="0"/>
                  </a:lnTo>
                  <a:lnTo>
                    <a:pt x="4073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400738" y="2006120"/>
              <a:ext cx="4073472" cy="0"/>
            </a:xfrm>
            <a:custGeom>
              <a:avLst/>
              <a:pathLst>
                <a:path w="4073472" h="0">
                  <a:moveTo>
                    <a:pt x="0" y="0"/>
                  </a:moveTo>
                  <a:lnTo>
                    <a:pt x="4073472" y="0"/>
                  </a:lnTo>
                  <a:lnTo>
                    <a:pt x="4073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242548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555852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869155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400738" y="4664159"/>
              <a:ext cx="4073472" cy="0"/>
            </a:xfrm>
            <a:custGeom>
              <a:avLst/>
              <a:pathLst>
                <a:path w="4073472" h="0">
                  <a:moveTo>
                    <a:pt x="0" y="0"/>
                  </a:moveTo>
                  <a:lnTo>
                    <a:pt x="4073472" y="0"/>
                  </a:lnTo>
                  <a:lnTo>
                    <a:pt x="4073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400738" y="3904720"/>
              <a:ext cx="4073472" cy="0"/>
            </a:xfrm>
            <a:custGeom>
              <a:avLst/>
              <a:pathLst>
                <a:path w="4073472" h="0">
                  <a:moveTo>
                    <a:pt x="0" y="0"/>
                  </a:moveTo>
                  <a:lnTo>
                    <a:pt x="4073472" y="0"/>
                  </a:lnTo>
                  <a:lnTo>
                    <a:pt x="4073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400738" y="3145280"/>
              <a:ext cx="4073472" cy="0"/>
            </a:xfrm>
            <a:custGeom>
              <a:avLst/>
              <a:pathLst>
                <a:path w="4073472" h="0">
                  <a:moveTo>
                    <a:pt x="0" y="0"/>
                  </a:moveTo>
                  <a:lnTo>
                    <a:pt x="4073472" y="0"/>
                  </a:lnTo>
                  <a:lnTo>
                    <a:pt x="4073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400738" y="2385840"/>
              <a:ext cx="4073472" cy="0"/>
            </a:xfrm>
            <a:custGeom>
              <a:avLst/>
              <a:pathLst>
                <a:path w="4073472" h="0">
                  <a:moveTo>
                    <a:pt x="0" y="0"/>
                  </a:moveTo>
                  <a:lnTo>
                    <a:pt x="4073472" y="0"/>
                  </a:lnTo>
                  <a:lnTo>
                    <a:pt x="4073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585896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899200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212503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3561070" y="46363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3561070" y="42987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4396547" y="43893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3561070" y="40818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3561070" y="46517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3561070" y="45555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346174" y="45131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3561070" y="46660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4418136" y="46716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3561070" y="45918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886607" y="46798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5606226" y="46906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5948764" y="46640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3561070" y="43166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3832478" y="41867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561070" y="28771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3862927" y="28060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093588" y="28106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346174" y="25303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612433" y="44680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5745112" y="42542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3561070" y="43105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3561070" y="46614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3561070" y="27477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3561070" y="46722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3561070" y="47090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4068118" y="47289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5140350" y="47100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3561070" y="46374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3561070" y="46409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4653451" y="46916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5207449" y="46589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6240151" y="46982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3561070" y="46814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854690" y="46266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4115192" y="46502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561070" y="46476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3561070" y="37933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3873385" y="37892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4498202" y="36644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3561070" y="42077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4636180" y="41105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3561070" y="45120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3561070" y="46036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5414428" y="46527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561070" y="42747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4432298" y="42087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5152866" y="41939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3561070" y="39074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3561070" y="45668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3561070" y="46036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3561070" y="46558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4173546" y="46369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4908996" y="46000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3561070" y="40926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3561070" y="45632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4513845" y="43790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3561070" y="43325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3863143" y="44113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3561070" y="47085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4449079" y="46097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3561070" y="34148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4115650" y="29687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3561070" y="46895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3561070" y="41371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4194578" y="39401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4886132" y="39580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3561070" y="46839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3561070" y="46230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3561070" y="46328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4406622" y="46491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3561070" y="45100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4422453" y="43299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3561070" y="46681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3561070" y="41821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3561070" y="45525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3847478" y="46077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4356740" y="44957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4895243" y="45023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3561070" y="43371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4352900" y="40153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4881100" y="39284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5399945" y="39437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3561070" y="45704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4102943" y="45581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3561070" y="33646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3561070" y="46092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4141802" y="46292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4646974" y="46190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5165819" y="46496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5671711" y="46583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3561070" y="46323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6733148" y="41463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3561070" y="46507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3561070" y="46507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3837750" y="47013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4120933" y="46957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4487219" y="47003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4866145" y="47141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5399695" y="46415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3561070" y="46747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4169924" y="46583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4478584" y="46057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4901000" y="46471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5454386" y="47100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5953082" y="46624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6480562" y="46481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3561070" y="42286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3812937" y="42737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3561070" y="41074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3863105" y="40123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3561070" y="40435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3561070" y="41560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3852889" y="41693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3561070" y="40337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3903496" y="41652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4442603" y="41048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3561070" y="46829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4396547" y="46681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4894325" y="46491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3561070" y="45837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5136541" y="43320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3561070" y="39555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3561070" y="46542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3561070" y="37611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3561070" y="46420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4115110" y="45136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3561070" y="46829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3838123" y="46870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4367043" y="46445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4906037" y="46481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5429200" y="46292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5959558" y="46517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3561070" y="46430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4375678" y="47013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3561070" y="46481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4477144" y="46660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3561070" y="42951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3842722" y="43171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4104663" y="42251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3561070" y="34843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4366323" y="33068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4874946" y="33288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5398256" y="32894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6232294" y="33027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3561070" y="44839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4135868" y="42281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3561070" y="46389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4402304" y="47197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3561070" y="46031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3561070" y="46466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3561070" y="46476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3561070" y="46486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3561070" y="45964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4397058" y="46461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3561070" y="46982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4984082" y="46430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3561070" y="45734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3561070" y="46471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4401345" y="46384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3561070" y="46297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3561070" y="46328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4421734" y="46614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5210166" y="47243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5705533" y="46844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6196221" y="47238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3561070" y="43882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3561070" y="46527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4627501" y="46757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5196230" y="46333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3561070" y="46589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4135233" y="46415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4768498" y="46865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5258558" y="46829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3561070" y="46128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4404463" y="46819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3561070" y="45877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3561070" y="46123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4368081" y="44281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4886206" y="42839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5430238" y="42189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5926775" y="41330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3561070" y="38767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3561070" y="46317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4109148" y="45857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3561070" y="46323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3852889" y="46149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3561070" y="46696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3561070" y="46931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4096016" y="46875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4582928" y="46895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5136612" y="46834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5660197" y="47003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3561070" y="45310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4920429" y="45622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5436396" y="45494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3561070" y="27677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3823011" y="25799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4090678" y="25718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3561070" y="46005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3561070" y="42977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3839340" y="42783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3561070" y="45110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4148279" y="43289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3561070" y="44102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4351211" y="42297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3561070" y="46619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4351846" y="46824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4875009" y="46773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5398891" y="46128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3561070" y="46082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3561070" y="46210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4870056" y="46174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3561070" y="46118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5172960" y="44036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3561070" y="45376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3998598" y="45212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4497294" y="44701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3561070" y="46415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4069791" y="46026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3561070" y="41678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3561070" y="47141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3561070" y="46512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3561070" y="46210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3561070" y="46389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4395108" y="46481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3561070" y="46542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3561070" y="35360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4070560" y="35565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4369921" y="34833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4616031" y="33841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4878692" y="35432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3561070" y="41284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3561070" y="44890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3826786" y="45136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3561070" y="45908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4351754" y="45361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4898664" y="47013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5422546" y="46737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6570186" y="46916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3561070" y="33626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3833086" y="30797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3561070" y="47074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3869230" y="47146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4149718" y="47131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4416697" y="46814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3561070" y="39591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4105405" y="39294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3561070" y="40153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3874824" y="40767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3561070" y="46430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3561070" y="30992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3891112" y="31119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4133886" y="26659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3561070" y="45847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3561070" y="46906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4111159" y="46737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3561070" y="46911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3561070" y="33795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3805563" y="35693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4135868" y="34946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4377660" y="35810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3561070" y="34086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3827469" y="34199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3561070" y="38593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3863310" y="37698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3561070" y="47110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3561070" y="47433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3561070" y="45780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3561070" y="43514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4103798" y="43862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4642572" y="43898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3561070" y="45535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3822514" y="45473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4094307" y="44895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4347613" y="44230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4900428" y="43315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5423443" y="41964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3561070" y="45959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4130288" y="45565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3561070" y="39524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3561070" y="45939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3561070" y="46921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3561070" y="27989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3826240" y="26940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4093938" y="24848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3561070" y="43156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3882865" y="45929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4154755" y="45934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4427491" y="45847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4890449" y="46149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5676029" y="46041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5946833" y="46016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3561070" y="42875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3918001" y="40798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3561070" y="31754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3561070" y="46670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3561070" y="46870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5206942" y="46384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3561070" y="44957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3561070" y="45898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3913585" y="46046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4114528" y="45826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4376398" y="45693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4643376" y="45954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5127135" y="46072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5666674" y="45816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5928615" y="45929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3561070" y="32695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3828049" y="33426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30"/>
            <p:cNvSpPr/>
            <p:nvPr/>
          </p:nvSpPr>
          <p:spPr>
            <a:xfrm>
              <a:off x="3561070" y="46399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3561070" y="46358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3561070" y="34332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3843161" y="34143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3561070" y="44072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4178503" y="43289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3823894" y="46225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3561070" y="30956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3561070" y="36659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9"/>
            <p:cNvSpPr/>
            <p:nvPr/>
          </p:nvSpPr>
          <p:spPr>
            <a:xfrm>
              <a:off x="4064803" y="35815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4608115" y="33677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1"/>
            <p:cNvSpPr/>
            <p:nvPr/>
          </p:nvSpPr>
          <p:spPr>
            <a:xfrm>
              <a:off x="4875093" y="32756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2"/>
            <p:cNvSpPr/>
            <p:nvPr/>
          </p:nvSpPr>
          <p:spPr>
            <a:xfrm>
              <a:off x="5137035" y="32199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3"/>
            <p:cNvSpPr/>
            <p:nvPr/>
          </p:nvSpPr>
          <p:spPr>
            <a:xfrm>
              <a:off x="3561070" y="46594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t344"/>
            <p:cNvSpPr/>
            <p:nvPr/>
          </p:nvSpPr>
          <p:spPr>
            <a:xfrm>
              <a:off x="4089270" y="46369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t345"/>
            <p:cNvSpPr/>
            <p:nvPr/>
          </p:nvSpPr>
          <p:spPr>
            <a:xfrm>
              <a:off x="4673490" y="46640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t346"/>
            <p:cNvSpPr/>
            <p:nvPr/>
          </p:nvSpPr>
          <p:spPr>
            <a:xfrm>
              <a:off x="5185249" y="46578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t347"/>
            <p:cNvSpPr/>
            <p:nvPr/>
          </p:nvSpPr>
          <p:spPr>
            <a:xfrm>
              <a:off x="3561070" y="39632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t348"/>
            <p:cNvSpPr/>
            <p:nvPr/>
          </p:nvSpPr>
          <p:spPr>
            <a:xfrm>
              <a:off x="4395108" y="38685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t349"/>
            <p:cNvSpPr/>
            <p:nvPr/>
          </p:nvSpPr>
          <p:spPr>
            <a:xfrm>
              <a:off x="3561070" y="42885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t350"/>
            <p:cNvSpPr/>
            <p:nvPr/>
          </p:nvSpPr>
          <p:spPr>
            <a:xfrm>
              <a:off x="3561070" y="22316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t351"/>
            <p:cNvSpPr/>
            <p:nvPr/>
          </p:nvSpPr>
          <p:spPr>
            <a:xfrm>
              <a:off x="3823731" y="18807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t352"/>
            <p:cNvSpPr/>
            <p:nvPr/>
          </p:nvSpPr>
          <p:spPr>
            <a:xfrm>
              <a:off x="3561070" y="46589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t353"/>
            <p:cNvSpPr/>
            <p:nvPr/>
          </p:nvSpPr>
          <p:spPr>
            <a:xfrm>
              <a:off x="3561070" y="46844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t354"/>
            <p:cNvSpPr/>
            <p:nvPr/>
          </p:nvSpPr>
          <p:spPr>
            <a:xfrm>
              <a:off x="3561070" y="45361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t355"/>
            <p:cNvSpPr/>
            <p:nvPr/>
          </p:nvSpPr>
          <p:spPr>
            <a:xfrm>
              <a:off x="4356249" y="44522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t356"/>
            <p:cNvSpPr/>
            <p:nvPr/>
          </p:nvSpPr>
          <p:spPr>
            <a:xfrm>
              <a:off x="5232325" y="42394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t357"/>
            <p:cNvSpPr/>
            <p:nvPr/>
          </p:nvSpPr>
          <p:spPr>
            <a:xfrm>
              <a:off x="3561070" y="41923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t358"/>
            <p:cNvSpPr/>
            <p:nvPr/>
          </p:nvSpPr>
          <p:spPr>
            <a:xfrm>
              <a:off x="3888497" y="39954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t359"/>
            <p:cNvSpPr/>
            <p:nvPr/>
          </p:nvSpPr>
          <p:spPr>
            <a:xfrm>
              <a:off x="4351211" y="39667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t360"/>
            <p:cNvSpPr/>
            <p:nvPr/>
          </p:nvSpPr>
          <p:spPr>
            <a:xfrm>
              <a:off x="3561070" y="45663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t361"/>
            <p:cNvSpPr/>
            <p:nvPr/>
          </p:nvSpPr>
          <p:spPr>
            <a:xfrm>
              <a:off x="5665235" y="45995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t362"/>
            <p:cNvSpPr/>
            <p:nvPr/>
          </p:nvSpPr>
          <p:spPr>
            <a:xfrm>
              <a:off x="3561070" y="46179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t363"/>
            <p:cNvSpPr/>
            <p:nvPr/>
          </p:nvSpPr>
          <p:spPr>
            <a:xfrm>
              <a:off x="4134606" y="45867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t364"/>
            <p:cNvSpPr/>
            <p:nvPr/>
          </p:nvSpPr>
          <p:spPr>
            <a:xfrm>
              <a:off x="4356249" y="46415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t365"/>
            <p:cNvSpPr/>
            <p:nvPr/>
          </p:nvSpPr>
          <p:spPr>
            <a:xfrm>
              <a:off x="3561070" y="46507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t366"/>
            <p:cNvSpPr/>
            <p:nvPr/>
          </p:nvSpPr>
          <p:spPr>
            <a:xfrm>
              <a:off x="3561070" y="46542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t367"/>
            <p:cNvSpPr/>
            <p:nvPr/>
          </p:nvSpPr>
          <p:spPr>
            <a:xfrm>
              <a:off x="3561070" y="41862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t368"/>
            <p:cNvSpPr/>
            <p:nvPr/>
          </p:nvSpPr>
          <p:spPr>
            <a:xfrm>
              <a:off x="4653451" y="36665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t369"/>
            <p:cNvSpPr/>
            <p:nvPr/>
          </p:nvSpPr>
          <p:spPr>
            <a:xfrm>
              <a:off x="3561070" y="25579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t370"/>
            <p:cNvSpPr/>
            <p:nvPr/>
          </p:nvSpPr>
          <p:spPr>
            <a:xfrm>
              <a:off x="3561070" y="42716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t371"/>
            <p:cNvSpPr/>
            <p:nvPr/>
          </p:nvSpPr>
          <p:spPr>
            <a:xfrm>
              <a:off x="4102815" y="42292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t372"/>
            <p:cNvSpPr/>
            <p:nvPr/>
          </p:nvSpPr>
          <p:spPr>
            <a:xfrm>
              <a:off x="3561070" y="32173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t373"/>
            <p:cNvSpPr/>
            <p:nvPr/>
          </p:nvSpPr>
          <p:spPr>
            <a:xfrm>
              <a:off x="3835245" y="27585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t374"/>
            <p:cNvSpPr/>
            <p:nvPr/>
          </p:nvSpPr>
          <p:spPr>
            <a:xfrm>
              <a:off x="4091830" y="25313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t375"/>
            <p:cNvSpPr/>
            <p:nvPr/>
          </p:nvSpPr>
          <p:spPr>
            <a:xfrm>
              <a:off x="3561070" y="46880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t376"/>
            <p:cNvSpPr/>
            <p:nvPr/>
          </p:nvSpPr>
          <p:spPr>
            <a:xfrm>
              <a:off x="4886607" y="46374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t377"/>
            <p:cNvSpPr/>
            <p:nvPr/>
          </p:nvSpPr>
          <p:spPr>
            <a:xfrm>
              <a:off x="5424882" y="46783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t378"/>
            <p:cNvSpPr/>
            <p:nvPr/>
          </p:nvSpPr>
          <p:spPr>
            <a:xfrm>
              <a:off x="6014249" y="46952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t379"/>
            <p:cNvSpPr/>
            <p:nvPr/>
          </p:nvSpPr>
          <p:spPr>
            <a:xfrm>
              <a:off x="6717317" y="47269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t380"/>
            <p:cNvSpPr/>
            <p:nvPr/>
          </p:nvSpPr>
          <p:spPr>
            <a:xfrm>
              <a:off x="3561070" y="46527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t381"/>
            <p:cNvSpPr/>
            <p:nvPr/>
          </p:nvSpPr>
          <p:spPr>
            <a:xfrm>
              <a:off x="3561070" y="46200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t382"/>
            <p:cNvSpPr/>
            <p:nvPr/>
          </p:nvSpPr>
          <p:spPr>
            <a:xfrm>
              <a:off x="4364884" y="44568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t383"/>
            <p:cNvSpPr/>
            <p:nvPr/>
          </p:nvSpPr>
          <p:spPr>
            <a:xfrm>
              <a:off x="5145422" y="41391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t384"/>
            <p:cNvSpPr/>
            <p:nvPr/>
          </p:nvSpPr>
          <p:spPr>
            <a:xfrm>
              <a:off x="3561070" y="41141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t385"/>
            <p:cNvSpPr/>
            <p:nvPr/>
          </p:nvSpPr>
          <p:spPr>
            <a:xfrm>
              <a:off x="3561070" y="45729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t386"/>
            <p:cNvSpPr/>
            <p:nvPr/>
          </p:nvSpPr>
          <p:spPr>
            <a:xfrm>
              <a:off x="4421734" y="44348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t387"/>
            <p:cNvSpPr/>
            <p:nvPr/>
          </p:nvSpPr>
          <p:spPr>
            <a:xfrm>
              <a:off x="3561070" y="46901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t388"/>
            <p:cNvSpPr/>
            <p:nvPr/>
          </p:nvSpPr>
          <p:spPr>
            <a:xfrm>
              <a:off x="3829488" y="46890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t389"/>
            <p:cNvSpPr/>
            <p:nvPr/>
          </p:nvSpPr>
          <p:spPr>
            <a:xfrm>
              <a:off x="3561070" y="46374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t390"/>
            <p:cNvSpPr/>
            <p:nvPr/>
          </p:nvSpPr>
          <p:spPr>
            <a:xfrm>
              <a:off x="3561070" y="47238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t391"/>
            <p:cNvSpPr/>
            <p:nvPr/>
          </p:nvSpPr>
          <p:spPr>
            <a:xfrm>
              <a:off x="4608115" y="47197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t392"/>
            <p:cNvSpPr/>
            <p:nvPr/>
          </p:nvSpPr>
          <p:spPr>
            <a:xfrm>
              <a:off x="5272323" y="47069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t393"/>
            <p:cNvSpPr/>
            <p:nvPr/>
          </p:nvSpPr>
          <p:spPr>
            <a:xfrm>
              <a:off x="3561070" y="46108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t394"/>
            <p:cNvSpPr/>
            <p:nvPr/>
          </p:nvSpPr>
          <p:spPr>
            <a:xfrm>
              <a:off x="3561070" y="45422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t395"/>
            <p:cNvSpPr/>
            <p:nvPr/>
          </p:nvSpPr>
          <p:spPr>
            <a:xfrm>
              <a:off x="3561070" y="45668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t396"/>
            <p:cNvSpPr/>
            <p:nvPr/>
          </p:nvSpPr>
          <p:spPr>
            <a:xfrm>
              <a:off x="3561070" y="46415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t397"/>
            <p:cNvSpPr/>
            <p:nvPr/>
          </p:nvSpPr>
          <p:spPr>
            <a:xfrm>
              <a:off x="4446201" y="46358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t398"/>
            <p:cNvSpPr/>
            <p:nvPr/>
          </p:nvSpPr>
          <p:spPr>
            <a:xfrm>
              <a:off x="5111728" y="46425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t399"/>
            <p:cNvSpPr/>
            <p:nvPr/>
          </p:nvSpPr>
          <p:spPr>
            <a:xfrm>
              <a:off x="3561070" y="45888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t400"/>
            <p:cNvSpPr/>
            <p:nvPr/>
          </p:nvSpPr>
          <p:spPr>
            <a:xfrm>
              <a:off x="5185969" y="45924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t401"/>
            <p:cNvSpPr/>
            <p:nvPr/>
          </p:nvSpPr>
          <p:spPr>
            <a:xfrm>
              <a:off x="3561070" y="46629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t402"/>
            <p:cNvSpPr/>
            <p:nvPr/>
          </p:nvSpPr>
          <p:spPr>
            <a:xfrm>
              <a:off x="4113149" y="46476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t403"/>
            <p:cNvSpPr/>
            <p:nvPr/>
          </p:nvSpPr>
          <p:spPr>
            <a:xfrm>
              <a:off x="4636900" y="46036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t404"/>
            <p:cNvSpPr/>
            <p:nvPr/>
          </p:nvSpPr>
          <p:spPr>
            <a:xfrm>
              <a:off x="3561070" y="40501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t405"/>
            <p:cNvSpPr/>
            <p:nvPr/>
          </p:nvSpPr>
          <p:spPr>
            <a:xfrm>
              <a:off x="3847478" y="41841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t406"/>
            <p:cNvSpPr/>
            <p:nvPr/>
          </p:nvSpPr>
          <p:spPr>
            <a:xfrm>
              <a:off x="4118566" y="41427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t407"/>
            <p:cNvSpPr/>
            <p:nvPr/>
          </p:nvSpPr>
          <p:spPr>
            <a:xfrm>
              <a:off x="4385753" y="41545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t408"/>
            <p:cNvSpPr/>
            <p:nvPr/>
          </p:nvSpPr>
          <p:spPr>
            <a:xfrm>
              <a:off x="4652012" y="40644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t409"/>
            <p:cNvSpPr/>
            <p:nvPr/>
          </p:nvSpPr>
          <p:spPr>
            <a:xfrm>
              <a:off x="3561070" y="45729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t410"/>
            <p:cNvSpPr/>
            <p:nvPr/>
          </p:nvSpPr>
          <p:spPr>
            <a:xfrm>
              <a:off x="3561070" y="44880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t411"/>
            <p:cNvSpPr/>
            <p:nvPr/>
          </p:nvSpPr>
          <p:spPr>
            <a:xfrm>
              <a:off x="4381435" y="42148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t412"/>
            <p:cNvSpPr/>
            <p:nvPr/>
          </p:nvSpPr>
          <p:spPr>
            <a:xfrm>
              <a:off x="5963876" y="36040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t413"/>
            <p:cNvSpPr/>
            <p:nvPr/>
          </p:nvSpPr>
          <p:spPr>
            <a:xfrm>
              <a:off x="3561070" y="30715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t414"/>
            <p:cNvSpPr/>
            <p:nvPr/>
          </p:nvSpPr>
          <p:spPr>
            <a:xfrm>
              <a:off x="3561070" y="30183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t415"/>
            <p:cNvSpPr/>
            <p:nvPr/>
          </p:nvSpPr>
          <p:spPr>
            <a:xfrm>
              <a:off x="3848198" y="27462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t416"/>
            <p:cNvSpPr/>
            <p:nvPr/>
          </p:nvSpPr>
          <p:spPr>
            <a:xfrm>
              <a:off x="3561070" y="39120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t417"/>
            <p:cNvSpPr/>
            <p:nvPr/>
          </p:nvSpPr>
          <p:spPr>
            <a:xfrm>
              <a:off x="3561070" y="46276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t418"/>
            <p:cNvSpPr/>
            <p:nvPr/>
          </p:nvSpPr>
          <p:spPr>
            <a:xfrm>
              <a:off x="3561070" y="47228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t419"/>
            <p:cNvSpPr/>
            <p:nvPr/>
          </p:nvSpPr>
          <p:spPr>
            <a:xfrm>
              <a:off x="4637619" y="46855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t420"/>
            <p:cNvSpPr/>
            <p:nvPr/>
          </p:nvSpPr>
          <p:spPr>
            <a:xfrm>
              <a:off x="4641937" y="46021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t421"/>
            <p:cNvSpPr/>
            <p:nvPr/>
          </p:nvSpPr>
          <p:spPr>
            <a:xfrm>
              <a:off x="5175894" y="45647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t422"/>
            <p:cNvSpPr/>
            <p:nvPr/>
          </p:nvSpPr>
          <p:spPr>
            <a:xfrm>
              <a:off x="3561070" y="46578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t423"/>
            <p:cNvSpPr/>
            <p:nvPr/>
          </p:nvSpPr>
          <p:spPr>
            <a:xfrm>
              <a:off x="3843035" y="46358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t424"/>
            <p:cNvSpPr/>
            <p:nvPr/>
          </p:nvSpPr>
          <p:spPr>
            <a:xfrm>
              <a:off x="4115051" y="46471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t425"/>
            <p:cNvSpPr/>
            <p:nvPr/>
          </p:nvSpPr>
          <p:spPr>
            <a:xfrm>
              <a:off x="4618172" y="46425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t426"/>
            <p:cNvSpPr/>
            <p:nvPr/>
          </p:nvSpPr>
          <p:spPr>
            <a:xfrm>
              <a:off x="4840426" y="46655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t427"/>
            <p:cNvSpPr/>
            <p:nvPr/>
          </p:nvSpPr>
          <p:spPr>
            <a:xfrm>
              <a:off x="5243412" y="46558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t428"/>
            <p:cNvSpPr/>
            <p:nvPr/>
          </p:nvSpPr>
          <p:spPr>
            <a:xfrm>
              <a:off x="5439148" y="46675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t429"/>
            <p:cNvSpPr/>
            <p:nvPr/>
          </p:nvSpPr>
          <p:spPr>
            <a:xfrm>
              <a:off x="3561070" y="45698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t430"/>
            <p:cNvSpPr/>
            <p:nvPr/>
          </p:nvSpPr>
          <p:spPr>
            <a:xfrm>
              <a:off x="3561070" y="46256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t431"/>
            <p:cNvSpPr/>
            <p:nvPr/>
          </p:nvSpPr>
          <p:spPr>
            <a:xfrm>
              <a:off x="3561070" y="46138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t432"/>
            <p:cNvSpPr/>
            <p:nvPr/>
          </p:nvSpPr>
          <p:spPr>
            <a:xfrm>
              <a:off x="4353600" y="46236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t433"/>
            <p:cNvSpPr/>
            <p:nvPr/>
          </p:nvSpPr>
          <p:spPr>
            <a:xfrm>
              <a:off x="5122642" y="46440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t434"/>
            <p:cNvSpPr/>
            <p:nvPr/>
          </p:nvSpPr>
          <p:spPr>
            <a:xfrm>
              <a:off x="5656599" y="46159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t435"/>
            <p:cNvSpPr/>
            <p:nvPr/>
          </p:nvSpPr>
          <p:spPr>
            <a:xfrm>
              <a:off x="6189836" y="46583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t436"/>
            <p:cNvSpPr/>
            <p:nvPr/>
          </p:nvSpPr>
          <p:spPr>
            <a:xfrm>
              <a:off x="3561070" y="46589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t437"/>
            <p:cNvSpPr/>
            <p:nvPr/>
          </p:nvSpPr>
          <p:spPr>
            <a:xfrm>
              <a:off x="3825742" y="46926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t438"/>
            <p:cNvSpPr/>
            <p:nvPr/>
          </p:nvSpPr>
          <p:spPr>
            <a:xfrm>
              <a:off x="3812937" y="28296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t439"/>
            <p:cNvSpPr/>
            <p:nvPr/>
          </p:nvSpPr>
          <p:spPr>
            <a:xfrm>
              <a:off x="4073439" y="29390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t440"/>
            <p:cNvSpPr/>
            <p:nvPr/>
          </p:nvSpPr>
          <p:spPr>
            <a:xfrm>
              <a:off x="3561070" y="45985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t441"/>
            <p:cNvSpPr/>
            <p:nvPr/>
          </p:nvSpPr>
          <p:spPr>
            <a:xfrm>
              <a:off x="4411659" y="46926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t442"/>
            <p:cNvSpPr/>
            <p:nvPr/>
          </p:nvSpPr>
          <p:spPr>
            <a:xfrm>
              <a:off x="5665235" y="46532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t443"/>
            <p:cNvSpPr/>
            <p:nvPr/>
          </p:nvSpPr>
          <p:spPr>
            <a:xfrm>
              <a:off x="3561070" y="46323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t444"/>
            <p:cNvSpPr/>
            <p:nvPr/>
          </p:nvSpPr>
          <p:spPr>
            <a:xfrm>
              <a:off x="4381435" y="46665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t445"/>
            <p:cNvSpPr/>
            <p:nvPr/>
          </p:nvSpPr>
          <p:spPr>
            <a:xfrm>
              <a:off x="4893084" y="46629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t446"/>
            <p:cNvSpPr/>
            <p:nvPr/>
          </p:nvSpPr>
          <p:spPr>
            <a:xfrm>
              <a:off x="3561070" y="46164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t447"/>
            <p:cNvSpPr/>
            <p:nvPr/>
          </p:nvSpPr>
          <p:spPr>
            <a:xfrm>
              <a:off x="4319548" y="47039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t448"/>
            <p:cNvSpPr/>
            <p:nvPr/>
          </p:nvSpPr>
          <p:spPr>
            <a:xfrm>
              <a:off x="3561070" y="36414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t449"/>
            <p:cNvSpPr/>
            <p:nvPr/>
          </p:nvSpPr>
          <p:spPr>
            <a:xfrm>
              <a:off x="3561070" y="46230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t450"/>
            <p:cNvSpPr/>
            <p:nvPr/>
          </p:nvSpPr>
          <p:spPr>
            <a:xfrm>
              <a:off x="3561070" y="46681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t451"/>
            <p:cNvSpPr/>
            <p:nvPr/>
          </p:nvSpPr>
          <p:spPr>
            <a:xfrm>
              <a:off x="4097906" y="46389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t452"/>
            <p:cNvSpPr/>
            <p:nvPr/>
          </p:nvSpPr>
          <p:spPr>
            <a:xfrm>
              <a:off x="3561070" y="37667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t453"/>
            <p:cNvSpPr/>
            <p:nvPr/>
          </p:nvSpPr>
          <p:spPr>
            <a:xfrm>
              <a:off x="3868514" y="36608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t454"/>
            <p:cNvSpPr/>
            <p:nvPr/>
          </p:nvSpPr>
          <p:spPr>
            <a:xfrm>
              <a:off x="3561070" y="45970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t455"/>
            <p:cNvSpPr/>
            <p:nvPr/>
          </p:nvSpPr>
          <p:spPr>
            <a:xfrm>
              <a:off x="4331062" y="45954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t456"/>
            <p:cNvSpPr/>
            <p:nvPr/>
          </p:nvSpPr>
          <p:spPr>
            <a:xfrm>
              <a:off x="4899981" y="46445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t457"/>
            <p:cNvSpPr/>
            <p:nvPr/>
          </p:nvSpPr>
          <p:spPr>
            <a:xfrm>
              <a:off x="5685384" y="46205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t458"/>
            <p:cNvSpPr/>
            <p:nvPr/>
          </p:nvSpPr>
          <p:spPr>
            <a:xfrm>
              <a:off x="3561070" y="46563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t459"/>
            <p:cNvSpPr/>
            <p:nvPr/>
          </p:nvSpPr>
          <p:spPr>
            <a:xfrm>
              <a:off x="3561070" y="45913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t460"/>
            <p:cNvSpPr/>
            <p:nvPr/>
          </p:nvSpPr>
          <p:spPr>
            <a:xfrm>
              <a:off x="4399426" y="46553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t461"/>
            <p:cNvSpPr/>
            <p:nvPr/>
          </p:nvSpPr>
          <p:spPr>
            <a:xfrm>
              <a:off x="5202308" y="46343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t462"/>
            <p:cNvSpPr/>
            <p:nvPr/>
          </p:nvSpPr>
          <p:spPr>
            <a:xfrm>
              <a:off x="6209891" y="46149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t463"/>
            <p:cNvSpPr/>
            <p:nvPr/>
          </p:nvSpPr>
          <p:spPr>
            <a:xfrm>
              <a:off x="6735307" y="45801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t464"/>
            <p:cNvSpPr/>
            <p:nvPr/>
          </p:nvSpPr>
          <p:spPr>
            <a:xfrm>
              <a:off x="3862854" y="30925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t465"/>
            <p:cNvSpPr/>
            <p:nvPr/>
          </p:nvSpPr>
          <p:spPr>
            <a:xfrm>
              <a:off x="4084233" y="30546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t466"/>
            <p:cNvSpPr/>
            <p:nvPr/>
          </p:nvSpPr>
          <p:spPr>
            <a:xfrm>
              <a:off x="3561070" y="44466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t467"/>
            <p:cNvSpPr/>
            <p:nvPr/>
          </p:nvSpPr>
          <p:spPr>
            <a:xfrm>
              <a:off x="3561070" y="46768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t468"/>
            <p:cNvSpPr/>
            <p:nvPr/>
          </p:nvSpPr>
          <p:spPr>
            <a:xfrm>
              <a:off x="3561070" y="37299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t469"/>
            <p:cNvSpPr/>
            <p:nvPr/>
          </p:nvSpPr>
          <p:spPr>
            <a:xfrm>
              <a:off x="3879861" y="36833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t470"/>
            <p:cNvSpPr/>
            <p:nvPr/>
          </p:nvSpPr>
          <p:spPr>
            <a:xfrm>
              <a:off x="3561070" y="44261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t471"/>
            <p:cNvSpPr/>
            <p:nvPr/>
          </p:nvSpPr>
          <p:spPr>
            <a:xfrm>
              <a:off x="3561070" y="43775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t472"/>
            <p:cNvSpPr/>
            <p:nvPr/>
          </p:nvSpPr>
          <p:spPr>
            <a:xfrm>
              <a:off x="4094345" y="44077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t473"/>
            <p:cNvSpPr/>
            <p:nvPr/>
          </p:nvSpPr>
          <p:spPr>
            <a:xfrm>
              <a:off x="5185286" y="44189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t474"/>
            <p:cNvSpPr/>
            <p:nvPr/>
          </p:nvSpPr>
          <p:spPr>
            <a:xfrm>
              <a:off x="5703980" y="44287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t475"/>
            <p:cNvSpPr/>
            <p:nvPr/>
          </p:nvSpPr>
          <p:spPr>
            <a:xfrm>
              <a:off x="3829138" y="46895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t476"/>
            <p:cNvSpPr/>
            <p:nvPr/>
          </p:nvSpPr>
          <p:spPr>
            <a:xfrm>
              <a:off x="4114457" y="46681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t477"/>
            <p:cNvSpPr/>
            <p:nvPr/>
          </p:nvSpPr>
          <p:spPr>
            <a:xfrm>
              <a:off x="3561070" y="46246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t478"/>
            <p:cNvSpPr/>
            <p:nvPr/>
          </p:nvSpPr>
          <p:spPr>
            <a:xfrm>
              <a:off x="4141083" y="46261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t479"/>
            <p:cNvSpPr/>
            <p:nvPr/>
          </p:nvSpPr>
          <p:spPr>
            <a:xfrm>
              <a:off x="5157184" y="46952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t480"/>
            <p:cNvSpPr/>
            <p:nvPr/>
          </p:nvSpPr>
          <p:spPr>
            <a:xfrm>
              <a:off x="3561070" y="42905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t481"/>
            <p:cNvSpPr/>
            <p:nvPr/>
          </p:nvSpPr>
          <p:spPr>
            <a:xfrm>
              <a:off x="3833086" y="42000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t482"/>
            <p:cNvSpPr/>
            <p:nvPr/>
          </p:nvSpPr>
          <p:spPr>
            <a:xfrm>
              <a:off x="4101057" y="41151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t483"/>
            <p:cNvSpPr/>
            <p:nvPr/>
          </p:nvSpPr>
          <p:spPr>
            <a:xfrm>
              <a:off x="4362725" y="39805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t484"/>
            <p:cNvSpPr/>
            <p:nvPr/>
          </p:nvSpPr>
          <p:spPr>
            <a:xfrm>
              <a:off x="4705264" y="39534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t485"/>
            <p:cNvSpPr/>
            <p:nvPr/>
          </p:nvSpPr>
          <p:spPr>
            <a:xfrm>
              <a:off x="3561070" y="45944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t486"/>
            <p:cNvSpPr/>
            <p:nvPr/>
          </p:nvSpPr>
          <p:spPr>
            <a:xfrm>
              <a:off x="4349772" y="46246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t487"/>
            <p:cNvSpPr/>
            <p:nvPr/>
          </p:nvSpPr>
          <p:spPr>
            <a:xfrm>
              <a:off x="4877732" y="46363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t488"/>
            <p:cNvSpPr/>
            <p:nvPr/>
          </p:nvSpPr>
          <p:spPr>
            <a:xfrm>
              <a:off x="5406891" y="46220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t489"/>
            <p:cNvSpPr/>
            <p:nvPr/>
          </p:nvSpPr>
          <p:spPr>
            <a:xfrm>
              <a:off x="5955646" y="46031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t490"/>
            <p:cNvSpPr/>
            <p:nvPr/>
          </p:nvSpPr>
          <p:spPr>
            <a:xfrm>
              <a:off x="3561070" y="40332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t491"/>
            <p:cNvSpPr/>
            <p:nvPr/>
          </p:nvSpPr>
          <p:spPr>
            <a:xfrm>
              <a:off x="4483621" y="38849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t492"/>
            <p:cNvSpPr/>
            <p:nvPr/>
          </p:nvSpPr>
          <p:spPr>
            <a:xfrm>
              <a:off x="3561070" y="46384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t493"/>
            <p:cNvSpPr/>
            <p:nvPr/>
          </p:nvSpPr>
          <p:spPr>
            <a:xfrm>
              <a:off x="4180296" y="46353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t494"/>
            <p:cNvSpPr/>
            <p:nvPr/>
          </p:nvSpPr>
          <p:spPr>
            <a:xfrm>
              <a:off x="5069744" y="46445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t495"/>
            <p:cNvSpPr/>
            <p:nvPr/>
          </p:nvSpPr>
          <p:spPr>
            <a:xfrm>
              <a:off x="3561070" y="46901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t496"/>
            <p:cNvSpPr/>
            <p:nvPr/>
          </p:nvSpPr>
          <p:spPr>
            <a:xfrm>
              <a:off x="3846165" y="46722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t497"/>
            <p:cNvSpPr/>
            <p:nvPr/>
          </p:nvSpPr>
          <p:spPr>
            <a:xfrm>
              <a:off x="4074158" y="46665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t498"/>
            <p:cNvSpPr/>
            <p:nvPr/>
          </p:nvSpPr>
          <p:spPr>
            <a:xfrm>
              <a:off x="3561070" y="46276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t499"/>
            <p:cNvSpPr/>
            <p:nvPr/>
          </p:nvSpPr>
          <p:spPr>
            <a:xfrm>
              <a:off x="3561070" y="41683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t500"/>
            <p:cNvSpPr/>
            <p:nvPr/>
          </p:nvSpPr>
          <p:spPr>
            <a:xfrm>
              <a:off x="3827803" y="41350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t501"/>
            <p:cNvSpPr/>
            <p:nvPr/>
          </p:nvSpPr>
          <p:spPr>
            <a:xfrm>
              <a:off x="3561070" y="46149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t502"/>
            <p:cNvSpPr/>
            <p:nvPr/>
          </p:nvSpPr>
          <p:spPr>
            <a:xfrm>
              <a:off x="3561070" y="47699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t503"/>
            <p:cNvSpPr/>
            <p:nvPr/>
          </p:nvSpPr>
          <p:spPr>
            <a:xfrm>
              <a:off x="4449079" y="46583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t504"/>
            <p:cNvSpPr/>
            <p:nvPr/>
          </p:nvSpPr>
          <p:spPr>
            <a:xfrm>
              <a:off x="3561070" y="46844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t505"/>
            <p:cNvSpPr/>
            <p:nvPr/>
          </p:nvSpPr>
          <p:spPr>
            <a:xfrm>
              <a:off x="3922232" y="46803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t506"/>
            <p:cNvSpPr/>
            <p:nvPr/>
          </p:nvSpPr>
          <p:spPr>
            <a:xfrm>
              <a:off x="4445935" y="47243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t507"/>
            <p:cNvSpPr/>
            <p:nvPr/>
          </p:nvSpPr>
          <p:spPr>
            <a:xfrm>
              <a:off x="3561070" y="46747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t508"/>
            <p:cNvSpPr/>
            <p:nvPr/>
          </p:nvSpPr>
          <p:spPr>
            <a:xfrm>
              <a:off x="3561070" y="42583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t509"/>
            <p:cNvSpPr/>
            <p:nvPr/>
          </p:nvSpPr>
          <p:spPr>
            <a:xfrm>
              <a:off x="4705041" y="42829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t510"/>
            <p:cNvSpPr/>
            <p:nvPr/>
          </p:nvSpPr>
          <p:spPr>
            <a:xfrm>
              <a:off x="3561070" y="40578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t511"/>
            <p:cNvSpPr/>
            <p:nvPr/>
          </p:nvSpPr>
          <p:spPr>
            <a:xfrm>
              <a:off x="4411659" y="39279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t512"/>
            <p:cNvSpPr/>
            <p:nvPr/>
          </p:nvSpPr>
          <p:spPr>
            <a:xfrm>
              <a:off x="4693750" y="39693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t513"/>
            <p:cNvSpPr/>
            <p:nvPr/>
          </p:nvSpPr>
          <p:spPr>
            <a:xfrm>
              <a:off x="4874781" y="40204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t514"/>
            <p:cNvSpPr/>
            <p:nvPr/>
          </p:nvSpPr>
          <p:spPr>
            <a:xfrm>
              <a:off x="3561070" y="46583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t515"/>
            <p:cNvSpPr/>
            <p:nvPr/>
          </p:nvSpPr>
          <p:spPr>
            <a:xfrm>
              <a:off x="3561070" y="46527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t516"/>
            <p:cNvSpPr/>
            <p:nvPr/>
          </p:nvSpPr>
          <p:spPr>
            <a:xfrm>
              <a:off x="4129840" y="46200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t517"/>
            <p:cNvSpPr/>
            <p:nvPr/>
          </p:nvSpPr>
          <p:spPr>
            <a:xfrm>
              <a:off x="3561070" y="46087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t518"/>
            <p:cNvSpPr/>
            <p:nvPr/>
          </p:nvSpPr>
          <p:spPr>
            <a:xfrm>
              <a:off x="3561070" y="46051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t519"/>
            <p:cNvSpPr/>
            <p:nvPr/>
          </p:nvSpPr>
          <p:spPr>
            <a:xfrm>
              <a:off x="5182418" y="46133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t520"/>
            <p:cNvSpPr/>
            <p:nvPr/>
          </p:nvSpPr>
          <p:spPr>
            <a:xfrm>
              <a:off x="3561070" y="40465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t521"/>
            <p:cNvSpPr/>
            <p:nvPr/>
          </p:nvSpPr>
          <p:spPr>
            <a:xfrm>
              <a:off x="3561070" y="46568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t522"/>
            <p:cNvSpPr/>
            <p:nvPr/>
          </p:nvSpPr>
          <p:spPr>
            <a:xfrm>
              <a:off x="3869067" y="46558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t523"/>
            <p:cNvSpPr/>
            <p:nvPr/>
          </p:nvSpPr>
          <p:spPr>
            <a:xfrm>
              <a:off x="4141370" y="46435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t524"/>
            <p:cNvSpPr/>
            <p:nvPr/>
          </p:nvSpPr>
          <p:spPr>
            <a:xfrm>
              <a:off x="4493696" y="46594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t525"/>
            <p:cNvSpPr/>
            <p:nvPr/>
          </p:nvSpPr>
          <p:spPr>
            <a:xfrm>
              <a:off x="3561070" y="36220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t526"/>
            <p:cNvSpPr/>
            <p:nvPr/>
          </p:nvSpPr>
          <p:spPr>
            <a:xfrm>
              <a:off x="3561070" y="43601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t527"/>
            <p:cNvSpPr/>
            <p:nvPr/>
          </p:nvSpPr>
          <p:spPr>
            <a:xfrm>
              <a:off x="4452292" y="43473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t528"/>
            <p:cNvSpPr/>
            <p:nvPr/>
          </p:nvSpPr>
          <p:spPr>
            <a:xfrm>
              <a:off x="4904212" y="44512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t529"/>
            <p:cNvSpPr/>
            <p:nvPr/>
          </p:nvSpPr>
          <p:spPr>
            <a:xfrm>
              <a:off x="3561070" y="46829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t530"/>
            <p:cNvSpPr/>
            <p:nvPr/>
          </p:nvSpPr>
          <p:spPr>
            <a:xfrm>
              <a:off x="3561070" y="45918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t531"/>
            <p:cNvSpPr/>
            <p:nvPr/>
          </p:nvSpPr>
          <p:spPr>
            <a:xfrm>
              <a:off x="3561070" y="42302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t532"/>
            <p:cNvSpPr/>
            <p:nvPr/>
          </p:nvSpPr>
          <p:spPr>
            <a:xfrm>
              <a:off x="3876485" y="38491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t533"/>
            <p:cNvSpPr/>
            <p:nvPr/>
          </p:nvSpPr>
          <p:spPr>
            <a:xfrm>
              <a:off x="4088551" y="39765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t534"/>
            <p:cNvSpPr/>
            <p:nvPr/>
          </p:nvSpPr>
          <p:spPr>
            <a:xfrm>
              <a:off x="3561070" y="45371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t535"/>
            <p:cNvSpPr/>
            <p:nvPr/>
          </p:nvSpPr>
          <p:spPr>
            <a:xfrm>
              <a:off x="3561070" y="30347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t536"/>
            <p:cNvSpPr/>
            <p:nvPr/>
          </p:nvSpPr>
          <p:spPr>
            <a:xfrm>
              <a:off x="3561070" y="46517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t537"/>
            <p:cNvSpPr/>
            <p:nvPr/>
          </p:nvSpPr>
          <p:spPr>
            <a:xfrm>
              <a:off x="4673431" y="46302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t538"/>
            <p:cNvSpPr/>
            <p:nvPr/>
          </p:nvSpPr>
          <p:spPr>
            <a:xfrm>
              <a:off x="5160550" y="46241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t539"/>
            <p:cNvSpPr/>
            <p:nvPr/>
          </p:nvSpPr>
          <p:spPr>
            <a:xfrm>
              <a:off x="3561070" y="46675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t540"/>
            <p:cNvSpPr/>
            <p:nvPr/>
          </p:nvSpPr>
          <p:spPr>
            <a:xfrm>
              <a:off x="5425204" y="46578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t541"/>
            <p:cNvSpPr/>
            <p:nvPr/>
          </p:nvSpPr>
          <p:spPr>
            <a:xfrm>
              <a:off x="3561070" y="45397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t542"/>
            <p:cNvSpPr/>
            <p:nvPr/>
          </p:nvSpPr>
          <p:spPr>
            <a:xfrm>
              <a:off x="4219521" y="44205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t543"/>
            <p:cNvSpPr/>
            <p:nvPr/>
          </p:nvSpPr>
          <p:spPr>
            <a:xfrm>
              <a:off x="3561070" y="32122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t544"/>
            <p:cNvSpPr/>
            <p:nvPr/>
          </p:nvSpPr>
          <p:spPr>
            <a:xfrm>
              <a:off x="3833806" y="32265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t545"/>
            <p:cNvSpPr/>
            <p:nvPr/>
          </p:nvSpPr>
          <p:spPr>
            <a:xfrm>
              <a:off x="4155475" y="32306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t546"/>
            <p:cNvSpPr/>
            <p:nvPr/>
          </p:nvSpPr>
          <p:spPr>
            <a:xfrm>
              <a:off x="4962887" y="32843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t547"/>
            <p:cNvSpPr/>
            <p:nvPr/>
          </p:nvSpPr>
          <p:spPr>
            <a:xfrm>
              <a:off x="5435676" y="35734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t548"/>
            <p:cNvSpPr/>
            <p:nvPr/>
          </p:nvSpPr>
          <p:spPr>
            <a:xfrm>
              <a:off x="3561070" y="46384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t549"/>
            <p:cNvSpPr/>
            <p:nvPr/>
          </p:nvSpPr>
          <p:spPr>
            <a:xfrm>
              <a:off x="4733329" y="46021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t550"/>
            <p:cNvSpPr/>
            <p:nvPr/>
          </p:nvSpPr>
          <p:spPr>
            <a:xfrm>
              <a:off x="3561070" y="45980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t551"/>
            <p:cNvSpPr/>
            <p:nvPr/>
          </p:nvSpPr>
          <p:spPr>
            <a:xfrm>
              <a:off x="3561070" y="33825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t552"/>
            <p:cNvSpPr/>
            <p:nvPr/>
          </p:nvSpPr>
          <p:spPr>
            <a:xfrm>
              <a:off x="3561070" y="46512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t553"/>
            <p:cNvSpPr/>
            <p:nvPr/>
          </p:nvSpPr>
          <p:spPr>
            <a:xfrm>
              <a:off x="4641937" y="46793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t554"/>
            <p:cNvSpPr/>
            <p:nvPr/>
          </p:nvSpPr>
          <p:spPr>
            <a:xfrm>
              <a:off x="3561070" y="44404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t555"/>
            <p:cNvSpPr/>
            <p:nvPr/>
          </p:nvSpPr>
          <p:spPr>
            <a:xfrm>
              <a:off x="3878318" y="43975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t556"/>
            <p:cNvSpPr/>
            <p:nvPr/>
          </p:nvSpPr>
          <p:spPr>
            <a:xfrm>
              <a:off x="3561070" y="47069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t557"/>
            <p:cNvSpPr/>
            <p:nvPr/>
          </p:nvSpPr>
          <p:spPr>
            <a:xfrm>
              <a:off x="3561070" y="45049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t558"/>
            <p:cNvSpPr/>
            <p:nvPr/>
          </p:nvSpPr>
          <p:spPr>
            <a:xfrm>
              <a:off x="3867860" y="44798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t559"/>
            <p:cNvSpPr/>
            <p:nvPr/>
          </p:nvSpPr>
          <p:spPr>
            <a:xfrm>
              <a:off x="4114457" y="44251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t560"/>
            <p:cNvSpPr/>
            <p:nvPr/>
          </p:nvSpPr>
          <p:spPr>
            <a:xfrm>
              <a:off x="3561070" y="28459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t561"/>
            <p:cNvSpPr/>
            <p:nvPr/>
          </p:nvSpPr>
          <p:spPr>
            <a:xfrm>
              <a:off x="3826609" y="25804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t562"/>
            <p:cNvSpPr/>
            <p:nvPr/>
          </p:nvSpPr>
          <p:spPr>
            <a:xfrm>
              <a:off x="4098320" y="27129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t563"/>
            <p:cNvSpPr/>
            <p:nvPr/>
          </p:nvSpPr>
          <p:spPr>
            <a:xfrm>
              <a:off x="4324585" y="27063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t564"/>
            <p:cNvSpPr/>
            <p:nvPr/>
          </p:nvSpPr>
          <p:spPr>
            <a:xfrm>
              <a:off x="4618190" y="27068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t565"/>
            <p:cNvSpPr/>
            <p:nvPr/>
          </p:nvSpPr>
          <p:spPr>
            <a:xfrm>
              <a:off x="3561070" y="46169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t566"/>
            <p:cNvSpPr/>
            <p:nvPr/>
          </p:nvSpPr>
          <p:spPr>
            <a:xfrm>
              <a:off x="3561070" y="46149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t567"/>
            <p:cNvSpPr/>
            <p:nvPr/>
          </p:nvSpPr>
          <p:spPr>
            <a:xfrm>
              <a:off x="4149765" y="46292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t568"/>
            <p:cNvSpPr/>
            <p:nvPr/>
          </p:nvSpPr>
          <p:spPr>
            <a:xfrm>
              <a:off x="3561070" y="43166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t569"/>
            <p:cNvSpPr/>
            <p:nvPr/>
          </p:nvSpPr>
          <p:spPr>
            <a:xfrm>
              <a:off x="3843880" y="43192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t570"/>
            <p:cNvSpPr/>
            <p:nvPr/>
          </p:nvSpPr>
          <p:spPr>
            <a:xfrm>
              <a:off x="3561070" y="41478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t571"/>
            <p:cNvSpPr/>
            <p:nvPr/>
          </p:nvSpPr>
          <p:spPr>
            <a:xfrm>
              <a:off x="3561070" y="46220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t572"/>
            <p:cNvSpPr/>
            <p:nvPr/>
          </p:nvSpPr>
          <p:spPr>
            <a:xfrm>
              <a:off x="4092149" y="46338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t573"/>
            <p:cNvSpPr/>
            <p:nvPr/>
          </p:nvSpPr>
          <p:spPr>
            <a:xfrm>
              <a:off x="4631862" y="46251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t574"/>
            <p:cNvSpPr/>
            <p:nvPr/>
          </p:nvSpPr>
          <p:spPr>
            <a:xfrm>
              <a:off x="5222669" y="46814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t575"/>
            <p:cNvSpPr/>
            <p:nvPr/>
          </p:nvSpPr>
          <p:spPr>
            <a:xfrm>
              <a:off x="3561070" y="46578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t576"/>
            <p:cNvSpPr/>
            <p:nvPr/>
          </p:nvSpPr>
          <p:spPr>
            <a:xfrm>
              <a:off x="3561070" y="46553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t577"/>
            <p:cNvSpPr/>
            <p:nvPr/>
          </p:nvSpPr>
          <p:spPr>
            <a:xfrm>
              <a:off x="4362006" y="46297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t578"/>
            <p:cNvSpPr/>
            <p:nvPr/>
          </p:nvSpPr>
          <p:spPr>
            <a:xfrm>
              <a:off x="3561070" y="46195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t579"/>
            <p:cNvSpPr/>
            <p:nvPr/>
          </p:nvSpPr>
          <p:spPr>
            <a:xfrm>
              <a:off x="3561070" y="46650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t580"/>
            <p:cNvSpPr/>
            <p:nvPr/>
          </p:nvSpPr>
          <p:spPr>
            <a:xfrm>
              <a:off x="4069488" y="46553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t581"/>
            <p:cNvSpPr/>
            <p:nvPr/>
          </p:nvSpPr>
          <p:spPr>
            <a:xfrm>
              <a:off x="4703573" y="46251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t582"/>
            <p:cNvSpPr/>
            <p:nvPr/>
          </p:nvSpPr>
          <p:spPr>
            <a:xfrm>
              <a:off x="3561070" y="46010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t583"/>
            <p:cNvSpPr/>
            <p:nvPr/>
          </p:nvSpPr>
          <p:spPr>
            <a:xfrm>
              <a:off x="4129667" y="46624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t584"/>
            <p:cNvSpPr/>
            <p:nvPr/>
          </p:nvSpPr>
          <p:spPr>
            <a:xfrm>
              <a:off x="3561070" y="46323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t585"/>
            <p:cNvSpPr/>
            <p:nvPr/>
          </p:nvSpPr>
          <p:spPr>
            <a:xfrm>
              <a:off x="4352969" y="46184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t586"/>
            <p:cNvSpPr/>
            <p:nvPr/>
          </p:nvSpPr>
          <p:spPr>
            <a:xfrm>
              <a:off x="4951692" y="46230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t587"/>
            <p:cNvSpPr/>
            <p:nvPr/>
          </p:nvSpPr>
          <p:spPr>
            <a:xfrm>
              <a:off x="5394976" y="46343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t588"/>
            <p:cNvSpPr/>
            <p:nvPr/>
          </p:nvSpPr>
          <p:spPr>
            <a:xfrm>
              <a:off x="6077894" y="46287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t589"/>
            <p:cNvSpPr/>
            <p:nvPr/>
          </p:nvSpPr>
          <p:spPr>
            <a:xfrm>
              <a:off x="3561070" y="46624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t590"/>
            <p:cNvSpPr/>
            <p:nvPr/>
          </p:nvSpPr>
          <p:spPr>
            <a:xfrm>
              <a:off x="4129569" y="46363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t591"/>
            <p:cNvSpPr/>
            <p:nvPr/>
          </p:nvSpPr>
          <p:spPr>
            <a:xfrm>
              <a:off x="4388631" y="46624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t592"/>
            <p:cNvSpPr/>
            <p:nvPr/>
          </p:nvSpPr>
          <p:spPr>
            <a:xfrm>
              <a:off x="4910355" y="46496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t593"/>
            <p:cNvSpPr/>
            <p:nvPr/>
          </p:nvSpPr>
          <p:spPr>
            <a:xfrm>
              <a:off x="5383864" y="46783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t594"/>
            <p:cNvSpPr/>
            <p:nvPr/>
          </p:nvSpPr>
          <p:spPr>
            <a:xfrm>
              <a:off x="5987624" y="46558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t595"/>
            <p:cNvSpPr/>
            <p:nvPr/>
          </p:nvSpPr>
          <p:spPr>
            <a:xfrm>
              <a:off x="3561070" y="42246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t596"/>
            <p:cNvSpPr/>
            <p:nvPr/>
          </p:nvSpPr>
          <p:spPr>
            <a:xfrm>
              <a:off x="4104708" y="41893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t597"/>
            <p:cNvSpPr/>
            <p:nvPr/>
          </p:nvSpPr>
          <p:spPr>
            <a:xfrm>
              <a:off x="4406948" y="42527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t598"/>
            <p:cNvSpPr/>
            <p:nvPr/>
          </p:nvSpPr>
          <p:spPr>
            <a:xfrm>
              <a:off x="3561070" y="44486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t599"/>
            <p:cNvSpPr/>
            <p:nvPr/>
          </p:nvSpPr>
          <p:spPr>
            <a:xfrm>
              <a:off x="3838056" y="43944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t600"/>
            <p:cNvSpPr/>
            <p:nvPr/>
          </p:nvSpPr>
          <p:spPr>
            <a:xfrm>
              <a:off x="4125184" y="43749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t601"/>
            <p:cNvSpPr/>
            <p:nvPr/>
          </p:nvSpPr>
          <p:spPr>
            <a:xfrm>
              <a:off x="3561070" y="46051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t602"/>
            <p:cNvSpPr/>
            <p:nvPr/>
          </p:nvSpPr>
          <p:spPr>
            <a:xfrm>
              <a:off x="4069654" y="45791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t603"/>
            <p:cNvSpPr/>
            <p:nvPr/>
          </p:nvSpPr>
          <p:spPr>
            <a:xfrm>
              <a:off x="4762646" y="45903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t604"/>
            <p:cNvSpPr/>
            <p:nvPr/>
          </p:nvSpPr>
          <p:spPr>
            <a:xfrm>
              <a:off x="5402387" y="45514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t605"/>
            <p:cNvSpPr/>
            <p:nvPr/>
          </p:nvSpPr>
          <p:spPr>
            <a:xfrm>
              <a:off x="3561070" y="46594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t606"/>
            <p:cNvSpPr/>
            <p:nvPr/>
          </p:nvSpPr>
          <p:spPr>
            <a:xfrm>
              <a:off x="3561070" y="45678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t607"/>
            <p:cNvSpPr/>
            <p:nvPr/>
          </p:nvSpPr>
          <p:spPr>
            <a:xfrm>
              <a:off x="4768983" y="45872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t608"/>
            <p:cNvSpPr/>
            <p:nvPr/>
          </p:nvSpPr>
          <p:spPr>
            <a:xfrm>
              <a:off x="3561070" y="46502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t609"/>
            <p:cNvSpPr/>
            <p:nvPr/>
          </p:nvSpPr>
          <p:spPr>
            <a:xfrm>
              <a:off x="4104345" y="46512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t610"/>
            <p:cNvSpPr/>
            <p:nvPr/>
          </p:nvSpPr>
          <p:spPr>
            <a:xfrm>
              <a:off x="3561070" y="46353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t611"/>
            <p:cNvSpPr/>
            <p:nvPr/>
          </p:nvSpPr>
          <p:spPr>
            <a:xfrm>
              <a:off x="5019955" y="46251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t612"/>
            <p:cNvSpPr/>
            <p:nvPr/>
          </p:nvSpPr>
          <p:spPr>
            <a:xfrm>
              <a:off x="3561070" y="46149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t613"/>
            <p:cNvSpPr/>
            <p:nvPr/>
          </p:nvSpPr>
          <p:spPr>
            <a:xfrm>
              <a:off x="3561070" y="45279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t614"/>
            <p:cNvSpPr/>
            <p:nvPr/>
          </p:nvSpPr>
          <p:spPr>
            <a:xfrm>
              <a:off x="3561070" y="46317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t615"/>
            <p:cNvSpPr/>
            <p:nvPr/>
          </p:nvSpPr>
          <p:spPr>
            <a:xfrm>
              <a:off x="3561070" y="45719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t616"/>
            <p:cNvSpPr/>
            <p:nvPr/>
          </p:nvSpPr>
          <p:spPr>
            <a:xfrm>
              <a:off x="3561070" y="26163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t617"/>
            <p:cNvSpPr/>
            <p:nvPr/>
          </p:nvSpPr>
          <p:spPr>
            <a:xfrm>
              <a:off x="3561070" y="46706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t618"/>
            <p:cNvSpPr/>
            <p:nvPr/>
          </p:nvSpPr>
          <p:spPr>
            <a:xfrm>
              <a:off x="3561070" y="46323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t619"/>
            <p:cNvSpPr/>
            <p:nvPr/>
          </p:nvSpPr>
          <p:spPr>
            <a:xfrm>
              <a:off x="4113122" y="46496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t620"/>
            <p:cNvSpPr/>
            <p:nvPr/>
          </p:nvSpPr>
          <p:spPr>
            <a:xfrm>
              <a:off x="4611713" y="46420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t621"/>
            <p:cNvSpPr/>
            <p:nvPr/>
          </p:nvSpPr>
          <p:spPr>
            <a:xfrm>
              <a:off x="3561070" y="47540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t622"/>
            <p:cNvSpPr/>
            <p:nvPr/>
          </p:nvSpPr>
          <p:spPr>
            <a:xfrm>
              <a:off x="3561070" y="46384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t623"/>
            <p:cNvSpPr/>
            <p:nvPr/>
          </p:nvSpPr>
          <p:spPr>
            <a:xfrm>
              <a:off x="3561070" y="40777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t624"/>
            <p:cNvSpPr/>
            <p:nvPr/>
          </p:nvSpPr>
          <p:spPr>
            <a:xfrm>
              <a:off x="4114528" y="40742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t625"/>
            <p:cNvSpPr/>
            <p:nvPr/>
          </p:nvSpPr>
          <p:spPr>
            <a:xfrm>
              <a:off x="4376398" y="40307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t626"/>
            <p:cNvSpPr/>
            <p:nvPr/>
          </p:nvSpPr>
          <p:spPr>
            <a:xfrm>
              <a:off x="5022358" y="40271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t627"/>
            <p:cNvSpPr/>
            <p:nvPr/>
          </p:nvSpPr>
          <p:spPr>
            <a:xfrm>
              <a:off x="3561070" y="46548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t628"/>
            <p:cNvSpPr/>
            <p:nvPr/>
          </p:nvSpPr>
          <p:spPr>
            <a:xfrm>
              <a:off x="3561070" y="38665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t629"/>
            <p:cNvSpPr/>
            <p:nvPr/>
          </p:nvSpPr>
          <p:spPr>
            <a:xfrm>
              <a:off x="3868318" y="36393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t630"/>
            <p:cNvSpPr/>
            <p:nvPr/>
          </p:nvSpPr>
          <p:spPr>
            <a:xfrm>
              <a:off x="3561070" y="46921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t631"/>
            <p:cNvSpPr/>
            <p:nvPr/>
          </p:nvSpPr>
          <p:spPr>
            <a:xfrm>
              <a:off x="4353020" y="46691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t632"/>
            <p:cNvSpPr/>
            <p:nvPr/>
          </p:nvSpPr>
          <p:spPr>
            <a:xfrm>
              <a:off x="5414428" y="46640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t633"/>
            <p:cNvSpPr/>
            <p:nvPr/>
          </p:nvSpPr>
          <p:spPr>
            <a:xfrm>
              <a:off x="3561070" y="46164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t634"/>
            <p:cNvSpPr/>
            <p:nvPr/>
          </p:nvSpPr>
          <p:spPr>
            <a:xfrm>
              <a:off x="4074158" y="46276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t635"/>
            <p:cNvSpPr/>
            <p:nvPr/>
          </p:nvSpPr>
          <p:spPr>
            <a:xfrm>
              <a:off x="3561070" y="47013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t636"/>
            <p:cNvSpPr/>
            <p:nvPr/>
          </p:nvSpPr>
          <p:spPr>
            <a:xfrm>
              <a:off x="3561070" y="46379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t637"/>
            <p:cNvSpPr/>
            <p:nvPr/>
          </p:nvSpPr>
          <p:spPr>
            <a:xfrm>
              <a:off x="3561070" y="36317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t638"/>
            <p:cNvSpPr/>
            <p:nvPr/>
          </p:nvSpPr>
          <p:spPr>
            <a:xfrm>
              <a:off x="3561070" y="46363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t639"/>
            <p:cNvSpPr/>
            <p:nvPr/>
          </p:nvSpPr>
          <p:spPr>
            <a:xfrm>
              <a:off x="4111305" y="46650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t640"/>
            <p:cNvSpPr/>
            <p:nvPr/>
          </p:nvSpPr>
          <p:spPr>
            <a:xfrm>
              <a:off x="4659928" y="46558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t641"/>
            <p:cNvSpPr/>
            <p:nvPr/>
          </p:nvSpPr>
          <p:spPr>
            <a:xfrm>
              <a:off x="3561070" y="46323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t642"/>
            <p:cNvSpPr/>
            <p:nvPr/>
          </p:nvSpPr>
          <p:spPr>
            <a:xfrm>
              <a:off x="4371628" y="46184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t643"/>
            <p:cNvSpPr/>
            <p:nvPr/>
          </p:nvSpPr>
          <p:spPr>
            <a:xfrm>
              <a:off x="4894791" y="46143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t644"/>
            <p:cNvSpPr/>
            <p:nvPr/>
          </p:nvSpPr>
          <p:spPr>
            <a:xfrm>
              <a:off x="5418673" y="45412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t645"/>
            <p:cNvSpPr/>
            <p:nvPr/>
          </p:nvSpPr>
          <p:spPr>
            <a:xfrm>
              <a:off x="3561070" y="46399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t646"/>
            <p:cNvSpPr/>
            <p:nvPr/>
          </p:nvSpPr>
          <p:spPr>
            <a:xfrm>
              <a:off x="4366642" y="46230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t647"/>
            <p:cNvSpPr/>
            <p:nvPr/>
          </p:nvSpPr>
          <p:spPr>
            <a:xfrm>
              <a:off x="4909954" y="46706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t648"/>
            <p:cNvSpPr/>
            <p:nvPr/>
          </p:nvSpPr>
          <p:spPr>
            <a:xfrm>
              <a:off x="5398575" y="46834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t649"/>
            <p:cNvSpPr/>
            <p:nvPr/>
          </p:nvSpPr>
          <p:spPr>
            <a:xfrm>
              <a:off x="3561070" y="45345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t650"/>
            <p:cNvSpPr/>
            <p:nvPr/>
          </p:nvSpPr>
          <p:spPr>
            <a:xfrm>
              <a:off x="3561070" y="44737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t651"/>
            <p:cNvSpPr/>
            <p:nvPr/>
          </p:nvSpPr>
          <p:spPr>
            <a:xfrm>
              <a:off x="3561070" y="46287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t652"/>
            <p:cNvSpPr/>
            <p:nvPr/>
          </p:nvSpPr>
          <p:spPr>
            <a:xfrm>
              <a:off x="3561070" y="46067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t653"/>
            <p:cNvSpPr/>
            <p:nvPr/>
          </p:nvSpPr>
          <p:spPr>
            <a:xfrm>
              <a:off x="3561070" y="46798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t654"/>
            <p:cNvSpPr/>
            <p:nvPr/>
          </p:nvSpPr>
          <p:spPr>
            <a:xfrm>
              <a:off x="4111578" y="46338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t655"/>
            <p:cNvSpPr/>
            <p:nvPr/>
          </p:nvSpPr>
          <p:spPr>
            <a:xfrm>
              <a:off x="3561070" y="42844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t656"/>
            <p:cNvSpPr/>
            <p:nvPr/>
          </p:nvSpPr>
          <p:spPr>
            <a:xfrm>
              <a:off x="3862111" y="42036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t657"/>
            <p:cNvSpPr/>
            <p:nvPr/>
          </p:nvSpPr>
          <p:spPr>
            <a:xfrm>
              <a:off x="3561070" y="42598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t658"/>
            <p:cNvSpPr/>
            <p:nvPr/>
          </p:nvSpPr>
          <p:spPr>
            <a:xfrm>
              <a:off x="3561070" y="46737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t659"/>
            <p:cNvSpPr/>
            <p:nvPr/>
          </p:nvSpPr>
          <p:spPr>
            <a:xfrm>
              <a:off x="4421014" y="46998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t660"/>
            <p:cNvSpPr/>
            <p:nvPr/>
          </p:nvSpPr>
          <p:spPr>
            <a:xfrm>
              <a:off x="4974401" y="46895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t661"/>
            <p:cNvSpPr/>
            <p:nvPr/>
          </p:nvSpPr>
          <p:spPr>
            <a:xfrm>
              <a:off x="5392499" y="47161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t662"/>
            <p:cNvSpPr/>
            <p:nvPr/>
          </p:nvSpPr>
          <p:spPr>
            <a:xfrm>
              <a:off x="5931014" y="46793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t663"/>
            <p:cNvSpPr/>
            <p:nvPr/>
          </p:nvSpPr>
          <p:spPr>
            <a:xfrm>
              <a:off x="6419395" y="47115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t664"/>
            <p:cNvSpPr/>
            <p:nvPr/>
          </p:nvSpPr>
          <p:spPr>
            <a:xfrm>
              <a:off x="3561070" y="32941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t665"/>
            <p:cNvSpPr/>
            <p:nvPr/>
          </p:nvSpPr>
          <p:spPr>
            <a:xfrm>
              <a:off x="3561070" y="46619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t666"/>
            <p:cNvSpPr/>
            <p:nvPr/>
          </p:nvSpPr>
          <p:spPr>
            <a:xfrm>
              <a:off x="4089569" y="46594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t667"/>
            <p:cNvSpPr/>
            <p:nvPr/>
          </p:nvSpPr>
          <p:spPr>
            <a:xfrm>
              <a:off x="4888345" y="46287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t668"/>
            <p:cNvSpPr/>
            <p:nvPr/>
          </p:nvSpPr>
          <p:spPr>
            <a:xfrm>
              <a:off x="5402153" y="46353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t669"/>
            <p:cNvSpPr/>
            <p:nvPr/>
          </p:nvSpPr>
          <p:spPr>
            <a:xfrm>
              <a:off x="3561070" y="45837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t670"/>
            <p:cNvSpPr/>
            <p:nvPr/>
          </p:nvSpPr>
          <p:spPr>
            <a:xfrm>
              <a:off x="5159958" y="42665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t671"/>
            <p:cNvSpPr/>
            <p:nvPr/>
          </p:nvSpPr>
          <p:spPr>
            <a:xfrm>
              <a:off x="3561070" y="46798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t672"/>
            <p:cNvSpPr/>
            <p:nvPr/>
          </p:nvSpPr>
          <p:spPr>
            <a:xfrm>
              <a:off x="3561070" y="46353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t673"/>
            <p:cNvSpPr/>
            <p:nvPr/>
          </p:nvSpPr>
          <p:spPr>
            <a:xfrm>
              <a:off x="4613872" y="46266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t674"/>
            <p:cNvSpPr/>
            <p:nvPr/>
          </p:nvSpPr>
          <p:spPr>
            <a:xfrm>
              <a:off x="5432798" y="46394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t675"/>
            <p:cNvSpPr/>
            <p:nvPr/>
          </p:nvSpPr>
          <p:spPr>
            <a:xfrm>
              <a:off x="3561070" y="46972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t676"/>
            <p:cNvSpPr/>
            <p:nvPr/>
          </p:nvSpPr>
          <p:spPr>
            <a:xfrm>
              <a:off x="4331357" y="46747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t677"/>
            <p:cNvSpPr/>
            <p:nvPr/>
          </p:nvSpPr>
          <p:spPr>
            <a:xfrm>
              <a:off x="4854519" y="46450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t678"/>
            <p:cNvSpPr/>
            <p:nvPr/>
          </p:nvSpPr>
          <p:spPr>
            <a:xfrm>
              <a:off x="5895088" y="46297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t679"/>
            <p:cNvSpPr/>
            <p:nvPr/>
          </p:nvSpPr>
          <p:spPr>
            <a:xfrm>
              <a:off x="6560015" y="46292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t680"/>
            <p:cNvSpPr/>
            <p:nvPr/>
          </p:nvSpPr>
          <p:spPr>
            <a:xfrm>
              <a:off x="3561070" y="38429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t681"/>
            <p:cNvSpPr/>
            <p:nvPr/>
          </p:nvSpPr>
          <p:spPr>
            <a:xfrm>
              <a:off x="4092149" y="39780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t682"/>
            <p:cNvSpPr/>
            <p:nvPr/>
          </p:nvSpPr>
          <p:spPr>
            <a:xfrm>
              <a:off x="3883192" y="46496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t683"/>
            <p:cNvSpPr/>
            <p:nvPr/>
          </p:nvSpPr>
          <p:spPr>
            <a:xfrm>
              <a:off x="3561070" y="44087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t684"/>
            <p:cNvSpPr/>
            <p:nvPr/>
          </p:nvSpPr>
          <p:spPr>
            <a:xfrm>
              <a:off x="3561070" y="46184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t685"/>
            <p:cNvSpPr/>
            <p:nvPr/>
          </p:nvSpPr>
          <p:spPr>
            <a:xfrm>
              <a:off x="4118774" y="46215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t686"/>
            <p:cNvSpPr/>
            <p:nvPr/>
          </p:nvSpPr>
          <p:spPr>
            <a:xfrm>
              <a:off x="5140652" y="46645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t687"/>
            <p:cNvSpPr/>
            <p:nvPr/>
          </p:nvSpPr>
          <p:spPr>
            <a:xfrm>
              <a:off x="3561070" y="45750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t688"/>
            <p:cNvSpPr/>
            <p:nvPr/>
          </p:nvSpPr>
          <p:spPr>
            <a:xfrm>
              <a:off x="4597321" y="45212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t689"/>
            <p:cNvSpPr/>
            <p:nvPr/>
          </p:nvSpPr>
          <p:spPr>
            <a:xfrm>
              <a:off x="5182371" y="43596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t690"/>
            <p:cNvSpPr/>
            <p:nvPr/>
          </p:nvSpPr>
          <p:spPr>
            <a:xfrm>
              <a:off x="6238051" y="41453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t691"/>
            <p:cNvSpPr/>
            <p:nvPr/>
          </p:nvSpPr>
          <p:spPr>
            <a:xfrm>
              <a:off x="3561070" y="34224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t692"/>
            <p:cNvSpPr/>
            <p:nvPr/>
          </p:nvSpPr>
          <p:spPr>
            <a:xfrm>
              <a:off x="3561070" y="28633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t693"/>
            <p:cNvSpPr/>
            <p:nvPr/>
          </p:nvSpPr>
          <p:spPr>
            <a:xfrm>
              <a:off x="4310913" y="30741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t694"/>
            <p:cNvSpPr/>
            <p:nvPr/>
          </p:nvSpPr>
          <p:spPr>
            <a:xfrm>
              <a:off x="4633302" y="30332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t695"/>
            <p:cNvSpPr/>
            <p:nvPr/>
          </p:nvSpPr>
          <p:spPr>
            <a:xfrm>
              <a:off x="3561070" y="44440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t696"/>
            <p:cNvSpPr/>
            <p:nvPr/>
          </p:nvSpPr>
          <p:spPr>
            <a:xfrm>
              <a:off x="4390790" y="43366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t697"/>
            <p:cNvSpPr/>
            <p:nvPr/>
          </p:nvSpPr>
          <p:spPr>
            <a:xfrm>
              <a:off x="3561070" y="46737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t698"/>
            <p:cNvSpPr/>
            <p:nvPr/>
          </p:nvSpPr>
          <p:spPr>
            <a:xfrm>
              <a:off x="3561070" y="41335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t699"/>
            <p:cNvSpPr/>
            <p:nvPr/>
          </p:nvSpPr>
          <p:spPr>
            <a:xfrm>
              <a:off x="3561070" y="46348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t700"/>
            <p:cNvSpPr/>
            <p:nvPr/>
          </p:nvSpPr>
          <p:spPr>
            <a:xfrm>
              <a:off x="3561070" y="45356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t701"/>
            <p:cNvSpPr/>
            <p:nvPr/>
          </p:nvSpPr>
          <p:spPr>
            <a:xfrm>
              <a:off x="3561070" y="44859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t702"/>
            <p:cNvSpPr/>
            <p:nvPr/>
          </p:nvSpPr>
          <p:spPr>
            <a:xfrm>
              <a:off x="3561070" y="47427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t703"/>
            <p:cNvSpPr/>
            <p:nvPr/>
          </p:nvSpPr>
          <p:spPr>
            <a:xfrm>
              <a:off x="4355529" y="47023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t704"/>
            <p:cNvSpPr/>
            <p:nvPr/>
          </p:nvSpPr>
          <p:spPr>
            <a:xfrm>
              <a:off x="4909175" y="47074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t705"/>
            <p:cNvSpPr/>
            <p:nvPr/>
          </p:nvSpPr>
          <p:spPr>
            <a:xfrm>
              <a:off x="3561070" y="46542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t706"/>
            <p:cNvSpPr/>
            <p:nvPr/>
          </p:nvSpPr>
          <p:spPr>
            <a:xfrm>
              <a:off x="4170587" y="46957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t707"/>
            <p:cNvSpPr/>
            <p:nvPr/>
          </p:nvSpPr>
          <p:spPr>
            <a:xfrm>
              <a:off x="6189117" y="46461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t708"/>
            <p:cNvSpPr/>
            <p:nvPr/>
          </p:nvSpPr>
          <p:spPr>
            <a:xfrm>
              <a:off x="3561070" y="46716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t709"/>
            <p:cNvSpPr/>
            <p:nvPr/>
          </p:nvSpPr>
          <p:spPr>
            <a:xfrm>
              <a:off x="4356646" y="46742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t710"/>
            <p:cNvSpPr/>
            <p:nvPr/>
          </p:nvSpPr>
          <p:spPr>
            <a:xfrm>
              <a:off x="3561070" y="35345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t711"/>
            <p:cNvSpPr/>
            <p:nvPr/>
          </p:nvSpPr>
          <p:spPr>
            <a:xfrm>
              <a:off x="3863139" y="35508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t712"/>
            <p:cNvSpPr/>
            <p:nvPr/>
          </p:nvSpPr>
          <p:spPr>
            <a:xfrm>
              <a:off x="3561070" y="46650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t713"/>
            <p:cNvSpPr/>
            <p:nvPr/>
          </p:nvSpPr>
          <p:spPr>
            <a:xfrm>
              <a:off x="4456995" y="46051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t714"/>
            <p:cNvSpPr/>
            <p:nvPr/>
          </p:nvSpPr>
          <p:spPr>
            <a:xfrm>
              <a:off x="3561070" y="46778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t715"/>
            <p:cNvSpPr/>
            <p:nvPr/>
          </p:nvSpPr>
          <p:spPr>
            <a:xfrm>
              <a:off x="3561070" y="46548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t716"/>
            <p:cNvSpPr/>
            <p:nvPr/>
          </p:nvSpPr>
          <p:spPr>
            <a:xfrm>
              <a:off x="3561070" y="43458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t717"/>
            <p:cNvSpPr/>
            <p:nvPr/>
          </p:nvSpPr>
          <p:spPr>
            <a:xfrm>
              <a:off x="3561070" y="44425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t718"/>
            <p:cNvSpPr/>
            <p:nvPr/>
          </p:nvSpPr>
          <p:spPr>
            <a:xfrm>
              <a:off x="3793839" y="43842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t719"/>
            <p:cNvSpPr/>
            <p:nvPr/>
          </p:nvSpPr>
          <p:spPr>
            <a:xfrm>
              <a:off x="4150770" y="42655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t720"/>
            <p:cNvSpPr/>
            <p:nvPr/>
          </p:nvSpPr>
          <p:spPr>
            <a:xfrm>
              <a:off x="5449681" y="38568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t721"/>
            <p:cNvSpPr/>
            <p:nvPr/>
          </p:nvSpPr>
          <p:spPr>
            <a:xfrm>
              <a:off x="3561070" y="47182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t722"/>
            <p:cNvSpPr/>
            <p:nvPr/>
          </p:nvSpPr>
          <p:spPr>
            <a:xfrm>
              <a:off x="3561070" y="45494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t723"/>
            <p:cNvSpPr/>
            <p:nvPr/>
          </p:nvSpPr>
          <p:spPr>
            <a:xfrm>
              <a:off x="3878422" y="45770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t724"/>
            <p:cNvSpPr/>
            <p:nvPr/>
          </p:nvSpPr>
          <p:spPr>
            <a:xfrm>
              <a:off x="3561070" y="46532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t725"/>
            <p:cNvSpPr/>
            <p:nvPr/>
          </p:nvSpPr>
          <p:spPr>
            <a:xfrm>
              <a:off x="5108199" y="46814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t726"/>
            <p:cNvSpPr/>
            <p:nvPr/>
          </p:nvSpPr>
          <p:spPr>
            <a:xfrm>
              <a:off x="3561070" y="37667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t727"/>
            <p:cNvSpPr/>
            <p:nvPr/>
          </p:nvSpPr>
          <p:spPr>
            <a:xfrm>
              <a:off x="3561070" y="46665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t728"/>
            <p:cNvSpPr/>
            <p:nvPr/>
          </p:nvSpPr>
          <p:spPr>
            <a:xfrm>
              <a:off x="4616750" y="46430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t729"/>
            <p:cNvSpPr/>
            <p:nvPr/>
          </p:nvSpPr>
          <p:spPr>
            <a:xfrm>
              <a:off x="4090709" y="43616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t730"/>
            <p:cNvSpPr/>
            <p:nvPr/>
          </p:nvSpPr>
          <p:spPr>
            <a:xfrm>
              <a:off x="3561070" y="33380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t731"/>
            <p:cNvSpPr/>
            <p:nvPr/>
          </p:nvSpPr>
          <p:spPr>
            <a:xfrm>
              <a:off x="4464911" y="32163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t732"/>
            <p:cNvSpPr/>
            <p:nvPr/>
          </p:nvSpPr>
          <p:spPr>
            <a:xfrm>
              <a:off x="5131997" y="30470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t733"/>
            <p:cNvSpPr/>
            <p:nvPr/>
          </p:nvSpPr>
          <p:spPr>
            <a:xfrm>
              <a:off x="3561070" y="46629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t734"/>
            <p:cNvSpPr/>
            <p:nvPr/>
          </p:nvSpPr>
          <p:spPr>
            <a:xfrm>
              <a:off x="4456995" y="46855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t735"/>
            <p:cNvSpPr/>
            <p:nvPr/>
          </p:nvSpPr>
          <p:spPr>
            <a:xfrm>
              <a:off x="5465900" y="46568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t736"/>
            <p:cNvSpPr/>
            <p:nvPr/>
          </p:nvSpPr>
          <p:spPr>
            <a:xfrm>
              <a:off x="3561070" y="47433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t737"/>
            <p:cNvSpPr/>
            <p:nvPr/>
          </p:nvSpPr>
          <p:spPr>
            <a:xfrm>
              <a:off x="3844600" y="46604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t738"/>
            <p:cNvSpPr/>
            <p:nvPr/>
          </p:nvSpPr>
          <p:spPr>
            <a:xfrm>
              <a:off x="4355529" y="46696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t739"/>
            <p:cNvSpPr/>
            <p:nvPr/>
          </p:nvSpPr>
          <p:spPr>
            <a:xfrm>
              <a:off x="3561070" y="42593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t740"/>
            <p:cNvSpPr/>
            <p:nvPr/>
          </p:nvSpPr>
          <p:spPr>
            <a:xfrm>
              <a:off x="3561070" y="46200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t741"/>
            <p:cNvSpPr/>
            <p:nvPr/>
          </p:nvSpPr>
          <p:spPr>
            <a:xfrm>
              <a:off x="4618172" y="46292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t742"/>
            <p:cNvSpPr/>
            <p:nvPr/>
          </p:nvSpPr>
          <p:spPr>
            <a:xfrm>
              <a:off x="3561070" y="46210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t743"/>
            <p:cNvSpPr/>
            <p:nvPr/>
          </p:nvSpPr>
          <p:spPr>
            <a:xfrm>
              <a:off x="5182319" y="46456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t744"/>
            <p:cNvSpPr/>
            <p:nvPr/>
          </p:nvSpPr>
          <p:spPr>
            <a:xfrm>
              <a:off x="3561070" y="47586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t745"/>
            <p:cNvSpPr/>
            <p:nvPr/>
          </p:nvSpPr>
          <p:spPr>
            <a:xfrm>
              <a:off x="4104915" y="47468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t746"/>
            <p:cNvSpPr/>
            <p:nvPr/>
          </p:nvSpPr>
          <p:spPr>
            <a:xfrm>
              <a:off x="4737460" y="46149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t747"/>
            <p:cNvSpPr/>
            <p:nvPr/>
          </p:nvSpPr>
          <p:spPr>
            <a:xfrm>
              <a:off x="5412462" y="46635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t748"/>
            <p:cNvSpPr/>
            <p:nvPr/>
          </p:nvSpPr>
          <p:spPr>
            <a:xfrm>
              <a:off x="3561070" y="46752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t749"/>
            <p:cNvSpPr/>
            <p:nvPr/>
          </p:nvSpPr>
          <p:spPr>
            <a:xfrm>
              <a:off x="3874104" y="46491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t750"/>
            <p:cNvSpPr/>
            <p:nvPr/>
          </p:nvSpPr>
          <p:spPr>
            <a:xfrm>
              <a:off x="4498202" y="46542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t751"/>
            <p:cNvSpPr/>
            <p:nvPr/>
          </p:nvSpPr>
          <p:spPr>
            <a:xfrm>
              <a:off x="3561070" y="45182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t752"/>
            <p:cNvSpPr/>
            <p:nvPr/>
          </p:nvSpPr>
          <p:spPr>
            <a:xfrm>
              <a:off x="3863294" y="44813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t753"/>
            <p:cNvSpPr/>
            <p:nvPr/>
          </p:nvSpPr>
          <p:spPr>
            <a:xfrm>
              <a:off x="4205848" y="44645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t754"/>
            <p:cNvSpPr/>
            <p:nvPr/>
          </p:nvSpPr>
          <p:spPr>
            <a:xfrm>
              <a:off x="4658488" y="43816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t755"/>
            <p:cNvSpPr/>
            <p:nvPr/>
          </p:nvSpPr>
          <p:spPr>
            <a:xfrm>
              <a:off x="5182371" y="43775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t756"/>
            <p:cNvSpPr/>
            <p:nvPr/>
          </p:nvSpPr>
          <p:spPr>
            <a:xfrm>
              <a:off x="6234453" y="44210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t757"/>
            <p:cNvSpPr/>
            <p:nvPr/>
          </p:nvSpPr>
          <p:spPr>
            <a:xfrm>
              <a:off x="3561070" y="46251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t758"/>
            <p:cNvSpPr/>
            <p:nvPr/>
          </p:nvSpPr>
          <p:spPr>
            <a:xfrm>
              <a:off x="4526798" y="46435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t759"/>
            <p:cNvSpPr/>
            <p:nvPr/>
          </p:nvSpPr>
          <p:spPr>
            <a:xfrm>
              <a:off x="3561070" y="46977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t760"/>
            <p:cNvSpPr/>
            <p:nvPr/>
          </p:nvSpPr>
          <p:spPr>
            <a:xfrm>
              <a:off x="3561070" y="46768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t761"/>
            <p:cNvSpPr/>
            <p:nvPr/>
          </p:nvSpPr>
          <p:spPr>
            <a:xfrm>
              <a:off x="4897472" y="46645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t762"/>
            <p:cNvSpPr/>
            <p:nvPr/>
          </p:nvSpPr>
          <p:spPr>
            <a:xfrm>
              <a:off x="5438625" y="46839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t763"/>
            <p:cNvSpPr/>
            <p:nvPr/>
          </p:nvSpPr>
          <p:spPr>
            <a:xfrm>
              <a:off x="6118665" y="46604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t764"/>
            <p:cNvSpPr/>
            <p:nvPr/>
          </p:nvSpPr>
          <p:spPr>
            <a:xfrm>
              <a:off x="6471278" y="46629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t765"/>
            <p:cNvSpPr/>
            <p:nvPr/>
          </p:nvSpPr>
          <p:spPr>
            <a:xfrm>
              <a:off x="4129569" y="46241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t766"/>
            <p:cNvSpPr/>
            <p:nvPr/>
          </p:nvSpPr>
          <p:spPr>
            <a:xfrm>
              <a:off x="4657727" y="46251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t767"/>
            <p:cNvSpPr/>
            <p:nvPr/>
          </p:nvSpPr>
          <p:spPr>
            <a:xfrm>
              <a:off x="3561070" y="40885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t768"/>
            <p:cNvSpPr/>
            <p:nvPr/>
          </p:nvSpPr>
          <p:spPr>
            <a:xfrm>
              <a:off x="4155475" y="37754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t769"/>
            <p:cNvSpPr/>
            <p:nvPr/>
          </p:nvSpPr>
          <p:spPr>
            <a:xfrm>
              <a:off x="3561070" y="44128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t770"/>
            <p:cNvSpPr/>
            <p:nvPr/>
          </p:nvSpPr>
          <p:spPr>
            <a:xfrm>
              <a:off x="4092868" y="44409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t771"/>
            <p:cNvSpPr/>
            <p:nvPr/>
          </p:nvSpPr>
          <p:spPr>
            <a:xfrm>
              <a:off x="3561070" y="47069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t772"/>
            <p:cNvSpPr/>
            <p:nvPr/>
          </p:nvSpPr>
          <p:spPr>
            <a:xfrm>
              <a:off x="4448360" y="46358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t773"/>
            <p:cNvSpPr/>
            <p:nvPr/>
          </p:nvSpPr>
          <p:spPr>
            <a:xfrm>
              <a:off x="3561070" y="46522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t774"/>
            <p:cNvSpPr/>
            <p:nvPr/>
          </p:nvSpPr>
          <p:spPr>
            <a:xfrm>
              <a:off x="4367043" y="46481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t775"/>
            <p:cNvSpPr/>
            <p:nvPr/>
          </p:nvSpPr>
          <p:spPr>
            <a:xfrm>
              <a:off x="3561070" y="42276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t776"/>
            <p:cNvSpPr/>
            <p:nvPr/>
          </p:nvSpPr>
          <p:spPr>
            <a:xfrm>
              <a:off x="3561070" y="42506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t777"/>
            <p:cNvSpPr/>
            <p:nvPr/>
          </p:nvSpPr>
          <p:spPr>
            <a:xfrm>
              <a:off x="3561070" y="46916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t778"/>
            <p:cNvSpPr/>
            <p:nvPr/>
          </p:nvSpPr>
          <p:spPr>
            <a:xfrm>
              <a:off x="4612433" y="47172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t779"/>
            <p:cNvSpPr/>
            <p:nvPr/>
          </p:nvSpPr>
          <p:spPr>
            <a:xfrm>
              <a:off x="3561070" y="44123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t780"/>
            <p:cNvSpPr/>
            <p:nvPr/>
          </p:nvSpPr>
          <p:spPr>
            <a:xfrm>
              <a:off x="3561070" y="43576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t781"/>
            <p:cNvSpPr/>
            <p:nvPr/>
          </p:nvSpPr>
          <p:spPr>
            <a:xfrm>
              <a:off x="3844600" y="36204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t782"/>
            <p:cNvSpPr/>
            <p:nvPr/>
          </p:nvSpPr>
          <p:spPr>
            <a:xfrm>
              <a:off x="3561070" y="46476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t783"/>
            <p:cNvSpPr/>
            <p:nvPr/>
          </p:nvSpPr>
          <p:spPr>
            <a:xfrm>
              <a:off x="4160396" y="47161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t784"/>
            <p:cNvSpPr/>
            <p:nvPr/>
          </p:nvSpPr>
          <p:spPr>
            <a:xfrm>
              <a:off x="5142072" y="46936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t785"/>
            <p:cNvSpPr/>
            <p:nvPr/>
          </p:nvSpPr>
          <p:spPr>
            <a:xfrm>
              <a:off x="3561070" y="31836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t786"/>
            <p:cNvSpPr/>
            <p:nvPr/>
          </p:nvSpPr>
          <p:spPr>
            <a:xfrm>
              <a:off x="3561070" y="46404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t787"/>
            <p:cNvSpPr/>
            <p:nvPr/>
          </p:nvSpPr>
          <p:spPr>
            <a:xfrm>
              <a:off x="4486500" y="46768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t788"/>
            <p:cNvSpPr/>
            <p:nvPr/>
          </p:nvSpPr>
          <p:spPr>
            <a:xfrm>
              <a:off x="3561070" y="46619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t789"/>
            <p:cNvSpPr/>
            <p:nvPr/>
          </p:nvSpPr>
          <p:spPr>
            <a:xfrm>
              <a:off x="3561070" y="43606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t790"/>
            <p:cNvSpPr/>
            <p:nvPr/>
          </p:nvSpPr>
          <p:spPr>
            <a:xfrm>
              <a:off x="3561070" y="46195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t791"/>
            <p:cNvSpPr/>
            <p:nvPr/>
          </p:nvSpPr>
          <p:spPr>
            <a:xfrm>
              <a:off x="3851670" y="46624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t792"/>
            <p:cNvSpPr/>
            <p:nvPr/>
          </p:nvSpPr>
          <p:spPr>
            <a:xfrm>
              <a:off x="3561070" y="45954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t793"/>
            <p:cNvSpPr/>
            <p:nvPr/>
          </p:nvSpPr>
          <p:spPr>
            <a:xfrm>
              <a:off x="3561070" y="46440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t794"/>
            <p:cNvSpPr/>
            <p:nvPr/>
          </p:nvSpPr>
          <p:spPr>
            <a:xfrm>
              <a:off x="4420800" y="46829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t795"/>
            <p:cNvSpPr/>
            <p:nvPr/>
          </p:nvSpPr>
          <p:spPr>
            <a:xfrm>
              <a:off x="3561070" y="45289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t796"/>
            <p:cNvSpPr/>
            <p:nvPr/>
          </p:nvSpPr>
          <p:spPr>
            <a:xfrm>
              <a:off x="3561070" y="47238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t797"/>
            <p:cNvSpPr/>
            <p:nvPr/>
          </p:nvSpPr>
          <p:spPr>
            <a:xfrm>
              <a:off x="3561070" y="46542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t798"/>
            <p:cNvSpPr/>
            <p:nvPr/>
          </p:nvSpPr>
          <p:spPr>
            <a:xfrm>
              <a:off x="3561070" y="36087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t799"/>
            <p:cNvSpPr/>
            <p:nvPr/>
          </p:nvSpPr>
          <p:spPr>
            <a:xfrm>
              <a:off x="4089726" y="37841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t800"/>
            <p:cNvSpPr/>
            <p:nvPr/>
          </p:nvSpPr>
          <p:spPr>
            <a:xfrm>
              <a:off x="4371361" y="35693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t801"/>
            <p:cNvSpPr/>
            <p:nvPr/>
          </p:nvSpPr>
          <p:spPr>
            <a:xfrm>
              <a:off x="4664245" y="32951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t802"/>
            <p:cNvSpPr/>
            <p:nvPr/>
          </p:nvSpPr>
          <p:spPr>
            <a:xfrm>
              <a:off x="4925467" y="33641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t803"/>
            <p:cNvSpPr/>
            <p:nvPr/>
          </p:nvSpPr>
          <p:spPr>
            <a:xfrm>
              <a:off x="3561070" y="46287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t804"/>
            <p:cNvSpPr/>
            <p:nvPr/>
          </p:nvSpPr>
          <p:spPr>
            <a:xfrm>
              <a:off x="3561070" y="32981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t805"/>
            <p:cNvSpPr/>
            <p:nvPr/>
          </p:nvSpPr>
          <p:spPr>
            <a:xfrm>
              <a:off x="4378221" y="30618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t806"/>
            <p:cNvSpPr/>
            <p:nvPr/>
          </p:nvSpPr>
          <p:spPr>
            <a:xfrm>
              <a:off x="3888215" y="46491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t807"/>
            <p:cNvSpPr/>
            <p:nvPr/>
          </p:nvSpPr>
          <p:spPr>
            <a:xfrm>
              <a:off x="3561070" y="43944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t808"/>
            <p:cNvSpPr/>
            <p:nvPr/>
          </p:nvSpPr>
          <p:spPr>
            <a:xfrm>
              <a:off x="4185699" y="42951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t809"/>
            <p:cNvSpPr/>
            <p:nvPr/>
          </p:nvSpPr>
          <p:spPr>
            <a:xfrm>
              <a:off x="4613152" y="41586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t810"/>
            <p:cNvSpPr/>
            <p:nvPr/>
          </p:nvSpPr>
          <p:spPr>
            <a:xfrm>
              <a:off x="3561070" y="46537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t811"/>
            <p:cNvSpPr/>
            <p:nvPr/>
          </p:nvSpPr>
          <p:spPr>
            <a:xfrm>
              <a:off x="5146616" y="46399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t812"/>
            <p:cNvSpPr/>
            <p:nvPr/>
          </p:nvSpPr>
          <p:spPr>
            <a:xfrm>
              <a:off x="5700392" y="46399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t813"/>
            <p:cNvSpPr/>
            <p:nvPr/>
          </p:nvSpPr>
          <p:spPr>
            <a:xfrm>
              <a:off x="3561070" y="46573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t814"/>
            <p:cNvSpPr/>
            <p:nvPr/>
          </p:nvSpPr>
          <p:spPr>
            <a:xfrm>
              <a:off x="4352650" y="46358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t815"/>
            <p:cNvSpPr/>
            <p:nvPr/>
          </p:nvSpPr>
          <p:spPr>
            <a:xfrm>
              <a:off x="4876027" y="47013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t816"/>
            <p:cNvSpPr/>
            <p:nvPr/>
          </p:nvSpPr>
          <p:spPr>
            <a:xfrm>
              <a:off x="5404733" y="46849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t817"/>
            <p:cNvSpPr/>
            <p:nvPr/>
          </p:nvSpPr>
          <p:spPr>
            <a:xfrm>
              <a:off x="6193434" y="46911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t818"/>
            <p:cNvSpPr/>
            <p:nvPr/>
          </p:nvSpPr>
          <p:spPr>
            <a:xfrm>
              <a:off x="6712279" y="47090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t819"/>
            <p:cNvSpPr/>
            <p:nvPr/>
          </p:nvSpPr>
          <p:spPr>
            <a:xfrm>
              <a:off x="3561070" y="45918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t820"/>
            <p:cNvSpPr/>
            <p:nvPr/>
          </p:nvSpPr>
          <p:spPr>
            <a:xfrm>
              <a:off x="4401585" y="45934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t821"/>
            <p:cNvSpPr/>
            <p:nvPr/>
          </p:nvSpPr>
          <p:spPr>
            <a:xfrm>
              <a:off x="3888215" y="46783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t822"/>
            <p:cNvSpPr/>
            <p:nvPr/>
          </p:nvSpPr>
          <p:spPr>
            <a:xfrm>
              <a:off x="4124402" y="46057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t823"/>
            <p:cNvSpPr/>
            <p:nvPr/>
          </p:nvSpPr>
          <p:spPr>
            <a:xfrm>
              <a:off x="5136291" y="45351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t824"/>
            <p:cNvSpPr/>
            <p:nvPr/>
          </p:nvSpPr>
          <p:spPr>
            <a:xfrm>
              <a:off x="3561070" y="40133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t825"/>
            <p:cNvSpPr/>
            <p:nvPr/>
          </p:nvSpPr>
          <p:spPr>
            <a:xfrm>
              <a:off x="3843161" y="40194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t826"/>
            <p:cNvSpPr/>
            <p:nvPr/>
          </p:nvSpPr>
          <p:spPr>
            <a:xfrm>
              <a:off x="3561070" y="42916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t827"/>
            <p:cNvSpPr/>
            <p:nvPr/>
          </p:nvSpPr>
          <p:spPr>
            <a:xfrm>
              <a:off x="4638339" y="41959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t828"/>
            <p:cNvSpPr/>
            <p:nvPr/>
          </p:nvSpPr>
          <p:spPr>
            <a:xfrm>
              <a:off x="5197483" y="41652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t829"/>
            <p:cNvSpPr/>
            <p:nvPr/>
          </p:nvSpPr>
          <p:spPr>
            <a:xfrm>
              <a:off x="3561070" y="46537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t830"/>
            <p:cNvSpPr/>
            <p:nvPr/>
          </p:nvSpPr>
          <p:spPr>
            <a:xfrm>
              <a:off x="4446920" y="42031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t831"/>
            <p:cNvSpPr/>
            <p:nvPr/>
          </p:nvSpPr>
          <p:spPr>
            <a:xfrm>
              <a:off x="3561070" y="46522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t832"/>
            <p:cNvSpPr/>
            <p:nvPr/>
          </p:nvSpPr>
          <p:spPr>
            <a:xfrm>
              <a:off x="4118774" y="46732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t833"/>
            <p:cNvSpPr/>
            <p:nvPr/>
          </p:nvSpPr>
          <p:spPr>
            <a:xfrm>
              <a:off x="3561070" y="41013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t834"/>
            <p:cNvSpPr/>
            <p:nvPr/>
          </p:nvSpPr>
          <p:spPr>
            <a:xfrm>
              <a:off x="4155475" y="39033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t835"/>
            <p:cNvSpPr/>
            <p:nvPr/>
          </p:nvSpPr>
          <p:spPr>
            <a:xfrm>
              <a:off x="3561070" y="45811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t836"/>
            <p:cNvSpPr/>
            <p:nvPr/>
          </p:nvSpPr>
          <p:spPr>
            <a:xfrm>
              <a:off x="3561070" y="42394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t837"/>
            <p:cNvSpPr/>
            <p:nvPr/>
          </p:nvSpPr>
          <p:spPr>
            <a:xfrm>
              <a:off x="3878200" y="41698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t838"/>
            <p:cNvSpPr/>
            <p:nvPr/>
          </p:nvSpPr>
          <p:spPr>
            <a:xfrm>
              <a:off x="3561070" y="40261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t839"/>
            <p:cNvSpPr/>
            <p:nvPr/>
          </p:nvSpPr>
          <p:spPr>
            <a:xfrm>
              <a:off x="3561070" y="28158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t840"/>
            <p:cNvSpPr/>
            <p:nvPr/>
          </p:nvSpPr>
          <p:spPr>
            <a:xfrm>
              <a:off x="3848198" y="26321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t841"/>
            <p:cNvSpPr/>
            <p:nvPr/>
          </p:nvSpPr>
          <p:spPr>
            <a:xfrm>
              <a:off x="3561070" y="38184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t842"/>
            <p:cNvSpPr/>
            <p:nvPr/>
          </p:nvSpPr>
          <p:spPr>
            <a:xfrm>
              <a:off x="4094653" y="37350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t843"/>
            <p:cNvSpPr/>
            <p:nvPr/>
          </p:nvSpPr>
          <p:spPr>
            <a:xfrm>
              <a:off x="4367043" y="34460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t844"/>
            <p:cNvSpPr/>
            <p:nvPr/>
          </p:nvSpPr>
          <p:spPr>
            <a:xfrm>
              <a:off x="4668563" y="36731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t845"/>
            <p:cNvSpPr/>
            <p:nvPr/>
          </p:nvSpPr>
          <p:spPr>
            <a:xfrm>
              <a:off x="3561070" y="41841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t846"/>
            <p:cNvSpPr/>
            <p:nvPr/>
          </p:nvSpPr>
          <p:spPr>
            <a:xfrm>
              <a:off x="3851076" y="41852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t847"/>
            <p:cNvSpPr/>
            <p:nvPr/>
          </p:nvSpPr>
          <p:spPr>
            <a:xfrm>
              <a:off x="4084952" y="41550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t848"/>
            <p:cNvSpPr/>
            <p:nvPr/>
          </p:nvSpPr>
          <p:spPr>
            <a:xfrm>
              <a:off x="4399426" y="41754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t849"/>
            <p:cNvSpPr/>
            <p:nvPr/>
          </p:nvSpPr>
          <p:spPr>
            <a:xfrm>
              <a:off x="4652731" y="41816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t850"/>
            <p:cNvSpPr/>
            <p:nvPr/>
          </p:nvSpPr>
          <p:spPr>
            <a:xfrm>
              <a:off x="5402623" y="41698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t851"/>
            <p:cNvSpPr/>
            <p:nvPr/>
          </p:nvSpPr>
          <p:spPr>
            <a:xfrm>
              <a:off x="5907026" y="41831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t852"/>
            <p:cNvSpPr/>
            <p:nvPr/>
          </p:nvSpPr>
          <p:spPr>
            <a:xfrm>
              <a:off x="6229358" y="40798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t853"/>
            <p:cNvSpPr/>
            <p:nvPr/>
          </p:nvSpPr>
          <p:spPr>
            <a:xfrm>
              <a:off x="3561070" y="27109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t854"/>
            <p:cNvSpPr/>
            <p:nvPr/>
          </p:nvSpPr>
          <p:spPr>
            <a:xfrm>
              <a:off x="3833086" y="27400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t855"/>
            <p:cNvSpPr/>
            <p:nvPr/>
          </p:nvSpPr>
          <p:spPr>
            <a:xfrm>
              <a:off x="4175058" y="24966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t856"/>
            <p:cNvSpPr/>
            <p:nvPr/>
          </p:nvSpPr>
          <p:spPr>
            <a:xfrm>
              <a:off x="3561070" y="46317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t857"/>
            <p:cNvSpPr/>
            <p:nvPr/>
          </p:nvSpPr>
          <p:spPr>
            <a:xfrm>
              <a:off x="4374959" y="46399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t858"/>
            <p:cNvSpPr/>
            <p:nvPr/>
          </p:nvSpPr>
          <p:spPr>
            <a:xfrm>
              <a:off x="3561070" y="46057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t859"/>
            <p:cNvSpPr/>
            <p:nvPr/>
          </p:nvSpPr>
          <p:spPr>
            <a:xfrm>
              <a:off x="3908483" y="45704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t860"/>
            <p:cNvSpPr/>
            <p:nvPr/>
          </p:nvSpPr>
          <p:spPr>
            <a:xfrm>
              <a:off x="3561070" y="46972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t861"/>
            <p:cNvSpPr/>
            <p:nvPr/>
          </p:nvSpPr>
          <p:spPr>
            <a:xfrm>
              <a:off x="3836448" y="46404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t862"/>
            <p:cNvSpPr/>
            <p:nvPr/>
          </p:nvSpPr>
          <p:spPr>
            <a:xfrm>
              <a:off x="4391510" y="46476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t863"/>
            <p:cNvSpPr/>
            <p:nvPr/>
          </p:nvSpPr>
          <p:spPr>
            <a:xfrm>
              <a:off x="3561070" y="40220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t864"/>
            <p:cNvSpPr/>
            <p:nvPr/>
          </p:nvSpPr>
          <p:spPr>
            <a:xfrm>
              <a:off x="3830927" y="40619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t865"/>
            <p:cNvSpPr/>
            <p:nvPr/>
          </p:nvSpPr>
          <p:spPr>
            <a:xfrm>
              <a:off x="3561070" y="46026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t866"/>
            <p:cNvSpPr/>
            <p:nvPr/>
          </p:nvSpPr>
          <p:spPr>
            <a:xfrm>
              <a:off x="3561070" y="45371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t867"/>
            <p:cNvSpPr/>
            <p:nvPr/>
          </p:nvSpPr>
          <p:spPr>
            <a:xfrm>
              <a:off x="4572854" y="42123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t868"/>
            <p:cNvSpPr/>
            <p:nvPr/>
          </p:nvSpPr>
          <p:spPr>
            <a:xfrm>
              <a:off x="3561070" y="44174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t869"/>
            <p:cNvSpPr/>
            <p:nvPr/>
          </p:nvSpPr>
          <p:spPr>
            <a:xfrm>
              <a:off x="3561070" y="46701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t870"/>
            <p:cNvSpPr/>
            <p:nvPr/>
          </p:nvSpPr>
          <p:spPr>
            <a:xfrm>
              <a:off x="5422869" y="44097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t871"/>
            <p:cNvSpPr/>
            <p:nvPr/>
          </p:nvSpPr>
          <p:spPr>
            <a:xfrm>
              <a:off x="5984891" y="41662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t872"/>
            <p:cNvSpPr/>
            <p:nvPr/>
          </p:nvSpPr>
          <p:spPr>
            <a:xfrm>
              <a:off x="6464876" y="38573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t873"/>
            <p:cNvSpPr/>
            <p:nvPr/>
          </p:nvSpPr>
          <p:spPr>
            <a:xfrm>
              <a:off x="3561070" y="46624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t874"/>
            <p:cNvSpPr/>
            <p:nvPr/>
          </p:nvSpPr>
          <p:spPr>
            <a:xfrm>
              <a:off x="3561070" y="38000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t875"/>
            <p:cNvSpPr/>
            <p:nvPr/>
          </p:nvSpPr>
          <p:spPr>
            <a:xfrm>
              <a:off x="3561070" y="26945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t876"/>
            <p:cNvSpPr/>
            <p:nvPr/>
          </p:nvSpPr>
          <p:spPr>
            <a:xfrm>
              <a:off x="3561070" y="46215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t877"/>
            <p:cNvSpPr/>
            <p:nvPr/>
          </p:nvSpPr>
          <p:spPr>
            <a:xfrm>
              <a:off x="3873385" y="46548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t878"/>
            <p:cNvSpPr/>
            <p:nvPr/>
          </p:nvSpPr>
          <p:spPr>
            <a:xfrm>
              <a:off x="3561070" y="42854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t879"/>
            <p:cNvSpPr/>
            <p:nvPr/>
          </p:nvSpPr>
          <p:spPr>
            <a:xfrm>
              <a:off x="4749854" y="42982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t880"/>
            <p:cNvSpPr/>
            <p:nvPr/>
          </p:nvSpPr>
          <p:spPr>
            <a:xfrm>
              <a:off x="5161502" y="40834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t881"/>
            <p:cNvSpPr/>
            <p:nvPr/>
          </p:nvSpPr>
          <p:spPr>
            <a:xfrm>
              <a:off x="3561070" y="41064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t882"/>
            <p:cNvSpPr/>
            <p:nvPr/>
          </p:nvSpPr>
          <p:spPr>
            <a:xfrm>
              <a:off x="3832172" y="39319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t883"/>
            <p:cNvSpPr/>
            <p:nvPr/>
          </p:nvSpPr>
          <p:spPr>
            <a:xfrm>
              <a:off x="3561070" y="46507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t884"/>
            <p:cNvSpPr/>
            <p:nvPr/>
          </p:nvSpPr>
          <p:spPr>
            <a:xfrm>
              <a:off x="3561070" y="39222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t885"/>
            <p:cNvSpPr/>
            <p:nvPr/>
          </p:nvSpPr>
          <p:spPr>
            <a:xfrm>
              <a:off x="3561070" y="43529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t886"/>
            <p:cNvSpPr/>
            <p:nvPr/>
          </p:nvSpPr>
          <p:spPr>
            <a:xfrm>
              <a:off x="4068035" y="42691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t887"/>
            <p:cNvSpPr/>
            <p:nvPr/>
          </p:nvSpPr>
          <p:spPr>
            <a:xfrm>
              <a:off x="3561070" y="46527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t888"/>
            <p:cNvSpPr/>
            <p:nvPr/>
          </p:nvSpPr>
          <p:spPr>
            <a:xfrm>
              <a:off x="3561070" y="46041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t889"/>
            <p:cNvSpPr/>
            <p:nvPr/>
          </p:nvSpPr>
          <p:spPr>
            <a:xfrm>
              <a:off x="3561070" y="46686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t890"/>
            <p:cNvSpPr/>
            <p:nvPr/>
          </p:nvSpPr>
          <p:spPr>
            <a:xfrm>
              <a:off x="4084541" y="46660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t891"/>
            <p:cNvSpPr/>
            <p:nvPr/>
          </p:nvSpPr>
          <p:spPr>
            <a:xfrm>
              <a:off x="3561070" y="45867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t892"/>
            <p:cNvSpPr/>
            <p:nvPr/>
          </p:nvSpPr>
          <p:spPr>
            <a:xfrm>
              <a:off x="4210166" y="46190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t893"/>
            <p:cNvSpPr/>
            <p:nvPr/>
          </p:nvSpPr>
          <p:spPr>
            <a:xfrm>
              <a:off x="5119764" y="46128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t894"/>
            <p:cNvSpPr/>
            <p:nvPr/>
          </p:nvSpPr>
          <p:spPr>
            <a:xfrm>
              <a:off x="5704094" y="46614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t895"/>
            <p:cNvSpPr/>
            <p:nvPr/>
          </p:nvSpPr>
          <p:spPr>
            <a:xfrm>
              <a:off x="3561070" y="46783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t896"/>
            <p:cNvSpPr/>
            <p:nvPr/>
          </p:nvSpPr>
          <p:spPr>
            <a:xfrm>
              <a:off x="4369921" y="46635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t897"/>
            <p:cNvSpPr/>
            <p:nvPr/>
          </p:nvSpPr>
          <p:spPr>
            <a:xfrm>
              <a:off x="4899560" y="46855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t898"/>
            <p:cNvSpPr/>
            <p:nvPr/>
          </p:nvSpPr>
          <p:spPr>
            <a:xfrm>
              <a:off x="5399695" y="46819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t899"/>
            <p:cNvSpPr/>
            <p:nvPr/>
          </p:nvSpPr>
          <p:spPr>
            <a:xfrm>
              <a:off x="5931493" y="46875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t900"/>
            <p:cNvSpPr/>
            <p:nvPr/>
          </p:nvSpPr>
          <p:spPr>
            <a:xfrm>
              <a:off x="3561070" y="46363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t901"/>
            <p:cNvSpPr/>
            <p:nvPr/>
          </p:nvSpPr>
          <p:spPr>
            <a:xfrm>
              <a:off x="4396547" y="46317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t902"/>
            <p:cNvSpPr/>
            <p:nvPr/>
          </p:nvSpPr>
          <p:spPr>
            <a:xfrm>
              <a:off x="5914911" y="46097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t903"/>
            <p:cNvSpPr/>
            <p:nvPr/>
          </p:nvSpPr>
          <p:spPr>
            <a:xfrm>
              <a:off x="3561070" y="46778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t904"/>
            <p:cNvSpPr/>
            <p:nvPr/>
          </p:nvSpPr>
          <p:spPr>
            <a:xfrm>
              <a:off x="3561070" y="43310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t905"/>
            <p:cNvSpPr/>
            <p:nvPr/>
          </p:nvSpPr>
          <p:spPr>
            <a:xfrm>
              <a:off x="4351211" y="39744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t906"/>
            <p:cNvSpPr/>
            <p:nvPr/>
          </p:nvSpPr>
          <p:spPr>
            <a:xfrm>
              <a:off x="3561070" y="36460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t907"/>
            <p:cNvSpPr/>
            <p:nvPr/>
          </p:nvSpPr>
          <p:spPr>
            <a:xfrm>
              <a:off x="3561070" y="46957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t908"/>
            <p:cNvSpPr/>
            <p:nvPr/>
          </p:nvSpPr>
          <p:spPr>
            <a:xfrm>
              <a:off x="4068118" y="46681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t909"/>
            <p:cNvSpPr/>
            <p:nvPr/>
          </p:nvSpPr>
          <p:spPr>
            <a:xfrm>
              <a:off x="5140350" y="46947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t910"/>
            <p:cNvSpPr/>
            <p:nvPr/>
          </p:nvSpPr>
          <p:spPr>
            <a:xfrm>
              <a:off x="3561070" y="46077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t911"/>
            <p:cNvSpPr/>
            <p:nvPr/>
          </p:nvSpPr>
          <p:spPr>
            <a:xfrm>
              <a:off x="3561070" y="46425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t912"/>
            <p:cNvSpPr/>
            <p:nvPr/>
          </p:nvSpPr>
          <p:spPr>
            <a:xfrm>
              <a:off x="4396547" y="46716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t913"/>
            <p:cNvSpPr/>
            <p:nvPr/>
          </p:nvSpPr>
          <p:spPr>
            <a:xfrm>
              <a:off x="3561070" y="46660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t914"/>
            <p:cNvSpPr/>
            <p:nvPr/>
          </p:nvSpPr>
          <p:spPr>
            <a:xfrm>
              <a:off x="3561070" y="46450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t915"/>
            <p:cNvSpPr/>
            <p:nvPr/>
          </p:nvSpPr>
          <p:spPr>
            <a:xfrm>
              <a:off x="3561070" y="46302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t916"/>
            <p:cNvSpPr/>
            <p:nvPr/>
          </p:nvSpPr>
          <p:spPr>
            <a:xfrm>
              <a:off x="4371361" y="41304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t917"/>
            <p:cNvSpPr/>
            <p:nvPr/>
          </p:nvSpPr>
          <p:spPr>
            <a:xfrm>
              <a:off x="3561070" y="46563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t918"/>
            <p:cNvSpPr/>
            <p:nvPr/>
          </p:nvSpPr>
          <p:spPr>
            <a:xfrm>
              <a:off x="7108789" y="46149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t919"/>
            <p:cNvSpPr/>
            <p:nvPr/>
          </p:nvSpPr>
          <p:spPr>
            <a:xfrm>
              <a:off x="3561070" y="40107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t920"/>
            <p:cNvSpPr/>
            <p:nvPr/>
          </p:nvSpPr>
          <p:spPr>
            <a:xfrm>
              <a:off x="3833611" y="39933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t921"/>
            <p:cNvSpPr/>
            <p:nvPr/>
          </p:nvSpPr>
          <p:spPr>
            <a:xfrm>
              <a:off x="3561070" y="47238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t922"/>
            <p:cNvSpPr/>
            <p:nvPr/>
          </p:nvSpPr>
          <p:spPr>
            <a:xfrm>
              <a:off x="3561070" y="46430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t923"/>
            <p:cNvSpPr/>
            <p:nvPr/>
          </p:nvSpPr>
          <p:spPr>
            <a:xfrm>
              <a:off x="4381740" y="46675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t924"/>
            <p:cNvSpPr/>
            <p:nvPr/>
          </p:nvSpPr>
          <p:spPr>
            <a:xfrm>
              <a:off x="4663526" y="46829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t925"/>
            <p:cNvSpPr/>
            <p:nvPr/>
          </p:nvSpPr>
          <p:spPr>
            <a:xfrm>
              <a:off x="3561070" y="35109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t926"/>
            <p:cNvSpPr/>
            <p:nvPr/>
          </p:nvSpPr>
          <p:spPr>
            <a:xfrm>
              <a:off x="3828768" y="34695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t927"/>
            <p:cNvSpPr/>
            <p:nvPr/>
          </p:nvSpPr>
          <p:spPr>
            <a:xfrm>
              <a:off x="4130249" y="31703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t928"/>
            <p:cNvSpPr/>
            <p:nvPr/>
          </p:nvSpPr>
          <p:spPr>
            <a:xfrm>
              <a:off x="3561070" y="31043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t929"/>
            <p:cNvSpPr/>
            <p:nvPr/>
          </p:nvSpPr>
          <p:spPr>
            <a:xfrm>
              <a:off x="3561070" y="45877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t930"/>
            <p:cNvSpPr/>
            <p:nvPr/>
          </p:nvSpPr>
          <p:spPr>
            <a:xfrm>
              <a:off x="4350800" y="45872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t931"/>
            <p:cNvSpPr/>
            <p:nvPr/>
          </p:nvSpPr>
          <p:spPr>
            <a:xfrm>
              <a:off x="3561070" y="46261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t932"/>
            <p:cNvSpPr/>
            <p:nvPr/>
          </p:nvSpPr>
          <p:spPr>
            <a:xfrm>
              <a:off x="4129331" y="46041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t933"/>
            <p:cNvSpPr/>
            <p:nvPr/>
          </p:nvSpPr>
          <p:spPr>
            <a:xfrm>
              <a:off x="3561070" y="46149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t934"/>
            <p:cNvSpPr/>
            <p:nvPr/>
          </p:nvSpPr>
          <p:spPr>
            <a:xfrm>
              <a:off x="4407341" y="46210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t935"/>
            <p:cNvSpPr/>
            <p:nvPr/>
          </p:nvSpPr>
          <p:spPr>
            <a:xfrm>
              <a:off x="4899971" y="45944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t936"/>
            <p:cNvSpPr/>
            <p:nvPr/>
          </p:nvSpPr>
          <p:spPr>
            <a:xfrm>
              <a:off x="5414088" y="46031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t937"/>
            <p:cNvSpPr/>
            <p:nvPr/>
          </p:nvSpPr>
          <p:spPr>
            <a:xfrm>
              <a:off x="5947744" y="46548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t938"/>
            <p:cNvSpPr/>
            <p:nvPr/>
          </p:nvSpPr>
          <p:spPr>
            <a:xfrm>
              <a:off x="3561070" y="45995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t939"/>
            <p:cNvSpPr/>
            <p:nvPr/>
          </p:nvSpPr>
          <p:spPr>
            <a:xfrm>
              <a:off x="4060485" y="46067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t940"/>
            <p:cNvSpPr/>
            <p:nvPr/>
          </p:nvSpPr>
          <p:spPr>
            <a:xfrm>
              <a:off x="3561070" y="37437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t941"/>
            <p:cNvSpPr/>
            <p:nvPr/>
          </p:nvSpPr>
          <p:spPr>
            <a:xfrm>
              <a:off x="3561070" y="44077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t942"/>
            <p:cNvSpPr/>
            <p:nvPr/>
          </p:nvSpPr>
          <p:spPr>
            <a:xfrm>
              <a:off x="3561070" y="41330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t943"/>
            <p:cNvSpPr/>
            <p:nvPr/>
          </p:nvSpPr>
          <p:spPr>
            <a:xfrm>
              <a:off x="3834525" y="40962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t944"/>
            <p:cNvSpPr/>
            <p:nvPr/>
          </p:nvSpPr>
          <p:spPr>
            <a:xfrm>
              <a:off x="4101504" y="40987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t945"/>
            <p:cNvSpPr/>
            <p:nvPr/>
          </p:nvSpPr>
          <p:spPr>
            <a:xfrm>
              <a:off x="3561070" y="42251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t946"/>
            <p:cNvSpPr/>
            <p:nvPr/>
          </p:nvSpPr>
          <p:spPr>
            <a:xfrm>
              <a:off x="4356897" y="41391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t947"/>
            <p:cNvSpPr/>
            <p:nvPr/>
          </p:nvSpPr>
          <p:spPr>
            <a:xfrm>
              <a:off x="3561070" y="46573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t948"/>
            <p:cNvSpPr/>
            <p:nvPr/>
          </p:nvSpPr>
          <p:spPr>
            <a:xfrm>
              <a:off x="3561070" y="46860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t949"/>
            <p:cNvSpPr/>
            <p:nvPr/>
          </p:nvSpPr>
          <p:spPr>
            <a:xfrm>
              <a:off x="5043991" y="45744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t950"/>
            <p:cNvSpPr/>
            <p:nvPr/>
          </p:nvSpPr>
          <p:spPr>
            <a:xfrm>
              <a:off x="3561070" y="36961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t951"/>
            <p:cNvSpPr/>
            <p:nvPr/>
          </p:nvSpPr>
          <p:spPr>
            <a:xfrm>
              <a:off x="3561070" y="40440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t952"/>
            <p:cNvSpPr/>
            <p:nvPr/>
          </p:nvSpPr>
          <p:spPr>
            <a:xfrm>
              <a:off x="3799816" y="41366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t953"/>
            <p:cNvSpPr/>
            <p:nvPr/>
          </p:nvSpPr>
          <p:spPr>
            <a:xfrm>
              <a:off x="4127962" y="41350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t954"/>
            <p:cNvSpPr/>
            <p:nvPr/>
          </p:nvSpPr>
          <p:spPr>
            <a:xfrm>
              <a:off x="3561070" y="46834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t955"/>
            <p:cNvSpPr/>
            <p:nvPr/>
          </p:nvSpPr>
          <p:spPr>
            <a:xfrm>
              <a:off x="3848198" y="46420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t956"/>
            <p:cNvSpPr/>
            <p:nvPr/>
          </p:nvSpPr>
          <p:spPr>
            <a:xfrm>
              <a:off x="4142551" y="46302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t957"/>
            <p:cNvSpPr/>
            <p:nvPr/>
          </p:nvSpPr>
          <p:spPr>
            <a:xfrm>
              <a:off x="4375678" y="46635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pt958"/>
            <p:cNvSpPr/>
            <p:nvPr/>
          </p:nvSpPr>
          <p:spPr>
            <a:xfrm>
              <a:off x="4641217" y="46732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" name="pt959"/>
            <p:cNvSpPr/>
            <p:nvPr/>
          </p:nvSpPr>
          <p:spPr>
            <a:xfrm>
              <a:off x="5159465" y="46998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" name="pt960"/>
            <p:cNvSpPr/>
            <p:nvPr/>
          </p:nvSpPr>
          <p:spPr>
            <a:xfrm>
              <a:off x="3561070" y="46650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" name="pt961"/>
            <p:cNvSpPr/>
            <p:nvPr/>
          </p:nvSpPr>
          <p:spPr>
            <a:xfrm>
              <a:off x="3561070" y="41627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" name="pt962"/>
            <p:cNvSpPr/>
            <p:nvPr/>
          </p:nvSpPr>
          <p:spPr>
            <a:xfrm>
              <a:off x="4360566" y="41008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" name="pt963"/>
            <p:cNvSpPr/>
            <p:nvPr/>
          </p:nvSpPr>
          <p:spPr>
            <a:xfrm>
              <a:off x="3561070" y="45402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" name="pt964"/>
            <p:cNvSpPr/>
            <p:nvPr/>
          </p:nvSpPr>
          <p:spPr>
            <a:xfrm>
              <a:off x="3561070" y="36552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" name="pt965"/>
            <p:cNvSpPr/>
            <p:nvPr/>
          </p:nvSpPr>
          <p:spPr>
            <a:xfrm>
              <a:off x="4180662" y="34956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" name="pt966"/>
            <p:cNvSpPr/>
            <p:nvPr/>
          </p:nvSpPr>
          <p:spPr>
            <a:xfrm>
              <a:off x="3561070" y="42281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" name="pt967"/>
            <p:cNvSpPr/>
            <p:nvPr/>
          </p:nvSpPr>
          <p:spPr>
            <a:xfrm>
              <a:off x="3561070" y="46691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" name="pt968"/>
            <p:cNvSpPr/>
            <p:nvPr/>
          </p:nvSpPr>
          <p:spPr>
            <a:xfrm>
              <a:off x="4118381" y="45780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" name="pt969"/>
            <p:cNvSpPr/>
            <p:nvPr/>
          </p:nvSpPr>
          <p:spPr>
            <a:xfrm>
              <a:off x="5176220" y="43714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0" name="pt970"/>
            <p:cNvSpPr/>
            <p:nvPr/>
          </p:nvSpPr>
          <p:spPr>
            <a:xfrm>
              <a:off x="3561070" y="38772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" name="pt971"/>
            <p:cNvSpPr/>
            <p:nvPr/>
          </p:nvSpPr>
          <p:spPr>
            <a:xfrm>
              <a:off x="3561070" y="46205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" name="pt972"/>
            <p:cNvSpPr/>
            <p:nvPr/>
          </p:nvSpPr>
          <p:spPr>
            <a:xfrm>
              <a:off x="3561070" y="45284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" name="pt973"/>
            <p:cNvSpPr/>
            <p:nvPr/>
          </p:nvSpPr>
          <p:spPr>
            <a:xfrm>
              <a:off x="3561070" y="46568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4" name="pt974"/>
            <p:cNvSpPr/>
            <p:nvPr/>
          </p:nvSpPr>
          <p:spPr>
            <a:xfrm>
              <a:off x="4416697" y="46808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5" name="pt975"/>
            <p:cNvSpPr/>
            <p:nvPr/>
          </p:nvSpPr>
          <p:spPr>
            <a:xfrm>
              <a:off x="5159343" y="46317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6" name="pt976"/>
            <p:cNvSpPr/>
            <p:nvPr/>
          </p:nvSpPr>
          <p:spPr>
            <a:xfrm>
              <a:off x="5443592" y="47238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7" name="pt977"/>
            <p:cNvSpPr/>
            <p:nvPr/>
          </p:nvSpPr>
          <p:spPr>
            <a:xfrm>
              <a:off x="3561070" y="45985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8" name="pt978"/>
            <p:cNvSpPr/>
            <p:nvPr/>
          </p:nvSpPr>
          <p:spPr>
            <a:xfrm>
              <a:off x="4149995" y="45658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" name="pt979"/>
            <p:cNvSpPr/>
            <p:nvPr/>
          </p:nvSpPr>
          <p:spPr>
            <a:xfrm>
              <a:off x="4664965" y="47167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0" name="pt980"/>
            <p:cNvSpPr/>
            <p:nvPr/>
          </p:nvSpPr>
          <p:spPr>
            <a:xfrm>
              <a:off x="5121696" y="47305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1" name="pt981"/>
            <p:cNvSpPr/>
            <p:nvPr/>
          </p:nvSpPr>
          <p:spPr>
            <a:xfrm>
              <a:off x="3561070" y="46010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2" name="pt982"/>
            <p:cNvSpPr/>
            <p:nvPr/>
          </p:nvSpPr>
          <p:spPr>
            <a:xfrm>
              <a:off x="3561070" y="46921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3" name="pt983"/>
            <p:cNvSpPr/>
            <p:nvPr/>
          </p:nvSpPr>
          <p:spPr>
            <a:xfrm>
              <a:off x="3561070" y="46675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4" name="pt984"/>
            <p:cNvSpPr/>
            <p:nvPr/>
          </p:nvSpPr>
          <p:spPr>
            <a:xfrm>
              <a:off x="5682505" y="46589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5" name="pt985"/>
            <p:cNvSpPr/>
            <p:nvPr/>
          </p:nvSpPr>
          <p:spPr>
            <a:xfrm>
              <a:off x="3561070" y="35278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6" name="pt986"/>
            <p:cNvSpPr/>
            <p:nvPr/>
          </p:nvSpPr>
          <p:spPr>
            <a:xfrm>
              <a:off x="3561070" y="35902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7" name="pt987"/>
            <p:cNvSpPr/>
            <p:nvPr/>
          </p:nvSpPr>
          <p:spPr>
            <a:xfrm>
              <a:off x="4124187" y="36879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8" name="pt988"/>
            <p:cNvSpPr/>
            <p:nvPr/>
          </p:nvSpPr>
          <p:spPr>
            <a:xfrm>
              <a:off x="4622478" y="34025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9" name="pt989"/>
            <p:cNvSpPr/>
            <p:nvPr/>
          </p:nvSpPr>
          <p:spPr>
            <a:xfrm>
              <a:off x="3561070" y="37744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0" name="pt990"/>
            <p:cNvSpPr/>
            <p:nvPr/>
          </p:nvSpPr>
          <p:spPr>
            <a:xfrm>
              <a:off x="4482901" y="39678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1" name="pt991"/>
            <p:cNvSpPr/>
            <p:nvPr/>
          </p:nvSpPr>
          <p:spPr>
            <a:xfrm>
              <a:off x="3561070" y="35718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2" name="pt992"/>
            <p:cNvSpPr/>
            <p:nvPr/>
          </p:nvSpPr>
          <p:spPr>
            <a:xfrm>
              <a:off x="3561070" y="44854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3" name="pt993"/>
            <p:cNvSpPr/>
            <p:nvPr/>
          </p:nvSpPr>
          <p:spPr>
            <a:xfrm>
              <a:off x="4389351" y="43939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4" name="pt994"/>
            <p:cNvSpPr/>
            <p:nvPr/>
          </p:nvSpPr>
          <p:spPr>
            <a:xfrm>
              <a:off x="4875172" y="43934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5" name="pt995"/>
            <p:cNvSpPr/>
            <p:nvPr/>
          </p:nvSpPr>
          <p:spPr>
            <a:xfrm>
              <a:off x="5393938" y="43570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6" name="pt996"/>
            <p:cNvSpPr/>
            <p:nvPr/>
          </p:nvSpPr>
          <p:spPr>
            <a:xfrm>
              <a:off x="5973231" y="43990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7" name="pt997"/>
            <p:cNvSpPr/>
            <p:nvPr/>
          </p:nvSpPr>
          <p:spPr>
            <a:xfrm>
              <a:off x="3561070" y="41008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8" name="pt998"/>
            <p:cNvSpPr/>
            <p:nvPr/>
          </p:nvSpPr>
          <p:spPr>
            <a:xfrm>
              <a:off x="3837626" y="38578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9" name="pt999"/>
            <p:cNvSpPr/>
            <p:nvPr/>
          </p:nvSpPr>
          <p:spPr>
            <a:xfrm>
              <a:off x="3561070" y="46675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0" name="pt1000"/>
            <p:cNvSpPr/>
            <p:nvPr/>
          </p:nvSpPr>
          <p:spPr>
            <a:xfrm>
              <a:off x="3561070" y="45253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1" name="pt1001"/>
            <p:cNvSpPr/>
            <p:nvPr/>
          </p:nvSpPr>
          <p:spPr>
            <a:xfrm>
              <a:off x="3824051" y="44604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2" name="pt1002"/>
            <p:cNvSpPr/>
            <p:nvPr/>
          </p:nvSpPr>
          <p:spPr>
            <a:xfrm>
              <a:off x="4102223" y="44409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3" name="pt1003"/>
            <p:cNvSpPr/>
            <p:nvPr/>
          </p:nvSpPr>
          <p:spPr>
            <a:xfrm>
              <a:off x="3561070" y="45980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4" name="pt1004"/>
            <p:cNvSpPr/>
            <p:nvPr/>
          </p:nvSpPr>
          <p:spPr>
            <a:xfrm>
              <a:off x="3561070" y="42092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5" name="pt1005"/>
            <p:cNvSpPr/>
            <p:nvPr/>
          </p:nvSpPr>
          <p:spPr>
            <a:xfrm>
              <a:off x="3873355" y="42471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6" name="pt1006"/>
            <p:cNvSpPr/>
            <p:nvPr/>
          </p:nvSpPr>
          <p:spPr>
            <a:xfrm>
              <a:off x="3561070" y="44338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7" name="pt1007"/>
            <p:cNvSpPr/>
            <p:nvPr/>
          </p:nvSpPr>
          <p:spPr>
            <a:xfrm>
              <a:off x="4174975" y="40798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8" name="pt1008"/>
            <p:cNvSpPr/>
            <p:nvPr/>
          </p:nvSpPr>
          <p:spPr>
            <a:xfrm>
              <a:off x="3561070" y="46179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9" name="pt1009"/>
            <p:cNvSpPr/>
            <p:nvPr/>
          </p:nvSpPr>
          <p:spPr>
            <a:xfrm>
              <a:off x="3561070" y="46604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0" name="pt1010"/>
            <p:cNvSpPr/>
            <p:nvPr/>
          </p:nvSpPr>
          <p:spPr>
            <a:xfrm>
              <a:off x="3561070" y="46415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1" name="pt1011"/>
            <p:cNvSpPr/>
            <p:nvPr/>
          </p:nvSpPr>
          <p:spPr>
            <a:xfrm>
              <a:off x="4366323" y="46768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2" name="pt1012"/>
            <p:cNvSpPr/>
            <p:nvPr/>
          </p:nvSpPr>
          <p:spPr>
            <a:xfrm>
              <a:off x="3561070" y="46594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3" name="pt1013"/>
            <p:cNvSpPr/>
            <p:nvPr/>
          </p:nvSpPr>
          <p:spPr>
            <a:xfrm>
              <a:off x="4388696" y="46169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4" name="pt1014"/>
            <p:cNvSpPr/>
            <p:nvPr/>
          </p:nvSpPr>
          <p:spPr>
            <a:xfrm>
              <a:off x="5215432" y="46558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5" name="pt1015"/>
            <p:cNvSpPr/>
            <p:nvPr/>
          </p:nvSpPr>
          <p:spPr>
            <a:xfrm>
              <a:off x="5658758" y="46926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6" name="pt1016"/>
            <p:cNvSpPr/>
            <p:nvPr/>
          </p:nvSpPr>
          <p:spPr>
            <a:xfrm>
              <a:off x="6210705" y="46558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7" name="pt1017"/>
            <p:cNvSpPr/>
            <p:nvPr/>
          </p:nvSpPr>
          <p:spPr>
            <a:xfrm>
              <a:off x="6733148" y="46629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8" name="pt1018"/>
            <p:cNvSpPr/>
            <p:nvPr/>
          </p:nvSpPr>
          <p:spPr>
            <a:xfrm>
              <a:off x="3561070" y="46670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9" name="pt1019"/>
            <p:cNvSpPr/>
            <p:nvPr/>
          </p:nvSpPr>
          <p:spPr>
            <a:xfrm>
              <a:off x="3561070" y="41662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0" name="pt1020"/>
            <p:cNvSpPr/>
            <p:nvPr/>
          </p:nvSpPr>
          <p:spPr>
            <a:xfrm>
              <a:off x="4118889" y="40061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1" name="pt1021"/>
            <p:cNvSpPr/>
            <p:nvPr/>
          </p:nvSpPr>
          <p:spPr>
            <a:xfrm>
              <a:off x="3561070" y="46532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2" name="pt1022"/>
            <p:cNvSpPr/>
            <p:nvPr/>
          </p:nvSpPr>
          <p:spPr>
            <a:xfrm>
              <a:off x="3561070" y="34869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3" name="pt1023"/>
            <p:cNvSpPr/>
            <p:nvPr/>
          </p:nvSpPr>
          <p:spPr>
            <a:xfrm>
              <a:off x="3561070" y="36296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4" name="pt1024"/>
            <p:cNvSpPr/>
            <p:nvPr/>
          </p:nvSpPr>
          <p:spPr>
            <a:xfrm>
              <a:off x="4084813" y="39632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5" name="pt1025"/>
            <p:cNvSpPr/>
            <p:nvPr/>
          </p:nvSpPr>
          <p:spPr>
            <a:xfrm>
              <a:off x="4351211" y="36271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6" name="pt1026"/>
            <p:cNvSpPr/>
            <p:nvPr/>
          </p:nvSpPr>
          <p:spPr>
            <a:xfrm>
              <a:off x="3561070" y="46282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7" name="pt1027"/>
            <p:cNvSpPr/>
            <p:nvPr/>
          </p:nvSpPr>
          <p:spPr>
            <a:xfrm>
              <a:off x="4124551" y="46241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8" name="pt1028"/>
            <p:cNvSpPr/>
            <p:nvPr/>
          </p:nvSpPr>
          <p:spPr>
            <a:xfrm>
              <a:off x="4643290" y="46113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9" name="pt1029"/>
            <p:cNvSpPr/>
            <p:nvPr/>
          </p:nvSpPr>
          <p:spPr>
            <a:xfrm>
              <a:off x="3561070" y="45438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0" name="pt1030"/>
            <p:cNvSpPr/>
            <p:nvPr/>
          </p:nvSpPr>
          <p:spPr>
            <a:xfrm>
              <a:off x="4376583" y="42977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1" name="pt1031"/>
            <p:cNvSpPr/>
            <p:nvPr/>
          </p:nvSpPr>
          <p:spPr>
            <a:xfrm>
              <a:off x="4849372" y="41468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2" name="pt1032"/>
            <p:cNvSpPr/>
            <p:nvPr/>
          </p:nvSpPr>
          <p:spPr>
            <a:xfrm>
              <a:off x="5388366" y="39621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3" name="pt1033"/>
            <p:cNvSpPr/>
            <p:nvPr/>
          </p:nvSpPr>
          <p:spPr>
            <a:xfrm>
              <a:off x="5930239" y="38465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4" name="pt1034"/>
            <p:cNvSpPr/>
            <p:nvPr/>
          </p:nvSpPr>
          <p:spPr>
            <a:xfrm>
              <a:off x="3561070" y="46215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5" name="pt1035"/>
            <p:cNvSpPr/>
            <p:nvPr/>
          </p:nvSpPr>
          <p:spPr>
            <a:xfrm>
              <a:off x="4366323" y="45279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6" name="pt1036"/>
            <p:cNvSpPr/>
            <p:nvPr/>
          </p:nvSpPr>
          <p:spPr>
            <a:xfrm>
              <a:off x="4934236" y="43898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7" name="pt1037"/>
            <p:cNvSpPr/>
            <p:nvPr/>
          </p:nvSpPr>
          <p:spPr>
            <a:xfrm>
              <a:off x="5399695" y="41662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8" name="pt1038"/>
            <p:cNvSpPr/>
            <p:nvPr/>
          </p:nvSpPr>
          <p:spPr>
            <a:xfrm>
              <a:off x="3561070" y="40343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9" name="pt1039"/>
            <p:cNvSpPr/>
            <p:nvPr/>
          </p:nvSpPr>
          <p:spPr>
            <a:xfrm>
              <a:off x="3857877" y="40404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0" name="pt1040"/>
            <p:cNvSpPr/>
            <p:nvPr/>
          </p:nvSpPr>
          <p:spPr>
            <a:xfrm>
              <a:off x="3561070" y="41816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1" name="pt1041"/>
            <p:cNvSpPr/>
            <p:nvPr/>
          </p:nvSpPr>
          <p:spPr>
            <a:xfrm>
              <a:off x="3561070" y="35836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2" name="pt1042"/>
            <p:cNvSpPr/>
            <p:nvPr/>
          </p:nvSpPr>
          <p:spPr>
            <a:xfrm>
              <a:off x="3878422" y="35329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3" name="pt1043"/>
            <p:cNvSpPr/>
            <p:nvPr/>
          </p:nvSpPr>
          <p:spPr>
            <a:xfrm>
              <a:off x="3561070" y="23850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4" name="pt1044"/>
            <p:cNvSpPr/>
            <p:nvPr/>
          </p:nvSpPr>
          <p:spPr>
            <a:xfrm>
              <a:off x="3561070" y="27769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5" name="pt1045"/>
            <p:cNvSpPr/>
            <p:nvPr/>
          </p:nvSpPr>
          <p:spPr>
            <a:xfrm>
              <a:off x="3872443" y="29800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6" name="pt1046"/>
            <p:cNvSpPr/>
            <p:nvPr/>
          </p:nvSpPr>
          <p:spPr>
            <a:xfrm>
              <a:off x="4170587" y="28454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7" name="pt1047"/>
            <p:cNvSpPr/>
            <p:nvPr/>
          </p:nvSpPr>
          <p:spPr>
            <a:xfrm>
              <a:off x="4679357" y="25370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8" name="pt1048"/>
            <p:cNvSpPr/>
            <p:nvPr/>
          </p:nvSpPr>
          <p:spPr>
            <a:xfrm>
              <a:off x="3561070" y="46276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9" name="pt1049"/>
            <p:cNvSpPr/>
            <p:nvPr/>
          </p:nvSpPr>
          <p:spPr>
            <a:xfrm>
              <a:off x="4156574" y="46415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0" name="pt1050"/>
            <p:cNvSpPr/>
            <p:nvPr/>
          </p:nvSpPr>
          <p:spPr>
            <a:xfrm>
              <a:off x="4609554" y="46159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1" name="pt1051"/>
            <p:cNvSpPr/>
            <p:nvPr/>
          </p:nvSpPr>
          <p:spPr>
            <a:xfrm>
              <a:off x="3561070" y="46415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2" name="pt1052"/>
            <p:cNvSpPr/>
            <p:nvPr/>
          </p:nvSpPr>
          <p:spPr>
            <a:xfrm>
              <a:off x="3561070" y="46629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3" name="pt1053"/>
            <p:cNvSpPr/>
            <p:nvPr/>
          </p:nvSpPr>
          <p:spPr>
            <a:xfrm>
              <a:off x="4788651" y="47351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4" name="pt1054"/>
            <p:cNvSpPr/>
            <p:nvPr/>
          </p:nvSpPr>
          <p:spPr>
            <a:xfrm>
              <a:off x="4044654" y="46476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5" name="pt1055"/>
            <p:cNvSpPr/>
            <p:nvPr/>
          </p:nvSpPr>
          <p:spPr>
            <a:xfrm>
              <a:off x="3561070" y="46716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6" name="pt1056"/>
            <p:cNvSpPr/>
            <p:nvPr/>
          </p:nvSpPr>
          <p:spPr>
            <a:xfrm>
              <a:off x="3561070" y="45801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7" name="pt1057"/>
            <p:cNvSpPr/>
            <p:nvPr/>
          </p:nvSpPr>
          <p:spPr>
            <a:xfrm>
              <a:off x="3561070" y="46389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8" name="pt1058"/>
            <p:cNvSpPr/>
            <p:nvPr/>
          </p:nvSpPr>
          <p:spPr>
            <a:xfrm>
              <a:off x="4141083" y="46230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9" name="pt1059"/>
            <p:cNvSpPr/>
            <p:nvPr/>
          </p:nvSpPr>
          <p:spPr>
            <a:xfrm>
              <a:off x="3561070" y="41207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0" name="pt1060"/>
            <p:cNvSpPr/>
            <p:nvPr/>
          </p:nvSpPr>
          <p:spPr>
            <a:xfrm>
              <a:off x="3561070" y="46409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1" name="pt1061"/>
            <p:cNvSpPr/>
            <p:nvPr/>
          </p:nvSpPr>
          <p:spPr>
            <a:xfrm>
              <a:off x="3823011" y="46333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2" name="pt1062"/>
            <p:cNvSpPr/>
            <p:nvPr/>
          </p:nvSpPr>
          <p:spPr>
            <a:xfrm>
              <a:off x="3561070" y="46282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3" name="pt1063"/>
            <p:cNvSpPr/>
            <p:nvPr/>
          </p:nvSpPr>
          <p:spPr>
            <a:xfrm>
              <a:off x="4493696" y="45944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4" name="pt1064"/>
            <p:cNvSpPr/>
            <p:nvPr/>
          </p:nvSpPr>
          <p:spPr>
            <a:xfrm>
              <a:off x="5394658" y="43494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5" name="pt1065"/>
            <p:cNvSpPr/>
            <p:nvPr/>
          </p:nvSpPr>
          <p:spPr>
            <a:xfrm>
              <a:off x="3561070" y="46517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6" name="pt1066"/>
            <p:cNvSpPr/>
            <p:nvPr/>
          </p:nvSpPr>
          <p:spPr>
            <a:xfrm>
              <a:off x="3561070" y="44522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7" name="pt1067"/>
            <p:cNvSpPr/>
            <p:nvPr/>
          </p:nvSpPr>
          <p:spPr>
            <a:xfrm>
              <a:off x="4613152" y="46317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8" name="pt1068"/>
            <p:cNvSpPr/>
            <p:nvPr/>
          </p:nvSpPr>
          <p:spPr>
            <a:xfrm>
              <a:off x="3561070" y="46353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9" name="pt1069"/>
            <p:cNvSpPr/>
            <p:nvPr/>
          </p:nvSpPr>
          <p:spPr>
            <a:xfrm>
              <a:off x="3561070" y="35989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0" name="pt1070"/>
            <p:cNvSpPr/>
            <p:nvPr/>
          </p:nvSpPr>
          <p:spPr>
            <a:xfrm>
              <a:off x="3561070" y="44404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1" name="pt1071"/>
            <p:cNvSpPr/>
            <p:nvPr/>
          </p:nvSpPr>
          <p:spPr>
            <a:xfrm>
              <a:off x="4224558" y="42343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2" name="pt1072"/>
            <p:cNvSpPr/>
            <p:nvPr/>
          </p:nvSpPr>
          <p:spPr>
            <a:xfrm>
              <a:off x="4658488" y="39908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3" name="pt1073"/>
            <p:cNvSpPr/>
            <p:nvPr/>
          </p:nvSpPr>
          <p:spPr>
            <a:xfrm>
              <a:off x="5177333" y="39406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4" name="pt1074"/>
            <p:cNvSpPr/>
            <p:nvPr/>
          </p:nvSpPr>
          <p:spPr>
            <a:xfrm>
              <a:off x="5688982" y="43642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5" name="pt1075"/>
            <p:cNvSpPr/>
            <p:nvPr/>
          </p:nvSpPr>
          <p:spPr>
            <a:xfrm>
              <a:off x="3561070" y="46895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6" name="pt1076"/>
            <p:cNvSpPr/>
            <p:nvPr/>
          </p:nvSpPr>
          <p:spPr>
            <a:xfrm>
              <a:off x="4140363" y="46716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7" name="pt1077"/>
            <p:cNvSpPr/>
            <p:nvPr/>
          </p:nvSpPr>
          <p:spPr>
            <a:xfrm>
              <a:off x="4752758" y="46711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8" name="pt1078"/>
            <p:cNvSpPr/>
            <p:nvPr/>
          </p:nvSpPr>
          <p:spPr>
            <a:xfrm>
              <a:off x="4935512" y="41836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9" name="pt1079"/>
            <p:cNvSpPr/>
            <p:nvPr/>
          </p:nvSpPr>
          <p:spPr>
            <a:xfrm>
              <a:off x="3561070" y="45867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0" name="pt1080"/>
            <p:cNvSpPr/>
            <p:nvPr/>
          </p:nvSpPr>
          <p:spPr>
            <a:xfrm>
              <a:off x="3561070" y="35401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1" name="pt1081"/>
            <p:cNvSpPr/>
            <p:nvPr/>
          </p:nvSpPr>
          <p:spPr>
            <a:xfrm>
              <a:off x="3820852" y="34567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2" name="pt1082"/>
            <p:cNvSpPr/>
            <p:nvPr/>
          </p:nvSpPr>
          <p:spPr>
            <a:xfrm>
              <a:off x="3561070" y="46814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3" name="pt1083"/>
            <p:cNvSpPr/>
            <p:nvPr/>
          </p:nvSpPr>
          <p:spPr>
            <a:xfrm>
              <a:off x="3561070" y="38435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4" name="pt1084"/>
            <p:cNvSpPr/>
            <p:nvPr/>
          </p:nvSpPr>
          <p:spPr>
            <a:xfrm>
              <a:off x="3561070" y="46737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5" name="pt1085"/>
            <p:cNvSpPr/>
            <p:nvPr/>
          </p:nvSpPr>
          <p:spPr>
            <a:xfrm>
              <a:off x="4348231" y="47054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6" name="pt1086"/>
            <p:cNvSpPr/>
            <p:nvPr/>
          </p:nvSpPr>
          <p:spPr>
            <a:xfrm>
              <a:off x="3561070" y="47463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7" name="pt1087"/>
            <p:cNvSpPr/>
            <p:nvPr/>
          </p:nvSpPr>
          <p:spPr>
            <a:xfrm>
              <a:off x="5196824" y="47228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8" name="pt1088"/>
            <p:cNvSpPr/>
            <p:nvPr/>
          </p:nvSpPr>
          <p:spPr>
            <a:xfrm>
              <a:off x="3561070" y="47039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9" name="pt1089"/>
            <p:cNvSpPr/>
            <p:nvPr/>
          </p:nvSpPr>
          <p:spPr>
            <a:xfrm>
              <a:off x="3561070" y="46537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0" name="pt1090"/>
            <p:cNvSpPr/>
            <p:nvPr/>
          </p:nvSpPr>
          <p:spPr>
            <a:xfrm>
              <a:off x="3561070" y="46113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1" name="pt1091"/>
            <p:cNvSpPr/>
            <p:nvPr/>
          </p:nvSpPr>
          <p:spPr>
            <a:xfrm>
              <a:off x="3827909" y="46624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2" name="pt1092"/>
            <p:cNvSpPr/>
            <p:nvPr/>
          </p:nvSpPr>
          <p:spPr>
            <a:xfrm>
              <a:off x="3561070" y="34424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3" name="pt1093"/>
            <p:cNvSpPr/>
            <p:nvPr/>
          </p:nvSpPr>
          <p:spPr>
            <a:xfrm>
              <a:off x="3827359" y="32429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4" name="pt1094"/>
            <p:cNvSpPr/>
            <p:nvPr/>
          </p:nvSpPr>
          <p:spPr>
            <a:xfrm>
              <a:off x="4089300" y="33370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5" name="pt1095"/>
            <p:cNvSpPr/>
            <p:nvPr/>
          </p:nvSpPr>
          <p:spPr>
            <a:xfrm>
              <a:off x="3561070" y="42036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6" name="pt1096"/>
            <p:cNvSpPr/>
            <p:nvPr/>
          </p:nvSpPr>
          <p:spPr>
            <a:xfrm>
              <a:off x="3561070" y="46097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7" name="pt1097"/>
            <p:cNvSpPr/>
            <p:nvPr/>
          </p:nvSpPr>
          <p:spPr>
            <a:xfrm>
              <a:off x="3561070" y="30408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8" name="pt1098"/>
            <p:cNvSpPr/>
            <p:nvPr/>
          </p:nvSpPr>
          <p:spPr>
            <a:xfrm>
              <a:off x="3826405" y="28065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9" name="pt1099"/>
            <p:cNvSpPr/>
            <p:nvPr/>
          </p:nvSpPr>
          <p:spPr>
            <a:xfrm>
              <a:off x="3561070" y="46404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0" name="pt1100"/>
            <p:cNvSpPr/>
            <p:nvPr/>
          </p:nvSpPr>
          <p:spPr>
            <a:xfrm>
              <a:off x="4089180" y="46287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1" name="pt1101"/>
            <p:cNvSpPr/>
            <p:nvPr/>
          </p:nvSpPr>
          <p:spPr>
            <a:xfrm>
              <a:off x="4345549" y="33641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2" name="pt1102"/>
            <p:cNvSpPr/>
            <p:nvPr/>
          </p:nvSpPr>
          <p:spPr>
            <a:xfrm>
              <a:off x="3561070" y="37069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3" name="pt1103"/>
            <p:cNvSpPr/>
            <p:nvPr/>
          </p:nvSpPr>
          <p:spPr>
            <a:xfrm>
              <a:off x="4059439" y="35856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4" name="pt1104"/>
            <p:cNvSpPr/>
            <p:nvPr/>
          </p:nvSpPr>
          <p:spPr>
            <a:xfrm>
              <a:off x="3561070" y="42307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5" name="pt1105"/>
            <p:cNvSpPr/>
            <p:nvPr/>
          </p:nvSpPr>
          <p:spPr>
            <a:xfrm>
              <a:off x="3561070" y="45586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6" name="pt1106"/>
            <p:cNvSpPr/>
            <p:nvPr/>
          </p:nvSpPr>
          <p:spPr>
            <a:xfrm>
              <a:off x="3855125" y="45929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7" name="pt1107"/>
            <p:cNvSpPr/>
            <p:nvPr/>
          </p:nvSpPr>
          <p:spPr>
            <a:xfrm>
              <a:off x="3561070" y="44895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8" name="pt1108"/>
            <p:cNvSpPr/>
            <p:nvPr/>
          </p:nvSpPr>
          <p:spPr>
            <a:xfrm>
              <a:off x="4467070" y="42148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9" name="pt1109"/>
            <p:cNvSpPr/>
            <p:nvPr/>
          </p:nvSpPr>
          <p:spPr>
            <a:xfrm>
              <a:off x="3561070" y="39304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0" name="pt1110"/>
            <p:cNvSpPr/>
            <p:nvPr/>
          </p:nvSpPr>
          <p:spPr>
            <a:xfrm>
              <a:off x="3561070" y="42747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1" name="pt1111"/>
            <p:cNvSpPr/>
            <p:nvPr/>
          </p:nvSpPr>
          <p:spPr>
            <a:xfrm>
              <a:off x="3561070" y="46067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2" name="pt1112"/>
            <p:cNvSpPr/>
            <p:nvPr/>
          </p:nvSpPr>
          <p:spPr>
            <a:xfrm>
              <a:off x="4325779" y="46164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3" name="pt1113"/>
            <p:cNvSpPr/>
            <p:nvPr/>
          </p:nvSpPr>
          <p:spPr>
            <a:xfrm>
              <a:off x="5383618" y="45652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4" name="pt1114"/>
            <p:cNvSpPr/>
            <p:nvPr/>
          </p:nvSpPr>
          <p:spPr>
            <a:xfrm>
              <a:off x="5910379" y="45837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5" name="pt1115"/>
            <p:cNvSpPr/>
            <p:nvPr/>
          </p:nvSpPr>
          <p:spPr>
            <a:xfrm>
              <a:off x="6439298" y="45831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6" name="pt1116"/>
            <p:cNvSpPr/>
            <p:nvPr/>
          </p:nvSpPr>
          <p:spPr>
            <a:xfrm>
              <a:off x="3561070" y="46230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7" name="pt1117"/>
            <p:cNvSpPr/>
            <p:nvPr/>
          </p:nvSpPr>
          <p:spPr>
            <a:xfrm>
              <a:off x="3844600" y="19512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8" name="pt1118"/>
            <p:cNvSpPr/>
            <p:nvPr/>
          </p:nvSpPr>
          <p:spPr>
            <a:xfrm>
              <a:off x="3561070" y="46374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9" name="pt1119"/>
            <p:cNvSpPr/>
            <p:nvPr/>
          </p:nvSpPr>
          <p:spPr>
            <a:xfrm>
              <a:off x="3561070" y="46594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0" name="pt1120"/>
            <p:cNvSpPr/>
            <p:nvPr/>
          </p:nvSpPr>
          <p:spPr>
            <a:xfrm>
              <a:off x="3561070" y="46824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1" name="pt1121"/>
            <p:cNvSpPr/>
            <p:nvPr/>
          </p:nvSpPr>
          <p:spPr>
            <a:xfrm>
              <a:off x="4354090" y="47008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2" name="pt1122"/>
            <p:cNvSpPr/>
            <p:nvPr/>
          </p:nvSpPr>
          <p:spPr>
            <a:xfrm>
              <a:off x="4895243" y="46921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3" name="pt1123"/>
            <p:cNvSpPr/>
            <p:nvPr/>
          </p:nvSpPr>
          <p:spPr>
            <a:xfrm>
              <a:off x="5414088" y="47182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4" name="pt1124"/>
            <p:cNvSpPr/>
            <p:nvPr/>
          </p:nvSpPr>
          <p:spPr>
            <a:xfrm>
              <a:off x="5932933" y="46962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5" name="pt1125"/>
            <p:cNvSpPr/>
            <p:nvPr/>
          </p:nvSpPr>
          <p:spPr>
            <a:xfrm>
              <a:off x="3561070" y="35171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6" name="pt1126"/>
            <p:cNvSpPr/>
            <p:nvPr/>
          </p:nvSpPr>
          <p:spPr>
            <a:xfrm>
              <a:off x="4091213" y="36087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7" name="pt1127"/>
            <p:cNvSpPr/>
            <p:nvPr/>
          </p:nvSpPr>
          <p:spPr>
            <a:xfrm>
              <a:off x="4357688" y="35892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8" name="pt1128"/>
            <p:cNvSpPr/>
            <p:nvPr/>
          </p:nvSpPr>
          <p:spPr>
            <a:xfrm>
              <a:off x="4876533" y="32848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9" name="pt1129"/>
            <p:cNvSpPr/>
            <p:nvPr/>
          </p:nvSpPr>
          <p:spPr>
            <a:xfrm>
              <a:off x="3561070" y="46875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0" name="pt1130"/>
            <p:cNvSpPr/>
            <p:nvPr/>
          </p:nvSpPr>
          <p:spPr>
            <a:xfrm>
              <a:off x="3561070" y="44092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1" name="pt1131"/>
            <p:cNvSpPr/>
            <p:nvPr/>
          </p:nvSpPr>
          <p:spPr>
            <a:xfrm>
              <a:off x="5177142" y="40051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2" name="pt1132"/>
            <p:cNvSpPr/>
            <p:nvPr/>
          </p:nvSpPr>
          <p:spPr>
            <a:xfrm>
              <a:off x="3561070" y="46425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3" name="pt1133"/>
            <p:cNvSpPr/>
            <p:nvPr/>
          </p:nvSpPr>
          <p:spPr>
            <a:xfrm>
              <a:off x="4416697" y="46512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4" name="pt1134"/>
            <p:cNvSpPr/>
            <p:nvPr/>
          </p:nvSpPr>
          <p:spPr>
            <a:xfrm>
              <a:off x="4915042" y="46246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5" name="pt1135"/>
            <p:cNvSpPr/>
            <p:nvPr/>
          </p:nvSpPr>
          <p:spPr>
            <a:xfrm>
              <a:off x="5404013" y="46665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6" name="pt1136"/>
            <p:cNvSpPr/>
            <p:nvPr/>
          </p:nvSpPr>
          <p:spPr>
            <a:xfrm>
              <a:off x="5952767" y="46195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7" name="pt1137"/>
            <p:cNvSpPr/>
            <p:nvPr/>
          </p:nvSpPr>
          <p:spPr>
            <a:xfrm>
              <a:off x="3561070" y="37176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8" name="pt1138"/>
            <p:cNvSpPr/>
            <p:nvPr/>
          </p:nvSpPr>
          <p:spPr>
            <a:xfrm>
              <a:off x="3561070" y="46297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9" name="pt1139"/>
            <p:cNvSpPr/>
            <p:nvPr/>
          </p:nvSpPr>
          <p:spPr>
            <a:xfrm>
              <a:off x="6325125" y="41831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0" name="pt1140"/>
            <p:cNvSpPr/>
            <p:nvPr/>
          </p:nvSpPr>
          <p:spPr>
            <a:xfrm>
              <a:off x="3561070" y="41350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1" name="pt1141"/>
            <p:cNvSpPr/>
            <p:nvPr/>
          </p:nvSpPr>
          <p:spPr>
            <a:xfrm>
              <a:off x="3561070" y="44082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2" name="pt1142"/>
            <p:cNvSpPr/>
            <p:nvPr/>
          </p:nvSpPr>
          <p:spPr>
            <a:xfrm>
              <a:off x="4296263" y="43709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3" name="pt1143"/>
            <p:cNvSpPr/>
            <p:nvPr/>
          </p:nvSpPr>
          <p:spPr>
            <a:xfrm>
              <a:off x="4875093" y="42261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4" name="pt1144"/>
            <p:cNvSpPr/>
            <p:nvPr/>
          </p:nvSpPr>
          <p:spPr>
            <a:xfrm>
              <a:off x="5494024" y="42189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5" name="pt1145"/>
            <p:cNvSpPr/>
            <p:nvPr/>
          </p:nvSpPr>
          <p:spPr>
            <a:xfrm>
              <a:off x="5971072" y="40752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6" name="pt1146"/>
            <p:cNvSpPr/>
            <p:nvPr/>
          </p:nvSpPr>
          <p:spPr>
            <a:xfrm>
              <a:off x="6424102" y="40123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7" name="pt1147"/>
            <p:cNvSpPr/>
            <p:nvPr/>
          </p:nvSpPr>
          <p:spPr>
            <a:xfrm>
              <a:off x="3561070" y="46404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8" name="pt1148"/>
            <p:cNvSpPr/>
            <p:nvPr/>
          </p:nvSpPr>
          <p:spPr>
            <a:xfrm>
              <a:off x="4351931" y="46542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9" name="pt1149"/>
            <p:cNvSpPr/>
            <p:nvPr/>
          </p:nvSpPr>
          <p:spPr>
            <a:xfrm>
              <a:off x="4956410" y="46481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0" name="pt1150"/>
            <p:cNvSpPr/>
            <p:nvPr/>
          </p:nvSpPr>
          <p:spPr>
            <a:xfrm>
              <a:off x="5473096" y="46241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1" name="pt1151"/>
            <p:cNvSpPr/>
            <p:nvPr/>
          </p:nvSpPr>
          <p:spPr>
            <a:xfrm>
              <a:off x="5916381" y="46333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2" name="pt1152"/>
            <p:cNvSpPr/>
            <p:nvPr/>
          </p:nvSpPr>
          <p:spPr>
            <a:xfrm>
              <a:off x="3561070" y="46425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3" name="pt1153"/>
            <p:cNvSpPr/>
            <p:nvPr/>
          </p:nvSpPr>
          <p:spPr>
            <a:xfrm>
              <a:off x="4405902" y="46619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4" name="pt1154"/>
            <p:cNvSpPr/>
            <p:nvPr/>
          </p:nvSpPr>
          <p:spPr>
            <a:xfrm>
              <a:off x="5091579" y="46149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5" name="pt1155"/>
            <p:cNvSpPr/>
            <p:nvPr/>
          </p:nvSpPr>
          <p:spPr>
            <a:xfrm>
              <a:off x="3561070" y="46650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6" name="pt1156"/>
            <p:cNvSpPr/>
            <p:nvPr/>
          </p:nvSpPr>
          <p:spPr>
            <a:xfrm>
              <a:off x="3561070" y="46343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7" name="pt1157"/>
            <p:cNvSpPr/>
            <p:nvPr/>
          </p:nvSpPr>
          <p:spPr>
            <a:xfrm>
              <a:off x="4653451" y="45642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8" name="pt1158"/>
            <p:cNvSpPr/>
            <p:nvPr/>
          </p:nvSpPr>
          <p:spPr>
            <a:xfrm>
              <a:off x="3561070" y="45888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9" name="pt1159"/>
            <p:cNvSpPr/>
            <p:nvPr/>
          </p:nvSpPr>
          <p:spPr>
            <a:xfrm>
              <a:off x="4923151" y="45816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0" name="pt1160"/>
            <p:cNvSpPr/>
            <p:nvPr/>
          </p:nvSpPr>
          <p:spPr>
            <a:xfrm>
              <a:off x="5439274" y="45550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1" name="pt1161"/>
            <p:cNvSpPr/>
            <p:nvPr/>
          </p:nvSpPr>
          <p:spPr>
            <a:xfrm>
              <a:off x="3827606" y="31498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2" name="pt1162"/>
            <p:cNvSpPr/>
            <p:nvPr/>
          </p:nvSpPr>
          <p:spPr>
            <a:xfrm>
              <a:off x="4089270" y="31605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3" name="pt1163"/>
            <p:cNvSpPr/>
            <p:nvPr/>
          </p:nvSpPr>
          <p:spPr>
            <a:xfrm>
              <a:off x="4356249" y="33089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4" name="pt1164"/>
            <p:cNvSpPr/>
            <p:nvPr/>
          </p:nvSpPr>
          <p:spPr>
            <a:xfrm>
              <a:off x="3561070" y="46548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5" name="pt1165"/>
            <p:cNvSpPr/>
            <p:nvPr/>
          </p:nvSpPr>
          <p:spPr>
            <a:xfrm>
              <a:off x="4104382" y="46343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6" name="pt1166"/>
            <p:cNvSpPr/>
            <p:nvPr/>
          </p:nvSpPr>
          <p:spPr>
            <a:xfrm>
              <a:off x="4618190" y="45975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7" name="pt1167"/>
            <p:cNvSpPr/>
            <p:nvPr/>
          </p:nvSpPr>
          <p:spPr>
            <a:xfrm>
              <a:off x="5160062" y="44660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8" name="pt1168"/>
            <p:cNvSpPr/>
            <p:nvPr/>
          </p:nvSpPr>
          <p:spPr>
            <a:xfrm>
              <a:off x="5653721" y="42655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9" name="pt1169"/>
            <p:cNvSpPr/>
            <p:nvPr/>
          </p:nvSpPr>
          <p:spPr>
            <a:xfrm>
              <a:off x="3561070" y="46149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0" name="pt1170"/>
            <p:cNvSpPr/>
            <p:nvPr/>
          </p:nvSpPr>
          <p:spPr>
            <a:xfrm>
              <a:off x="4869337" y="46783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1" name="pt1171"/>
            <p:cNvSpPr/>
            <p:nvPr/>
          </p:nvSpPr>
          <p:spPr>
            <a:xfrm>
              <a:off x="3561070" y="46435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2" name="pt1172"/>
            <p:cNvSpPr/>
            <p:nvPr/>
          </p:nvSpPr>
          <p:spPr>
            <a:xfrm>
              <a:off x="3561070" y="28193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3" name="pt1173"/>
            <p:cNvSpPr/>
            <p:nvPr/>
          </p:nvSpPr>
          <p:spPr>
            <a:xfrm>
              <a:off x="3834474" y="32076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4" name="pt1174"/>
            <p:cNvSpPr/>
            <p:nvPr/>
          </p:nvSpPr>
          <p:spPr>
            <a:xfrm>
              <a:off x="3561070" y="33606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5" name="pt1175"/>
            <p:cNvSpPr/>
            <p:nvPr/>
          </p:nvSpPr>
          <p:spPr>
            <a:xfrm>
              <a:off x="3561070" y="46906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6" name="pt1176"/>
            <p:cNvSpPr/>
            <p:nvPr/>
          </p:nvSpPr>
          <p:spPr>
            <a:xfrm>
              <a:off x="4349963" y="45601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7" name="pt1177"/>
            <p:cNvSpPr/>
            <p:nvPr/>
          </p:nvSpPr>
          <p:spPr>
            <a:xfrm>
              <a:off x="5158094" y="42138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8" name="pt1178"/>
            <p:cNvSpPr/>
            <p:nvPr/>
          </p:nvSpPr>
          <p:spPr>
            <a:xfrm>
              <a:off x="3561070" y="46819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9" name="pt1179"/>
            <p:cNvSpPr/>
            <p:nvPr/>
          </p:nvSpPr>
          <p:spPr>
            <a:xfrm>
              <a:off x="4341689" y="47100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0" name="pt1180"/>
            <p:cNvSpPr/>
            <p:nvPr/>
          </p:nvSpPr>
          <p:spPr>
            <a:xfrm>
              <a:off x="3561070" y="46911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1" name="pt1181"/>
            <p:cNvSpPr/>
            <p:nvPr/>
          </p:nvSpPr>
          <p:spPr>
            <a:xfrm>
              <a:off x="4133167" y="46573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2" name="pt1182"/>
            <p:cNvSpPr/>
            <p:nvPr/>
          </p:nvSpPr>
          <p:spPr>
            <a:xfrm>
              <a:off x="4675759" y="46819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3" name="pt1183"/>
            <p:cNvSpPr/>
            <p:nvPr/>
          </p:nvSpPr>
          <p:spPr>
            <a:xfrm>
              <a:off x="5183090" y="47028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4" name="pt1184"/>
            <p:cNvSpPr/>
            <p:nvPr/>
          </p:nvSpPr>
          <p:spPr>
            <a:xfrm>
              <a:off x="3561070" y="46711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5" name="pt1185"/>
            <p:cNvSpPr/>
            <p:nvPr/>
          </p:nvSpPr>
          <p:spPr>
            <a:xfrm>
              <a:off x="4096016" y="46691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6" name="pt1186"/>
            <p:cNvSpPr/>
            <p:nvPr/>
          </p:nvSpPr>
          <p:spPr>
            <a:xfrm>
              <a:off x="4582928" y="46665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7" name="pt1187"/>
            <p:cNvSpPr/>
            <p:nvPr/>
          </p:nvSpPr>
          <p:spPr>
            <a:xfrm>
              <a:off x="5136612" y="46548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8" name="pt1188"/>
            <p:cNvSpPr/>
            <p:nvPr/>
          </p:nvSpPr>
          <p:spPr>
            <a:xfrm>
              <a:off x="5660197" y="46839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9" name="pt1189"/>
            <p:cNvSpPr/>
            <p:nvPr/>
          </p:nvSpPr>
          <p:spPr>
            <a:xfrm>
              <a:off x="3561070" y="45791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0" name="pt1190"/>
            <p:cNvSpPr/>
            <p:nvPr/>
          </p:nvSpPr>
          <p:spPr>
            <a:xfrm>
              <a:off x="4361866" y="46292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1" name="pt1191"/>
            <p:cNvSpPr/>
            <p:nvPr/>
          </p:nvSpPr>
          <p:spPr>
            <a:xfrm>
              <a:off x="3561070" y="46317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2" name="pt1192"/>
            <p:cNvSpPr/>
            <p:nvPr/>
          </p:nvSpPr>
          <p:spPr>
            <a:xfrm>
              <a:off x="4652012" y="46583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3" name="pt1193"/>
            <p:cNvSpPr/>
            <p:nvPr/>
          </p:nvSpPr>
          <p:spPr>
            <a:xfrm>
              <a:off x="3561070" y="46353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4" name="pt1194"/>
            <p:cNvSpPr/>
            <p:nvPr/>
          </p:nvSpPr>
          <p:spPr>
            <a:xfrm>
              <a:off x="4103088" y="46312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5" name="pt1195"/>
            <p:cNvSpPr/>
            <p:nvPr/>
          </p:nvSpPr>
          <p:spPr>
            <a:xfrm>
              <a:off x="3561070" y="46450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6" name="pt1196"/>
            <p:cNvSpPr/>
            <p:nvPr/>
          </p:nvSpPr>
          <p:spPr>
            <a:xfrm>
              <a:off x="5226267" y="46599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7" name="pt1197"/>
            <p:cNvSpPr/>
            <p:nvPr/>
          </p:nvSpPr>
          <p:spPr>
            <a:xfrm>
              <a:off x="3561070" y="47039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8" name="pt1198"/>
            <p:cNvSpPr/>
            <p:nvPr/>
          </p:nvSpPr>
          <p:spPr>
            <a:xfrm>
              <a:off x="3561070" y="46425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9" name="pt1199"/>
            <p:cNvSpPr/>
            <p:nvPr/>
          </p:nvSpPr>
          <p:spPr>
            <a:xfrm>
              <a:off x="3561070" y="46778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0" name="pt1200"/>
            <p:cNvSpPr/>
            <p:nvPr/>
          </p:nvSpPr>
          <p:spPr>
            <a:xfrm>
              <a:off x="4135153" y="46829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1" name="pt1201"/>
            <p:cNvSpPr/>
            <p:nvPr/>
          </p:nvSpPr>
          <p:spPr>
            <a:xfrm>
              <a:off x="3561070" y="46312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2" name="pt1202"/>
            <p:cNvSpPr/>
            <p:nvPr/>
          </p:nvSpPr>
          <p:spPr>
            <a:xfrm>
              <a:off x="4959006" y="45253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3" name="pt1203"/>
            <p:cNvSpPr/>
            <p:nvPr/>
          </p:nvSpPr>
          <p:spPr>
            <a:xfrm>
              <a:off x="3561070" y="46430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4" name="pt1204"/>
            <p:cNvSpPr/>
            <p:nvPr/>
          </p:nvSpPr>
          <p:spPr>
            <a:xfrm>
              <a:off x="5175894" y="46645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5" name="pt1205"/>
            <p:cNvSpPr/>
            <p:nvPr/>
          </p:nvSpPr>
          <p:spPr>
            <a:xfrm>
              <a:off x="3561070" y="22403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6" name="pt1206"/>
            <p:cNvSpPr/>
            <p:nvPr/>
          </p:nvSpPr>
          <p:spPr>
            <a:xfrm>
              <a:off x="3561070" y="30618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7" name="pt1207"/>
            <p:cNvSpPr/>
            <p:nvPr/>
          </p:nvSpPr>
          <p:spPr>
            <a:xfrm>
              <a:off x="3561070" y="43954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8" name="pt1208"/>
            <p:cNvSpPr/>
            <p:nvPr/>
          </p:nvSpPr>
          <p:spPr>
            <a:xfrm>
              <a:off x="3561070" y="43054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9" name="pt1209"/>
            <p:cNvSpPr/>
            <p:nvPr/>
          </p:nvSpPr>
          <p:spPr>
            <a:xfrm>
              <a:off x="4111578" y="41862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0" name="pt1210"/>
            <p:cNvSpPr/>
            <p:nvPr/>
          </p:nvSpPr>
          <p:spPr>
            <a:xfrm>
              <a:off x="4664245" y="40123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1" name="pt1211"/>
            <p:cNvSpPr/>
            <p:nvPr/>
          </p:nvSpPr>
          <p:spPr>
            <a:xfrm>
              <a:off x="3561070" y="46399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2" name="pt1212"/>
            <p:cNvSpPr/>
            <p:nvPr/>
          </p:nvSpPr>
          <p:spPr>
            <a:xfrm>
              <a:off x="4109911" y="46568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3" name="pt1213"/>
            <p:cNvSpPr/>
            <p:nvPr/>
          </p:nvSpPr>
          <p:spPr>
            <a:xfrm>
              <a:off x="5377159" y="46512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4" name="pt1214"/>
            <p:cNvSpPr/>
            <p:nvPr/>
          </p:nvSpPr>
          <p:spPr>
            <a:xfrm>
              <a:off x="3561070" y="44302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5" name="pt1215"/>
            <p:cNvSpPr/>
            <p:nvPr/>
          </p:nvSpPr>
          <p:spPr>
            <a:xfrm>
              <a:off x="3561070" y="41652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6" name="pt1216"/>
            <p:cNvSpPr/>
            <p:nvPr/>
          </p:nvSpPr>
          <p:spPr>
            <a:xfrm>
              <a:off x="3561070" y="46537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7" name="pt1217"/>
            <p:cNvSpPr/>
            <p:nvPr/>
          </p:nvSpPr>
          <p:spPr>
            <a:xfrm>
              <a:off x="3561070" y="44292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8" name="pt1218"/>
            <p:cNvSpPr/>
            <p:nvPr/>
          </p:nvSpPr>
          <p:spPr>
            <a:xfrm>
              <a:off x="4168715" y="43703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9" name="pt1219"/>
            <p:cNvSpPr/>
            <p:nvPr/>
          </p:nvSpPr>
          <p:spPr>
            <a:xfrm>
              <a:off x="3561070" y="38793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0" name="pt1220"/>
            <p:cNvSpPr/>
            <p:nvPr/>
          </p:nvSpPr>
          <p:spPr>
            <a:xfrm>
              <a:off x="3561070" y="46338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1" name="pt1221"/>
            <p:cNvSpPr/>
            <p:nvPr/>
          </p:nvSpPr>
          <p:spPr>
            <a:xfrm>
              <a:off x="4088822" y="46333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2" name="pt1222"/>
            <p:cNvSpPr/>
            <p:nvPr/>
          </p:nvSpPr>
          <p:spPr>
            <a:xfrm>
              <a:off x="4636900" y="46179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3" name="pt1223"/>
            <p:cNvSpPr/>
            <p:nvPr/>
          </p:nvSpPr>
          <p:spPr>
            <a:xfrm>
              <a:off x="3561070" y="46323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4" name="pt1224"/>
            <p:cNvSpPr/>
            <p:nvPr/>
          </p:nvSpPr>
          <p:spPr>
            <a:xfrm>
              <a:off x="4089567" y="46450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5" name="pt1225"/>
            <p:cNvSpPr/>
            <p:nvPr/>
          </p:nvSpPr>
          <p:spPr>
            <a:xfrm>
              <a:off x="3561070" y="46154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6" name="pt1226"/>
            <p:cNvSpPr/>
            <p:nvPr/>
          </p:nvSpPr>
          <p:spPr>
            <a:xfrm>
              <a:off x="4099119" y="46722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7" name="pt1227"/>
            <p:cNvSpPr/>
            <p:nvPr/>
          </p:nvSpPr>
          <p:spPr>
            <a:xfrm>
              <a:off x="3561070" y="46456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8" name="pt1228"/>
            <p:cNvSpPr/>
            <p:nvPr/>
          </p:nvSpPr>
          <p:spPr>
            <a:xfrm>
              <a:off x="4341689" y="46000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9" name="pt1229"/>
            <p:cNvSpPr/>
            <p:nvPr/>
          </p:nvSpPr>
          <p:spPr>
            <a:xfrm>
              <a:off x="4881403" y="46225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0" name="pt1230"/>
            <p:cNvSpPr/>
            <p:nvPr/>
          </p:nvSpPr>
          <p:spPr>
            <a:xfrm>
              <a:off x="5405285" y="45975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1" name="pt1231"/>
            <p:cNvSpPr/>
            <p:nvPr/>
          </p:nvSpPr>
          <p:spPr>
            <a:xfrm>
              <a:off x="5937083" y="45964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2" name="pt1232"/>
            <p:cNvSpPr/>
            <p:nvPr/>
          </p:nvSpPr>
          <p:spPr>
            <a:xfrm>
              <a:off x="6466003" y="46456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3" name="pt1233"/>
            <p:cNvSpPr/>
            <p:nvPr/>
          </p:nvSpPr>
          <p:spPr>
            <a:xfrm>
              <a:off x="3561070" y="33534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4" name="pt1234"/>
            <p:cNvSpPr/>
            <p:nvPr/>
          </p:nvSpPr>
          <p:spPr>
            <a:xfrm>
              <a:off x="3561070" y="46803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5" name="pt1235"/>
            <p:cNvSpPr/>
            <p:nvPr/>
          </p:nvSpPr>
          <p:spPr>
            <a:xfrm>
              <a:off x="3561070" y="46532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6" name="pt1236"/>
            <p:cNvSpPr/>
            <p:nvPr/>
          </p:nvSpPr>
          <p:spPr>
            <a:xfrm>
              <a:off x="3561070" y="35283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7" name="pt1237"/>
            <p:cNvSpPr/>
            <p:nvPr/>
          </p:nvSpPr>
          <p:spPr>
            <a:xfrm>
              <a:off x="4698695" y="28071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8" name="pt1238"/>
            <p:cNvSpPr/>
            <p:nvPr/>
          </p:nvSpPr>
          <p:spPr>
            <a:xfrm>
              <a:off x="3561070" y="46844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9" name="pt1239"/>
            <p:cNvSpPr/>
            <p:nvPr/>
          </p:nvSpPr>
          <p:spPr>
            <a:xfrm>
              <a:off x="4141083" y="47284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0" name="pt1240"/>
            <p:cNvSpPr/>
            <p:nvPr/>
          </p:nvSpPr>
          <p:spPr>
            <a:xfrm>
              <a:off x="3561070" y="46312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1" name="pt1241"/>
            <p:cNvSpPr/>
            <p:nvPr/>
          </p:nvSpPr>
          <p:spPr>
            <a:xfrm>
              <a:off x="4368482" y="46241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2" name="pt1242"/>
            <p:cNvSpPr/>
            <p:nvPr/>
          </p:nvSpPr>
          <p:spPr>
            <a:xfrm>
              <a:off x="4919790" y="46271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3" name="pt1243"/>
            <p:cNvSpPr/>
            <p:nvPr/>
          </p:nvSpPr>
          <p:spPr>
            <a:xfrm>
              <a:off x="5373069" y="46092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4" name="pt1244"/>
            <p:cNvSpPr/>
            <p:nvPr/>
          </p:nvSpPr>
          <p:spPr>
            <a:xfrm>
              <a:off x="3561070" y="37621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5" name="pt1245"/>
            <p:cNvSpPr/>
            <p:nvPr/>
          </p:nvSpPr>
          <p:spPr>
            <a:xfrm>
              <a:off x="3561070" y="30976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6" name="pt1246"/>
            <p:cNvSpPr/>
            <p:nvPr/>
          </p:nvSpPr>
          <p:spPr>
            <a:xfrm>
              <a:off x="3561070" y="46778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7" name="pt1247"/>
            <p:cNvSpPr/>
            <p:nvPr/>
          </p:nvSpPr>
          <p:spPr>
            <a:xfrm>
              <a:off x="3764535" y="46629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8" name="pt1248"/>
            <p:cNvSpPr/>
            <p:nvPr/>
          </p:nvSpPr>
          <p:spPr>
            <a:xfrm>
              <a:off x="4397267" y="45975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9" name="pt1249"/>
            <p:cNvSpPr/>
            <p:nvPr/>
          </p:nvSpPr>
          <p:spPr>
            <a:xfrm>
              <a:off x="4910626" y="46456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0" name="pt1250"/>
            <p:cNvSpPr/>
            <p:nvPr/>
          </p:nvSpPr>
          <p:spPr>
            <a:xfrm>
              <a:off x="5388901" y="46532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1" name="pt1251"/>
            <p:cNvSpPr/>
            <p:nvPr/>
          </p:nvSpPr>
          <p:spPr>
            <a:xfrm>
              <a:off x="6199191" y="46251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2" name="pt1252"/>
            <p:cNvSpPr/>
            <p:nvPr/>
          </p:nvSpPr>
          <p:spPr>
            <a:xfrm>
              <a:off x="3561070" y="43350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3" name="pt1253"/>
            <p:cNvSpPr/>
            <p:nvPr/>
          </p:nvSpPr>
          <p:spPr>
            <a:xfrm>
              <a:off x="4109948" y="37534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4" name="pt1254"/>
            <p:cNvSpPr/>
            <p:nvPr/>
          </p:nvSpPr>
          <p:spPr>
            <a:xfrm>
              <a:off x="4789988" y="35074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5" name="pt1255"/>
            <p:cNvSpPr/>
            <p:nvPr/>
          </p:nvSpPr>
          <p:spPr>
            <a:xfrm>
              <a:off x="5172825" y="34603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6" name="pt1256"/>
            <p:cNvSpPr/>
            <p:nvPr/>
          </p:nvSpPr>
          <p:spPr>
            <a:xfrm>
              <a:off x="5429729" y="34951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7" name="pt1257"/>
            <p:cNvSpPr/>
            <p:nvPr/>
          </p:nvSpPr>
          <p:spPr>
            <a:xfrm>
              <a:off x="3561070" y="46716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8" name="pt1258"/>
            <p:cNvSpPr/>
            <p:nvPr/>
          </p:nvSpPr>
          <p:spPr>
            <a:xfrm>
              <a:off x="6167528" y="46425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9" name="pt1259"/>
            <p:cNvSpPr/>
            <p:nvPr/>
          </p:nvSpPr>
          <p:spPr>
            <a:xfrm>
              <a:off x="3561070" y="46670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0" name="pt1260"/>
            <p:cNvSpPr/>
            <p:nvPr/>
          </p:nvSpPr>
          <p:spPr>
            <a:xfrm>
              <a:off x="3561070" y="46855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1" name="pt1261"/>
            <p:cNvSpPr/>
            <p:nvPr/>
          </p:nvSpPr>
          <p:spPr>
            <a:xfrm>
              <a:off x="4395108" y="46793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2" name="pt1262"/>
            <p:cNvSpPr/>
            <p:nvPr/>
          </p:nvSpPr>
          <p:spPr>
            <a:xfrm>
              <a:off x="3561070" y="44706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3" name="pt1263"/>
            <p:cNvSpPr/>
            <p:nvPr/>
          </p:nvSpPr>
          <p:spPr>
            <a:xfrm>
              <a:off x="4605237" y="44967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4" name="pt1264"/>
            <p:cNvSpPr/>
            <p:nvPr/>
          </p:nvSpPr>
          <p:spPr>
            <a:xfrm>
              <a:off x="3561070" y="45990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5" name="pt1265"/>
            <p:cNvSpPr/>
            <p:nvPr/>
          </p:nvSpPr>
          <p:spPr>
            <a:xfrm>
              <a:off x="4135223" y="45913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6" name="pt1266"/>
            <p:cNvSpPr/>
            <p:nvPr/>
          </p:nvSpPr>
          <p:spPr>
            <a:xfrm>
              <a:off x="3561070" y="25999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7" name="pt1267"/>
            <p:cNvSpPr/>
            <p:nvPr/>
          </p:nvSpPr>
          <p:spPr>
            <a:xfrm>
              <a:off x="3561070" y="46077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8" name="pl1268"/>
            <p:cNvSpPr/>
            <p:nvPr/>
          </p:nvSpPr>
          <p:spPr>
            <a:xfrm>
              <a:off x="3585896" y="4323600"/>
              <a:ext cx="835477" cy="90543"/>
            </a:xfrm>
            <a:custGeom>
              <a:avLst/>
              <a:pathLst>
                <a:path w="835477" h="90543">
                  <a:moveTo>
                    <a:pt x="0" y="0"/>
                  </a:moveTo>
                  <a:lnTo>
                    <a:pt x="835477" y="9054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9" name="pl1269"/>
            <p:cNvSpPr/>
            <p:nvPr/>
          </p:nvSpPr>
          <p:spPr>
            <a:xfrm>
              <a:off x="3585896" y="4537937"/>
              <a:ext cx="785103" cy="42458"/>
            </a:xfrm>
            <a:custGeom>
              <a:avLst/>
              <a:pathLst>
                <a:path w="785103" h="42458">
                  <a:moveTo>
                    <a:pt x="0" y="42458"/>
                  </a:moveTo>
                  <a:lnTo>
                    <a:pt x="78510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0" name="pl1270"/>
            <p:cNvSpPr/>
            <p:nvPr/>
          </p:nvSpPr>
          <p:spPr>
            <a:xfrm>
              <a:off x="3585896" y="4690889"/>
              <a:ext cx="857065" cy="5626"/>
            </a:xfrm>
            <a:custGeom>
              <a:avLst/>
              <a:pathLst>
                <a:path w="857065" h="5626">
                  <a:moveTo>
                    <a:pt x="0" y="0"/>
                  </a:moveTo>
                  <a:lnTo>
                    <a:pt x="857065" y="562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1" name="pl1271"/>
            <p:cNvSpPr/>
            <p:nvPr/>
          </p:nvSpPr>
          <p:spPr>
            <a:xfrm>
              <a:off x="4911433" y="4688842"/>
              <a:ext cx="1062156" cy="26600"/>
            </a:xfrm>
            <a:custGeom>
              <a:avLst/>
              <a:pathLst>
                <a:path w="1062156" h="26600">
                  <a:moveTo>
                    <a:pt x="0" y="15857"/>
                  </a:moveTo>
                  <a:lnTo>
                    <a:pt x="719618" y="26600"/>
                  </a:lnTo>
                  <a:lnTo>
                    <a:pt x="106215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2" name="pl1272"/>
            <p:cNvSpPr/>
            <p:nvPr/>
          </p:nvSpPr>
          <p:spPr>
            <a:xfrm>
              <a:off x="3585896" y="4211572"/>
              <a:ext cx="271408" cy="129932"/>
            </a:xfrm>
            <a:custGeom>
              <a:avLst/>
              <a:pathLst>
                <a:path w="271408" h="129932">
                  <a:moveTo>
                    <a:pt x="0" y="129932"/>
                  </a:moveTo>
                  <a:lnTo>
                    <a:pt x="27140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3" name="pl1273"/>
            <p:cNvSpPr/>
            <p:nvPr/>
          </p:nvSpPr>
          <p:spPr>
            <a:xfrm>
              <a:off x="3585896" y="2555191"/>
              <a:ext cx="785103" cy="346827"/>
            </a:xfrm>
            <a:custGeom>
              <a:avLst/>
              <a:pathLst>
                <a:path w="785103" h="346827">
                  <a:moveTo>
                    <a:pt x="0" y="346827"/>
                  </a:moveTo>
                  <a:lnTo>
                    <a:pt x="301856" y="275722"/>
                  </a:lnTo>
                  <a:lnTo>
                    <a:pt x="532517" y="280326"/>
                  </a:lnTo>
                  <a:lnTo>
                    <a:pt x="78510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4" name="pl1274"/>
            <p:cNvSpPr/>
            <p:nvPr/>
          </p:nvSpPr>
          <p:spPr>
            <a:xfrm>
              <a:off x="3585896" y="4733858"/>
              <a:ext cx="507047" cy="19950"/>
            </a:xfrm>
            <a:custGeom>
              <a:avLst/>
              <a:pathLst>
                <a:path w="507047" h="19950">
                  <a:moveTo>
                    <a:pt x="0" y="0"/>
                  </a:moveTo>
                  <a:lnTo>
                    <a:pt x="507047" y="1995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5" name="pl1275"/>
            <p:cNvSpPr/>
            <p:nvPr/>
          </p:nvSpPr>
          <p:spPr>
            <a:xfrm>
              <a:off x="3585896" y="4665823"/>
              <a:ext cx="1646378" cy="50642"/>
            </a:xfrm>
            <a:custGeom>
              <a:avLst/>
              <a:pathLst>
                <a:path w="1646378" h="50642">
                  <a:moveTo>
                    <a:pt x="0" y="0"/>
                  </a:moveTo>
                  <a:lnTo>
                    <a:pt x="1092380" y="50642"/>
                  </a:lnTo>
                  <a:lnTo>
                    <a:pt x="1646378" y="1790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6" name="pl1276"/>
            <p:cNvSpPr/>
            <p:nvPr/>
          </p:nvSpPr>
          <p:spPr>
            <a:xfrm>
              <a:off x="3585896" y="4651500"/>
              <a:ext cx="554121" cy="54735"/>
            </a:xfrm>
            <a:custGeom>
              <a:avLst/>
              <a:pathLst>
                <a:path w="554121" h="54735">
                  <a:moveTo>
                    <a:pt x="0" y="54735"/>
                  </a:moveTo>
                  <a:lnTo>
                    <a:pt x="293620" y="0"/>
                  </a:lnTo>
                  <a:lnTo>
                    <a:pt x="554121" y="2353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7" name="pl1277"/>
            <p:cNvSpPr/>
            <p:nvPr/>
          </p:nvSpPr>
          <p:spPr>
            <a:xfrm>
              <a:off x="3585896" y="3689285"/>
              <a:ext cx="937131" cy="128909"/>
            </a:xfrm>
            <a:custGeom>
              <a:avLst/>
              <a:pathLst>
                <a:path w="937131" h="128909">
                  <a:moveTo>
                    <a:pt x="0" y="128909"/>
                  </a:moveTo>
                  <a:lnTo>
                    <a:pt x="312314" y="124816"/>
                  </a:lnTo>
                  <a:lnTo>
                    <a:pt x="93713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8" name="pl1278"/>
            <p:cNvSpPr/>
            <p:nvPr/>
          </p:nvSpPr>
          <p:spPr>
            <a:xfrm>
              <a:off x="3585896" y="4218733"/>
              <a:ext cx="1591795" cy="80823"/>
            </a:xfrm>
            <a:custGeom>
              <a:avLst/>
              <a:pathLst>
                <a:path w="1591795" h="80823">
                  <a:moveTo>
                    <a:pt x="0" y="80823"/>
                  </a:moveTo>
                  <a:lnTo>
                    <a:pt x="871227" y="14834"/>
                  </a:lnTo>
                  <a:lnTo>
                    <a:pt x="159179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9" name="pl1279"/>
            <p:cNvSpPr/>
            <p:nvPr/>
          </p:nvSpPr>
          <p:spPr>
            <a:xfrm>
              <a:off x="3585896" y="4624899"/>
              <a:ext cx="1347925" cy="55758"/>
            </a:xfrm>
            <a:custGeom>
              <a:avLst/>
              <a:pathLst>
                <a:path w="1347925" h="55758">
                  <a:moveTo>
                    <a:pt x="0" y="55758"/>
                  </a:moveTo>
                  <a:lnTo>
                    <a:pt x="612475" y="36831"/>
                  </a:lnTo>
                  <a:lnTo>
                    <a:pt x="134792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0" name="pl1280"/>
            <p:cNvSpPr/>
            <p:nvPr/>
          </p:nvSpPr>
          <p:spPr>
            <a:xfrm>
              <a:off x="3585896" y="4403912"/>
              <a:ext cx="952774" cy="184155"/>
            </a:xfrm>
            <a:custGeom>
              <a:avLst/>
              <a:pathLst>
                <a:path w="952774" h="184155">
                  <a:moveTo>
                    <a:pt x="0" y="184155"/>
                  </a:moveTo>
                  <a:lnTo>
                    <a:pt x="95277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1" name="pl1281"/>
            <p:cNvSpPr/>
            <p:nvPr/>
          </p:nvSpPr>
          <p:spPr>
            <a:xfrm>
              <a:off x="3585896" y="4357362"/>
              <a:ext cx="302072" cy="78777"/>
            </a:xfrm>
            <a:custGeom>
              <a:avLst/>
              <a:pathLst>
                <a:path w="302072" h="78777">
                  <a:moveTo>
                    <a:pt x="0" y="0"/>
                  </a:moveTo>
                  <a:lnTo>
                    <a:pt x="302072" y="7877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2" name="pl1282"/>
            <p:cNvSpPr/>
            <p:nvPr/>
          </p:nvSpPr>
          <p:spPr>
            <a:xfrm>
              <a:off x="3585896" y="4634619"/>
              <a:ext cx="888009" cy="98728"/>
            </a:xfrm>
            <a:custGeom>
              <a:avLst/>
              <a:pathLst>
                <a:path w="888009" h="98728">
                  <a:moveTo>
                    <a:pt x="0" y="98728"/>
                  </a:moveTo>
                  <a:lnTo>
                    <a:pt x="88800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3" name="pl1283"/>
            <p:cNvSpPr/>
            <p:nvPr/>
          </p:nvSpPr>
          <p:spPr>
            <a:xfrm>
              <a:off x="3585896" y="2993585"/>
              <a:ext cx="554580" cy="446066"/>
            </a:xfrm>
            <a:custGeom>
              <a:avLst/>
              <a:pathLst>
                <a:path w="554580" h="446066">
                  <a:moveTo>
                    <a:pt x="0" y="446066"/>
                  </a:moveTo>
                  <a:lnTo>
                    <a:pt x="55458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4" name="pl1284"/>
            <p:cNvSpPr/>
            <p:nvPr/>
          </p:nvSpPr>
          <p:spPr>
            <a:xfrm>
              <a:off x="3585896" y="3965007"/>
              <a:ext cx="1325061" cy="196944"/>
            </a:xfrm>
            <a:custGeom>
              <a:avLst/>
              <a:pathLst>
                <a:path w="1325061" h="196944">
                  <a:moveTo>
                    <a:pt x="0" y="196944"/>
                  </a:moveTo>
                  <a:lnTo>
                    <a:pt x="633508" y="0"/>
                  </a:lnTo>
                  <a:lnTo>
                    <a:pt x="1325061" y="1790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5" name="pl1285"/>
            <p:cNvSpPr/>
            <p:nvPr/>
          </p:nvSpPr>
          <p:spPr>
            <a:xfrm>
              <a:off x="3585896" y="4657638"/>
              <a:ext cx="845551" cy="16369"/>
            </a:xfrm>
            <a:custGeom>
              <a:avLst/>
              <a:pathLst>
                <a:path w="845551" h="16369">
                  <a:moveTo>
                    <a:pt x="0" y="0"/>
                  </a:moveTo>
                  <a:lnTo>
                    <a:pt x="845551" y="1636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6" name="pl1286"/>
            <p:cNvSpPr/>
            <p:nvPr/>
          </p:nvSpPr>
          <p:spPr>
            <a:xfrm>
              <a:off x="3585896" y="4354804"/>
              <a:ext cx="861383" cy="180063"/>
            </a:xfrm>
            <a:custGeom>
              <a:avLst/>
              <a:pathLst>
                <a:path w="861383" h="180063">
                  <a:moveTo>
                    <a:pt x="0" y="180063"/>
                  </a:moveTo>
                  <a:lnTo>
                    <a:pt x="86138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7" name="pl1287"/>
            <p:cNvSpPr/>
            <p:nvPr/>
          </p:nvSpPr>
          <p:spPr>
            <a:xfrm>
              <a:off x="3585896" y="4520544"/>
              <a:ext cx="1334172" cy="112028"/>
            </a:xfrm>
            <a:custGeom>
              <a:avLst/>
              <a:pathLst>
                <a:path w="1334172" h="112028">
                  <a:moveTo>
                    <a:pt x="0" y="56781"/>
                  </a:moveTo>
                  <a:lnTo>
                    <a:pt x="286408" y="112028"/>
                  </a:lnTo>
                  <a:lnTo>
                    <a:pt x="795669" y="0"/>
                  </a:lnTo>
                  <a:lnTo>
                    <a:pt x="1334172" y="665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8" name="pl1288"/>
            <p:cNvSpPr/>
            <p:nvPr/>
          </p:nvSpPr>
          <p:spPr>
            <a:xfrm>
              <a:off x="3585896" y="3953242"/>
              <a:ext cx="1838874" cy="408723"/>
            </a:xfrm>
            <a:custGeom>
              <a:avLst/>
              <a:pathLst>
                <a:path w="1838874" h="408723">
                  <a:moveTo>
                    <a:pt x="0" y="408723"/>
                  </a:moveTo>
                  <a:lnTo>
                    <a:pt x="791829" y="86962"/>
                  </a:lnTo>
                  <a:lnTo>
                    <a:pt x="1320029" y="0"/>
                  </a:lnTo>
                  <a:lnTo>
                    <a:pt x="1838874" y="1534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9" name="pl1289"/>
            <p:cNvSpPr/>
            <p:nvPr/>
          </p:nvSpPr>
          <p:spPr>
            <a:xfrm>
              <a:off x="3585896" y="4582953"/>
              <a:ext cx="541872" cy="12277"/>
            </a:xfrm>
            <a:custGeom>
              <a:avLst/>
              <a:pathLst>
                <a:path w="541872" h="12277">
                  <a:moveTo>
                    <a:pt x="0" y="12277"/>
                  </a:moveTo>
                  <a:lnTo>
                    <a:pt x="54187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0" name="pl1290"/>
            <p:cNvSpPr/>
            <p:nvPr/>
          </p:nvSpPr>
          <p:spPr>
            <a:xfrm>
              <a:off x="3585896" y="4634107"/>
              <a:ext cx="2110640" cy="49108"/>
            </a:xfrm>
            <a:custGeom>
              <a:avLst/>
              <a:pathLst>
                <a:path w="2110640" h="49108">
                  <a:moveTo>
                    <a:pt x="0" y="0"/>
                  </a:moveTo>
                  <a:lnTo>
                    <a:pt x="580732" y="19950"/>
                  </a:lnTo>
                  <a:lnTo>
                    <a:pt x="1085904" y="9719"/>
                  </a:lnTo>
                  <a:lnTo>
                    <a:pt x="1604749" y="40411"/>
                  </a:lnTo>
                  <a:lnTo>
                    <a:pt x="2110640" y="4910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1" name="pl1291"/>
            <p:cNvSpPr/>
            <p:nvPr/>
          </p:nvSpPr>
          <p:spPr>
            <a:xfrm>
              <a:off x="3585896" y="4171160"/>
              <a:ext cx="3172078" cy="485967"/>
            </a:xfrm>
            <a:custGeom>
              <a:avLst/>
              <a:pathLst>
                <a:path w="3172078" h="485967">
                  <a:moveTo>
                    <a:pt x="0" y="485967"/>
                  </a:moveTo>
                  <a:lnTo>
                    <a:pt x="317207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2" name="pl1292"/>
            <p:cNvSpPr/>
            <p:nvPr/>
          </p:nvSpPr>
          <p:spPr>
            <a:xfrm>
              <a:off x="3585896" y="4666334"/>
              <a:ext cx="1838625" cy="72639"/>
            </a:xfrm>
            <a:custGeom>
              <a:avLst/>
              <a:pathLst>
                <a:path w="1838625" h="72639">
                  <a:moveTo>
                    <a:pt x="0" y="9207"/>
                  </a:moveTo>
                  <a:lnTo>
                    <a:pt x="276679" y="59850"/>
                  </a:lnTo>
                  <a:lnTo>
                    <a:pt x="559863" y="54223"/>
                  </a:lnTo>
                  <a:lnTo>
                    <a:pt x="926148" y="58827"/>
                  </a:lnTo>
                  <a:lnTo>
                    <a:pt x="1305075" y="72639"/>
                  </a:lnTo>
                  <a:lnTo>
                    <a:pt x="183862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3" name="pl1293"/>
            <p:cNvSpPr/>
            <p:nvPr/>
          </p:nvSpPr>
          <p:spPr>
            <a:xfrm>
              <a:off x="3585896" y="4630526"/>
              <a:ext cx="2919492" cy="104355"/>
            </a:xfrm>
            <a:custGeom>
              <a:avLst/>
              <a:pathLst>
                <a:path w="2919492" h="104355">
                  <a:moveTo>
                    <a:pt x="0" y="69058"/>
                  </a:moveTo>
                  <a:lnTo>
                    <a:pt x="608854" y="52689"/>
                  </a:lnTo>
                  <a:lnTo>
                    <a:pt x="917513" y="0"/>
                  </a:lnTo>
                  <a:lnTo>
                    <a:pt x="1339929" y="41435"/>
                  </a:lnTo>
                  <a:lnTo>
                    <a:pt x="1893316" y="104355"/>
                  </a:lnTo>
                  <a:lnTo>
                    <a:pt x="2392011" y="56781"/>
                  </a:lnTo>
                  <a:lnTo>
                    <a:pt x="2919492" y="4245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4" name="pl1294"/>
            <p:cNvSpPr/>
            <p:nvPr/>
          </p:nvSpPr>
          <p:spPr>
            <a:xfrm>
              <a:off x="3585896" y="4253518"/>
              <a:ext cx="251866" cy="45015"/>
            </a:xfrm>
            <a:custGeom>
              <a:avLst/>
              <a:pathLst>
                <a:path w="251866" h="45015">
                  <a:moveTo>
                    <a:pt x="0" y="0"/>
                  </a:moveTo>
                  <a:lnTo>
                    <a:pt x="251866" y="4501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5" name="pl1295"/>
            <p:cNvSpPr/>
            <p:nvPr/>
          </p:nvSpPr>
          <p:spPr>
            <a:xfrm>
              <a:off x="3585896" y="4037135"/>
              <a:ext cx="302035" cy="95147"/>
            </a:xfrm>
            <a:custGeom>
              <a:avLst/>
              <a:pathLst>
                <a:path w="302035" h="95147">
                  <a:moveTo>
                    <a:pt x="0" y="95147"/>
                  </a:moveTo>
                  <a:lnTo>
                    <a:pt x="30203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6" name="pl1296"/>
            <p:cNvSpPr/>
            <p:nvPr/>
          </p:nvSpPr>
          <p:spPr>
            <a:xfrm>
              <a:off x="3585896" y="4180879"/>
              <a:ext cx="291819" cy="13300"/>
            </a:xfrm>
            <a:custGeom>
              <a:avLst/>
              <a:pathLst>
                <a:path w="291819" h="13300">
                  <a:moveTo>
                    <a:pt x="0" y="0"/>
                  </a:moveTo>
                  <a:lnTo>
                    <a:pt x="291819" y="1330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7" name="pl1297"/>
            <p:cNvSpPr/>
            <p:nvPr/>
          </p:nvSpPr>
          <p:spPr>
            <a:xfrm>
              <a:off x="3585896" y="4058620"/>
              <a:ext cx="881532" cy="131466"/>
            </a:xfrm>
            <a:custGeom>
              <a:avLst/>
              <a:pathLst>
                <a:path w="881532" h="131466">
                  <a:moveTo>
                    <a:pt x="0" y="0"/>
                  </a:moveTo>
                  <a:lnTo>
                    <a:pt x="342426" y="131466"/>
                  </a:lnTo>
                  <a:lnTo>
                    <a:pt x="881532" y="7110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8" name="pl1298"/>
            <p:cNvSpPr/>
            <p:nvPr/>
          </p:nvSpPr>
          <p:spPr>
            <a:xfrm>
              <a:off x="3585896" y="4674008"/>
              <a:ext cx="1333254" cy="33761"/>
            </a:xfrm>
            <a:custGeom>
              <a:avLst/>
              <a:pathLst>
                <a:path w="1333254" h="33761">
                  <a:moveTo>
                    <a:pt x="0" y="33761"/>
                  </a:moveTo>
                  <a:lnTo>
                    <a:pt x="835477" y="18927"/>
                  </a:lnTo>
                  <a:lnTo>
                    <a:pt x="133325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9" name="pl1299"/>
            <p:cNvSpPr/>
            <p:nvPr/>
          </p:nvSpPr>
          <p:spPr>
            <a:xfrm>
              <a:off x="3585896" y="4538448"/>
              <a:ext cx="554039" cy="128397"/>
            </a:xfrm>
            <a:custGeom>
              <a:avLst/>
              <a:pathLst>
                <a:path w="554039" h="128397">
                  <a:moveTo>
                    <a:pt x="0" y="128397"/>
                  </a:moveTo>
                  <a:lnTo>
                    <a:pt x="55403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0" name="pl1300"/>
            <p:cNvSpPr/>
            <p:nvPr/>
          </p:nvSpPr>
          <p:spPr>
            <a:xfrm>
              <a:off x="3585896" y="4654057"/>
              <a:ext cx="2398488" cy="57804"/>
            </a:xfrm>
            <a:custGeom>
              <a:avLst/>
              <a:pathLst>
                <a:path w="2398488" h="57804">
                  <a:moveTo>
                    <a:pt x="0" y="53712"/>
                  </a:moveTo>
                  <a:lnTo>
                    <a:pt x="277053" y="57804"/>
                  </a:lnTo>
                  <a:lnTo>
                    <a:pt x="805972" y="15346"/>
                  </a:lnTo>
                  <a:lnTo>
                    <a:pt x="1344966" y="18927"/>
                  </a:lnTo>
                  <a:lnTo>
                    <a:pt x="1868129" y="0"/>
                  </a:lnTo>
                  <a:lnTo>
                    <a:pt x="2398488" y="2250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1" name="pl1301"/>
            <p:cNvSpPr/>
            <p:nvPr/>
          </p:nvSpPr>
          <p:spPr>
            <a:xfrm>
              <a:off x="3585896" y="4667869"/>
              <a:ext cx="814608" cy="58316"/>
            </a:xfrm>
            <a:custGeom>
              <a:avLst/>
              <a:pathLst>
                <a:path w="814608" h="58316">
                  <a:moveTo>
                    <a:pt x="0" y="0"/>
                  </a:moveTo>
                  <a:lnTo>
                    <a:pt x="814608" y="5831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2" name="pl1302"/>
            <p:cNvSpPr/>
            <p:nvPr/>
          </p:nvSpPr>
          <p:spPr>
            <a:xfrm>
              <a:off x="3585896" y="4672985"/>
              <a:ext cx="916074" cy="17904"/>
            </a:xfrm>
            <a:custGeom>
              <a:avLst/>
              <a:pathLst>
                <a:path w="916074" h="17904">
                  <a:moveTo>
                    <a:pt x="0" y="0"/>
                  </a:moveTo>
                  <a:lnTo>
                    <a:pt x="916074" y="1790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3" name="pl1303"/>
            <p:cNvSpPr/>
            <p:nvPr/>
          </p:nvSpPr>
          <p:spPr>
            <a:xfrm>
              <a:off x="3585896" y="4249937"/>
              <a:ext cx="543593" cy="92077"/>
            </a:xfrm>
            <a:custGeom>
              <a:avLst/>
              <a:pathLst>
                <a:path w="543593" h="92077">
                  <a:moveTo>
                    <a:pt x="0" y="70081"/>
                  </a:moveTo>
                  <a:lnTo>
                    <a:pt x="281651" y="92077"/>
                  </a:lnTo>
                  <a:lnTo>
                    <a:pt x="54359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4" name="pl1304"/>
            <p:cNvSpPr/>
            <p:nvPr/>
          </p:nvSpPr>
          <p:spPr>
            <a:xfrm>
              <a:off x="3585896" y="3314323"/>
              <a:ext cx="2671223" cy="194898"/>
            </a:xfrm>
            <a:custGeom>
              <a:avLst/>
              <a:pathLst>
                <a:path w="2671223" h="194898">
                  <a:moveTo>
                    <a:pt x="0" y="194898"/>
                  </a:moveTo>
                  <a:lnTo>
                    <a:pt x="805253" y="17392"/>
                  </a:lnTo>
                  <a:lnTo>
                    <a:pt x="1313875" y="39388"/>
                  </a:lnTo>
                  <a:lnTo>
                    <a:pt x="1837185" y="0"/>
                  </a:lnTo>
                  <a:lnTo>
                    <a:pt x="2671223" y="1330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5" name="pl1305"/>
            <p:cNvSpPr/>
            <p:nvPr/>
          </p:nvSpPr>
          <p:spPr>
            <a:xfrm>
              <a:off x="3585896" y="4253007"/>
              <a:ext cx="574798" cy="255772"/>
            </a:xfrm>
            <a:custGeom>
              <a:avLst/>
              <a:pathLst>
                <a:path w="574798" h="255772">
                  <a:moveTo>
                    <a:pt x="0" y="255772"/>
                  </a:moveTo>
                  <a:lnTo>
                    <a:pt x="57479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6" name="pl1306"/>
            <p:cNvSpPr/>
            <p:nvPr/>
          </p:nvSpPr>
          <p:spPr>
            <a:xfrm>
              <a:off x="3585896" y="4663777"/>
              <a:ext cx="841233" cy="80823"/>
            </a:xfrm>
            <a:custGeom>
              <a:avLst/>
              <a:pathLst>
                <a:path w="841233" h="80823">
                  <a:moveTo>
                    <a:pt x="0" y="0"/>
                  </a:moveTo>
                  <a:lnTo>
                    <a:pt x="841233" y="8082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7" name="pl1307"/>
            <p:cNvSpPr/>
            <p:nvPr/>
          </p:nvSpPr>
          <p:spPr>
            <a:xfrm>
              <a:off x="3585896" y="4621319"/>
              <a:ext cx="835988" cy="49619"/>
            </a:xfrm>
            <a:custGeom>
              <a:avLst/>
              <a:pathLst>
                <a:path w="835988" h="49619">
                  <a:moveTo>
                    <a:pt x="0" y="0"/>
                  </a:moveTo>
                  <a:lnTo>
                    <a:pt x="835988" y="4961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8" name="pl1308"/>
            <p:cNvSpPr/>
            <p:nvPr/>
          </p:nvSpPr>
          <p:spPr>
            <a:xfrm>
              <a:off x="3585896" y="4667869"/>
              <a:ext cx="1423012" cy="55246"/>
            </a:xfrm>
            <a:custGeom>
              <a:avLst/>
              <a:pathLst>
                <a:path w="1423012" h="55246">
                  <a:moveTo>
                    <a:pt x="0" y="55246"/>
                  </a:moveTo>
                  <a:lnTo>
                    <a:pt x="142301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9" name="pl1309"/>
            <p:cNvSpPr/>
            <p:nvPr/>
          </p:nvSpPr>
          <p:spPr>
            <a:xfrm>
              <a:off x="3585896" y="4663265"/>
              <a:ext cx="840274" cy="8696"/>
            </a:xfrm>
            <a:custGeom>
              <a:avLst/>
              <a:pathLst>
                <a:path w="840274" h="8696">
                  <a:moveTo>
                    <a:pt x="0" y="8696"/>
                  </a:moveTo>
                  <a:lnTo>
                    <a:pt x="84027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0" name="pl1310"/>
            <p:cNvSpPr/>
            <p:nvPr/>
          </p:nvSpPr>
          <p:spPr>
            <a:xfrm>
              <a:off x="3585896" y="4657638"/>
              <a:ext cx="2635150" cy="91566"/>
            </a:xfrm>
            <a:custGeom>
              <a:avLst/>
              <a:pathLst>
                <a:path w="2635150" h="91566">
                  <a:moveTo>
                    <a:pt x="0" y="0"/>
                  </a:moveTo>
                  <a:lnTo>
                    <a:pt x="860663" y="28646"/>
                  </a:lnTo>
                  <a:lnTo>
                    <a:pt x="1649096" y="91566"/>
                  </a:lnTo>
                  <a:lnTo>
                    <a:pt x="2144462" y="51665"/>
                  </a:lnTo>
                  <a:lnTo>
                    <a:pt x="2635150" y="9105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1" name="pl1311"/>
            <p:cNvSpPr/>
            <p:nvPr/>
          </p:nvSpPr>
          <p:spPr>
            <a:xfrm>
              <a:off x="3585896" y="4658150"/>
              <a:ext cx="1635159" cy="42458"/>
            </a:xfrm>
            <a:custGeom>
              <a:avLst/>
              <a:pathLst>
                <a:path w="1635159" h="42458">
                  <a:moveTo>
                    <a:pt x="0" y="19438"/>
                  </a:moveTo>
                  <a:lnTo>
                    <a:pt x="1066431" y="42458"/>
                  </a:lnTo>
                  <a:lnTo>
                    <a:pt x="163515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2" name="pl1312"/>
            <p:cNvSpPr/>
            <p:nvPr/>
          </p:nvSpPr>
          <p:spPr>
            <a:xfrm>
              <a:off x="3585896" y="4666334"/>
              <a:ext cx="1697487" cy="45015"/>
            </a:xfrm>
            <a:custGeom>
              <a:avLst/>
              <a:pathLst>
                <a:path w="1697487" h="45015">
                  <a:moveTo>
                    <a:pt x="0" y="17392"/>
                  </a:moveTo>
                  <a:lnTo>
                    <a:pt x="574163" y="0"/>
                  </a:lnTo>
                  <a:lnTo>
                    <a:pt x="1207427" y="45015"/>
                  </a:lnTo>
                  <a:lnTo>
                    <a:pt x="1697487" y="4143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3" name="pl1313"/>
            <p:cNvSpPr/>
            <p:nvPr/>
          </p:nvSpPr>
          <p:spPr>
            <a:xfrm>
              <a:off x="3585896" y="4637688"/>
              <a:ext cx="843392" cy="69058"/>
            </a:xfrm>
            <a:custGeom>
              <a:avLst/>
              <a:pathLst>
                <a:path w="843392" h="69058">
                  <a:moveTo>
                    <a:pt x="0" y="0"/>
                  </a:moveTo>
                  <a:lnTo>
                    <a:pt x="843392" y="6905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4" name="pl1314"/>
            <p:cNvSpPr/>
            <p:nvPr/>
          </p:nvSpPr>
          <p:spPr>
            <a:xfrm>
              <a:off x="3585896" y="4157860"/>
              <a:ext cx="2365704" cy="479316"/>
            </a:xfrm>
            <a:custGeom>
              <a:avLst/>
              <a:pathLst>
                <a:path w="2365704" h="479316">
                  <a:moveTo>
                    <a:pt x="0" y="479316"/>
                  </a:moveTo>
                  <a:lnTo>
                    <a:pt x="807010" y="295161"/>
                  </a:lnTo>
                  <a:lnTo>
                    <a:pt x="1325136" y="150905"/>
                  </a:lnTo>
                  <a:lnTo>
                    <a:pt x="1869167" y="85939"/>
                  </a:lnTo>
                  <a:lnTo>
                    <a:pt x="236570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5" name="pl1315"/>
            <p:cNvSpPr/>
            <p:nvPr/>
          </p:nvSpPr>
          <p:spPr>
            <a:xfrm>
              <a:off x="3585896" y="4610576"/>
              <a:ext cx="548077" cy="46038"/>
            </a:xfrm>
            <a:custGeom>
              <a:avLst/>
              <a:pathLst>
                <a:path w="548077" h="46038">
                  <a:moveTo>
                    <a:pt x="0" y="46038"/>
                  </a:moveTo>
                  <a:lnTo>
                    <a:pt x="54807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6" name="pl1316"/>
            <p:cNvSpPr/>
            <p:nvPr/>
          </p:nvSpPr>
          <p:spPr>
            <a:xfrm>
              <a:off x="3585896" y="4639734"/>
              <a:ext cx="291819" cy="17392"/>
            </a:xfrm>
            <a:custGeom>
              <a:avLst/>
              <a:pathLst>
                <a:path w="291819" h="17392">
                  <a:moveTo>
                    <a:pt x="0" y="17392"/>
                  </a:moveTo>
                  <a:lnTo>
                    <a:pt x="29181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7" name="pl1317"/>
            <p:cNvSpPr/>
            <p:nvPr/>
          </p:nvSpPr>
          <p:spPr>
            <a:xfrm>
              <a:off x="3585896" y="4708281"/>
              <a:ext cx="2099127" cy="16880"/>
            </a:xfrm>
            <a:custGeom>
              <a:avLst/>
              <a:pathLst>
                <a:path w="2099127" h="16880">
                  <a:moveTo>
                    <a:pt x="0" y="9719"/>
                  </a:moveTo>
                  <a:lnTo>
                    <a:pt x="534945" y="4092"/>
                  </a:lnTo>
                  <a:lnTo>
                    <a:pt x="1021858" y="6138"/>
                  </a:lnTo>
                  <a:lnTo>
                    <a:pt x="1575541" y="0"/>
                  </a:lnTo>
                  <a:lnTo>
                    <a:pt x="2099127" y="1688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8" name="pl1318"/>
            <p:cNvSpPr/>
            <p:nvPr/>
          </p:nvSpPr>
          <p:spPr>
            <a:xfrm>
              <a:off x="3585896" y="4555841"/>
              <a:ext cx="1875325" cy="31204"/>
            </a:xfrm>
            <a:custGeom>
              <a:avLst/>
              <a:pathLst>
                <a:path w="1875325" h="31204">
                  <a:moveTo>
                    <a:pt x="0" y="0"/>
                  </a:moveTo>
                  <a:lnTo>
                    <a:pt x="1359359" y="31204"/>
                  </a:lnTo>
                  <a:lnTo>
                    <a:pt x="1875325" y="1841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9" name="pl1319"/>
            <p:cNvSpPr/>
            <p:nvPr/>
          </p:nvSpPr>
          <p:spPr>
            <a:xfrm>
              <a:off x="3585896" y="2596626"/>
              <a:ext cx="529607" cy="195921"/>
            </a:xfrm>
            <a:custGeom>
              <a:avLst/>
              <a:pathLst>
                <a:path w="529607" h="195921">
                  <a:moveTo>
                    <a:pt x="0" y="195921"/>
                  </a:moveTo>
                  <a:lnTo>
                    <a:pt x="261941" y="8184"/>
                  </a:lnTo>
                  <a:lnTo>
                    <a:pt x="52960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0" name="pl1320"/>
            <p:cNvSpPr/>
            <p:nvPr/>
          </p:nvSpPr>
          <p:spPr>
            <a:xfrm>
              <a:off x="3585896" y="4303138"/>
              <a:ext cx="278270" cy="19438"/>
            </a:xfrm>
            <a:custGeom>
              <a:avLst/>
              <a:pathLst>
                <a:path w="278270" h="19438">
                  <a:moveTo>
                    <a:pt x="0" y="19438"/>
                  </a:moveTo>
                  <a:lnTo>
                    <a:pt x="27827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1" name="pl1321"/>
            <p:cNvSpPr/>
            <p:nvPr/>
          </p:nvSpPr>
          <p:spPr>
            <a:xfrm>
              <a:off x="3585896" y="4353781"/>
              <a:ext cx="587208" cy="182109"/>
            </a:xfrm>
            <a:custGeom>
              <a:avLst/>
              <a:pathLst>
                <a:path w="587208" h="182109">
                  <a:moveTo>
                    <a:pt x="0" y="182109"/>
                  </a:moveTo>
                  <a:lnTo>
                    <a:pt x="58720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2" name="pl1322"/>
            <p:cNvSpPr/>
            <p:nvPr/>
          </p:nvSpPr>
          <p:spPr>
            <a:xfrm>
              <a:off x="3585896" y="4254541"/>
              <a:ext cx="790141" cy="180575"/>
            </a:xfrm>
            <a:custGeom>
              <a:avLst/>
              <a:pathLst>
                <a:path w="790141" h="180575">
                  <a:moveTo>
                    <a:pt x="0" y="180575"/>
                  </a:moveTo>
                  <a:lnTo>
                    <a:pt x="79014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3" name="pl1323"/>
            <p:cNvSpPr/>
            <p:nvPr/>
          </p:nvSpPr>
          <p:spPr>
            <a:xfrm>
              <a:off x="3585896" y="4637688"/>
              <a:ext cx="1837820" cy="69570"/>
            </a:xfrm>
            <a:custGeom>
              <a:avLst/>
              <a:pathLst>
                <a:path w="1837820" h="69570">
                  <a:moveTo>
                    <a:pt x="0" y="49108"/>
                  </a:moveTo>
                  <a:lnTo>
                    <a:pt x="790776" y="69570"/>
                  </a:lnTo>
                  <a:lnTo>
                    <a:pt x="1313938" y="64454"/>
                  </a:lnTo>
                  <a:lnTo>
                    <a:pt x="183782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4" name="pl1324"/>
            <p:cNvSpPr/>
            <p:nvPr/>
          </p:nvSpPr>
          <p:spPr>
            <a:xfrm>
              <a:off x="3585896" y="4642292"/>
              <a:ext cx="1308985" cy="3580"/>
            </a:xfrm>
            <a:custGeom>
              <a:avLst/>
              <a:pathLst>
                <a:path w="1308985" h="3580">
                  <a:moveTo>
                    <a:pt x="0" y="3580"/>
                  </a:moveTo>
                  <a:lnTo>
                    <a:pt x="130898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5" name="pl1325"/>
            <p:cNvSpPr/>
            <p:nvPr/>
          </p:nvSpPr>
          <p:spPr>
            <a:xfrm>
              <a:off x="3585896" y="4428466"/>
              <a:ext cx="1611890" cy="208198"/>
            </a:xfrm>
            <a:custGeom>
              <a:avLst/>
              <a:pathLst>
                <a:path w="1611890" h="208198">
                  <a:moveTo>
                    <a:pt x="0" y="208198"/>
                  </a:moveTo>
                  <a:lnTo>
                    <a:pt x="161189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6" name="pl1326"/>
            <p:cNvSpPr/>
            <p:nvPr/>
          </p:nvSpPr>
          <p:spPr>
            <a:xfrm>
              <a:off x="3585896" y="4494967"/>
              <a:ext cx="936223" cy="67523"/>
            </a:xfrm>
            <a:custGeom>
              <a:avLst/>
              <a:pathLst>
                <a:path w="936223" h="67523">
                  <a:moveTo>
                    <a:pt x="0" y="67523"/>
                  </a:moveTo>
                  <a:lnTo>
                    <a:pt x="437528" y="51154"/>
                  </a:lnTo>
                  <a:lnTo>
                    <a:pt x="93622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7" name="pl1327"/>
            <p:cNvSpPr/>
            <p:nvPr/>
          </p:nvSpPr>
          <p:spPr>
            <a:xfrm>
              <a:off x="3585896" y="4627457"/>
              <a:ext cx="508721" cy="38877"/>
            </a:xfrm>
            <a:custGeom>
              <a:avLst/>
              <a:pathLst>
                <a:path w="508721" h="38877">
                  <a:moveTo>
                    <a:pt x="0" y="38877"/>
                  </a:moveTo>
                  <a:lnTo>
                    <a:pt x="50872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8" name="pl1328"/>
            <p:cNvSpPr/>
            <p:nvPr/>
          </p:nvSpPr>
          <p:spPr>
            <a:xfrm>
              <a:off x="3585896" y="4663777"/>
              <a:ext cx="834037" cy="9207"/>
            </a:xfrm>
            <a:custGeom>
              <a:avLst/>
              <a:pathLst>
                <a:path w="834037" h="9207">
                  <a:moveTo>
                    <a:pt x="0" y="0"/>
                  </a:moveTo>
                  <a:lnTo>
                    <a:pt x="834037" y="920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9" name="pl1329"/>
            <p:cNvSpPr/>
            <p:nvPr/>
          </p:nvSpPr>
          <p:spPr>
            <a:xfrm>
              <a:off x="4095386" y="3408959"/>
              <a:ext cx="808131" cy="172390"/>
            </a:xfrm>
            <a:custGeom>
              <a:avLst/>
              <a:pathLst>
                <a:path w="808131" h="172390">
                  <a:moveTo>
                    <a:pt x="0" y="172390"/>
                  </a:moveTo>
                  <a:lnTo>
                    <a:pt x="299361" y="99239"/>
                  </a:lnTo>
                  <a:lnTo>
                    <a:pt x="545470" y="0"/>
                  </a:lnTo>
                  <a:lnTo>
                    <a:pt x="808131" y="15909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0" name="pl1330"/>
            <p:cNvSpPr/>
            <p:nvPr/>
          </p:nvSpPr>
          <p:spPr>
            <a:xfrm>
              <a:off x="3585896" y="4513894"/>
              <a:ext cx="265716" cy="24554"/>
            </a:xfrm>
            <a:custGeom>
              <a:avLst/>
              <a:pathLst>
                <a:path w="265716" h="24554">
                  <a:moveTo>
                    <a:pt x="0" y="0"/>
                  </a:moveTo>
                  <a:lnTo>
                    <a:pt x="265716" y="2455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1" name="pl1331"/>
            <p:cNvSpPr/>
            <p:nvPr/>
          </p:nvSpPr>
          <p:spPr>
            <a:xfrm>
              <a:off x="3585896" y="4560956"/>
              <a:ext cx="1861475" cy="165228"/>
            </a:xfrm>
            <a:custGeom>
              <a:avLst/>
              <a:pathLst>
                <a:path w="1861475" h="165228">
                  <a:moveTo>
                    <a:pt x="0" y="54735"/>
                  </a:moveTo>
                  <a:lnTo>
                    <a:pt x="790683" y="0"/>
                  </a:lnTo>
                  <a:lnTo>
                    <a:pt x="1337593" y="165228"/>
                  </a:lnTo>
                  <a:lnTo>
                    <a:pt x="1861475" y="13760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2" name="pl1332"/>
            <p:cNvSpPr/>
            <p:nvPr/>
          </p:nvSpPr>
          <p:spPr>
            <a:xfrm>
              <a:off x="3585896" y="3104590"/>
              <a:ext cx="272015" cy="282883"/>
            </a:xfrm>
            <a:custGeom>
              <a:avLst/>
              <a:pathLst>
                <a:path w="272015" h="282883">
                  <a:moveTo>
                    <a:pt x="0" y="282883"/>
                  </a:moveTo>
                  <a:lnTo>
                    <a:pt x="27201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3" name="pl1333"/>
            <p:cNvSpPr/>
            <p:nvPr/>
          </p:nvSpPr>
          <p:spPr>
            <a:xfrm>
              <a:off x="3585896" y="4706235"/>
              <a:ext cx="855626" cy="33250"/>
            </a:xfrm>
            <a:custGeom>
              <a:avLst/>
              <a:pathLst>
                <a:path w="855626" h="33250">
                  <a:moveTo>
                    <a:pt x="0" y="26088"/>
                  </a:moveTo>
                  <a:lnTo>
                    <a:pt x="308159" y="33250"/>
                  </a:lnTo>
                  <a:lnTo>
                    <a:pt x="588647" y="31715"/>
                  </a:lnTo>
                  <a:lnTo>
                    <a:pt x="85562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4" name="pl1334"/>
            <p:cNvSpPr/>
            <p:nvPr/>
          </p:nvSpPr>
          <p:spPr>
            <a:xfrm>
              <a:off x="3585896" y="3954265"/>
              <a:ext cx="544334" cy="29669"/>
            </a:xfrm>
            <a:custGeom>
              <a:avLst/>
              <a:pathLst>
                <a:path w="544334" h="29669">
                  <a:moveTo>
                    <a:pt x="0" y="29669"/>
                  </a:moveTo>
                  <a:lnTo>
                    <a:pt x="54433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5" name="pl1335"/>
            <p:cNvSpPr/>
            <p:nvPr/>
          </p:nvSpPr>
          <p:spPr>
            <a:xfrm>
              <a:off x="3585896" y="4040204"/>
              <a:ext cx="313753" cy="61385"/>
            </a:xfrm>
            <a:custGeom>
              <a:avLst/>
              <a:pathLst>
                <a:path w="313753" h="61385">
                  <a:moveTo>
                    <a:pt x="0" y="0"/>
                  </a:moveTo>
                  <a:lnTo>
                    <a:pt x="313753" y="6138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6" name="pl1336"/>
            <p:cNvSpPr/>
            <p:nvPr/>
          </p:nvSpPr>
          <p:spPr>
            <a:xfrm>
              <a:off x="3585896" y="2690751"/>
              <a:ext cx="572816" cy="446066"/>
            </a:xfrm>
            <a:custGeom>
              <a:avLst/>
              <a:pathLst>
                <a:path w="572816" h="446066">
                  <a:moveTo>
                    <a:pt x="0" y="433277"/>
                  </a:moveTo>
                  <a:lnTo>
                    <a:pt x="330041" y="446066"/>
                  </a:lnTo>
                  <a:lnTo>
                    <a:pt x="57281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7" name="pl1337"/>
            <p:cNvSpPr/>
            <p:nvPr/>
          </p:nvSpPr>
          <p:spPr>
            <a:xfrm>
              <a:off x="3585896" y="4698562"/>
              <a:ext cx="550089" cy="16880"/>
            </a:xfrm>
            <a:custGeom>
              <a:avLst/>
              <a:pathLst>
                <a:path w="550089" h="16880">
                  <a:moveTo>
                    <a:pt x="0" y="16880"/>
                  </a:moveTo>
                  <a:lnTo>
                    <a:pt x="55008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8" name="pl1338"/>
            <p:cNvSpPr/>
            <p:nvPr/>
          </p:nvSpPr>
          <p:spPr>
            <a:xfrm>
              <a:off x="3585896" y="3404355"/>
              <a:ext cx="816589" cy="201548"/>
            </a:xfrm>
            <a:custGeom>
              <a:avLst/>
              <a:pathLst>
                <a:path w="816589" h="201548">
                  <a:moveTo>
                    <a:pt x="0" y="0"/>
                  </a:moveTo>
                  <a:lnTo>
                    <a:pt x="244493" y="189782"/>
                  </a:lnTo>
                  <a:lnTo>
                    <a:pt x="574798" y="115097"/>
                  </a:lnTo>
                  <a:lnTo>
                    <a:pt x="816589" y="20154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9" name="pl1339"/>
            <p:cNvSpPr/>
            <p:nvPr/>
          </p:nvSpPr>
          <p:spPr>
            <a:xfrm>
              <a:off x="3585896" y="3433513"/>
              <a:ext cx="266398" cy="11253"/>
            </a:xfrm>
            <a:custGeom>
              <a:avLst/>
              <a:pathLst>
                <a:path w="266398" h="11253">
                  <a:moveTo>
                    <a:pt x="0" y="0"/>
                  </a:moveTo>
                  <a:lnTo>
                    <a:pt x="266398" y="1125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0" name="pl1340"/>
            <p:cNvSpPr/>
            <p:nvPr/>
          </p:nvSpPr>
          <p:spPr>
            <a:xfrm>
              <a:off x="3585896" y="3794663"/>
              <a:ext cx="302239" cy="89520"/>
            </a:xfrm>
            <a:custGeom>
              <a:avLst/>
              <a:pathLst>
                <a:path w="302239" h="89520">
                  <a:moveTo>
                    <a:pt x="0" y="89520"/>
                  </a:moveTo>
                  <a:lnTo>
                    <a:pt x="30223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1" name="pl1341"/>
            <p:cNvSpPr/>
            <p:nvPr/>
          </p:nvSpPr>
          <p:spPr>
            <a:xfrm>
              <a:off x="3585896" y="4376289"/>
              <a:ext cx="1081501" cy="38365"/>
            </a:xfrm>
            <a:custGeom>
              <a:avLst/>
              <a:pathLst>
                <a:path w="1081501" h="38365">
                  <a:moveTo>
                    <a:pt x="0" y="0"/>
                  </a:moveTo>
                  <a:lnTo>
                    <a:pt x="542727" y="34785"/>
                  </a:lnTo>
                  <a:lnTo>
                    <a:pt x="1081501" y="3836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2" name="pl1342"/>
            <p:cNvSpPr/>
            <p:nvPr/>
          </p:nvSpPr>
          <p:spPr>
            <a:xfrm>
              <a:off x="3585896" y="4221291"/>
              <a:ext cx="1862372" cy="357057"/>
            </a:xfrm>
            <a:custGeom>
              <a:avLst/>
              <a:pathLst>
                <a:path w="1862372" h="357057">
                  <a:moveTo>
                    <a:pt x="0" y="357057"/>
                  </a:moveTo>
                  <a:lnTo>
                    <a:pt x="261443" y="350919"/>
                  </a:lnTo>
                  <a:lnTo>
                    <a:pt x="533237" y="293114"/>
                  </a:lnTo>
                  <a:lnTo>
                    <a:pt x="786542" y="226614"/>
                  </a:lnTo>
                  <a:lnTo>
                    <a:pt x="1339357" y="135047"/>
                  </a:lnTo>
                  <a:lnTo>
                    <a:pt x="186237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3" name="pl1343"/>
            <p:cNvSpPr/>
            <p:nvPr/>
          </p:nvSpPr>
          <p:spPr>
            <a:xfrm>
              <a:off x="3585896" y="4581418"/>
              <a:ext cx="569218" cy="39388"/>
            </a:xfrm>
            <a:custGeom>
              <a:avLst/>
              <a:pathLst>
                <a:path w="569218" h="39388">
                  <a:moveTo>
                    <a:pt x="0" y="39388"/>
                  </a:moveTo>
                  <a:lnTo>
                    <a:pt x="56921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4" name="pl1344"/>
            <p:cNvSpPr/>
            <p:nvPr/>
          </p:nvSpPr>
          <p:spPr>
            <a:xfrm>
              <a:off x="3585896" y="2509664"/>
              <a:ext cx="532867" cy="314088"/>
            </a:xfrm>
            <a:custGeom>
              <a:avLst/>
              <a:pathLst>
                <a:path w="532867" h="314088">
                  <a:moveTo>
                    <a:pt x="0" y="314088"/>
                  </a:moveTo>
                  <a:lnTo>
                    <a:pt x="265169" y="209221"/>
                  </a:lnTo>
                  <a:lnTo>
                    <a:pt x="53286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5" name="pl1345"/>
            <p:cNvSpPr/>
            <p:nvPr/>
          </p:nvSpPr>
          <p:spPr>
            <a:xfrm>
              <a:off x="3585896" y="4340481"/>
              <a:ext cx="2385763" cy="299253"/>
            </a:xfrm>
            <a:custGeom>
              <a:avLst/>
              <a:pathLst>
                <a:path w="2385763" h="299253">
                  <a:moveTo>
                    <a:pt x="0" y="0"/>
                  </a:moveTo>
                  <a:lnTo>
                    <a:pt x="321795" y="277256"/>
                  </a:lnTo>
                  <a:lnTo>
                    <a:pt x="593685" y="277768"/>
                  </a:lnTo>
                  <a:lnTo>
                    <a:pt x="866420" y="269072"/>
                  </a:lnTo>
                  <a:lnTo>
                    <a:pt x="1329379" y="299253"/>
                  </a:lnTo>
                  <a:lnTo>
                    <a:pt x="2114958" y="288510"/>
                  </a:lnTo>
                  <a:lnTo>
                    <a:pt x="2385763" y="28595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6" name="pl1346"/>
            <p:cNvSpPr/>
            <p:nvPr/>
          </p:nvSpPr>
          <p:spPr>
            <a:xfrm>
              <a:off x="3585896" y="4104659"/>
              <a:ext cx="356930" cy="207686"/>
            </a:xfrm>
            <a:custGeom>
              <a:avLst/>
              <a:pathLst>
                <a:path w="356930" h="207686">
                  <a:moveTo>
                    <a:pt x="0" y="207686"/>
                  </a:moveTo>
                  <a:lnTo>
                    <a:pt x="35693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7" name="pl1347"/>
            <p:cNvSpPr/>
            <p:nvPr/>
          </p:nvSpPr>
          <p:spPr>
            <a:xfrm>
              <a:off x="3585896" y="4594207"/>
              <a:ext cx="2367544" cy="37854"/>
            </a:xfrm>
            <a:custGeom>
              <a:avLst/>
              <a:pathLst>
                <a:path w="2367544" h="37854">
                  <a:moveTo>
                    <a:pt x="0" y="20461"/>
                  </a:moveTo>
                  <a:lnTo>
                    <a:pt x="352514" y="35296"/>
                  </a:lnTo>
                  <a:lnTo>
                    <a:pt x="553457" y="13300"/>
                  </a:lnTo>
                  <a:lnTo>
                    <a:pt x="815327" y="0"/>
                  </a:lnTo>
                  <a:lnTo>
                    <a:pt x="1082306" y="26088"/>
                  </a:lnTo>
                  <a:lnTo>
                    <a:pt x="1566064" y="37854"/>
                  </a:lnTo>
                  <a:lnTo>
                    <a:pt x="2105603" y="12277"/>
                  </a:lnTo>
                  <a:lnTo>
                    <a:pt x="2367544" y="2353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8" name="pl1348"/>
            <p:cNvSpPr/>
            <p:nvPr/>
          </p:nvSpPr>
          <p:spPr>
            <a:xfrm>
              <a:off x="3585896" y="3294373"/>
              <a:ext cx="266978" cy="73150"/>
            </a:xfrm>
            <a:custGeom>
              <a:avLst/>
              <a:pathLst>
                <a:path w="266978" h="73150">
                  <a:moveTo>
                    <a:pt x="0" y="0"/>
                  </a:moveTo>
                  <a:lnTo>
                    <a:pt x="266978" y="7315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9" name="pl1349"/>
            <p:cNvSpPr/>
            <p:nvPr/>
          </p:nvSpPr>
          <p:spPr>
            <a:xfrm>
              <a:off x="3585896" y="3439140"/>
              <a:ext cx="282090" cy="18927"/>
            </a:xfrm>
            <a:custGeom>
              <a:avLst/>
              <a:pathLst>
                <a:path w="282090" h="18927">
                  <a:moveTo>
                    <a:pt x="0" y="18927"/>
                  </a:moveTo>
                  <a:lnTo>
                    <a:pt x="28209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0" name="pl1350"/>
            <p:cNvSpPr/>
            <p:nvPr/>
          </p:nvSpPr>
          <p:spPr>
            <a:xfrm>
              <a:off x="3585896" y="4353781"/>
              <a:ext cx="617432" cy="78266"/>
            </a:xfrm>
            <a:custGeom>
              <a:avLst/>
              <a:pathLst>
                <a:path w="617432" h="78266">
                  <a:moveTo>
                    <a:pt x="0" y="78266"/>
                  </a:moveTo>
                  <a:lnTo>
                    <a:pt x="61743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1" name="pl1351"/>
            <p:cNvSpPr/>
            <p:nvPr/>
          </p:nvSpPr>
          <p:spPr>
            <a:xfrm>
              <a:off x="3585896" y="3244753"/>
              <a:ext cx="1575964" cy="446066"/>
            </a:xfrm>
            <a:custGeom>
              <a:avLst/>
              <a:pathLst>
                <a:path w="1575964" h="446066">
                  <a:moveTo>
                    <a:pt x="0" y="446066"/>
                  </a:moveTo>
                  <a:lnTo>
                    <a:pt x="503732" y="361661"/>
                  </a:lnTo>
                  <a:lnTo>
                    <a:pt x="1047044" y="147836"/>
                  </a:lnTo>
                  <a:lnTo>
                    <a:pt x="1314023" y="55758"/>
                  </a:lnTo>
                  <a:lnTo>
                    <a:pt x="157596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2" name="pl1352"/>
            <p:cNvSpPr/>
            <p:nvPr/>
          </p:nvSpPr>
          <p:spPr>
            <a:xfrm>
              <a:off x="3585896" y="4661731"/>
              <a:ext cx="1624178" cy="27111"/>
            </a:xfrm>
            <a:custGeom>
              <a:avLst/>
              <a:pathLst>
                <a:path w="1624178" h="27111">
                  <a:moveTo>
                    <a:pt x="0" y="22507"/>
                  </a:moveTo>
                  <a:lnTo>
                    <a:pt x="528199" y="0"/>
                  </a:lnTo>
                  <a:lnTo>
                    <a:pt x="1112420" y="27111"/>
                  </a:lnTo>
                  <a:lnTo>
                    <a:pt x="1624178" y="2097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3" name="pl1353"/>
            <p:cNvSpPr/>
            <p:nvPr/>
          </p:nvSpPr>
          <p:spPr>
            <a:xfrm>
              <a:off x="3585896" y="3893391"/>
              <a:ext cx="834037" cy="94635"/>
            </a:xfrm>
            <a:custGeom>
              <a:avLst/>
              <a:pathLst>
                <a:path w="834037" h="94635">
                  <a:moveTo>
                    <a:pt x="0" y="94635"/>
                  </a:moveTo>
                  <a:lnTo>
                    <a:pt x="83403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4" name="pl1354"/>
            <p:cNvSpPr/>
            <p:nvPr/>
          </p:nvSpPr>
          <p:spPr>
            <a:xfrm>
              <a:off x="3585896" y="1905530"/>
              <a:ext cx="262660" cy="350919"/>
            </a:xfrm>
            <a:custGeom>
              <a:avLst/>
              <a:pathLst>
                <a:path w="262660" h="350919">
                  <a:moveTo>
                    <a:pt x="0" y="350919"/>
                  </a:moveTo>
                  <a:lnTo>
                    <a:pt x="26266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5" name="pl1355"/>
            <p:cNvSpPr/>
            <p:nvPr/>
          </p:nvSpPr>
          <p:spPr>
            <a:xfrm>
              <a:off x="3585896" y="4264261"/>
              <a:ext cx="1671254" cy="296695"/>
            </a:xfrm>
            <a:custGeom>
              <a:avLst/>
              <a:pathLst>
                <a:path w="1671254" h="296695">
                  <a:moveTo>
                    <a:pt x="0" y="296695"/>
                  </a:moveTo>
                  <a:lnTo>
                    <a:pt x="795178" y="212802"/>
                  </a:lnTo>
                  <a:lnTo>
                    <a:pt x="167125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6" name="pl1356"/>
            <p:cNvSpPr/>
            <p:nvPr/>
          </p:nvSpPr>
          <p:spPr>
            <a:xfrm>
              <a:off x="3585896" y="4020254"/>
              <a:ext cx="327426" cy="196944"/>
            </a:xfrm>
            <a:custGeom>
              <a:avLst/>
              <a:pathLst>
                <a:path w="327426" h="196944">
                  <a:moveTo>
                    <a:pt x="0" y="196944"/>
                  </a:moveTo>
                  <a:lnTo>
                    <a:pt x="32742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7" name="pl1357"/>
            <p:cNvSpPr/>
            <p:nvPr/>
          </p:nvSpPr>
          <p:spPr>
            <a:xfrm>
              <a:off x="3585896" y="4611599"/>
              <a:ext cx="795178" cy="54735"/>
            </a:xfrm>
            <a:custGeom>
              <a:avLst/>
              <a:pathLst>
                <a:path w="795178" h="54735">
                  <a:moveTo>
                    <a:pt x="0" y="31204"/>
                  </a:moveTo>
                  <a:lnTo>
                    <a:pt x="573535" y="0"/>
                  </a:lnTo>
                  <a:lnTo>
                    <a:pt x="795178" y="5473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8" name="pl1358"/>
            <p:cNvSpPr/>
            <p:nvPr/>
          </p:nvSpPr>
          <p:spPr>
            <a:xfrm>
              <a:off x="3585896" y="2556214"/>
              <a:ext cx="530759" cy="685980"/>
            </a:xfrm>
            <a:custGeom>
              <a:avLst/>
              <a:pathLst>
                <a:path w="530759" h="685980">
                  <a:moveTo>
                    <a:pt x="0" y="685980"/>
                  </a:moveTo>
                  <a:lnTo>
                    <a:pt x="274174" y="227125"/>
                  </a:lnTo>
                  <a:lnTo>
                    <a:pt x="53075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9" name="pl1359"/>
            <p:cNvSpPr/>
            <p:nvPr/>
          </p:nvSpPr>
          <p:spPr>
            <a:xfrm>
              <a:off x="3585896" y="4662242"/>
              <a:ext cx="3156246" cy="89520"/>
            </a:xfrm>
            <a:custGeom>
              <a:avLst/>
              <a:pathLst>
                <a:path w="3156246" h="89520">
                  <a:moveTo>
                    <a:pt x="0" y="50642"/>
                  </a:moveTo>
                  <a:lnTo>
                    <a:pt x="1325537" y="0"/>
                  </a:lnTo>
                  <a:lnTo>
                    <a:pt x="1863811" y="40923"/>
                  </a:lnTo>
                  <a:lnTo>
                    <a:pt x="2453179" y="57804"/>
                  </a:lnTo>
                  <a:lnTo>
                    <a:pt x="3156246" y="8952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0" name="pl1360"/>
            <p:cNvSpPr/>
            <p:nvPr/>
          </p:nvSpPr>
          <p:spPr>
            <a:xfrm>
              <a:off x="3585896" y="4163998"/>
              <a:ext cx="1584352" cy="480851"/>
            </a:xfrm>
            <a:custGeom>
              <a:avLst/>
              <a:pathLst>
                <a:path w="1584352" h="480851">
                  <a:moveTo>
                    <a:pt x="0" y="480851"/>
                  </a:moveTo>
                  <a:lnTo>
                    <a:pt x="803813" y="317668"/>
                  </a:lnTo>
                  <a:lnTo>
                    <a:pt x="158435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1" name="pl1361"/>
            <p:cNvSpPr/>
            <p:nvPr/>
          </p:nvSpPr>
          <p:spPr>
            <a:xfrm>
              <a:off x="3585896" y="4459671"/>
              <a:ext cx="860663" cy="138116"/>
            </a:xfrm>
            <a:custGeom>
              <a:avLst/>
              <a:pathLst>
                <a:path w="860663" h="138116">
                  <a:moveTo>
                    <a:pt x="0" y="138116"/>
                  </a:moveTo>
                  <a:lnTo>
                    <a:pt x="86066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2" name="pl1362"/>
            <p:cNvSpPr/>
            <p:nvPr/>
          </p:nvSpPr>
          <p:spPr>
            <a:xfrm>
              <a:off x="3585896" y="4713908"/>
              <a:ext cx="268417" cy="1023"/>
            </a:xfrm>
            <a:custGeom>
              <a:avLst/>
              <a:pathLst>
                <a:path w="268417" h="1023">
                  <a:moveTo>
                    <a:pt x="0" y="1023"/>
                  </a:moveTo>
                  <a:lnTo>
                    <a:pt x="26841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3" name="pl1363"/>
            <p:cNvSpPr/>
            <p:nvPr/>
          </p:nvSpPr>
          <p:spPr>
            <a:xfrm>
              <a:off x="4632941" y="4731812"/>
              <a:ext cx="664207" cy="12788"/>
            </a:xfrm>
            <a:custGeom>
              <a:avLst/>
              <a:pathLst>
                <a:path w="664207" h="12788">
                  <a:moveTo>
                    <a:pt x="0" y="12788"/>
                  </a:moveTo>
                  <a:lnTo>
                    <a:pt x="66420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4" name="pl1364"/>
            <p:cNvSpPr/>
            <p:nvPr/>
          </p:nvSpPr>
          <p:spPr>
            <a:xfrm>
              <a:off x="3585896" y="4660708"/>
              <a:ext cx="1550657" cy="6650"/>
            </a:xfrm>
            <a:custGeom>
              <a:avLst/>
              <a:pathLst>
                <a:path w="1550657" h="6650">
                  <a:moveTo>
                    <a:pt x="0" y="5626"/>
                  </a:moveTo>
                  <a:lnTo>
                    <a:pt x="885130" y="0"/>
                  </a:lnTo>
                  <a:lnTo>
                    <a:pt x="1550657" y="665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5" name="pl1365"/>
            <p:cNvSpPr/>
            <p:nvPr/>
          </p:nvSpPr>
          <p:spPr>
            <a:xfrm>
              <a:off x="3585896" y="4628480"/>
              <a:ext cx="1075829" cy="59339"/>
            </a:xfrm>
            <a:custGeom>
              <a:avLst/>
              <a:pathLst>
                <a:path w="1075829" h="59339">
                  <a:moveTo>
                    <a:pt x="0" y="59339"/>
                  </a:moveTo>
                  <a:lnTo>
                    <a:pt x="552079" y="43992"/>
                  </a:lnTo>
                  <a:lnTo>
                    <a:pt x="107582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6" name="pl1366"/>
            <p:cNvSpPr/>
            <p:nvPr/>
          </p:nvSpPr>
          <p:spPr>
            <a:xfrm>
              <a:off x="3585896" y="4074989"/>
              <a:ext cx="1090941" cy="134024"/>
            </a:xfrm>
            <a:custGeom>
              <a:avLst/>
              <a:pathLst>
                <a:path w="1090941" h="134024">
                  <a:moveTo>
                    <a:pt x="0" y="0"/>
                  </a:moveTo>
                  <a:lnTo>
                    <a:pt x="286408" y="134024"/>
                  </a:lnTo>
                  <a:lnTo>
                    <a:pt x="557495" y="92589"/>
                  </a:lnTo>
                  <a:lnTo>
                    <a:pt x="824682" y="104355"/>
                  </a:lnTo>
                  <a:lnTo>
                    <a:pt x="1090941" y="1432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7" name="pl1367"/>
            <p:cNvSpPr/>
            <p:nvPr/>
          </p:nvSpPr>
          <p:spPr>
            <a:xfrm>
              <a:off x="3585896" y="3628923"/>
              <a:ext cx="2402805" cy="883948"/>
            </a:xfrm>
            <a:custGeom>
              <a:avLst/>
              <a:pathLst>
                <a:path w="2402805" h="883948">
                  <a:moveTo>
                    <a:pt x="0" y="883948"/>
                  </a:moveTo>
                  <a:lnTo>
                    <a:pt x="820365" y="610783"/>
                  </a:lnTo>
                  <a:lnTo>
                    <a:pt x="240280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8" name="pl1368"/>
            <p:cNvSpPr/>
            <p:nvPr/>
          </p:nvSpPr>
          <p:spPr>
            <a:xfrm>
              <a:off x="3585896" y="2771063"/>
              <a:ext cx="287127" cy="272141"/>
            </a:xfrm>
            <a:custGeom>
              <a:avLst/>
              <a:pathLst>
                <a:path w="287127" h="272141">
                  <a:moveTo>
                    <a:pt x="0" y="272141"/>
                  </a:moveTo>
                  <a:lnTo>
                    <a:pt x="28712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9" name="pl1369"/>
            <p:cNvSpPr/>
            <p:nvPr/>
          </p:nvSpPr>
          <p:spPr>
            <a:xfrm>
              <a:off x="3585896" y="4710327"/>
              <a:ext cx="1076549" cy="37342"/>
            </a:xfrm>
            <a:custGeom>
              <a:avLst/>
              <a:pathLst>
                <a:path w="1076549" h="37342">
                  <a:moveTo>
                    <a:pt x="0" y="37342"/>
                  </a:moveTo>
                  <a:lnTo>
                    <a:pt x="107654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0" name="pl1370"/>
            <p:cNvSpPr/>
            <p:nvPr/>
          </p:nvSpPr>
          <p:spPr>
            <a:xfrm>
              <a:off x="4666763" y="4589603"/>
              <a:ext cx="533956" cy="37342"/>
            </a:xfrm>
            <a:custGeom>
              <a:avLst/>
              <a:pathLst>
                <a:path w="533956" h="37342">
                  <a:moveTo>
                    <a:pt x="0" y="37342"/>
                  </a:moveTo>
                  <a:lnTo>
                    <a:pt x="53395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1" name="pl1371"/>
            <p:cNvSpPr/>
            <p:nvPr/>
          </p:nvSpPr>
          <p:spPr>
            <a:xfrm>
              <a:off x="3585896" y="4660708"/>
              <a:ext cx="1878078" cy="31715"/>
            </a:xfrm>
            <a:custGeom>
              <a:avLst/>
              <a:pathLst>
                <a:path w="1878078" h="31715">
                  <a:moveTo>
                    <a:pt x="0" y="21996"/>
                  </a:moveTo>
                  <a:lnTo>
                    <a:pt x="281964" y="0"/>
                  </a:lnTo>
                  <a:lnTo>
                    <a:pt x="553980" y="11253"/>
                  </a:lnTo>
                  <a:lnTo>
                    <a:pt x="1057101" y="6650"/>
                  </a:lnTo>
                  <a:lnTo>
                    <a:pt x="1279355" y="29669"/>
                  </a:lnTo>
                  <a:lnTo>
                    <a:pt x="1682342" y="19950"/>
                  </a:lnTo>
                  <a:lnTo>
                    <a:pt x="1878078" y="3171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2" name="pl1372"/>
            <p:cNvSpPr/>
            <p:nvPr/>
          </p:nvSpPr>
          <p:spPr>
            <a:xfrm>
              <a:off x="3585896" y="4638711"/>
              <a:ext cx="2628766" cy="44504"/>
            </a:xfrm>
            <a:custGeom>
              <a:avLst/>
              <a:pathLst>
                <a:path w="2628766" h="44504">
                  <a:moveTo>
                    <a:pt x="0" y="0"/>
                  </a:moveTo>
                  <a:lnTo>
                    <a:pt x="792529" y="9719"/>
                  </a:lnTo>
                  <a:lnTo>
                    <a:pt x="1561572" y="30181"/>
                  </a:lnTo>
                  <a:lnTo>
                    <a:pt x="2095528" y="2046"/>
                  </a:lnTo>
                  <a:lnTo>
                    <a:pt x="2628766" y="4450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3" name="pl1373"/>
            <p:cNvSpPr/>
            <p:nvPr/>
          </p:nvSpPr>
          <p:spPr>
            <a:xfrm>
              <a:off x="3837763" y="2854445"/>
              <a:ext cx="260501" cy="109470"/>
            </a:xfrm>
            <a:custGeom>
              <a:avLst/>
              <a:pathLst>
                <a:path w="260501" h="109470">
                  <a:moveTo>
                    <a:pt x="0" y="0"/>
                  </a:moveTo>
                  <a:lnTo>
                    <a:pt x="260501" y="10947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4" name="pl1374"/>
            <p:cNvSpPr/>
            <p:nvPr/>
          </p:nvSpPr>
          <p:spPr>
            <a:xfrm>
              <a:off x="3585896" y="4623365"/>
              <a:ext cx="850589" cy="94124"/>
            </a:xfrm>
            <a:custGeom>
              <a:avLst/>
              <a:pathLst>
                <a:path w="850589" h="94124">
                  <a:moveTo>
                    <a:pt x="0" y="0"/>
                  </a:moveTo>
                  <a:lnTo>
                    <a:pt x="850589" y="9412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5" name="pl1375"/>
            <p:cNvSpPr/>
            <p:nvPr/>
          </p:nvSpPr>
          <p:spPr>
            <a:xfrm>
              <a:off x="3585896" y="4657127"/>
              <a:ext cx="1332013" cy="34273"/>
            </a:xfrm>
            <a:custGeom>
              <a:avLst/>
              <a:pathLst>
                <a:path w="1332013" h="34273">
                  <a:moveTo>
                    <a:pt x="0" y="0"/>
                  </a:moveTo>
                  <a:lnTo>
                    <a:pt x="820365" y="34273"/>
                  </a:lnTo>
                  <a:lnTo>
                    <a:pt x="1332013" y="3069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6" name="pl1376"/>
            <p:cNvSpPr/>
            <p:nvPr/>
          </p:nvSpPr>
          <p:spPr>
            <a:xfrm>
              <a:off x="3585896" y="4641269"/>
              <a:ext cx="758477" cy="87474"/>
            </a:xfrm>
            <a:custGeom>
              <a:avLst/>
              <a:pathLst>
                <a:path w="758477" h="87474">
                  <a:moveTo>
                    <a:pt x="0" y="0"/>
                  </a:moveTo>
                  <a:lnTo>
                    <a:pt x="758477" y="8747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7" name="pl1377"/>
            <p:cNvSpPr/>
            <p:nvPr/>
          </p:nvSpPr>
          <p:spPr>
            <a:xfrm>
              <a:off x="3585896" y="4663777"/>
              <a:ext cx="536835" cy="29158"/>
            </a:xfrm>
            <a:custGeom>
              <a:avLst/>
              <a:pathLst>
                <a:path w="536835" h="29158">
                  <a:moveTo>
                    <a:pt x="0" y="29158"/>
                  </a:moveTo>
                  <a:lnTo>
                    <a:pt x="53683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8" name="pl1378"/>
            <p:cNvSpPr/>
            <p:nvPr/>
          </p:nvSpPr>
          <p:spPr>
            <a:xfrm>
              <a:off x="3585896" y="3685704"/>
              <a:ext cx="307444" cy="105889"/>
            </a:xfrm>
            <a:custGeom>
              <a:avLst/>
              <a:pathLst>
                <a:path w="307444" h="105889">
                  <a:moveTo>
                    <a:pt x="0" y="105889"/>
                  </a:moveTo>
                  <a:lnTo>
                    <a:pt x="30744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9" name="pl1379"/>
            <p:cNvSpPr/>
            <p:nvPr/>
          </p:nvSpPr>
          <p:spPr>
            <a:xfrm>
              <a:off x="3585896" y="4620296"/>
              <a:ext cx="2124313" cy="49108"/>
            </a:xfrm>
            <a:custGeom>
              <a:avLst/>
              <a:pathLst>
                <a:path w="2124313" h="49108">
                  <a:moveTo>
                    <a:pt x="0" y="1534"/>
                  </a:moveTo>
                  <a:lnTo>
                    <a:pt x="769991" y="0"/>
                  </a:lnTo>
                  <a:lnTo>
                    <a:pt x="1338911" y="49108"/>
                  </a:lnTo>
                  <a:lnTo>
                    <a:pt x="2124313" y="2506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0" name="pl1380"/>
            <p:cNvSpPr/>
            <p:nvPr/>
          </p:nvSpPr>
          <p:spPr>
            <a:xfrm>
              <a:off x="3585896" y="4616203"/>
              <a:ext cx="1641237" cy="63943"/>
            </a:xfrm>
            <a:custGeom>
              <a:avLst/>
              <a:pathLst>
                <a:path w="1641237" h="63943">
                  <a:moveTo>
                    <a:pt x="0" y="0"/>
                  </a:moveTo>
                  <a:lnTo>
                    <a:pt x="838355" y="63943"/>
                  </a:lnTo>
                  <a:lnTo>
                    <a:pt x="1641237" y="4296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1" name="pl1381"/>
            <p:cNvSpPr/>
            <p:nvPr/>
          </p:nvSpPr>
          <p:spPr>
            <a:xfrm>
              <a:off x="6234717" y="4604949"/>
              <a:ext cx="525415" cy="34785"/>
            </a:xfrm>
            <a:custGeom>
              <a:avLst/>
              <a:pathLst>
                <a:path w="525415" h="34785">
                  <a:moveTo>
                    <a:pt x="0" y="34785"/>
                  </a:moveTo>
                  <a:lnTo>
                    <a:pt x="52541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2" name="pl1382"/>
            <p:cNvSpPr/>
            <p:nvPr/>
          </p:nvSpPr>
          <p:spPr>
            <a:xfrm>
              <a:off x="3887680" y="3079524"/>
              <a:ext cx="221379" cy="37854"/>
            </a:xfrm>
            <a:custGeom>
              <a:avLst/>
              <a:pathLst>
                <a:path w="221379" h="37854">
                  <a:moveTo>
                    <a:pt x="0" y="37854"/>
                  </a:moveTo>
                  <a:lnTo>
                    <a:pt x="22137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3" name="pl1383"/>
            <p:cNvSpPr/>
            <p:nvPr/>
          </p:nvSpPr>
          <p:spPr>
            <a:xfrm>
              <a:off x="3585896" y="3708212"/>
              <a:ext cx="318790" cy="46550"/>
            </a:xfrm>
            <a:custGeom>
              <a:avLst/>
              <a:pathLst>
                <a:path w="318790" h="46550">
                  <a:moveTo>
                    <a:pt x="0" y="46550"/>
                  </a:moveTo>
                  <a:lnTo>
                    <a:pt x="31879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4" name="pl1384"/>
            <p:cNvSpPr/>
            <p:nvPr/>
          </p:nvSpPr>
          <p:spPr>
            <a:xfrm>
              <a:off x="3585896" y="4402378"/>
              <a:ext cx="533274" cy="30181"/>
            </a:xfrm>
            <a:custGeom>
              <a:avLst/>
              <a:pathLst>
                <a:path w="533274" h="30181">
                  <a:moveTo>
                    <a:pt x="0" y="0"/>
                  </a:moveTo>
                  <a:lnTo>
                    <a:pt x="533274" y="3018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5" name="pl1385"/>
            <p:cNvSpPr/>
            <p:nvPr/>
          </p:nvSpPr>
          <p:spPr>
            <a:xfrm>
              <a:off x="5210112" y="4443813"/>
              <a:ext cx="518693" cy="9719"/>
            </a:xfrm>
            <a:custGeom>
              <a:avLst/>
              <a:pathLst>
                <a:path w="518693" h="9719">
                  <a:moveTo>
                    <a:pt x="0" y="0"/>
                  </a:moveTo>
                  <a:lnTo>
                    <a:pt x="518693" y="971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6" name="pl1386"/>
            <p:cNvSpPr/>
            <p:nvPr/>
          </p:nvSpPr>
          <p:spPr>
            <a:xfrm>
              <a:off x="3853964" y="4692935"/>
              <a:ext cx="285318" cy="21484"/>
            </a:xfrm>
            <a:custGeom>
              <a:avLst/>
              <a:pathLst>
                <a:path w="285318" h="21484">
                  <a:moveTo>
                    <a:pt x="0" y="21484"/>
                  </a:moveTo>
                  <a:lnTo>
                    <a:pt x="28531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7" name="pl1387"/>
            <p:cNvSpPr/>
            <p:nvPr/>
          </p:nvSpPr>
          <p:spPr>
            <a:xfrm>
              <a:off x="3585896" y="4649454"/>
              <a:ext cx="580012" cy="1534"/>
            </a:xfrm>
            <a:custGeom>
              <a:avLst/>
              <a:pathLst>
                <a:path w="580012" h="1534">
                  <a:moveTo>
                    <a:pt x="0" y="0"/>
                  </a:moveTo>
                  <a:lnTo>
                    <a:pt x="580012" y="153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8" name="pl1388"/>
            <p:cNvSpPr/>
            <p:nvPr/>
          </p:nvSpPr>
          <p:spPr>
            <a:xfrm>
              <a:off x="3585896" y="3978307"/>
              <a:ext cx="1144193" cy="337107"/>
            </a:xfrm>
            <a:custGeom>
              <a:avLst/>
              <a:pathLst>
                <a:path w="1144193" h="337107">
                  <a:moveTo>
                    <a:pt x="0" y="337107"/>
                  </a:moveTo>
                  <a:lnTo>
                    <a:pt x="272015" y="246564"/>
                  </a:lnTo>
                  <a:lnTo>
                    <a:pt x="539987" y="161647"/>
                  </a:lnTo>
                  <a:lnTo>
                    <a:pt x="801654" y="27111"/>
                  </a:lnTo>
                  <a:lnTo>
                    <a:pt x="114419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9" name="pl1389"/>
            <p:cNvSpPr/>
            <p:nvPr/>
          </p:nvSpPr>
          <p:spPr>
            <a:xfrm>
              <a:off x="3585896" y="4619272"/>
              <a:ext cx="2394575" cy="41946"/>
            </a:xfrm>
            <a:custGeom>
              <a:avLst/>
              <a:pathLst>
                <a:path w="2394575" h="41946">
                  <a:moveTo>
                    <a:pt x="0" y="0"/>
                  </a:moveTo>
                  <a:lnTo>
                    <a:pt x="788701" y="30181"/>
                  </a:lnTo>
                  <a:lnTo>
                    <a:pt x="1316661" y="41946"/>
                  </a:lnTo>
                  <a:lnTo>
                    <a:pt x="1845821" y="27623"/>
                  </a:lnTo>
                  <a:lnTo>
                    <a:pt x="2394575" y="869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0" name="pl1390"/>
            <p:cNvSpPr/>
            <p:nvPr/>
          </p:nvSpPr>
          <p:spPr>
            <a:xfrm>
              <a:off x="3585896" y="3909761"/>
              <a:ext cx="922550" cy="148347"/>
            </a:xfrm>
            <a:custGeom>
              <a:avLst/>
              <a:pathLst>
                <a:path w="922550" h="148347">
                  <a:moveTo>
                    <a:pt x="0" y="148347"/>
                  </a:moveTo>
                  <a:lnTo>
                    <a:pt x="92255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1" name="pl1391"/>
            <p:cNvSpPr/>
            <p:nvPr/>
          </p:nvSpPr>
          <p:spPr>
            <a:xfrm>
              <a:off x="3585896" y="4660196"/>
              <a:ext cx="1508674" cy="9207"/>
            </a:xfrm>
            <a:custGeom>
              <a:avLst/>
              <a:pathLst>
                <a:path w="1508674" h="9207">
                  <a:moveTo>
                    <a:pt x="0" y="3069"/>
                  </a:moveTo>
                  <a:lnTo>
                    <a:pt x="619225" y="0"/>
                  </a:lnTo>
                  <a:lnTo>
                    <a:pt x="1508674" y="920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2" name="pl1392"/>
            <p:cNvSpPr/>
            <p:nvPr/>
          </p:nvSpPr>
          <p:spPr>
            <a:xfrm>
              <a:off x="3585896" y="4691400"/>
              <a:ext cx="513087" cy="23531"/>
            </a:xfrm>
            <a:custGeom>
              <a:avLst/>
              <a:pathLst>
                <a:path w="513087" h="23531">
                  <a:moveTo>
                    <a:pt x="0" y="23531"/>
                  </a:moveTo>
                  <a:lnTo>
                    <a:pt x="285094" y="5626"/>
                  </a:lnTo>
                  <a:lnTo>
                    <a:pt x="51308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3" name="pl1393"/>
            <p:cNvSpPr/>
            <p:nvPr/>
          </p:nvSpPr>
          <p:spPr>
            <a:xfrm>
              <a:off x="3585896" y="4159906"/>
              <a:ext cx="266732" cy="33250"/>
            </a:xfrm>
            <a:custGeom>
              <a:avLst/>
              <a:pathLst>
                <a:path w="266732" h="33250">
                  <a:moveTo>
                    <a:pt x="0" y="33250"/>
                  </a:moveTo>
                  <a:lnTo>
                    <a:pt x="26673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4" name="pl1394"/>
            <p:cNvSpPr/>
            <p:nvPr/>
          </p:nvSpPr>
          <p:spPr>
            <a:xfrm>
              <a:off x="3585896" y="4683215"/>
              <a:ext cx="888009" cy="111516"/>
            </a:xfrm>
            <a:custGeom>
              <a:avLst/>
              <a:pathLst>
                <a:path w="888009" h="111516">
                  <a:moveTo>
                    <a:pt x="0" y="111516"/>
                  </a:moveTo>
                  <a:lnTo>
                    <a:pt x="88800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5" name="pl1395"/>
            <p:cNvSpPr/>
            <p:nvPr/>
          </p:nvSpPr>
          <p:spPr>
            <a:xfrm>
              <a:off x="3585896" y="4705212"/>
              <a:ext cx="884865" cy="43992"/>
            </a:xfrm>
            <a:custGeom>
              <a:avLst/>
              <a:pathLst>
                <a:path w="884865" h="43992">
                  <a:moveTo>
                    <a:pt x="0" y="4092"/>
                  </a:moveTo>
                  <a:lnTo>
                    <a:pt x="361161" y="0"/>
                  </a:lnTo>
                  <a:lnTo>
                    <a:pt x="884865" y="4399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6" name="pl1396"/>
            <p:cNvSpPr/>
            <p:nvPr/>
          </p:nvSpPr>
          <p:spPr>
            <a:xfrm>
              <a:off x="3585896" y="4283188"/>
              <a:ext cx="1143971" cy="24554"/>
            </a:xfrm>
            <a:custGeom>
              <a:avLst/>
              <a:pathLst>
                <a:path w="1143971" h="24554">
                  <a:moveTo>
                    <a:pt x="0" y="0"/>
                  </a:moveTo>
                  <a:lnTo>
                    <a:pt x="1143971" y="2455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7" name="pl1397"/>
            <p:cNvSpPr/>
            <p:nvPr/>
          </p:nvSpPr>
          <p:spPr>
            <a:xfrm>
              <a:off x="3585896" y="3952730"/>
              <a:ext cx="1313710" cy="129932"/>
            </a:xfrm>
            <a:custGeom>
              <a:avLst/>
              <a:pathLst>
                <a:path w="1313710" h="129932">
                  <a:moveTo>
                    <a:pt x="0" y="129932"/>
                  </a:moveTo>
                  <a:lnTo>
                    <a:pt x="850589" y="0"/>
                  </a:lnTo>
                  <a:lnTo>
                    <a:pt x="1132679" y="41435"/>
                  </a:lnTo>
                  <a:lnTo>
                    <a:pt x="1313710" y="9258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8" name="pl1398"/>
            <p:cNvSpPr/>
            <p:nvPr/>
          </p:nvSpPr>
          <p:spPr>
            <a:xfrm>
              <a:off x="3585896" y="4644850"/>
              <a:ext cx="568769" cy="32738"/>
            </a:xfrm>
            <a:custGeom>
              <a:avLst/>
              <a:pathLst>
                <a:path w="568769" h="32738">
                  <a:moveTo>
                    <a:pt x="0" y="32738"/>
                  </a:moveTo>
                  <a:lnTo>
                    <a:pt x="56876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9" name="pl1399"/>
            <p:cNvSpPr/>
            <p:nvPr/>
          </p:nvSpPr>
          <p:spPr>
            <a:xfrm>
              <a:off x="3585896" y="4668381"/>
              <a:ext cx="932625" cy="15857"/>
            </a:xfrm>
            <a:custGeom>
              <a:avLst/>
              <a:pathLst>
                <a:path w="932625" h="15857">
                  <a:moveTo>
                    <a:pt x="0" y="13300"/>
                  </a:moveTo>
                  <a:lnTo>
                    <a:pt x="307996" y="12277"/>
                  </a:lnTo>
                  <a:lnTo>
                    <a:pt x="580299" y="0"/>
                  </a:lnTo>
                  <a:lnTo>
                    <a:pt x="932625" y="1585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0" name="pl1400"/>
            <p:cNvSpPr/>
            <p:nvPr/>
          </p:nvSpPr>
          <p:spPr>
            <a:xfrm>
              <a:off x="3585896" y="4372197"/>
              <a:ext cx="1343142" cy="103843"/>
            </a:xfrm>
            <a:custGeom>
              <a:avLst/>
              <a:pathLst>
                <a:path w="1343142" h="103843">
                  <a:moveTo>
                    <a:pt x="0" y="12788"/>
                  </a:moveTo>
                  <a:lnTo>
                    <a:pt x="891221" y="0"/>
                  </a:lnTo>
                  <a:lnTo>
                    <a:pt x="1343142" y="10384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1" name="pl1401"/>
            <p:cNvSpPr/>
            <p:nvPr/>
          </p:nvSpPr>
          <p:spPr>
            <a:xfrm>
              <a:off x="3585896" y="3873952"/>
              <a:ext cx="527480" cy="381100"/>
            </a:xfrm>
            <a:custGeom>
              <a:avLst/>
              <a:pathLst>
                <a:path w="527480" h="381100">
                  <a:moveTo>
                    <a:pt x="0" y="381100"/>
                  </a:moveTo>
                  <a:lnTo>
                    <a:pt x="315415" y="0"/>
                  </a:lnTo>
                  <a:lnTo>
                    <a:pt x="527480" y="12737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2" name="pl1402"/>
            <p:cNvSpPr/>
            <p:nvPr/>
          </p:nvSpPr>
          <p:spPr>
            <a:xfrm>
              <a:off x="3585896" y="4648942"/>
              <a:ext cx="1599479" cy="27623"/>
            </a:xfrm>
            <a:custGeom>
              <a:avLst/>
              <a:pathLst>
                <a:path w="1599479" h="27623">
                  <a:moveTo>
                    <a:pt x="0" y="27623"/>
                  </a:moveTo>
                  <a:lnTo>
                    <a:pt x="1112361" y="6138"/>
                  </a:lnTo>
                  <a:lnTo>
                    <a:pt x="159947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3" name="pl1403"/>
            <p:cNvSpPr/>
            <p:nvPr/>
          </p:nvSpPr>
          <p:spPr>
            <a:xfrm>
              <a:off x="3585896" y="4682704"/>
              <a:ext cx="1864134" cy="9719"/>
            </a:xfrm>
            <a:custGeom>
              <a:avLst/>
              <a:pathLst>
                <a:path w="1864134" h="9719">
                  <a:moveTo>
                    <a:pt x="0" y="9719"/>
                  </a:moveTo>
                  <a:lnTo>
                    <a:pt x="186413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4" name="pl1404"/>
            <p:cNvSpPr/>
            <p:nvPr/>
          </p:nvSpPr>
          <p:spPr>
            <a:xfrm>
              <a:off x="3585896" y="4445347"/>
              <a:ext cx="658450" cy="119189"/>
            </a:xfrm>
            <a:custGeom>
              <a:avLst/>
              <a:pathLst>
                <a:path w="658450" h="119189">
                  <a:moveTo>
                    <a:pt x="0" y="119189"/>
                  </a:moveTo>
                  <a:lnTo>
                    <a:pt x="65845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5" name="pl1405"/>
            <p:cNvSpPr/>
            <p:nvPr/>
          </p:nvSpPr>
          <p:spPr>
            <a:xfrm>
              <a:off x="3585896" y="3237080"/>
              <a:ext cx="594404" cy="18415"/>
            </a:xfrm>
            <a:custGeom>
              <a:avLst/>
              <a:pathLst>
                <a:path w="594404" h="18415">
                  <a:moveTo>
                    <a:pt x="0" y="0"/>
                  </a:moveTo>
                  <a:lnTo>
                    <a:pt x="272735" y="14323"/>
                  </a:lnTo>
                  <a:lnTo>
                    <a:pt x="594404" y="1841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6" name="pl1406"/>
            <p:cNvSpPr/>
            <p:nvPr/>
          </p:nvSpPr>
          <p:spPr>
            <a:xfrm>
              <a:off x="4987713" y="3309208"/>
              <a:ext cx="472789" cy="289022"/>
            </a:xfrm>
            <a:custGeom>
              <a:avLst/>
              <a:pathLst>
                <a:path w="472789" h="289022">
                  <a:moveTo>
                    <a:pt x="0" y="0"/>
                  </a:moveTo>
                  <a:lnTo>
                    <a:pt x="472789" y="28902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7" name="pl1407"/>
            <p:cNvSpPr/>
            <p:nvPr/>
          </p:nvSpPr>
          <p:spPr>
            <a:xfrm>
              <a:off x="3585896" y="4626946"/>
              <a:ext cx="1172258" cy="36319"/>
            </a:xfrm>
            <a:custGeom>
              <a:avLst/>
              <a:pathLst>
                <a:path w="1172258" h="36319">
                  <a:moveTo>
                    <a:pt x="0" y="36319"/>
                  </a:moveTo>
                  <a:lnTo>
                    <a:pt x="117225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8" name="pl1408"/>
            <p:cNvSpPr/>
            <p:nvPr/>
          </p:nvSpPr>
          <p:spPr>
            <a:xfrm>
              <a:off x="3585896" y="4422328"/>
              <a:ext cx="317247" cy="42969"/>
            </a:xfrm>
            <a:custGeom>
              <a:avLst/>
              <a:pathLst>
                <a:path w="317247" h="42969">
                  <a:moveTo>
                    <a:pt x="0" y="42969"/>
                  </a:moveTo>
                  <a:lnTo>
                    <a:pt x="31724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9" name="pl1409"/>
            <p:cNvSpPr/>
            <p:nvPr/>
          </p:nvSpPr>
          <p:spPr>
            <a:xfrm>
              <a:off x="3585896" y="4449951"/>
              <a:ext cx="553386" cy="79800"/>
            </a:xfrm>
            <a:custGeom>
              <a:avLst/>
              <a:pathLst>
                <a:path w="553386" h="79800">
                  <a:moveTo>
                    <a:pt x="0" y="79800"/>
                  </a:moveTo>
                  <a:lnTo>
                    <a:pt x="306789" y="54735"/>
                  </a:lnTo>
                  <a:lnTo>
                    <a:pt x="55338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0" name="pl1410"/>
            <p:cNvSpPr/>
            <p:nvPr/>
          </p:nvSpPr>
          <p:spPr>
            <a:xfrm>
              <a:off x="3585896" y="2605323"/>
              <a:ext cx="1057119" cy="265491"/>
            </a:xfrm>
            <a:custGeom>
              <a:avLst/>
              <a:pathLst>
                <a:path w="1057119" h="265491">
                  <a:moveTo>
                    <a:pt x="0" y="265491"/>
                  </a:moveTo>
                  <a:lnTo>
                    <a:pt x="265539" y="0"/>
                  </a:lnTo>
                  <a:lnTo>
                    <a:pt x="537250" y="132489"/>
                  </a:lnTo>
                  <a:lnTo>
                    <a:pt x="763515" y="125839"/>
                  </a:lnTo>
                  <a:lnTo>
                    <a:pt x="1057119" y="12635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1" name="pl1411"/>
            <p:cNvSpPr/>
            <p:nvPr/>
          </p:nvSpPr>
          <p:spPr>
            <a:xfrm>
              <a:off x="3585896" y="4639734"/>
              <a:ext cx="588695" cy="14323"/>
            </a:xfrm>
            <a:custGeom>
              <a:avLst/>
              <a:pathLst>
                <a:path w="588695" h="14323">
                  <a:moveTo>
                    <a:pt x="0" y="0"/>
                  </a:moveTo>
                  <a:lnTo>
                    <a:pt x="588695" y="1432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2" name="pl1412"/>
            <p:cNvSpPr/>
            <p:nvPr/>
          </p:nvSpPr>
          <p:spPr>
            <a:xfrm>
              <a:off x="3585896" y="4341504"/>
              <a:ext cx="282810" cy="2557"/>
            </a:xfrm>
            <a:custGeom>
              <a:avLst/>
              <a:pathLst>
                <a:path w="282810" h="2557">
                  <a:moveTo>
                    <a:pt x="0" y="0"/>
                  </a:moveTo>
                  <a:lnTo>
                    <a:pt x="282810" y="255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3" name="pl1413"/>
            <p:cNvSpPr/>
            <p:nvPr/>
          </p:nvSpPr>
          <p:spPr>
            <a:xfrm>
              <a:off x="3585896" y="4646896"/>
              <a:ext cx="1661598" cy="59339"/>
            </a:xfrm>
            <a:custGeom>
              <a:avLst/>
              <a:pathLst>
                <a:path w="1661598" h="59339">
                  <a:moveTo>
                    <a:pt x="0" y="0"/>
                  </a:moveTo>
                  <a:lnTo>
                    <a:pt x="531078" y="11765"/>
                  </a:lnTo>
                  <a:lnTo>
                    <a:pt x="1070792" y="3069"/>
                  </a:lnTo>
                  <a:lnTo>
                    <a:pt x="1661598" y="5933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4" name="pl1414"/>
            <p:cNvSpPr/>
            <p:nvPr/>
          </p:nvSpPr>
          <p:spPr>
            <a:xfrm>
              <a:off x="3585896" y="4654569"/>
              <a:ext cx="800935" cy="25577"/>
            </a:xfrm>
            <a:custGeom>
              <a:avLst/>
              <a:pathLst>
                <a:path w="800935" h="25577">
                  <a:moveTo>
                    <a:pt x="0" y="25577"/>
                  </a:moveTo>
                  <a:lnTo>
                    <a:pt x="80093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5" name="pl1415"/>
            <p:cNvSpPr/>
            <p:nvPr/>
          </p:nvSpPr>
          <p:spPr>
            <a:xfrm>
              <a:off x="3585896" y="4649965"/>
              <a:ext cx="1142502" cy="39900"/>
            </a:xfrm>
            <a:custGeom>
              <a:avLst/>
              <a:pathLst>
                <a:path w="1142502" h="39900">
                  <a:moveTo>
                    <a:pt x="0" y="39900"/>
                  </a:moveTo>
                  <a:lnTo>
                    <a:pt x="508418" y="30181"/>
                  </a:lnTo>
                  <a:lnTo>
                    <a:pt x="114250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6" name="pl1416"/>
            <p:cNvSpPr/>
            <p:nvPr/>
          </p:nvSpPr>
          <p:spPr>
            <a:xfrm>
              <a:off x="3585896" y="4625923"/>
              <a:ext cx="568596" cy="61385"/>
            </a:xfrm>
            <a:custGeom>
              <a:avLst/>
              <a:pathLst>
                <a:path w="568596" h="61385">
                  <a:moveTo>
                    <a:pt x="0" y="0"/>
                  </a:moveTo>
                  <a:lnTo>
                    <a:pt x="568596" y="6138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7" name="pl1417"/>
            <p:cNvSpPr/>
            <p:nvPr/>
          </p:nvSpPr>
          <p:spPr>
            <a:xfrm>
              <a:off x="3585896" y="4643315"/>
              <a:ext cx="2516824" cy="15857"/>
            </a:xfrm>
            <a:custGeom>
              <a:avLst/>
              <a:pathLst>
                <a:path w="2516824" h="15857">
                  <a:moveTo>
                    <a:pt x="0" y="13811"/>
                  </a:moveTo>
                  <a:lnTo>
                    <a:pt x="791898" y="0"/>
                  </a:lnTo>
                  <a:lnTo>
                    <a:pt x="1390621" y="4603"/>
                  </a:lnTo>
                  <a:lnTo>
                    <a:pt x="1833906" y="15857"/>
                  </a:lnTo>
                  <a:lnTo>
                    <a:pt x="2516824" y="1023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8" name="pl1418"/>
            <p:cNvSpPr/>
            <p:nvPr/>
          </p:nvSpPr>
          <p:spPr>
            <a:xfrm>
              <a:off x="3585896" y="4661219"/>
              <a:ext cx="2426553" cy="41946"/>
            </a:xfrm>
            <a:custGeom>
              <a:avLst/>
              <a:pathLst>
                <a:path w="2426553" h="41946">
                  <a:moveTo>
                    <a:pt x="0" y="26088"/>
                  </a:moveTo>
                  <a:lnTo>
                    <a:pt x="568498" y="0"/>
                  </a:lnTo>
                  <a:lnTo>
                    <a:pt x="827561" y="26088"/>
                  </a:lnTo>
                  <a:lnTo>
                    <a:pt x="1349284" y="13300"/>
                  </a:lnTo>
                  <a:lnTo>
                    <a:pt x="1822793" y="41946"/>
                  </a:lnTo>
                  <a:lnTo>
                    <a:pt x="2426553" y="1943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9" name="pl1419"/>
            <p:cNvSpPr/>
            <p:nvPr/>
          </p:nvSpPr>
          <p:spPr>
            <a:xfrm>
              <a:off x="4129534" y="4214129"/>
              <a:ext cx="302239" cy="63431"/>
            </a:xfrm>
            <a:custGeom>
              <a:avLst/>
              <a:pathLst>
                <a:path w="302239" h="63431">
                  <a:moveTo>
                    <a:pt x="0" y="0"/>
                  </a:moveTo>
                  <a:lnTo>
                    <a:pt x="302239" y="6343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0" name="pl1420"/>
            <p:cNvSpPr/>
            <p:nvPr/>
          </p:nvSpPr>
          <p:spPr>
            <a:xfrm>
              <a:off x="3585896" y="4399820"/>
              <a:ext cx="564114" cy="73662"/>
            </a:xfrm>
            <a:custGeom>
              <a:avLst/>
              <a:pathLst>
                <a:path w="564114" h="73662">
                  <a:moveTo>
                    <a:pt x="0" y="73662"/>
                  </a:moveTo>
                  <a:lnTo>
                    <a:pt x="276986" y="19438"/>
                  </a:lnTo>
                  <a:lnTo>
                    <a:pt x="56411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1" name="pl1421"/>
            <p:cNvSpPr/>
            <p:nvPr/>
          </p:nvSpPr>
          <p:spPr>
            <a:xfrm>
              <a:off x="3585896" y="4576303"/>
              <a:ext cx="1841316" cy="53712"/>
            </a:xfrm>
            <a:custGeom>
              <a:avLst/>
              <a:pathLst>
                <a:path w="1841316" h="53712">
                  <a:moveTo>
                    <a:pt x="0" y="53712"/>
                  </a:moveTo>
                  <a:lnTo>
                    <a:pt x="508583" y="27623"/>
                  </a:lnTo>
                  <a:lnTo>
                    <a:pt x="1201576" y="38877"/>
                  </a:lnTo>
                  <a:lnTo>
                    <a:pt x="184131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2" name="pl1422"/>
            <p:cNvSpPr/>
            <p:nvPr/>
          </p:nvSpPr>
          <p:spPr>
            <a:xfrm>
              <a:off x="3585896" y="4675031"/>
              <a:ext cx="543274" cy="1023"/>
            </a:xfrm>
            <a:custGeom>
              <a:avLst/>
              <a:pathLst>
                <a:path w="543274" h="1023">
                  <a:moveTo>
                    <a:pt x="0" y="0"/>
                  </a:moveTo>
                  <a:lnTo>
                    <a:pt x="543274" y="102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3" name="pl1423"/>
            <p:cNvSpPr/>
            <p:nvPr/>
          </p:nvSpPr>
          <p:spPr>
            <a:xfrm>
              <a:off x="3585896" y="4649965"/>
              <a:ext cx="1458884" cy="10230"/>
            </a:xfrm>
            <a:custGeom>
              <a:avLst/>
              <a:pathLst>
                <a:path w="1458884" h="10230">
                  <a:moveTo>
                    <a:pt x="0" y="10230"/>
                  </a:moveTo>
                  <a:lnTo>
                    <a:pt x="145888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4" name="pl1424"/>
            <p:cNvSpPr/>
            <p:nvPr/>
          </p:nvSpPr>
          <p:spPr>
            <a:xfrm>
              <a:off x="3585896" y="4657127"/>
              <a:ext cx="1050642" cy="17392"/>
            </a:xfrm>
            <a:custGeom>
              <a:avLst/>
              <a:pathLst>
                <a:path w="1050642" h="17392">
                  <a:moveTo>
                    <a:pt x="0" y="0"/>
                  </a:moveTo>
                  <a:lnTo>
                    <a:pt x="552051" y="17392"/>
                  </a:lnTo>
                  <a:lnTo>
                    <a:pt x="1050642" y="971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5" name="pl1425"/>
            <p:cNvSpPr/>
            <p:nvPr/>
          </p:nvSpPr>
          <p:spPr>
            <a:xfrm>
              <a:off x="3585896" y="4051970"/>
              <a:ext cx="1461287" cy="50642"/>
            </a:xfrm>
            <a:custGeom>
              <a:avLst/>
              <a:pathLst>
                <a:path w="1461287" h="50642">
                  <a:moveTo>
                    <a:pt x="0" y="50642"/>
                  </a:moveTo>
                  <a:lnTo>
                    <a:pt x="553457" y="47062"/>
                  </a:lnTo>
                  <a:lnTo>
                    <a:pt x="815327" y="3580"/>
                  </a:lnTo>
                  <a:lnTo>
                    <a:pt x="146128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6" name="pl1426"/>
            <p:cNvSpPr/>
            <p:nvPr/>
          </p:nvSpPr>
          <p:spPr>
            <a:xfrm>
              <a:off x="3585896" y="3664219"/>
              <a:ext cx="307247" cy="227125"/>
            </a:xfrm>
            <a:custGeom>
              <a:avLst/>
              <a:pathLst>
                <a:path w="307247" h="227125">
                  <a:moveTo>
                    <a:pt x="0" y="227125"/>
                  </a:moveTo>
                  <a:lnTo>
                    <a:pt x="30724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7" name="pl1427"/>
            <p:cNvSpPr/>
            <p:nvPr/>
          </p:nvSpPr>
          <p:spPr>
            <a:xfrm>
              <a:off x="3585896" y="4688842"/>
              <a:ext cx="1853357" cy="28134"/>
            </a:xfrm>
            <a:custGeom>
              <a:avLst/>
              <a:pathLst>
                <a:path w="1853357" h="28134">
                  <a:moveTo>
                    <a:pt x="0" y="28134"/>
                  </a:moveTo>
                  <a:lnTo>
                    <a:pt x="791949" y="5115"/>
                  </a:lnTo>
                  <a:lnTo>
                    <a:pt x="185335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8" name="pl1428"/>
            <p:cNvSpPr/>
            <p:nvPr/>
          </p:nvSpPr>
          <p:spPr>
            <a:xfrm>
              <a:off x="3585896" y="4641269"/>
              <a:ext cx="513087" cy="11253"/>
            </a:xfrm>
            <a:custGeom>
              <a:avLst/>
              <a:pathLst>
                <a:path w="513087" h="11253">
                  <a:moveTo>
                    <a:pt x="0" y="0"/>
                  </a:moveTo>
                  <a:lnTo>
                    <a:pt x="513087" y="1125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9" name="pl1429"/>
            <p:cNvSpPr/>
            <p:nvPr/>
          </p:nvSpPr>
          <p:spPr>
            <a:xfrm>
              <a:off x="3585896" y="4661219"/>
              <a:ext cx="1098857" cy="28646"/>
            </a:xfrm>
            <a:custGeom>
              <a:avLst/>
              <a:pathLst>
                <a:path w="1098857" h="28646">
                  <a:moveTo>
                    <a:pt x="0" y="0"/>
                  </a:moveTo>
                  <a:lnTo>
                    <a:pt x="550234" y="28646"/>
                  </a:lnTo>
                  <a:lnTo>
                    <a:pt x="1098857" y="1943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0" name="pl1430"/>
            <p:cNvSpPr/>
            <p:nvPr/>
          </p:nvSpPr>
          <p:spPr>
            <a:xfrm>
              <a:off x="3585896" y="4566072"/>
              <a:ext cx="1857602" cy="91054"/>
            </a:xfrm>
            <a:custGeom>
              <a:avLst/>
              <a:pathLst>
                <a:path w="1857602" h="91054">
                  <a:moveTo>
                    <a:pt x="0" y="91054"/>
                  </a:moveTo>
                  <a:lnTo>
                    <a:pt x="810557" y="77243"/>
                  </a:lnTo>
                  <a:lnTo>
                    <a:pt x="1333720" y="73150"/>
                  </a:lnTo>
                  <a:lnTo>
                    <a:pt x="185760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1" name="pl1431"/>
            <p:cNvSpPr/>
            <p:nvPr/>
          </p:nvSpPr>
          <p:spPr>
            <a:xfrm>
              <a:off x="3585896" y="4647919"/>
              <a:ext cx="1837504" cy="60362"/>
            </a:xfrm>
            <a:custGeom>
              <a:avLst/>
              <a:pathLst>
                <a:path w="1837504" h="60362">
                  <a:moveTo>
                    <a:pt x="0" y="16880"/>
                  </a:moveTo>
                  <a:lnTo>
                    <a:pt x="805571" y="0"/>
                  </a:lnTo>
                  <a:lnTo>
                    <a:pt x="1348883" y="47573"/>
                  </a:lnTo>
                  <a:lnTo>
                    <a:pt x="1837504" y="6036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2" name="pl1432"/>
            <p:cNvSpPr/>
            <p:nvPr/>
          </p:nvSpPr>
          <p:spPr>
            <a:xfrm>
              <a:off x="3585896" y="4658661"/>
              <a:ext cx="550508" cy="46038"/>
            </a:xfrm>
            <a:custGeom>
              <a:avLst/>
              <a:pathLst>
                <a:path w="550508" h="46038">
                  <a:moveTo>
                    <a:pt x="0" y="46038"/>
                  </a:moveTo>
                  <a:lnTo>
                    <a:pt x="55050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3" name="pl1433"/>
            <p:cNvSpPr/>
            <p:nvPr/>
          </p:nvSpPr>
          <p:spPr>
            <a:xfrm>
              <a:off x="3585896" y="4228453"/>
              <a:ext cx="301040" cy="80823"/>
            </a:xfrm>
            <a:custGeom>
              <a:avLst/>
              <a:pathLst>
                <a:path w="301040" h="80823">
                  <a:moveTo>
                    <a:pt x="0" y="80823"/>
                  </a:moveTo>
                  <a:lnTo>
                    <a:pt x="30104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4" name="pl1434"/>
            <p:cNvSpPr/>
            <p:nvPr/>
          </p:nvSpPr>
          <p:spPr>
            <a:xfrm>
              <a:off x="3585896" y="4698562"/>
              <a:ext cx="2858324" cy="42458"/>
            </a:xfrm>
            <a:custGeom>
              <a:avLst/>
              <a:pathLst>
                <a:path w="2858324" h="42458">
                  <a:moveTo>
                    <a:pt x="0" y="0"/>
                  </a:moveTo>
                  <a:lnTo>
                    <a:pt x="859944" y="26088"/>
                  </a:lnTo>
                  <a:lnTo>
                    <a:pt x="1413330" y="15857"/>
                  </a:lnTo>
                  <a:lnTo>
                    <a:pt x="1831428" y="42458"/>
                  </a:lnTo>
                  <a:lnTo>
                    <a:pt x="2369943" y="5626"/>
                  </a:lnTo>
                  <a:lnTo>
                    <a:pt x="2858324" y="3785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5" name="pl1435"/>
            <p:cNvSpPr/>
            <p:nvPr/>
          </p:nvSpPr>
          <p:spPr>
            <a:xfrm>
              <a:off x="3585896" y="4653546"/>
              <a:ext cx="1841082" cy="33250"/>
            </a:xfrm>
            <a:custGeom>
              <a:avLst/>
              <a:pathLst>
                <a:path w="1841082" h="33250">
                  <a:moveTo>
                    <a:pt x="0" y="33250"/>
                  </a:moveTo>
                  <a:lnTo>
                    <a:pt x="528498" y="30692"/>
                  </a:lnTo>
                  <a:lnTo>
                    <a:pt x="1327275" y="0"/>
                  </a:lnTo>
                  <a:lnTo>
                    <a:pt x="1841082" y="665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6" name="pl1436"/>
            <p:cNvSpPr/>
            <p:nvPr/>
          </p:nvSpPr>
          <p:spPr>
            <a:xfrm>
              <a:off x="3585896" y="4651500"/>
              <a:ext cx="1871727" cy="12788"/>
            </a:xfrm>
            <a:custGeom>
              <a:avLst/>
              <a:pathLst>
                <a:path w="1871727" h="12788">
                  <a:moveTo>
                    <a:pt x="0" y="8696"/>
                  </a:moveTo>
                  <a:lnTo>
                    <a:pt x="1052801" y="0"/>
                  </a:lnTo>
                  <a:lnTo>
                    <a:pt x="1871727" y="1278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7" name="pl1437"/>
            <p:cNvSpPr/>
            <p:nvPr/>
          </p:nvSpPr>
          <p:spPr>
            <a:xfrm>
              <a:off x="3585896" y="4669915"/>
              <a:ext cx="1293449" cy="52177"/>
            </a:xfrm>
            <a:custGeom>
              <a:avLst/>
              <a:pathLst>
                <a:path w="1293449" h="52177">
                  <a:moveTo>
                    <a:pt x="0" y="52177"/>
                  </a:moveTo>
                  <a:lnTo>
                    <a:pt x="770286" y="29669"/>
                  </a:lnTo>
                  <a:lnTo>
                    <a:pt x="129344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8" name="pl1438"/>
            <p:cNvSpPr/>
            <p:nvPr/>
          </p:nvSpPr>
          <p:spPr>
            <a:xfrm>
              <a:off x="5919914" y="4654057"/>
              <a:ext cx="664927" cy="511"/>
            </a:xfrm>
            <a:custGeom>
              <a:avLst/>
              <a:pathLst>
                <a:path w="664927" h="511">
                  <a:moveTo>
                    <a:pt x="0" y="511"/>
                  </a:moveTo>
                  <a:lnTo>
                    <a:pt x="66492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9" name="pl1439"/>
            <p:cNvSpPr/>
            <p:nvPr/>
          </p:nvSpPr>
          <p:spPr>
            <a:xfrm>
              <a:off x="3585896" y="4643315"/>
              <a:ext cx="1579582" cy="46038"/>
            </a:xfrm>
            <a:custGeom>
              <a:avLst/>
              <a:pathLst>
                <a:path w="1579582" h="46038">
                  <a:moveTo>
                    <a:pt x="0" y="0"/>
                  </a:moveTo>
                  <a:lnTo>
                    <a:pt x="557704" y="3069"/>
                  </a:lnTo>
                  <a:lnTo>
                    <a:pt x="1579582" y="4603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0" name="pl1440"/>
            <p:cNvSpPr/>
            <p:nvPr/>
          </p:nvSpPr>
          <p:spPr>
            <a:xfrm>
              <a:off x="3585896" y="4384474"/>
              <a:ext cx="1621300" cy="215360"/>
            </a:xfrm>
            <a:custGeom>
              <a:avLst/>
              <a:pathLst>
                <a:path w="1621300" h="215360">
                  <a:moveTo>
                    <a:pt x="0" y="215360"/>
                  </a:moveTo>
                  <a:lnTo>
                    <a:pt x="1036250" y="161647"/>
                  </a:lnTo>
                  <a:lnTo>
                    <a:pt x="162130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1" name="pl1441"/>
            <p:cNvSpPr/>
            <p:nvPr/>
          </p:nvSpPr>
          <p:spPr>
            <a:xfrm>
              <a:off x="4335739" y="3058039"/>
              <a:ext cx="322389" cy="40923"/>
            </a:xfrm>
            <a:custGeom>
              <a:avLst/>
              <a:pathLst>
                <a:path w="322389" h="40923">
                  <a:moveTo>
                    <a:pt x="0" y="40923"/>
                  </a:moveTo>
                  <a:lnTo>
                    <a:pt x="32238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2" name="pl1442"/>
            <p:cNvSpPr/>
            <p:nvPr/>
          </p:nvSpPr>
          <p:spPr>
            <a:xfrm>
              <a:off x="3585896" y="4361454"/>
              <a:ext cx="829720" cy="107424"/>
            </a:xfrm>
            <a:custGeom>
              <a:avLst/>
              <a:pathLst>
                <a:path w="829720" h="107424">
                  <a:moveTo>
                    <a:pt x="0" y="107424"/>
                  </a:moveTo>
                  <a:lnTo>
                    <a:pt x="82972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3" name="pl1443"/>
            <p:cNvSpPr/>
            <p:nvPr/>
          </p:nvSpPr>
          <p:spPr>
            <a:xfrm>
              <a:off x="3585896" y="4727208"/>
              <a:ext cx="1348104" cy="40411"/>
            </a:xfrm>
            <a:custGeom>
              <a:avLst/>
              <a:pathLst>
                <a:path w="1348104" h="40411">
                  <a:moveTo>
                    <a:pt x="0" y="40411"/>
                  </a:moveTo>
                  <a:lnTo>
                    <a:pt x="794458" y="0"/>
                  </a:lnTo>
                  <a:lnTo>
                    <a:pt x="1348104" y="511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4" name="pl1444"/>
            <p:cNvSpPr/>
            <p:nvPr/>
          </p:nvSpPr>
          <p:spPr>
            <a:xfrm>
              <a:off x="3585896" y="4679123"/>
              <a:ext cx="609516" cy="41435"/>
            </a:xfrm>
            <a:custGeom>
              <a:avLst/>
              <a:pathLst>
                <a:path w="609516" h="41435">
                  <a:moveTo>
                    <a:pt x="0" y="0"/>
                  </a:moveTo>
                  <a:lnTo>
                    <a:pt x="609516" y="4143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5" name="pl1445"/>
            <p:cNvSpPr/>
            <p:nvPr/>
          </p:nvSpPr>
          <p:spPr>
            <a:xfrm>
              <a:off x="3585896" y="3559353"/>
              <a:ext cx="302068" cy="16369"/>
            </a:xfrm>
            <a:custGeom>
              <a:avLst/>
              <a:pathLst>
                <a:path w="302068" h="16369">
                  <a:moveTo>
                    <a:pt x="0" y="0"/>
                  </a:moveTo>
                  <a:lnTo>
                    <a:pt x="302068" y="1636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6" name="pl1446"/>
            <p:cNvSpPr/>
            <p:nvPr/>
          </p:nvSpPr>
          <p:spPr>
            <a:xfrm>
              <a:off x="3585896" y="4630015"/>
              <a:ext cx="895924" cy="59850"/>
            </a:xfrm>
            <a:custGeom>
              <a:avLst/>
              <a:pathLst>
                <a:path w="895924" h="59850">
                  <a:moveTo>
                    <a:pt x="0" y="59850"/>
                  </a:moveTo>
                  <a:lnTo>
                    <a:pt x="89592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7" name="pl1447"/>
            <p:cNvSpPr/>
            <p:nvPr/>
          </p:nvSpPr>
          <p:spPr>
            <a:xfrm>
              <a:off x="3585896" y="4290349"/>
              <a:ext cx="589699" cy="176994"/>
            </a:xfrm>
            <a:custGeom>
              <a:avLst/>
              <a:pathLst>
                <a:path w="589699" h="176994">
                  <a:moveTo>
                    <a:pt x="0" y="176994"/>
                  </a:moveTo>
                  <a:lnTo>
                    <a:pt x="232769" y="118678"/>
                  </a:lnTo>
                  <a:lnTo>
                    <a:pt x="58969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8" name="pl1448"/>
            <p:cNvSpPr/>
            <p:nvPr/>
          </p:nvSpPr>
          <p:spPr>
            <a:xfrm>
              <a:off x="3585896" y="4574257"/>
              <a:ext cx="317351" cy="27623"/>
            </a:xfrm>
            <a:custGeom>
              <a:avLst/>
              <a:pathLst>
                <a:path w="317351" h="27623">
                  <a:moveTo>
                    <a:pt x="0" y="0"/>
                  </a:moveTo>
                  <a:lnTo>
                    <a:pt x="317351" y="2762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9" name="pl1449"/>
            <p:cNvSpPr/>
            <p:nvPr/>
          </p:nvSpPr>
          <p:spPr>
            <a:xfrm>
              <a:off x="3585896" y="4678100"/>
              <a:ext cx="1547128" cy="28134"/>
            </a:xfrm>
            <a:custGeom>
              <a:avLst/>
              <a:pathLst>
                <a:path w="1547128" h="28134">
                  <a:moveTo>
                    <a:pt x="0" y="0"/>
                  </a:moveTo>
                  <a:lnTo>
                    <a:pt x="1547128" y="2813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0" name="pl1450"/>
            <p:cNvSpPr/>
            <p:nvPr/>
          </p:nvSpPr>
          <p:spPr>
            <a:xfrm>
              <a:off x="3585896" y="4667869"/>
              <a:ext cx="1055680" cy="23531"/>
            </a:xfrm>
            <a:custGeom>
              <a:avLst/>
              <a:pathLst>
                <a:path w="1055680" h="23531">
                  <a:moveTo>
                    <a:pt x="0" y="23531"/>
                  </a:moveTo>
                  <a:lnTo>
                    <a:pt x="105568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1" name="pl1451"/>
            <p:cNvSpPr/>
            <p:nvPr/>
          </p:nvSpPr>
          <p:spPr>
            <a:xfrm>
              <a:off x="3585896" y="3071851"/>
              <a:ext cx="1570927" cy="291068"/>
            </a:xfrm>
            <a:custGeom>
              <a:avLst/>
              <a:pathLst>
                <a:path w="1570927" h="291068">
                  <a:moveTo>
                    <a:pt x="0" y="291068"/>
                  </a:moveTo>
                  <a:lnTo>
                    <a:pt x="903840" y="169321"/>
                  </a:lnTo>
                  <a:lnTo>
                    <a:pt x="157092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2" name="pl1452"/>
            <p:cNvSpPr/>
            <p:nvPr/>
          </p:nvSpPr>
          <p:spPr>
            <a:xfrm>
              <a:off x="3585896" y="4681681"/>
              <a:ext cx="1904830" cy="28646"/>
            </a:xfrm>
            <a:custGeom>
              <a:avLst/>
              <a:pathLst>
                <a:path w="1904830" h="28646">
                  <a:moveTo>
                    <a:pt x="0" y="6138"/>
                  </a:moveTo>
                  <a:lnTo>
                    <a:pt x="895924" y="28646"/>
                  </a:lnTo>
                  <a:lnTo>
                    <a:pt x="190483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3" name="pl1453"/>
            <p:cNvSpPr/>
            <p:nvPr/>
          </p:nvSpPr>
          <p:spPr>
            <a:xfrm>
              <a:off x="3585896" y="4685262"/>
              <a:ext cx="794458" cy="82870"/>
            </a:xfrm>
            <a:custGeom>
              <a:avLst/>
              <a:pathLst>
                <a:path w="794458" h="82870">
                  <a:moveTo>
                    <a:pt x="0" y="82870"/>
                  </a:moveTo>
                  <a:lnTo>
                    <a:pt x="283529" y="0"/>
                  </a:lnTo>
                  <a:lnTo>
                    <a:pt x="794458" y="920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4" name="pl1454"/>
            <p:cNvSpPr/>
            <p:nvPr/>
          </p:nvSpPr>
          <p:spPr>
            <a:xfrm>
              <a:off x="3585896" y="4639734"/>
              <a:ext cx="1851391" cy="143743"/>
            </a:xfrm>
            <a:custGeom>
              <a:avLst/>
              <a:pathLst>
                <a:path w="1851391" h="143743">
                  <a:moveTo>
                    <a:pt x="0" y="143743"/>
                  </a:moveTo>
                  <a:lnTo>
                    <a:pt x="543844" y="131978"/>
                  </a:lnTo>
                  <a:lnTo>
                    <a:pt x="1176389" y="0"/>
                  </a:lnTo>
                  <a:lnTo>
                    <a:pt x="1851391" y="4859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5" name="pl1455"/>
            <p:cNvSpPr/>
            <p:nvPr/>
          </p:nvSpPr>
          <p:spPr>
            <a:xfrm>
              <a:off x="3585896" y="4674008"/>
              <a:ext cx="937131" cy="26088"/>
            </a:xfrm>
            <a:custGeom>
              <a:avLst/>
              <a:pathLst>
                <a:path w="937131" h="26088">
                  <a:moveTo>
                    <a:pt x="0" y="26088"/>
                  </a:moveTo>
                  <a:lnTo>
                    <a:pt x="313034" y="0"/>
                  </a:lnTo>
                  <a:lnTo>
                    <a:pt x="937131" y="511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6" name="pl1456"/>
            <p:cNvSpPr/>
            <p:nvPr/>
          </p:nvSpPr>
          <p:spPr>
            <a:xfrm>
              <a:off x="3585896" y="4402378"/>
              <a:ext cx="1621300" cy="140674"/>
            </a:xfrm>
            <a:custGeom>
              <a:avLst/>
              <a:pathLst>
                <a:path w="1621300" h="140674">
                  <a:moveTo>
                    <a:pt x="0" y="140674"/>
                  </a:moveTo>
                  <a:lnTo>
                    <a:pt x="302224" y="103843"/>
                  </a:lnTo>
                  <a:lnTo>
                    <a:pt x="644778" y="86962"/>
                  </a:lnTo>
                  <a:lnTo>
                    <a:pt x="1097418" y="4092"/>
                  </a:lnTo>
                  <a:lnTo>
                    <a:pt x="162130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7" name="pl1457"/>
            <p:cNvSpPr/>
            <p:nvPr/>
          </p:nvSpPr>
          <p:spPr>
            <a:xfrm>
              <a:off x="3585896" y="4649965"/>
              <a:ext cx="965727" cy="18415"/>
            </a:xfrm>
            <a:custGeom>
              <a:avLst/>
              <a:pathLst>
                <a:path w="965727" h="18415">
                  <a:moveTo>
                    <a:pt x="0" y="0"/>
                  </a:moveTo>
                  <a:lnTo>
                    <a:pt x="965727" y="1841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8" name="pl1458"/>
            <p:cNvSpPr/>
            <p:nvPr/>
          </p:nvSpPr>
          <p:spPr>
            <a:xfrm>
              <a:off x="4922298" y="4685262"/>
              <a:ext cx="1573805" cy="23531"/>
            </a:xfrm>
            <a:custGeom>
              <a:avLst/>
              <a:pathLst>
                <a:path w="1573805" h="23531">
                  <a:moveTo>
                    <a:pt x="0" y="4092"/>
                  </a:moveTo>
                  <a:lnTo>
                    <a:pt x="541153" y="23531"/>
                  </a:lnTo>
                  <a:lnTo>
                    <a:pt x="1221192" y="0"/>
                  </a:lnTo>
                  <a:lnTo>
                    <a:pt x="1573805" y="255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9" name="pl1459"/>
            <p:cNvSpPr/>
            <p:nvPr/>
          </p:nvSpPr>
          <p:spPr>
            <a:xfrm>
              <a:off x="4154395" y="4648942"/>
              <a:ext cx="528158" cy="1023"/>
            </a:xfrm>
            <a:custGeom>
              <a:avLst/>
              <a:pathLst>
                <a:path w="528158" h="1023">
                  <a:moveTo>
                    <a:pt x="0" y="0"/>
                  </a:moveTo>
                  <a:lnTo>
                    <a:pt x="528158" y="102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0" name="pl1460"/>
            <p:cNvSpPr/>
            <p:nvPr/>
          </p:nvSpPr>
          <p:spPr>
            <a:xfrm>
              <a:off x="3585896" y="3800290"/>
              <a:ext cx="594404" cy="313065"/>
            </a:xfrm>
            <a:custGeom>
              <a:avLst/>
              <a:pathLst>
                <a:path w="594404" h="313065">
                  <a:moveTo>
                    <a:pt x="0" y="313065"/>
                  </a:moveTo>
                  <a:lnTo>
                    <a:pt x="59440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1" name="pl1461"/>
            <p:cNvSpPr/>
            <p:nvPr/>
          </p:nvSpPr>
          <p:spPr>
            <a:xfrm>
              <a:off x="3585896" y="4437674"/>
              <a:ext cx="531798" cy="28134"/>
            </a:xfrm>
            <a:custGeom>
              <a:avLst/>
              <a:pathLst>
                <a:path w="531798" h="28134">
                  <a:moveTo>
                    <a:pt x="0" y="0"/>
                  </a:moveTo>
                  <a:lnTo>
                    <a:pt x="531798" y="2813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2" name="pl1462"/>
            <p:cNvSpPr/>
            <p:nvPr/>
          </p:nvSpPr>
          <p:spPr>
            <a:xfrm>
              <a:off x="3585896" y="4660708"/>
              <a:ext cx="887289" cy="71104"/>
            </a:xfrm>
            <a:custGeom>
              <a:avLst/>
              <a:pathLst>
                <a:path w="887289" h="71104">
                  <a:moveTo>
                    <a:pt x="0" y="71104"/>
                  </a:moveTo>
                  <a:lnTo>
                    <a:pt x="88728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3" name="pl1463"/>
            <p:cNvSpPr/>
            <p:nvPr/>
          </p:nvSpPr>
          <p:spPr>
            <a:xfrm>
              <a:off x="3585896" y="4672985"/>
              <a:ext cx="805972" cy="4092"/>
            </a:xfrm>
            <a:custGeom>
              <a:avLst/>
              <a:pathLst>
                <a:path w="805972" h="4092">
                  <a:moveTo>
                    <a:pt x="0" y="4092"/>
                  </a:moveTo>
                  <a:lnTo>
                    <a:pt x="80597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4" name="pl1464"/>
            <p:cNvSpPr/>
            <p:nvPr/>
          </p:nvSpPr>
          <p:spPr>
            <a:xfrm>
              <a:off x="3585896" y="4672473"/>
              <a:ext cx="599326" cy="68546"/>
            </a:xfrm>
            <a:custGeom>
              <a:avLst/>
              <a:pathLst>
                <a:path w="599326" h="68546">
                  <a:moveTo>
                    <a:pt x="0" y="0"/>
                  </a:moveTo>
                  <a:lnTo>
                    <a:pt x="599326" y="6854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5" name="pl1465"/>
            <p:cNvSpPr/>
            <p:nvPr/>
          </p:nvSpPr>
          <p:spPr>
            <a:xfrm>
              <a:off x="3585896" y="4665311"/>
              <a:ext cx="925429" cy="36319"/>
            </a:xfrm>
            <a:custGeom>
              <a:avLst/>
              <a:pathLst>
                <a:path w="925429" h="36319">
                  <a:moveTo>
                    <a:pt x="0" y="0"/>
                  </a:moveTo>
                  <a:lnTo>
                    <a:pt x="925429" y="3631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6" name="pl1466"/>
            <p:cNvSpPr/>
            <p:nvPr/>
          </p:nvSpPr>
          <p:spPr>
            <a:xfrm>
              <a:off x="3585896" y="4644338"/>
              <a:ext cx="290600" cy="42969"/>
            </a:xfrm>
            <a:custGeom>
              <a:avLst/>
              <a:pathLst>
                <a:path w="290600" h="42969">
                  <a:moveTo>
                    <a:pt x="0" y="0"/>
                  </a:moveTo>
                  <a:lnTo>
                    <a:pt x="290600" y="4296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7" name="pl1467"/>
            <p:cNvSpPr/>
            <p:nvPr/>
          </p:nvSpPr>
          <p:spPr>
            <a:xfrm>
              <a:off x="3585896" y="4668892"/>
              <a:ext cx="859729" cy="38877"/>
            </a:xfrm>
            <a:custGeom>
              <a:avLst/>
              <a:pathLst>
                <a:path w="859729" h="38877">
                  <a:moveTo>
                    <a:pt x="0" y="0"/>
                  </a:moveTo>
                  <a:lnTo>
                    <a:pt x="859729" y="3887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8" name="pl1468"/>
            <p:cNvSpPr/>
            <p:nvPr/>
          </p:nvSpPr>
          <p:spPr>
            <a:xfrm>
              <a:off x="4114552" y="3319950"/>
              <a:ext cx="835740" cy="489036"/>
            </a:xfrm>
            <a:custGeom>
              <a:avLst/>
              <a:pathLst>
                <a:path w="835740" h="489036">
                  <a:moveTo>
                    <a:pt x="0" y="489036"/>
                  </a:moveTo>
                  <a:lnTo>
                    <a:pt x="281634" y="274187"/>
                  </a:lnTo>
                  <a:lnTo>
                    <a:pt x="574518" y="0"/>
                  </a:lnTo>
                  <a:lnTo>
                    <a:pt x="835740" y="6905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9" name="pl1469"/>
            <p:cNvSpPr/>
            <p:nvPr/>
          </p:nvSpPr>
          <p:spPr>
            <a:xfrm>
              <a:off x="3585896" y="3086686"/>
              <a:ext cx="817150" cy="236333"/>
            </a:xfrm>
            <a:custGeom>
              <a:avLst/>
              <a:pathLst>
                <a:path w="817150" h="236333">
                  <a:moveTo>
                    <a:pt x="0" y="236333"/>
                  </a:moveTo>
                  <a:lnTo>
                    <a:pt x="81715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0" name="pl1470"/>
            <p:cNvSpPr/>
            <p:nvPr/>
          </p:nvSpPr>
          <p:spPr>
            <a:xfrm>
              <a:off x="3585896" y="4183437"/>
              <a:ext cx="1052082" cy="235821"/>
            </a:xfrm>
            <a:custGeom>
              <a:avLst/>
              <a:pathLst>
                <a:path w="1052082" h="235821">
                  <a:moveTo>
                    <a:pt x="0" y="235821"/>
                  </a:moveTo>
                  <a:lnTo>
                    <a:pt x="624628" y="136582"/>
                  </a:lnTo>
                  <a:lnTo>
                    <a:pt x="105208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1" name="pl1471"/>
            <p:cNvSpPr/>
            <p:nvPr/>
          </p:nvSpPr>
          <p:spPr>
            <a:xfrm>
              <a:off x="5171442" y="4664800"/>
              <a:ext cx="553775" cy="0"/>
            </a:xfrm>
            <a:custGeom>
              <a:avLst/>
              <a:pathLst>
                <a:path w="553775" h="0">
                  <a:moveTo>
                    <a:pt x="0" y="0"/>
                  </a:moveTo>
                  <a:lnTo>
                    <a:pt x="55377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2" name="pl1472"/>
            <p:cNvSpPr/>
            <p:nvPr/>
          </p:nvSpPr>
          <p:spPr>
            <a:xfrm>
              <a:off x="3585896" y="4660708"/>
              <a:ext cx="3151209" cy="73150"/>
            </a:xfrm>
            <a:custGeom>
              <a:avLst/>
              <a:pathLst>
                <a:path w="3151209" h="73150">
                  <a:moveTo>
                    <a:pt x="0" y="21484"/>
                  </a:moveTo>
                  <a:lnTo>
                    <a:pt x="791580" y="0"/>
                  </a:lnTo>
                  <a:lnTo>
                    <a:pt x="1314957" y="65477"/>
                  </a:lnTo>
                  <a:lnTo>
                    <a:pt x="1843662" y="49108"/>
                  </a:lnTo>
                  <a:lnTo>
                    <a:pt x="2632364" y="55246"/>
                  </a:lnTo>
                  <a:lnTo>
                    <a:pt x="3151209" y="7315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3" name="pl1473"/>
            <p:cNvSpPr/>
            <p:nvPr/>
          </p:nvSpPr>
          <p:spPr>
            <a:xfrm>
              <a:off x="3585896" y="4616715"/>
              <a:ext cx="840514" cy="1534"/>
            </a:xfrm>
            <a:custGeom>
              <a:avLst/>
              <a:pathLst>
                <a:path w="840514" h="1534">
                  <a:moveTo>
                    <a:pt x="0" y="0"/>
                  </a:moveTo>
                  <a:lnTo>
                    <a:pt x="840514" y="153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4" name="pl1474"/>
            <p:cNvSpPr/>
            <p:nvPr/>
          </p:nvSpPr>
          <p:spPr>
            <a:xfrm>
              <a:off x="3585896" y="4038158"/>
              <a:ext cx="282090" cy="6138"/>
            </a:xfrm>
            <a:custGeom>
              <a:avLst/>
              <a:pathLst>
                <a:path w="282090" h="6138">
                  <a:moveTo>
                    <a:pt x="0" y="0"/>
                  </a:moveTo>
                  <a:lnTo>
                    <a:pt x="282090" y="613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5" name="pl1475"/>
            <p:cNvSpPr/>
            <p:nvPr/>
          </p:nvSpPr>
          <p:spPr>
            <a:xfrm>
              <a:off x="3585896" y="4190087"/>
              <a:ext cx="1636412" cy="126351"/>
            </a:xfrm>
            <a:custGeom>
              <a:avLst/>
              <a:pathLst>
                <a:path w="1636412" h="126351">
                  <a:moveTo>
                    <a:pt x="0" y="126351"/>
                  </a:moveTo>
                  <a:lnTo>
                    <a:pt x="1077268" y="30692"/>
                  </a:lnTo>
                  <a:lnTo>
                    <a:pt x="163641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6" name="pl1476"/>
            <p:cNvSpPr/>
            <p:nvPr/>
          </p:nvSpPr>
          <p:spPr>
            <a:xfrm>
              <a:off x="3585896" y="4227941"/>
              <a:ext cx="885850" cy="450670"/>
            </a:xfrm>
            <a:custGeom>
              <a:avLst/>
              <a:pathLst>
                <a:path w="885850" h="450670">
                  <a:moveTo>
                    <a:pt x="0" y="450670"/>
                  </a:moveTo>
                  <a:lnTo>
                    <a:pt x="88585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7" name="pl1477"/>
            <p:cNvSpPr/>
            <p:nvPr/>
          </p:nvSpPr>
          <p:spPr>
            <a:xfrm>
              <a:off x="3585896" y="4677077"/>
              <a:ext cx="557704" cy="20973"/>
            </a:xfrm>
            <a:custGeom>
              <a:avLst/>
              <a:pathLst>
                <a:path w="557704" h="20973">
                  <a:moveTo>
                    <a:pt x="0" y="0"/>
                  </a:moveTo>
                  <a:lnTo>
                    <a:pt x="557704" y="2097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8" name="pl1478"/>
            <p:cNvSpPr/>
            <p:nvPr/>
          </p:nvSpPr>
          <p:spPr>
            <a:xfrm>
              <a:off x="3585896" y="3928176"/>
              <a:ext cx="594404" cy="197967"/>
            </a:xfrm>
            <a:custGeom>
              <a:avLst/>
              <a:pathLst>
                <a:path w="594404" h="197967">
                  <a:moveTo>
                    <a:pt x="0" y="197967"/>
                  </a:moveTo>
                  <a:lnTo>
                    <a:pt x="59440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9" name="pl1479"/>
            <p:cNvSpPr/>
            <p:nvPr/>
          </p:nvSpPr>
          <p:spPr>
            <a:xfrm>
              <a:off x="3585896" y="4194691"/>
              <a:ext cx="317129" cy="69570"/>
            </a:xfrm>
            <a:custGeom>
              <a:avLst/>
              <a:pathLst>
                <a:path w="317129" h="69570">
                  <a:moveTo>
                    <a:pt x="0" y="69570"/>
                  </a:moveTo>
                  <a:lnTo>
                    <a:pt x="31712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0" name="pl1480"/>
            <p:cNvSpPr/>
            <p:nvPr/>
          </p:nvSpPr>
          <p:spPr>
            <a:xfrm>
              <a:off x="3585896" y="2656989"/>
              <a:ext cx="287127" cy="183644"/>
            </a:xfrm>
            <a:custGeom>
              <a:avLst/>
              <a:pathLst>
                <a:path w="287127" h="183644">
                  <a:moveTo>
                    <a:pt x="0" y="183644"/>
                  </a:moveTo>
                  <a:lnTo>
                    <a:pt x="28712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1" name="pl1481"/>
            <p:cNvSpPr/>
            <p:nvPr/>
          </p:nvSpPr>
          <p:spPr>
            <a:xfrm>
              <a:off x="4119479" y="3470856"/>
              <a:ext cx="573909" cy="289022"/>
            </a:xfrm>
            <a:custGeom>
              <a:avLst/>
              <a:pathLst>
                <a:path w="573909" h="289022">
                  <a:moveTo>
                    <a:pt x="0" y="289022"/>
                  </a:moveTo>
                  <a:lnTo>
                    <a:pt x="272389" y="0"/>
                  </a:lnTo>
                  <a:lnTo>
                    <a:pt x="573909" y="22712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2" name="pl1482"/>
            <p:cNvSpPr/>
            <p:nvPr/>
          </p:nvSpPr>
          <p:spPr>
            <a:xfrm>
              <a:off x="3585896" y="4104659"/>
              <a:ext cx="2668288" cy="105378"/>
            </a:xfrm>
            <a:custGeom>
              <a:avLst/>
              <a:pathLst>
                <a:path w="2668288" h="105378">
                  <a:moveTo>
                    <a:pt x="0" y="104355"/>
                  </a:moveTo>
                  <a:lnTo>
                    <a:pt x="290006" y="105378"/>
                  </a:lnTo>
                  <a:lnTo>
                    <a:pt x="523882" y="75197"/>
                  </a:lnTo>
                  <a:lnTo>
                    <a:pt x="838355" y="95658"/>
                  </a:lnTo>
                  <a:lnTo>
                    <a:pt x="1091661" y="101797"/>
                  </a:lnTo>
                  <a:lnTo>
                    <a:pt x="1841552" y="90031"/>
                  </a:lnTo>
                  <a:lnTo>
                    <a:pt x="2345956" y="103331"/>
                  </a:lnTo>
                  <a:lnTo>
                    <a:pt x="266828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3" name="pl1483"/>
            <p:cNvSpPr/>
            <p:nvPr/>
          </p:nvSpPr>
          <p:spPr>
            <a:xfrm>
              <a:off x="3585896" y="2521429"/>
              <a:ext cx="613987" cy="243495"/>
            </a:xfrm>
            <a:custGeom>
              <a:avLst/>
              <a:pathLst>
                <a:path w="613987" h="243495">
                  <a:moveTo>
                    <a:pt x="0" y="214337"/>
                  </a:moveTo>
                  <a:lnTo>
                    <a:pt x="272015" y="243495"/>
                  </a:lnTo>
                  <a:lnTo>
                    <a:pt x="61398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4" name="pl1484"/>
            <p:cNvSpPr/>
            <p:nvPr/>
          </p:nvSpPr>
          <p:spPr>
            <a:xfrm>
              <a:off x="3585896" y="4656615"/>
              <a:ext cx="813888" cy="8184"/>
            </a:xfrm>
            <a:custGeom>
              <a:avLst/>
              <a:pathLst>
                <a:path w="813888" h="8184">
                  <a:moveTo>
                    <a:pt x="0" y="0"/>
                  </a:moveTo>
                  <a:lnTo>
                    <a:pt x="813888" y="818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5" name="pl1485"/>
            <p:cNvSpPr/>
            <p:nvPr/>
          </p:nvSpPr>
          <p:spPr>
            <a:xfrm>
              <a:off x="3585896" y="4595230"/>
              <a:ext cx="347412" cy="35296"/>
            </a:xfrm>
            <a:custGeom>
              <a:avLst/>
              <a:pathLst>
                <a:path w="347412" h="35296">
                  <a:moveTo>
                    <a:pt x="0" y="35296"/>
                  </a:moveTo>
                  <a:lnTo>
                    <a:pt x="34741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6" name="pl1486"/>
            <p:cNvSpPr/>
            <p:nvPr/>
          </p:nvSpPr>
          <p:spPr>
            <a:xfrm>
              <a:off x="3585896" y="4665311"/>
              <a:ext cx="275377" cy="56781"/>
            </a:xfrm>
            <a:custGeom>
              <a:avLst/>
              <a:pathLst>
                <a:path w="275377" h="56781">
                  <a:moveTo>
                    <a:pt x="0" y="56781"/>
                  </a:moveTo>
                  <a:lnTo>
                    <a:pt x="27537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7" name="pl1487"/>
            <p:cNvSpPr/>
            <p:nvPr/>
          </p:nvSpPr>
          <p:spPr>
            <a:xfrm>
              <a:off x="3585896" y="4046854"/>
              <a:ext cx="269856" cy="39900"/>
            </a:xfrm>
            <a:custGeom>
              <a:avLst/>
              <a:pathLst>
                <a:path w="269856" h="39900">
                  <a:moveTo>
                    <a:pt x="0" y="0"/>
                  </a:moveTo>
                  <a:lnTo>
                    <a:pt x="269856" y="3990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8" name="pl1488"/>
            <p:cNvSpPr/>
            <p:nvPr/>
          </p:nvSpPr>
          <p:spPr>
            <a:xfrm>
              <a:off x="5447695" y="3882137"/>
              <a:ext cx="1042007" cy="552467"/>
            </a:xfrm>
            <a:custGeom>
              <a:avLst/>
              <a:pathLst>
                <a:path w="1042007" h="552467">
                  <a:moveTo>
                    <a:pt x="0" y="552467"/>
                  </a:moveTo>
                  <a:lnTo>
                    <a:pt x="562022" y="308972"/>
                  </a:lnTo>
                  <a:lnTo>
                    <a:pt x="104200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9" name="pl1489"/>
            <p:cNvSpPr/>
            <p:nvPr/>
          </p:nvSpPr>
          <p:spPr>
            <a:xfrm>
              <a:off x="3585896" y="4646384"/>
              <a:ext cx="312314" cy="33250"/>
            </a:xfrm>
            <a:custGeom>
              <a:avLst/>
              <a:pathLst>
                <a:path w="312314" h="33250">
                  <a:moveTo>
                    <a:pt x="0" y="0"/>
                  </a:moveTo>
                  <a:lnTo>
                    <a:pt x="312314" y="3325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0" name="pl1490"/>
            <p:cNvSpPr/>
            <p:nvPr/>
          </p:nvSpPr>
          <p:spPr>
            <a:xfrm>
              <a:off x="3585896" y="4108240"/>
              <a:ext cx="1600431" cy="214848"/>
            </a:xfrm>
            <a:custGeom>
              <a:avLst/>
              <a:pathLst>
                <a:path w="1600431" h="214848">
                  <a:moveTo>
                    <a:pt x="0" y="202059"/>
                  </a:moveTo>
                  <a:lnTo>
                    <a:pt x="1188784" y="214848"/>
                  </a:lnTo>
                  <a:lnTo>
                    <a:pt x="160043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1" name="pl1491"/>
            <p:cNvSpPr/>
            <p:nvPr/>
          </p:nvSpPr>
          <p:spPr>
            <a:xfrm>
              <a:off x="3585896" y="3956823"/>
              <a:ext cx="271101" cy="174436"/>
            </a:xfrm>
            <a:custGeom>
              <a:avLst/>
              <a:pathLst>
                <a:path w="271101" h="174436">
                  <a:moveTo>
                    <a:pt x="0" y="174436"/>
                  </a:moveTo>
                  <a:lnTo>
                    <a:pt x="27110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2" name="pl1492"/>
            <p:cNvSpPr/>
            <p:nvPr/>
          </p:nvSpPr>
          <p:spPr>
            <a:xfrm>
              <a:off x="3585896" y="4293930"/>
              <a:ext cx="506965" cy="83893"/>
            </a:xfrm>
            <a:custGeom>
              <a:avLst/>
              <a:pathLst>
                <a:path w="506965" h="83893">
                  <a:moveTo>
                    <a:pt x="0" y="83893"/>
                  </a:moveTo>
                  <a:lnTo>
                    <a:pt x="50696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3" name="pl1493"/>
            <p:cNvSpPr/>
            <p:nvPr/>
          </p:nvSpPr>
          <p:spPr>
            <a:xfrm>
              <a:off x="3585896" y="4690889"/>
              <a:ext cx="523471" cy="2557"/>
            </a:xfrm>
            <a:custGeom>
              <a:avLst/>
              <a:pathLst>
                <a:path w="523471" h="2557">
                  <a:moveTo>
                    <a:pt x="0" y="2557"/>
                  </a:moveTo>
                  <a:lnTo>
                    <a:pt x="52347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4" name="pl1494"/>
            <p:cNvSpPr/>
            <p:nvPr/>
          </p:nvSpPr>
          <p:spPr>
            <a:xfrm>
              <a:off x="3585896" y="4611599"/>
              <a:ext cx="2143023" cy="74685"/>
            </a:xfrm>
            <a:custGeom>
              <a:avLst/>
              <a:pathLst>
                <a:path w="2143023" h="74685">
                  <a:moveTo>
                    <a:pt x="0" y="0"/>
                  </a:moveTo>
                  <a:lnTo>
                    <a:pt x="649095" y="32227"/>
                  </a:lnTo>
                  <a:lnTo>
                    <a:pt x="1558693" y="26088"/>
                  </a:lnTo>
                  <a:lnTo>
                    <a:pt x="2143023" y="7468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5" name="pl1495"/>
            <p:cNvSpPr/>
            <p:nvPr/>
          </p:nvSpPr>
          <p:spPr>
            <a:xfrm>
              <a:off x="3585896" y="4688331"/>
              <a:ext cx="2370423" cy="24042"/>
            </a:xfrm>
            <a:custGeom>
              <a:avLst/>
              <a:pathLst>
                <a:path w="2370423" h="24042">
                  <a:moveTo>
                    <a:pt x="0" y="14834"/>
                  </a:moveTo>
                  <a:lnTo>
                    <a:pt x="808851" y="0"/>
                  </a:lnTo>
                  <a:lnTo>
                    <a:pt x="1338490" y="21996"/>
                  </a:lnTo>
                  <a:lnTo>
                    <a:pt x="1838625" y="18415"/>
                  </a:lnTo>
                  <a:lnTo>
                    <a:pt x="2370423" y="2404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6" name="pl1496"/>
            <p:cNvSpPr/>
            <p:nvPr/>
          </p:nvSpPr>
          <p:spPr>
            <a:xfrm>
              <a:off x="3585896" y="4634619"/>
              <a:ext cx="2353840" cy="26600"/>
            </a:xfrm>
            <a:custGeom>
              <a:avLst/>
              <a:pathLst>
                <a:path w="2353840" h="26600">
                  <a:moveTo>
                    <a:pt x="0" y="26600"/>
                  </a:moveTo>
                  <a:lnTo>
                    <a:pt x="835477" y="21996"/>
                  </a:lnTo>
                  <a:lnTo>
                    <a:pt x="235384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7" name="pl1497"/>
            <p:cNvSpPr/>
            <p:nvPr/>
          </p:nvSpPr>
          <p:spPr>
            <a:xfrm>
              <a:off x="3585896" y="3999281"/>
              <a:ext cx="790141" cy="356546"/>
            </a:xfrm>
            <a:custGeom>
              <a:avLst/>
              <a:pathLst>
                <a:path w="790141" h="356546">
                  <a:moveTo>
                    <a:pt x="0" y="356546"/>
                  </a:moveTo>
                  <a:lnTo>
                    <a:pt x="79014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8" name="pl1498"/>
            <p:cNvSpPr/>
            <p:nvPr/>
          </p:nvSpPr>
          <p:spPr>
            <a:xfrm>
              <a:off x="3585896" y="4692935"/>
              <a:ext cx="507047" cy="27623"/>
            </a:xfrm>
            <a:custGeom>
              <a:avLst/>
              <a:pathLst>
                <a:path w="507047" h="27623">
                  <a:moveTo>
                    <a:pt x="0" y="27623"/>
                  </a:moveTo>
                  <a:lnTo>
                    <a:pt x="50704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9" name="pl1499"/>
            <p:cNvSpPr/>
            <p:nvPr/>
          </p:nvSpPr>
          <p:spPr>
            <a:xfrm>
              <a:off x="3585896" y="4667358"/>
              <a:ext cx="835477" cy="29158"/>
            </a:xfrm>
            <a:custGeom>
              <a:avLst/>
              <a:pathLst>
                <a:path w="835477" h="29158">
                  <a:moveTo>
                    <a:pt x="0" y="0"/>
                  </a:moveTo>
                  <a:lnTo>
                    <a:pt x="835477" y="2915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0" name="pl1500"/>
            <p:cNvSpPr/>
            <p:nvPr/>
          </p:nvSpPr>
          <p:spPr>
            <a:xfrm>
              <a:off x="3585896" y="4639734"/>
              <a:ext cx="3547718" cy="41435"/>
            </a:xfrm>
            <a:custGeom>
              <a:avLst/>
              <a:pathLst>
                <a:path w="3547718" h="41435">
                  <a:moveTo>
                    <a:pt x="0" y="41435"/>
                  </a:moveTo>
                  <a:lnTo>
                    <a:pt x="354771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1" name="pl1501"/>
            <p:cNvSpPr/>
            <p:nvPr/>
          </p:nvSpPr>
          <p:spPr>
            <a:xfrm>
              <a:off x="3585896" y="4018208"/>
              <a:ext cx="272540" cy="17392"/>
            </a:xfrm>
            <a:custGeom>
              <a:avLst/>
              <a:pathLst>
                <a:path w="272540" h="17392">
                  <a:moveTo>
                    <a:pt x="0" y="17392"/>
                  </a:moveTo>
                  <a:lnTo>
                    <a:pt x="27254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2" name="pl1502"/>
            <p:cNvSpPr/>
            <p:nvPr/>
          </p:nvSpPr>
          <p:spPr>
            <a:xfrm>
              <a:off x="4406566" y="4692423"/>
              <a:ext cx="281785" cy="15346"/>
            </a:xfrm>
            <a:custGeom>
              <a:avLst/>
              <a:pathLst>
                <a:path w="281785" h="15346">
                  <a:moveTo>
                    <a:pt x="0" y="0"/>
                  </a:moveTo>
                  <a:lnTo>
                    <a:pt x="281785" y="1534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3" name="pl1503"/>
            <p:cNvSpPr/>
            <p:nvPr/>
          </p:nvSpPr>
          <p:spPr>
            <a:xfrm>
              <a:off x="3585896" y="3195133"/>
              <a:ext cx="569178" cy="340688"/>
            </a:xfrm>
            <a:custGeom>
              <a:avLst/>
              <a:pathLst>
                <a:path w="569178" h="340688">
                  <a:moveTo>
                    <a:pt x="0" y="340688"/>
                  </a:moveTo>
                  <a:lnTo>
                    <a:pt x="267698" y="299253"/>
                  </a:lnTo>
                  <a:lnTo>
                    <a:pt x="56917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4" name="pl1504"/>
            <p:cNvSpPr/>
            <p:nvPr/>
          </p:nvSpPr>
          <p:spPr>
            <a:xfrm>
              <a:off x="3585896" y="4612111"/>
              <a:ext cx="789730" cy="511"/>
            </a:xfrm>
            <a:custGeom>
              <a:avLst/>
              <a:pathLst>
                <a:path w="789730" h="511">
                  <a:moveTo>
                    <a:pt x="0" y="511"/>
                  </a:moveTo>
                  <a:lnTo>
                    <a:pt x="78973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5" name="pl1505"/>
            <p:cNvSpPr/>
            <p:nvPr/>
          </p:nvSpPr>
          <p:spPr>
            <a:xfrm>
              <a:off x="3585896" y="4628992"/>
              <a:ext cx="568260" cy="21996"/>
            </a:xfrm>
            <a:custGeom>
              <a:avLst/>
              <a:pathLst>
                <a:path w="568260" h="21996">
                  <a:moveTo>
                    <a:pt x="0" y="21996"/>
                  </a:moveTo>
                  <a:lnTo>
                    <a:pt x="56826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6" name="pl1506"/>
            <p:cNvSpPr/>
            <p:nvPr/>
          </p:nvSpPr>
          <p:spPr>
            <a:xfrm>
              <a:off x="3585896" y="4619272"/>
              <a:ext cx="2386673" cy="60362"/>
            </a:xfrm>
            <a:custGeom>
              <a:avLst/>
              <a:pathLst>
                <a:path w="2386673" h="60362">
                  <a:moveTo>
                    <a:pt x="0" y="20461"/>
                  </a:moveTo>
                  <a:lnTo>
                    <a:pt x="846271" y="26600"/>
                  </a:lnTo>
                  <a:lnTo>
                    <a:pt x="1338901" y="0"/>
                  </a:lnTo>
                  <a:lnTo>
                    <a:pt x="1853017" y="8696"/>
                  </a:lnTo>
                  <a:lnTo>
                    <a:pt x="2386673" y="6036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7" name="pl1507"/>
            <p:cNvSpPr/>
            <p:nvPr/>
          </p:nvSpPr>
          <p:spPr>
            <a:xfrm>
              <a:off x="3585896" y="4624388"/>
              <a:ext cx="499415" cy="7161"/>
            </a:xfrm>
            <a:custGeom>
              <a:avLst/>
              <a:pathLst>
                <a:path w="499415" h="7161">
                  <a:moveTo>
                    <a:pt x="0" y="0"/>
                  </a:moveTo>
                  <a:lnTo>
                    <a:pt x="499415" y="716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8" name="pl1508"/>
            <p:cNvSpPr/>
            <p:nvPr/>
          </p:nvSpPr>
          <p:spPr>
            <a:xfrm>
              <a:off x="3585896" y="4121028"/>
              <a:ext cx="540433" cy="36831"/>
            </a:xfrm>
            <a:custGeom>
              <a:avLst/>
              <a:pathLst>
                <a:path w="540433" h="36831">
                  <a:moveTo>
                    <a:pt x="0" y="36831"/>
                  </a:moveTo>
                  <a:lnTo>
                    <a:pt x="273455" y="0"/>
                  </a:lnTo>
                  <a:lnTo>
                    <a:pt x="540433" y="255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9" name="pl1509"/>
            <p:cNvSpPr/>
            <p:nvPr/>
          </p:nvSpPr>
          <p:spPr>
            <a:xfrm>
              <a:off x="3585896" y="4163998"/>
              <a:ext cx="795827" cy="85939"/>
            </a:xfrm>
            <a:custGeom>
              <a:avLst/>
              <a:pathLst>
                <a:path w="795827" h="85939">
                  <a:moveTo>
                    <a:pt x="0" y="85939"/>
                  </a:moveTo>
                  <a:lnTo>
                    <a:pt x="79582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0" name="pl1510"/>
            <p:cNvSpPr/>
            <p:nvPr/>
          </p:nvSpPr>
          <p:spPr>
            <a:xfrm>
              <a:off x="3585896" y="4068851"/>
              <a:ext cx="566892" cy="92589"/>
            </a:xfrm>
            <a:custGeom>
              <a:avLst/>
              <a:pathLst>
                <a:path w="566892" h="92589">
                  <a:moveTo>
                    <a:pt x="0" y="0"/>
                  </a:moveTo>
                  <a:lnTo>
                    <a:pt x="238746" y="92589"/>
                  </a:lnTo>
                  <a:lnTo>
                    <a:pt x="566892" y="9105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1" name="pl1511"/>
            <p:cNvSpPr/>
            <p:nvPr/>
          </p:nvSpPr>
          <p:spPr>
            <a:xfrm>
              <a:off x="3585896" y="4655081"/>
              <a:ext cx="1598394" cy="69570"/>
            </a:xfrm>
            <a:custGeom>
              <a:avLst/>
              <a:pathLst>
                <a:path w="1598394" h="69570">
                  <a:moveTo>
                    <a:pt x="0" y="53200"/>
                  </a:moveTo>
                  <a:lnTo>
                    <a:pt x="287127" y="11765"/>
                  </a:lnTo>
                  <a:lnTo>
                    <a:pt x="581481" y="0"/>
                  </a:lnTo>
                  <a:lnTo>
                    <a:pt x="814608" y="33250"/>
                  </a:lnTo>
                  <a:lnTo>
                    <a:pt x="1080147" y="42969"/>
                  </a:lnTo>
                  <a:lnTo>
                    <a:pt x="1598394" y="6957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2" name="pl1512"/>
            <p:cNvSpPr/>
            <p:nvPr/>
          </p:nvSpPr>
          <p:spPr>
            <a:xfrm>
              <a:off x="3585896" y="4125632"/>
              <a:ext cx="799496" cy="61896"/>
            </a:xfrm>
            <a:custGeom>
              <a:avLst/>
              <a:pathLst>
                <a:path w="799496" h="61896">
                  <a:moveTo>
                    <a:pt x="0" y="61896"/>
                  </a:moveTo>
                  <a:lnTo>
                    <a:pt x="79949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3" name="pl1513"/>
            <p:cNvSpPr/>
            <p:nvPr/>
          </p:nvSpPr>
          <p:spPr>
            <a:xfrm>
              <a:off x="3585896" y="3520475"/>
              <a:ext cx="619591" cy="159601"/>
            </a:xfrm>
            <a:custGeom>
              <a:avLst/>
              <a:pathLst>
                <a:path w="619591" h="159601">
                  <a:moveTo>
                    <a:pt x="0" y="159601"/>
                  </a:moveTo>
                  <a:lnTo>
                    <a:pt x="61959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4" name="pl1514"/>
            <p:cNvSpPr/>
            <p:nvPr/>
          </p:nvSpPr>
          <p:spPr>
            <a:xfrm>
              <a:off x="3585896" y="4602903"/>
              <a:ext cx="557311" cy="91054"/>
            </a:xfrm>
            <a:custGeom>
              <a:avLst/>
              <a:pathLst>
                <a:path w="557311" h="91054">
                  <a:moveTo>
                    <a:pt x="0" y="91054"/>
                  </a:moveTo>
                  <a:lnTo>
                    <a:pt x="55731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5" name="pl1515"/>
            <p:cNvSpPr/>
            <p:nvPr/>
          </p:nvSpPr>
          <p:spPr>
            <a:xfrm>
              <a:off x="3585896" y="4656615"/>
              <a:ext cx="1882521" cy="92077"/>
            </a:xfrm>
            <a:custGeom>
              <a:avLst/>
              <a:pathLst>
                <a:path w="1882521" h="92077">
                  <a:moveTo>
                    <a:pt x="0" y="25065"/>
                  </a:moveTo>
                  <a:lnTo>
                    <a:pt x="855626" y="49108"/>
                  </a:lnTo>
                  <a:lnTo>
                    <a:pt x="1598272" y="0"/>
                  </a:lnTo>
                  <a:lnTo>
                    <a:pt x="1882521" y="9207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6" name="pl1516"/>
            <p:cNvSpPr/>
            <p:nvPr/>
          </p:nvSpPr>
          <p:spPr>
            <a:xfrm>
              <a:off x="3585896" y="4590626"/>
              <a:ext cx="588925" cy="32738"/>
            </a:xfrm>
            <a:custGeom>
              <a:avLst/>
              <a:pathLst>
                <a:path w="588925" h="32738">
                  <a:moveTo>
                    <a:pt x="0" y="32738"/>
                  </a:moveTo>
                  <a:lnTo>
                    <a:pt x="58892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7" name="pl1517"/>
            <p:cNvSpPr/>
            <p:nvPr/>
          </p:nvSpPr>
          <p:spPr>
            <a:xfrm>
              <a:off x="4689791" y="4741532"/>
              <a:ext cx="456731" cy="13811"/>
            </a:xfrm>
            <a:custGeom>
              <a:avLst/>
              <a:pathLst>
                <a:path w="456731" h="13811">
                  <a:moveTo>
                    <a:pt x="0" y="0"/>
                  </a:moveTo>
                  <a:lnTo>
                    <a:pt x="456731" y="1381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8" name="pl1518"/>
            <p:cNvSpPr/>
            <p:nvPr/>
          </p:nvSpPr>
          <p:spPr>
            <a:xfrm>
              <a:off x="4149013" y="3427374"/>
              <a:ext cx="498290" cy="285441"/>
            </a:xfrm>
            <a:custGeom>
              <a:avLst/>
              <a:pathLst>
                <a:path w="498290" h="285441">
                  <a:moveTo>
                    <a:pt x="0" y="285441"/>
                  </a:moveTo>
                  <a:lnTo>
                    <a:pt x="49829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9" name="pl1519"/>
            <p:cNvSpPr/>
            <p:nvPr/>
          </p:nvSpPr>
          <p:spPr>
            <a:xfrm>
              <a:off x="3585896" y="3799267"/>
              <a:ext cx="921831" cy="193363"/>
            </a:xfrm>
            <a:custGeom>
              <a:avLst/>
              <a:pathLst>
                <a:path w="921831" h="193363">
                  <a:moveTo>
                    <a:pt x="0" y="0"/>
                  </a:moveTo>
                  <a:lnTo>
                    <a:pt x="921831" y="19336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0" name="pl1520"/>
            <p:cNvSpPr/>
            <p:nvPr/>
          </p:nvSpPr>
          <p:spPr>
            <a:xfrm>
              <a:off x="3585896" y="4381916"/>
              <a:ext cx="2412161" cy="128397"/>
            </a:xfrm>
            <a:custGeom>
              <a:avLst/>
              <a:pathLst>
                <a:path w="2412161" h="128397">
                  <a:moveTo>
                    <a:pt x="0" y="128397"/>
                  </a:moveTo>
                  <a:lnTo>
                    <a:pt x="828280" y="36831"/>
                  </a:lnTo>
                  <a:lnTo>
                    <a:pt x="1314101" y="36319"/>
                  </a:lnTo>
                  <a:lnTo>
                    <a:pt x="1832868" y="0"/>
                  </a:lnTo>
                  <a:lnTo>
                    <a:pt x="2412161" y="4194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1" name="pl1521"/>
            <p:cNvSpPr/>
            <p:nvPr/>
          </p:nvSpPr>
          <p:spPr>
            <a:xfrm>
              <a:off x="3585896" y="3882649"/>
              <a:ext cx="276555" cy="242983"/>
            </a:xfrm>
            <a:custGeom>
              <a:avLst/>
              <a:pathLst>
                <a:path w="276555" h="242983">
                  <a:moveTo>
                    <a:pt x="0" y="242983"/>
                  </a:moveTo>
                  <a:lnTo>
                    <a:pt x="27655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2" name="pl1522"/>
            <p:cNvSpPr/>
            <p:nvPr/>
          </p:nvSpPr>
          <p:spPr>
            <a:xfrm>
              <a:off x="3585896" y="4465809"/>
              <a:ext cx="541153" cy="84404"/>
            </a:xfrm>
            <a:custGeom>
              <a:avLst/>
              <a:pathLst>
                <a:path w="541153" h="84404">
                  <a:moveTo>
                    <a:pt x="0" y="84404"/>
                  </a:moveTo>
                  <a:lnTo>
                    <a:pt x="262981" y="19438"/>
                  </a:lnTo>
                  <a:lnTo>
                    <a:pt x="54115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3" name="pl1523"/>
            <p:cNvSpPr/>
            <p:nvPr/>
          </p:nvSpPr>
          <p:spPr>
            <a:xfrm>
              <a:off x="3585896" y="4234080"/>
              <a:ext cx="312284" cy="37854"/>
            </a:xfrm>
            <a:custGeom>
              <a:avLst/>
              <a:pathLst>
                <a:path w="312284" h="37854">
                  <a:moveTo>
                    <a:pt x="0" y="0"/>
                  </a:moveTo>
                  <a:lnTo>
                    <a:pt x="312284" y="3785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4" name="pl1524"/>
            <p:cNvSpPr/>
            <p:nvPr/>
          </p:nvSpPr>
          <p:spPr>
            <a:xfrm>
              <a:off x="3585896" y="4104659"/>
              <a:ext cx="613905" cy="353988"/>
            </a:xfrm>
            <a:custGeom>
              <a:avLst/>
              <a:pathLst>
                <a:path w="613905" h="353988">
                  <a:moveTo>
                    <a:pt x="0" y="353988"/>
                  </a:moveTo>
                  <a:lnTo>
                    <a:pt x="61390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5" name="pl1525"/>
            <p:cNvSpPr/>
            <p:nvPr/>
          </p:nvSpPr>
          <p:spPr>
            <a:xfrm>
              <a:off x="3585896" y="4666334"/>
              <a:ext cx="805253" cy="35296"/>
            </a:xfrm>
            <a:custGeom>
              <a:avLst/>
              <a:pathLst>
                <a:path w="805253" h="35296">
                  <a:moveTo>
                    <a:pt x="0" y="0"/>
                  </a:moveTo>
                  <a:lnTo>
                    <a:pt x="805253" y="3529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6" name="pl1526"/>
            <p:cNvSpPr/>
            <p:nvPr/>
          </p:nvSpPr>
          <p:spPr>
            <a:xfrm>
              <a:off x="3585896" y="4641780"/>
              <a:ext cx="3172078" cy="75708"/>
            </a:xfrm>
            <a:custGeom>
              <a:avLst/>
              <a:pathLst>
                <a:path w="3172078" h="75708">
                  <a:moveTo>
                    <a:pt x="0" y="42458"/>
                  </a:moveTo>
                  <a:lnTo>
                    <a:pt x="827626" y="0"/>
                  </a:lnTo>
                  <a:lnTo>
                    <a:pt x="1654361" y="38877"/>
                  </a:lnTo>
                  <a:lnTo>
                    <a:pt x="2097687" y="75708"/>
                  </a:lnTo>
                  <a:lnTo>
                    <a:pt x="2649635" y="38877"/>
                  </a:lnTo>
                  <a:lnTo>
                    <a:pt x="3172078" y="4603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7" name="pl1527"/>
            <p:cNvSpPr/>
            <p:nvPr/>
          </p:nvSpPr>
          <p:spPr>
            <a:xfrm>
              <a:off x="4109639" y="3651942"/>
              <a:ext cx="266398" cy="336084"/>
            </a:xfrm>
            <a:custGeom>
              <a:avLst/>
              <a:pathLst>
                <a:path w="266398" h="336084">
                  <a:moveTo>
                    <a:pt x="0" y="336084"/>
                  </a:moveTo>
                  <a:lnTo>
                    <a:pt x="26639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8" name="pl1528"/>
            <p:cNvSpPr/>
            <p:nvPr/>
          </p:nvSpPr>
          <p:spPr>
            <a:xfrm>
              <a:off x="3585896" y="4636153"/>
              <a:ext cx="1082219" cy="16880"/>
            </a:xfrm>
            <a:custGeom>
              <a:avLst/>
              <a:pathLst>
                <a:path w="1082219" h="16880">
                  <a:moveTo>
                    <a:pt x="0" y="16880"/>
                  </a:moveTo>
                  <a:lnTo>
                    <a:pt x="563480" y="12788"/>
                  </a:lnTo>
                  <a:lnTo>
                    <a:pt x="108221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9" name="pl1529"/>
            <p:cNvSpPr/>
            <p:nvPr/>
          </p:nvSpPr>
          <p:spPr>
            <a:xfrm>
              <a:off x="3585896" y="3871395"/>
              <a:ext cx="2369168" cy="697234"/>
            </a:xfrm>
            <a:custGeom>
              <a:avLst/>
              <a:pathLst>
                <a:path w="2369168" h="697234">
                  <a:moveTo>
                    <a:pt x="0" y="697234"/>
                  </a:moveTo>
                  <a:lnTo>
                    <a:pt x="815512" y="451182"/>
                  </a:lnTo>
                  <a:lnTo>
                    <a:pt x="1288301" y="300276"/>
                  </a:lnTo>
                  <a:lnTo>
                    <a:pt x="1827296" y="115609"/>
                  </a:lnTo>
                  <a:lnTo>
                    <a:pt x="236916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0" name="pl1530"/>
            <p:cNvSpPr/>
            <p:nvPr/>
          </p:nvSpPr>
          <p:spPr>
            <a:xfrm>
              <a:off x="3585896" y="4191110"/>
              <a:ext cx="1838625" cy="455274"/>
            </a:xfrm>
            <a:custGeom>
              <a:avLst/>
              <a:pathLst>
                <a:path w="1838625" h="455274">
                  <a:moveTo>
                    <a:pt x="0" y="455274"/>
                  </a:moveTo>
                  <a:lnTo>
                    <a:pt x="805253" y="361661"/>
                  </a:lnTo>
                  <a:lnTo>
                    <a:pt x="1373165" y="223544"/>
                  </a:lnTo>
                  <a:lnTo>
                    <a:pt x="183862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1" name="pl1531"/>
            <p:cNvSpPr/>
            <p:nvPr/>
          </p:nvSpPr>
          <p:spPr>
            <a:xfrm>
              <a:off x="3585896" y="4059131"/>
              <a:ext cx="296807" cy="6138"/>
            </a:xfrm>
            <a:custGeom>
              <a:avLst/>
              <a:pathLst>
                <a:path w="296807" h="6138">
                  <a:moveTo>
                    <a:pt x="0" y="0"/>
                  </a:moveTo>
                  <a:lnTo>
                    <a:pt x="296807" y="613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2" name="pl1532"/>
            <p:cNvSpPr/>
            <p:nvPr/>
          </p:nvSpPr>
          <p:spPr>
            <a:xfrm>
              <a:off x="3585896" y="3557818"/>
              <a:ext cx="317351" cy="50642"/>
            </a:xfrm>
            <a:custGeom>
              <a:avLst/>
              <a:pathLst>
                <a:path w="317351" h="50642">
                  <a:moveTo>
                    <a:pt x="0" y="50642"/>
                  </a:moveTo>
                  <a:lnTo>
                    <a:pt x="31735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3" name="pl1533"/>
            <p:cNvSpPr/>
            <p:nvPr/>
          </p:nvSpPr>
          <p:spPr>
            <a:xfrm>
              <a:off x="3585896" y="2561841"/>
              <a:ext cx="1118287" cy="442997"/>
            </a:xfrm>
            <a:custGeom>
              <a:avLst/>
              <a:pathLst>
                <a:path w="1118287" h="442997">
                  <a:moveTo>
                    <a:pt x="0" y="239914"/>
                  </a:moveTo>
                  <a:lnTo>
                    <a:pt x="311372" y="442997"/>
                  </a:lnTo>
                  <a:lnTo>
                    <a:pt x="609516" y="308461"/>
                  </a:lnTo>
                  <a:lnTo>
                    <a:pt x="111828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4" name="pl1534"/>
            <p:cNvSpPr/>
            <p:nvPr/>
          </p:nvSpPr>
          <p:spPr>
            <a:xfrm>
              <a:off x="3585896" y="4640757"/>
              <a:ext cx="1048484" cy="25577"/>
            </a:xfrm>
            <a:custGeom>
              <a:avLst/>
              <a:pathLst>
                <a:path w="1048484" h="25577">
                  <a:moveTo>
                    <a:pt x="0" y="11765"/>
                  </a:moveTo>
                  <a:lnTo>
                    <a:pt x="595503" y="25577"/>
                  </a:lnTo>
                  <a:lnTo>
                    <a:pt x="104848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5" name="pl1535"/>
            <p:cNvSpPr/>
            <p:nvPr/>
          </p:nvSpPr>
          <p:spPr>
            <a:xfrm>
              <a:off x="3585896" y="4687819"/>
              <a:ext cx="1227580" cy="72127"/>
            </a:xfrm>
            <a:custGeom>
              <a:avLst/>
              <a:pathLst>
                <a:path w="1227580" h="72127">
                  <a:moveTo>
                    <a:pt x="0" y="0"/>
                  </a:moveTo>
                  <a:lnTo>
                    <a:pt x="1227580" y="7212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6" name="pl1536"/>
            <p:cNvSpPr/>
            <p:nvPr/>
          </p:nvSpPr>
          <p:spPr>
            <a:xfrm>
              <a:off x="3585896" y="4647919"/>
              <a:ext cx="580012" cy="15857"/>
            </a:xfrm>
            <a:custGeom>
              <a:avLst/>
              <a:pathLst>
                <a:path w="580012" h="15857">
                  <a:moveTo>
                    <a:pt x="0" y="15857"/>
                  </a:moveTo>
                  <a:lnTo>
                    <a:pt x="58001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7" name="pl1537"/>
            <p:cNvSpPr/>
            <p:nvPr/>
          </p:nvSpPr>
          <p:spPr>
            <a:xfrm>
              <a:off x="3585896" y="4658150"/>
              <a:ext cx="261941" cy="7673"/>
            </a:xfrm>
            <a:custGeom>
              <a:avLst/>
              <a:pathLst>
                <a:path w="261941" h="7673">
                  <a:moveTo>
                    <a:pt x="0" y="7673"/>
                  </a:moveTo>
                  <a:lnTo>
                    <a:pt x="26194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8" name="pl1538"/>
            <p:cNvSpPr/>
            <p:nvPr/>
          </p:nvSpPr>
          <p:spPr>
            <a:xfrm>
              <a:off x="3585896" y="4374243"/>
              <a:ext cx="1833587" cy="278791"/>
            </a:xfrm>
            <a:custGeom>
              <a:avLst/>
              <a:pathLst>
                <a:path w="1833587" h="278791">
                  <a:moveTo>
                    <a:pt x="0" y="278791"/>
                  </a:moveTo>
                  <a:lnTo>
                    <a:pt x="932625" y="245029"/>
                  </a:lnTo>
                  <a:lnTo>
                    <a:pt x="183358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9" name="pl1539"/>
            <p:cNvSpPr/>
            <p:nvPr/>
          </p:nvSpPr>
          <p:spPr>
            <a:xfrm>
              <a:off x="3585896" y="3965519"/>
              <a:ext cx="2127911" cy="499778"/>
            </a:xfrm>
            <a:custGeom>
              <a:avLst/>
              <a:pathLst>
                <a:path w="2127911" h="499778">
                  <a:moveTo>
                    <a:pt x="0" y="499778"/>
                  </a:moveTo>
                  <a:lnTo>
                    <a:pt x="663488" y="293626"/>
                  </a:lnTo>
                  <a:lnTo>
                    <a:pt x="1097418" y="50131"/>
                  </a:lnTo>
                  <a:lnTo>
                    <a:pt x="1616263" y="0"/>
                  </a:lnTo>
                  <a:lnTo>
                    <a:pt x="2127911" y="42355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0" name="pl1540"/>
            <p:cNvSpPr/>
            <p:nvPr/>
          </p:nvSpPr>
          <p:spPr>
            <a:xfrm>
              <a:off x="3585896" y="4696004"/>
              <a:ext cx="1191688" cy="18415"/>
            </a:xfrm>
            <a:custGeom>
              <a:avLst/>
              <a:pathLst>
                <a:path w="1191688" h="18415">
                  <a:moveTo>
                    <a:pt x="0" y="18415"/>
                  </a:moveTo>
                  <a:lnTo>
                    <a:pt x="579292" y="511"/>
                  </a:lnTo>
                  <a:lnTo>
                    <a:pt x="119168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1" name="pl1541"/>
            <p:cNvSpPr/>
            <p:nvPr/>
          </p:nvSpPr>
          <p:spPr>
            <a:xfrm>
              <a:off x="3585896" y="3481598"/>
              <a:ext cx="259782" cy="83381"/>
            </a:xfrm>
            <a:custGeom>
              <a:avLst/>
              <a:pathLst>
                <a:path w="259782" h="83381">
                  <a:moveTo>
                    <a:pt x="0" y="83381"/>
                  </a:moveTo>
                  <a:lnTo>
                    <a:pt x="25978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2" name="pl1542"/>
            <p:cNvSpPr/>
            <p:nvPr/>
          </p:nvSpPr>
          <p:spPr>
            <a:xfrm>
              <a:off x="3585896" y="4698562"/>
              <a:ext cx="787160" cy="31715"/>
            </a:xfrm>
            <a:custGeom>
              <a:avLst/>
              <a:pathLst>
                <a:path w="787160" h="31715">
                  <a:moveTo>
                    <a:pt x="0" y="0"/>
                  </a:moveTo>
                  <a:lnTo>
                    <a:pt x="787160" y="3171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3" name="pl1543"/>
            <p:cNvSpPr/>
            <p:nvPr/>
          </p:nvSpPr>
          <p:spPr>
            <a:xfrm>
              <a:off x="3585896" y="4636153"/>
              <a:ext cx="266838" cy="51154"/>
            </a:xfrm>
            <a:custGeom>
              <a:avLst/>
              <a:pathLst>
                <a:path w="266838" h="51154">
                  <a:moveTo>
                    <a:pt x="0" y="0"/>
                  </a:moveTo>
                  <a:lnTo>
                    <a:pt x="266838" y="5115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4" name="pl1544"/>
            <p:cNvSpPr/>
            <p:nvPr/>
          </p:nvSpPr>
          <p:spPr>
            <a:xfrm>
              <a:off x="3585896" y="3267772"/>
              <a:ext cx="528229" cy="199502"/>
            </a:xfrm>
            <a:custGeom>
              <a:avLst/>
              <a:pathLst>
                <a:path w="528229" h="199502">
                  <a:moveTo>
                    <a:pt x="0" y="199502"/>
                  </a:moveTo>
                  <a:lnTo>
                    <a:pt x="266288" y="0"/>
                  </a:lnTo>
                  <a:lnTo>
                    <a:pt x="528229" y="9412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5" name="pl1545"/>
            <p:cNvSpPr/>
            <p:nvPr/>
          </p:nvSpPr>
          <p:spPr>
            <a:xfrm>
              <a:off x="3585896" y="2831425"/>
              <a:ext cx="265334" cy="234287"/>
            </a:xfrm>
            <a:custGeom>
              <a:avLst/>
              <a:pathLst>
                <a:path w="265334" h="234287">
                  <a:moveTo>
                    <a:pt x="0" y="234287"/>
                  </a:moveTo>
                  <a:lnTo>
                    <a:pt x="26533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6" name="pl1546"/>
            <p:cNvSpPr/>
            <p:nvPr/>
          </p:nvSpPr>
          <p:spPr>
            <a:xfrm>
              <a:off x="3585896" y="4653546"/>
              <a:ext cx="528109" cy="11765"/>
            </a:xfrm>
            <a:custGeom>
              <a:avLst/>
              <a:pathLst>
                <a:path w="528109" h="11765">
                  <a:moveTo>
                    <a:pt x="0" y="11765"/>
                  </a:moveTo>
                  <a:lnTo>
                    <a:pt x="52810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7" name="pl1547"/>
            <p:cNvSpPr/>
            <p:nvPr/>
          </p:nvSpPr>
          <p:spPr>
            <a:xfrm>
              <a:off x="3585896" y="3610507"/>
              <a:ext cx="498369" cy="121235"/>
            </a:xfrm>
            <a:custGeom>
              <a:avLst/>
              <a:pathLst>
                <a:path w="498369" h="121235">
                  <a:moveTo>
                    <a:pt x="0" y="121235"/>
                  </a:moveTo>
                  <a:lnTo>
                    <a:pt x="49836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8" name="pl1548"/>
            <p:cNvSpPr/>
            <p:nvPr/>
          </p:nvSpPr>
          <p:spPr>
            <a:xfrm>
              <a:off x="3585896" y="4583464"/>
              <a:ext cx="294054" cy="34273"/>
            </a:xfrm>
            <a:custGeom>
              <a:avLst/>
              <a:pathLst>
                <a:path w="294054" h="34273">
                  <a:moveTo>
                    <a:pt x="0" y="0"/>
                  </a:moveTo>
                  <a:lnTo>
                    <a:pt x="294054" y="3427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9" name="pl1549"/>
            <p:cNvSpPr/>
            <p:nvPr/>
          </p:nvSpPr>
          <p:spPr>
            <a:xfrm>
              <a:off x="3585896" y="4239707"/>
              <a:ext cx="905999" cy="274699"/>
            </a:xfrm>
            <a:custGeom>
              <a:avLst/>
              <a:pathLst>
                <a:path w="905999" h="274699">
                  <a:moveTo>
                    <a:pt x="0" y="274699"/>
                  </a:moveTo>
                  <a:lnTo>
                    <a:pt x="90599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0" name="pl1550"/>
            <p:cNvSpPr/>
            <p:nvPr/>
          </p:nvSpPr>
          <p:spPr>
            <a:xfrm>
              <a:off x="3585896" y="4631549"/>
              <a:ext cx="764708" cy="9719"/>
            </a:xfrm>
            <a:custGeom>
              <a:avLst/>
              <a:pathLst>
                <a:path w="764708" h="9719">
                  <a:moveTo>
                    <a:pt x="0" y="0"/>
                  </a:moveTo>
                  <a:lnTo>
                    <a:pt x="764708" y="971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1" name="pl1551"/>
            <p:cNvSpPr/>
            <p:nvPr/>
          </p:nvSpPr>
          <p:spPr>
            <a:xfrm>
              <a:off x="5408444" y="4590114"/>
              <a:ext cx="1055680" cy="18415"/>
            </a:xfrm>
            <a:custGeom>
              <a:avLst/>
              <a:pathLst>
                <a:path w="1055680" h="18415">
                  <a:moveTo>
                    <a:pt x="0" y="0"/>
                  </a:moveTo>
                  <a:lnTo>
                    <a:pt x="526760" y="18415"/>
                  </a:lnTo>
                  <a:lnTo>
                    <a:pt x="1055680" y="1790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2" name="pl1552"/>
            <p:cNvSpPr/>
            <p:nvPr/>
          </p:nvSpPr>
          <p:spPr>
            <a:xfrm>
              <a:off x="3585896" y="4707258"/>
              <a:ext cx="2371862" cy="35808"/>
            </a:xfrm>
            <a:custGeom>
              <a:avLst/>
              <a:pathLst>
                <a:path w="2371862" h="35808">
                  <a:moveTo>
                    <a:pt x="0" y="0"/>
                  </a:moveTo>
                  <a:lnTo>
                    <a:pt x="793019" y="18415"/>
                  </a:lnTo>
                  <a:lnTo>
                    <a:pt x="1334172" y="9719"/>
                  </a:lnTo>
                  <a:lnTo>
                    <a:pt x="1853017" y="35808"/>
                  </a:lnTo>
                  <a:lnTo>
                    <a:pt x="2371862" y="1381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3" name="pl1553"/>
            <p:cNvSpPr/>
            <p:nvPr/>
          </p:nvSpPr>
          <p:spPr>
            <a:xfrm>
              <a:off x="3585896" y="3541960"/>
              <a:ext cx="796617" cy="91566"/>
            </a:xfrm>
            <a:custGeom>
              <a:avLst/>
              <a:pathLst>
                <a:path w="796617" h="91566">
                  <a:moveTo>
                    <a:pt x="0" y="0"/>
                  </a:moveTo>
                  <a:lnTo>
                    <a:pt x="530142" y="91566"/>
                  </a:lnTo>
                  <a:lnTo>
                    <a:pt x="796617" y="7212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4" name="pl1554"/>
            <p:cNvSpPr/>
            <p:nvPr/>
          </p:nvSpPr>
          <p:spPr>
            <a:xfrm>
              <a:off x="3585896" y="4644338"/>
              <a:ext cx="2391697" cy="47062"/>
            </a:xfrm>
            <a:custGeom>
              <a:avLst/>
              <a:pathLst>
                <a:path w="2391697" h="47062">
                  <a:moveTo>
                    <a:pt x="0" y="23019"/>
                  </a:moveTo>
                  <a:lnTo>
                    <a:pt x="855626" y="31715"/>
                  </a:lnTo>
                  <a:lnTo>
                    <a:pt x="1353971" y="5115"/>
                  </a:lnTo>
                  <a:lnTo>
                    <a:pt x="1842942" y="47062"/>
                  </a:lnTo>
                  <a:lnTo>
                    <a:pt x="239169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5" name="pl1555"/>
            <p:cNvSpPr/>
            <p:nvPr/>
          </p:nvSpPr>
          <p:spPr>
            <a:xfrm>
              <a:off x="3585896" y="4037135"/>
              <a:ext cx="2863031" cy="395935"/>
            </a:xfrm>
            <a:custGeom>
              <a:avLst/>
              <a:pathLst>
                <a:path w="2863031" h="395935">
                  <a:moveTo>
                    <a:pt x="0" y="395935"/>
                  </a:moveTo>
                  <a:lnTo>
                    <a:pt x="735192" y="358592"/>
                  </a:lnTo>
                  <a:lnTo>
                    <a:pt x="1314023" y="213825"/>
                  </a:lnTo>
                  <a:lnTo>
                    <a:pt x="1932954" y="206663"/>
                  </a:lnTo>
                  <a:lnTo>
                    <a:pt x="2410002" y="62919"/>
                  </a:lnTo>
                  <a:lnTo>
                    <a:pt x="286303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6" name="pl1556"/>
            <p:cNvSpPr/>
            <p:nvPr/>
          </p:nvSpPr>
          <p:spPr>
            <a:xfrm>
              <a:off x="3585896" y="4648942"/>
              <a:ext cx="2355311" cy="30181"/>
            </a:xfrm>
            <a:custGeom>
              <a:avLst/>
              <a:pathLst>
                <a:path w="2355311" h="30181">
                  <a:moveTo>
                    <a:pt x="0" y="16369"/>
                  </a:moveTo>
                  <a:lnTo>
                    <a:pt x="790860" y="30181"/>
                  </a:lnTo>
                  <a:lnTo>
                    <a:pt x="1395340" y="24042"/>
                  </a:lnTo>
                  <a:lnTo>
                    <a:pt x="1912026" y="0"/>
                  </a:lnTo>
                  <a:lnTo>
                    <a:pt x="2355311" y="920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7" name="pl1557"/>
            <p:cNvSpPr/>
            <p:nvPr/>
          </p:nvSpPr>
          <p:spPr>
            <a:xfrm>
              <a:off x="3585896" y="4639734"/>
              <a:ext cx="1530508" cy="47062"/>
            </a:xfrm>
            <a:custGeom>
              <a:avLst/>
              <a:pathLst>
                <a:path w="1530508" h="47062">
                  <a:moveTo>
                    <a:pt x="0" y="27623"/>
                  </a:moveTo>
                  <a:lnTo>
                    <a:pt x="844832" y="47062"/>
                  </a:lnTo>
                  <a:lnTo>
                    <a:pt x="153050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8" name="pl1558"/>
            <p:cNvSpPr/>
            <p:nvPr/>
          </p:nvSpPr>
          <p:spPr>
            <a:xfrm>
              <a:off x="4947977" y="4579884"/>
              <a:ext cx="516123" cy="26600"/>
            </a:xfrm>
            <a:custGeom>
              <a:avLst/>
              <a:pathLst>
                <a:path w="516123" h="26600">
                  <a:moveTo>
                    <a:pt x="0" y="26600"/>
                  </a:moveTo>
                  <a:lnTo>
                    <a:pt x="51612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9" name="pl1559"/>
            <p:cNvSpPr/>
            <p:nvPr/>
          </p:nvSpPr>
          <p:spPr>
            <a:xfrm>
              <a:off x="3852432" y="3174671"/>
              <a:ext cx="528642" cy="159090"/>
            </a:xfrm>
            <a:custGeom>
              <a:avLst/>
              <a:pathLst>
                <a:path w="528642" h="159090">
                  <a:moveTo>
                    <a:pt x="0" y="0"/>
                  </a:moveTo>
                  <a:lnTo>
                    <a:pt x="261663" y="10742"/>
                  </a:lnTo>
                  <a:lnTo>
                    <a:pt x="528642" y="15909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0" name="pl1560"/>
            <p:cNvSpPr/>
            <p:nvPr/>
          </p:nvSpPr>
          <p:spPr>
            <a:xfrm>
              <a:off x="3585896" y="4290349"/>
              <a:ext cx="2092650" cy="389285"/>
            </a:xfrm>
            <a:custGeom>
              <a:avLst/>
              <a:pathLst>
                <a:path w="2092650" h="389285">
                  <a:moveTo>
                    <a:pt x="0" y="389285"/>
                  </a:moveTo>
                  <a:lnTo>
                    <a:pt x="543311" y="368823"/>
                  </a:lnTo>
                  <a:lnTo>
                    <a:pt x="1057119" y="331992"/>
                  </a:lnTo>
                  <a:lnTo>
                    <a:pt x="1598992" y="200525"/>
                  </a:lnTo>
                  <a:lnTo>
                    <a:pt x="209265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1" name="pl1561"/>
            <p:cNvSpPr/>
            <p:nvPr/>
          </p:nvSpPr>
          <p:spPr>
            <a:xfrm>
              <a:off x="3585896" y="4639734"/>
              <a:ext cx="1308266" cy="63431"/>
            </a:xfrm>
            <a:custGeom>
              <a:avLst/>
              <a:pathLst>
                <a:path w="1308266" h="63431">
                  <a:moveTo>
                    <a:pt x="0" y="0"/>
                  </a:moveTo>
                  <a:lnTo>
                    <a:pt x="1308266" y="6343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2" name="pl1562"/>
            <p:cNvSpPr/>
            <p:nvPr/>
          </p:nvSpPr>
          <p:spPr>
            <a:xfrm>
              <a:off x="3585896" y="2844214"/>
              <a:ext cx="273403" cy="388262"/>
            </a:xfrm>
            <a:custGeom>
              <a:avLst/>
              <a:pathLst>
                <a:path w="273403" h="388262">
                  <a:moveTo>
                    <a:pt x="0" y="0"/>
                  </a:moveTo>
                  <a:lnTo>
                    <a:pt x="273403" y="38826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3" name="pl1563"/>
            <p:cNvSpPr/>
            <p:nvPr/>
          </p:nvSpPr>
          <p:spPr>
            <a:xfrm>
              <a:off x="3585896" y="4238683"/>
              <a:ext cx="1597024" cy="476759"/>
            </a:xfrm>
            <a:custGeom>
              <a:avLst/>
              <a:pathLst>
                <a:path w="1597024" h="476759">
                  <a:moveTo>
                    <a:pt x="0" y="476759"/>
                  </a:moveTo>
                  <a:lnTo>
                    <a:pt x="788892" y="346315"/>
                  </a:lnTo>
                  <a:lnTo>
                    <a:pt x="159702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4" name="pl1564"/>
            <p:cNvSpPr/>
            <p:nvPr/>
          </p:nvSpPr>
          <p:spPr>
            <a:xfrm>
              <a:off x="3585896" y="4706746"/>
              <a:ext cx="780618" cy="28134"/>
            </a:xfrm>
            <a:custGeom>
              <a:avLst/>
              <a:pathLst>
                <a:path w="780618" h="28134">
                  <a:moveTo>
                    <a:pt x="0" y="0"/>
                  </a:moveTo>
                  <a:lnTo>
                    <a:pt x="780618" y="2813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5" name="pl1565"/>
            <p:cNvSpPr/>
            <p:nvPr/>
          </p:nvSpPr>
          <p:spPr>
            <a:xfrm>
              <a:off x="4157993" y="4682192"/>
              <a:ext cx="1049923" cy="45527"/>
            </a:xfrm>
            <a:custGeom>
              <a:avLst/>
              <a:pathLst>
                <a:path w="1049923" h="45527">
                  <a:moveTo>
                    <a:pt x="0" y="0"/>
                  </a:moveTo>
                  <a:lnTo>
                    <a:pt x="542592" y="24554"/>
                  </a:lnTo>
                  <a:lnTo>
                    <a:pt x="1049923" y="4552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6" name="pl1566"/>
            <p:cNvSpPr/>
            <p:nvPr/>
          </p:nvSpPr>
          <p:spPr>
            <a:xfrm>
              <a:off x="3585896" y="4679635"/>
              <a:ext cx="2099127" cy="29158"/>
            </a:xfrm>
            <a:custGeom>
              <a:avLst/>
              <a:pathLst>
                <a:path w="2099127" h="29158">
                  <a:moveTo>
                    <a:pt x="0" y="16369"/>
                  </a:moveTo>
                  <a:lnTo>
                    <a:pt x="534945" y="14323"/>
                  </a:lnTo>
                  <a:lnTo>
                    <a:pt x="1021858" y="11765"/>
                  </a:lnTo>
                  <a:lnTo>
                    <a:pt x="1575541" y="0"/>
                  </a:lnTo>
                  <a:lnTo>
                    <a:pt x="2099127" y="2915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7" name="pl1567"/>
            <p:cNvSpPr/>
            <p:nvPr/>
          </p:nvSpPr>
          <p:spPr>
            <a:xfrm>
              <a:off x="3585896" y="4603926"/>
              <a:ext cx="800795" cy="50131"/>
            </a:xfrm>
            <a:custGeom>
              <a:avLst/>
              <a:pathLst>
                <a:path w="800795" h="50131">
                  <a:moveTo>
                    <a:pt x="0" y="0"/>
                  </a:moveTo>
                  <a:lnTo>
                    <a:pt x="800795" y="5013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8" name="pl1568"/>
            <p:cNvSpPr/>
            <p:nvPr/>
          </p:nvSpPr>
          <p:spPr>
            <a:xfrm>
              <a:off x="3585896" y="4656615"/>
              <a:ext cx="1090941" cy="26600"/>
            </a:xfrm>
            <a:custGeom>
              <a:avLst/>
              <a:pathLst>
                <a:path w="1090941" h="26600">
                  <a:moveTo>
                    <a:pt x="0" y="0"/>
                  </a:moveTo>
                  <a:lnTo>
                    <a:pt x="1090941" y="2660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9" name="pl1569"/>
            <p:cNvSpPr/>
            <p:nvPr/>
          </p:nvSpPr>
          <p:spPr>
            <a:xfrm>
              <a:off x="3585896" y="4656104"/>
              <a:ext cx="542018" cy="4092"/>
            </a:xfrm>
            <a:custGeom>
              <a:avLst/>
              <a:pathLst>
                <a:path w="542018" h="4092">
                  <a:moveTo>
                    <a:pt x="0" y="4092"/>
                  </a:moveTo>
                  <a:lnTo>
                    <a:pt x="54201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0" name="pl1570"/>
            <p:cNvSpPr/>
            <p:nvPr/>
          </p:nvSpPr>
          <p:spPr>
            <a:xfrm>
              <a:off x="3585896" y="4702654"/>
              <a:ext cx="574082" cy="5115"/>
            </a:xfrm>
            <a:custGeom>
              <a:avLst/>
              <a:pathLst>
                <a:path w="574082" h="5115">
                  <a:moveTo>
                    <a:pt x="0" y="0"/>
                  </a:moveTo>
                  <a:lnTo>
                    <a:pt x="574082" y="511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1" name="pl1571"/>
            <p:cNvSpPr/>
            <p:nvPr/>
          </p:nvSpPr>
          <p:spPr>
            <a:xfrm>
              <a:off x="3585896" y="4550214"/>
              <a:ext cx="1397935" cy="105889"/>
            </a:xfrm>
            <a:custGeom>
              <a:avLst/>
              <a:pathLst>
                <a:path w="1397935" h="105889">
                  <a:moveTo>
                    <a:pt x="0" y="105889"/>
                  </a:moveTo>
                  <a:lnTo>
                    <a:pt x="139793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2" name="pl1572"/>
            <p:cNvSpPr/>
            <p:nvPr/>
          </p:nvSpPr>
          <p:spPr>
            <a:xfrm>
              <a:off x="3585896" y="4037135"/>
              <a:ext cx="1103175" cy="293114"/>
            </a:xfrm>
            <a:custGeom>
              <a:avLst/>
              <a:pathLst>
                <a:path w="1103175" h="293114">
                  <a:moveTo>
                    <a:pt x="0" y="293114"/>
                  </a:moveTo>
                  <a:lnTo>
                    <a:pt x="550508" y="173925"/>
                  </a:lnTo>
                  <a:lnTo>
                    <a:pt x="110317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3" name="pl1573"/>
            <p:cNvSpPr/>
            <p:nvPr/>
          </p:nvSpPr>
          <p:spPr>
            <a:xfrm>
              <a:off x="3585896" y="4664800"/>
              <a:ext cx="1816088" cy="16880"/>
            </a:xfrm>
            <a:custGeom>
              <a:avLst/>
              <a:pathLst>
                <a:path w="1816088" h="16880">
                  <a:moveTo>
                    <a:pt x="0" y="0"/>
                  </a:moveTo>
                  <a:lnTo>
                    <a:pt x="548840" y="16880"/>
                  </a:lnTo>
                  <a:lnTo>
                    <a:pt x="1816088" y="1125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4" name="pl1574"/>
            <p:cNvSpPr/>
            <p:nvPr/>
          </p:nvSpPr>
          <p:spPr>
            <a:xfrm>
              <a:off x="3585896" y="4395216"/>
              <a:ext cx="607645" cy="58827"/>
            </a:xfrm>
            <a:custGeom>
              <a:avLst/>
              <a:pathLst>
                <a:path w="607645" h="58827">
                  <a:moveTo>
                    <a:pt x="0" y="58827"/>
                  </a:moveTo>
                  <a:lnTo>
                    <a:pt x="60764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5" name="pl1575"/>
            <p:cNvSpPr/>
            <p:nvPr/>
          </p:nvSpPr>
          <p:spPr>
            <a:xfrm>
              <a:off x="3585896" y="4642803"/>
              <a:ext cx="1075829" cy="15857"/>
            </a:xfrm>
            <a:custGeom>
              <a:avLst/>
              <a:pathLst>
                <a:path w="1075829" h="15857">
                  <a:moveTo>
                    <a:pt x="0" y="15857"/>
                  </a:moveTo>
                  <a:lnTo>
                    <a:pt x="527751" y="15346"/>
                  </a:lnTo>
                  <a:lnTo>
                    <a:pt x="107582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6" name="pl1576"/>
            <p:cNvSpPr/>
            <p:nvPr/>
          </p:nvSpPr>
          <p:spPr>
            <a:xfrm>
              <a:off x="3585896" y="4657127"/>
              <a:ext cx="528496" cy="12788"/>
            </a:xfrm>
            <a:custGeom>
              <a:avLst/>
              <a:pathLst>
                <a:path w="528496" h="12788">
                  <a:moveTo>
                    <a:pt x="0" y="0"/>
                  </a:moveTo>
                  <a:lnTo>
                    <a:pt x="528496" y="1278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7" name="pl1577"/>
            <p:cNvSpPr/>
            <p:nvPr/>
          </p:nvSpPr>
          <p:spPr>
            <a:xfrm>
              <a:off x="3585896" y="4621319"/>
              <a:ext cx="2904932" cy="49108"/>
            </a:xfrm>
            <a:custGeom>
              <a:avLst/>
              <a:pathLst>
                <a:path w="2904932" h="49108">
                  <a:moveTo>
                    <a:pt x="0" y="49108"/>
                  </a:moveTo>
                  <a:lnTo>
                    <a:pt x="780618" y="3580"/>
                  </a:lnTo>
                  <a:lnTo>
                    <a:pt x="1320332" y="26088"/>
                  </a:lnTo>
                  <a:lnTo>
                    <a:pt x="1844214" y="1023"/>
                  </a:lnTo>
                  <a:lnTo>
                    <a:pt x="2376012" y="0"/>
                  </a:lnTo>
                  <a:lnTo>
                    <a:pt x="2904932" y="4910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8" name="pl1578"/>
            <p:cNvSpPr/>
            <p:nvPr/>
          </p:nvSpPr>
          <p:spPr>
            <a:xfrm>
              <a:off x="3585896" y="4709304"/>
              <a:ext cx="580012" cy="43992"/>
            </a:xfrm>
            <a:custGeom>
              <a:avLst/>
              <a:pathLst>
                <a:path w="580012" h="43992">
                  <a:moveTo>
                    <a:pt x="0" y="0"/>
                  </a:moveTo>
                  <a:lnTo>
                    <a:pt x="580012" y="4399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9" name="pl1579"/>
            <p:cNvSpPr/>
            <p:nvPr/>
          </p:nvSpPr>
          <p:spPr>
            <a:xfrm>
              <a:off x="3585896" y="4634107"/>
              <a:ext cx="1811999" cy="21996"/>
            </a:xfrm>
            <a:custGeom>
              <a:avLst/>
              <a:pathLst>
                <a:path w="1811999" h="21996">
                  <a:moveTo>
                    <a:pt x="0" y="21996"/>
                  </a:moveTo>
                  <a:lnTo>
                    <a:pt x="807411" y="14834"/>
                  </a:lnTo>
                  <a:lnTo>
                    <a:pt x="1358720" y="17904"/>
                  </a:lnTo>
                  <a:lnTo>
                    <a:pt x="181199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0" name="pl1580"/>
            <p:cNvSpPr/>
            <p:nvPr/>
          </p:nvSpPr>
          <p:spPr>
            <a:xfrm>
              <a:off x="3585896" y="4622342"/>
              <a:ext cx="2638121" cy="80312"/>
            </a:xfrm>
            <a:custGeom>
              <a:avLst/>
              <a:pathLst>
                <a:path w="2638121" h="80312">
                  <a:moveTo>
                    <a:pt x="0" y="80312"/>
                  </a:moveTo>
                  <a:lnTo>
                    <a:pt x="203465" y="65477"/>
                  </a:lnTo>
                  <a:lnTo>
                    <a:pt x="836196" y="0"/>
                  </a:lnTo>
                  <a:lnTo>
                    <a:pt x="1349555" y="48085"/>
                  </a:lnTo>
                  <a:lnTo>
                    <a:pt x="1827830" y="55758"/>
                  </a:lnTo>
                  <a:lnTo>
                    <a:pt x="2638121" y="2762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1" name="pl1581"/>
            <p:cNvSpPr/>
            <p:nvPr/>
          </p:nvSpPr>
          <p:spPr>
            <a:xfrm>
              <a:off x="4814814" y="3485179"/>
              <a:ext cx="639740" cy="47062"/>
            </a:xfrm>
            <a:custGeom>
              <a:avLst/>
              <a:pathLst>
                <a:path w="639740" h="47062">
                  <a:moveTo>
                    <a:pt x="0" y="47062"/>
                  </a:moveTo>
                  <a:lnTo>
                    <a:pt x="382837" y="0"/>
                  </a:lnTo>
                  <a:lnTo>
                    <a:pt x="639740" y="3478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2" name="pl1582"/>
            <p:cNvSpPr/>
            <p:nvPr/>
          </p:nvSpPr>
          <p:spPr>
            <a:xfrm>
              <a:off x="3585896" y="4704189"/>
              <a:ext cx="834037" cy="6138"/>
            </a:xfrm>
            <a:custGeom>
              <a:avLst/>
              <a:pathLst>
                <a:path w="834037" h="6138">
                  <a:moveTo>
                    <a:pt x="0" y="6138"/>
                  </a:moveTo>
                  <a:lnTo>
                    <a:pt x="83403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3" name="pl1583"/>
            <p:cNvSpPr/>
            <p:nvPr/>
          </p:nvSpPr>
          <p:spPr>
            <a:xfrm>
              <a:off x="3585896" y="4495479"/>
              <a:ext cx="1044166" cy="26088"/>
            </a:xfrm>
            <a:custGeom>
              <a:avLst/>
              <a:pathLst>
                <a:path w="1044166" h="26088">
                  <a:moveTo>
                    <a:pt x="0" y="0"/>
                  </a:moveTo>
                  <a:lnTo>
                    <a:pt x="1044166" y="2608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4" name="pl1584"/>
            <p:cNvSpPr/>
            <p:nvPr/>
          </p:nvSpPr>
          <p:spPr>
            <a:xfrm>
              <a:off x="3585896" y="4616203"/>
              <a:ext cx="574153" cy="7673"/>
            </a:xfrm>
            <a:custGeom>
              <a:avLst/>
              <a:pathLst>
                <a:path w="574153" h="7673">
                  <a:moveTo>
                    <a:pt x="0" y="7673"/>
                  </a:moveTo>
                  <a:lnTo>
                    <a:pt x="57415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5" name="rc1585"/>
            <p:cNvSpPr/>
            <p:nvPr/>
          </p:nvSpPr>
          <p:spPr>
            <a:xfrm>
              <a:off x="3400738" y="1761070"/>
              <a:ext cx="4073472" cy="31781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6" name="tx1586"/>
            <p:cNvSpPr/>
            <p:nvPr/>
          </p:nvSpPr>
          <p:spPr>
            <a:xfrm>
              <a:off x="3275953" y="4622468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587" name="tx1587"/>
            <p:cNvSpPr/>
            <p:nvPr/>
          </p:nvSpPr>
          <p:spPr>
            <a:xfrm>
              <a:off x="3213797" y="3863028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588" name="tx1588"/>
            <p:cNvSpPr/>
            <p:nvPr/>
          </p:nvSpPr>
          <p:spPr>
            <a:xfrm>
              <a:off x="3213797" y="3103588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589" name="tx1589"/>
            <p:cNvSpPr/>
            <p:nvPr/>
          </p:nvSpPr>
          <p:spPr>
            <a:xfrm>
              <a:off x="3213797" y="2344094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1590" name="pl1590"/>
            <p:cNvSpPr/>
            <p:nvPr/>
          </p:nvSpPr>
          <p:spPr>
            <a:xfrm>
              <a:off x="3365944" y="466415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1" name="pl1591"/>
            <p:cNvSpPr/>
            <p:nvPr/>
          </p:nvSpPr>
          <p:spPr>
            <a:xfrm>
              <a:off x="3365944" y="390472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2" name="pl1592"/>
            <p:cNvSpPr/>
            <p:nvPr/>
          </p:nvSpPr>
          <p:spPr>
            <a:xfrm>
              <a:off x="3365944" y="314528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3" name="pl1593"/>
            <p:cNvSpPr/>
            <p:nvPr/>
          </p:nvSpPr>
          <p:spPr>
            <a:xfrm>
              <a:off x="3365944" y="238584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4" name="pl1594"/>
            <p:cNvSpPr/>
            <p:nvPr/>
          </p:nvSpPr>
          <p:spPr>
            <a:xfrm>
              <a:off x="3585896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5" name="pl1595"/>
            <p:cNvSpPr/>
            <p:nvPr/>
          </p:nvSpPr>
          <p:spPr>
            <a:xfrm>
              <a:off x="4899200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6" name="pl1596"/>
            <p:cNvSpPr/>
            <p:nvPr/>
          </p:nvSpPr>
          <p:spPr>
            <a:xfrm>
              <a:off x="6212503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7" name="tx1597"/>
            <p:cNvSpPr/>
            <p:nvPr/>
          </p:nvSpPr>
          <p:spPr>
            <a:xfrm>
              <a:off x="3554818" y="50001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598" name="tx1598"/>
            <p:cNvSpPr/>
            <p:nvPr/>
          </p:nvSpPr>
          <p:spPr>
            <a:xfrm>
              <a:off x="4868122" y="5001549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599" name="tx1599"/>
            <p:cNvSpPr/>
            <p:nvPr/>
          </p:nvSpPr>
          <p:spPr>
            <a:xfrm>
              <a:off x="6150348" y="500013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600" name="tx1600"/>
            <p:cNvSpPr/>
            <p:nvPr/>
          </p:nvSpPr>
          <p:spPr>
            <a:xfrm>
              <a:off x="4816294" y="5147574"/>
              <a:ext cx="1242361" cy="10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Years from baseline</a:t>
              </a:r>
            </a:p>
          </p:txBody>
        </p:sp>
        <p:sp>
          <p:nvSpPr>
            <p:cNvPr id="1601" name="tx1601"/>
            <p:cNvSpPr/>
            <p:nvPr/>
          </p:nvSpPr>
          <p:spPr>
            <a:xfrm rot="-5400000">
              <a:off x="2462636" y="3284579"/>
              <a:ext cx="1226399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Cortical Amyloid (Z)</a:t>
              </a:r>
            </a:p>
          </p:txBody>
        </p:sp>
        <p:sp>
          <p:nvSpPr>
            <p:cNvPr id="1602" name="rc1602"/>
            <p:cNvSpPr/>
            <p:nvPr/>
          </p:nvSpPr>
          <p:spPr>
            <a:xfrm>
              <a:off x="7543800" y="1691481"/>
              <a:ext cx="4571999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3" name="rc1603"/>
            <p:cNvSpPr/>
            <p:nvPr/>
          </p:nvSpPr>
          <p:spPr>
            <a:xfrm>
              <a:off x="7648183" y="1761070"/>
              <a:ext cx="4398027" cy="31781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04" name="pl1604"/>
            <p:cNvSpPr/>
            <p:nvPr/>
          </p:nvSpPr>
          <p:spPr>
            <a:xfrm>
              <a:off x="7648183" y="4427461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5" name="pl1605"/>
            <p:cNvSpPr/>
            <p:nvPr/>
          </p:nvSpPr>
          <p:spPr>
            <a:xfrm>
              <a:off x="7648183" y="3692918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6" name="pl1606"/>
            <p:cNvSpPr/>
            <p:nvPr/>
          </p:nvSpPr>
          <p:spPr>
            <a:xfrm>
              <a:off x="7648183" y="2958375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7" name="pl1607"/>
            <p:cNvSpPr/>
            <p:nvPr/>
          </p:nvSpPr>
          <p:spPr>
            <a:xfrm>
              <a:off x="7648183" y="2223832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8" name="pl1608"/>
            <p:cNvSpPr/>
            <p:nvPr/>
          </p:nvSpPr>
          <p:spPr>
            <a:xfrm>
              <a:off x="7848093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9" name="pl1609"/>
            <p:cNvSpPr/>
            <p:nvPr/>
          </p:nvSpPr>
          <p:spPr>
            <a:xfrm>
              <a:off x="8647735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0" name="pl1610"/>
            <p:cNvSpPr/>
            <p:nvPr/>
          </p:nvSpPr>
          <p:spPr>
            <a:xfrm>
              <a:off x="9447376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1" name="pl1611"/>
            <p:cNvSpPr/>
            <p:nvPr/>
          </p:nvSpPr>
          <p:spPr>
            <a:xfrm>
              <a:off x="10247017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2" name="pl1612"/>
            <p:cNvSpPr/>
            <p:nvPr/>
          </p:nvSpPr>
          <p:spPr>
            <a:xfrm>
              <a:off x="11046659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3" name="pl1613"/>
            <p:cNvSpPr/>
            <p:nvPr/>
          </p:nvSpPr>
          <p:spPr>
            <a:xfrm>
              <a:off x="11846300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4" name="pl1614"/>
            <p:cNvSpPr/>
            <p:nvPr/>
          </p:nvSpPr>
          <p:spPr>
            <a:xfrm>
              <a:off x="7648183" y="4794732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5" name="pl1615"/>
            <p:cNvSpPr/>
            <p:nvPr/>
          </p:nvSpPr>
          <p:spPr>
            <a:xfrm>
              <a:off x="7648183" y="4060189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6" name="pl1616"/>
            <p:cNvSpPr/>
            <p:nvPr/>
          </p:nvSpPr>
          <p:spPr>
            <a:xfrm>
              <a:off x="7648183" y="3325646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7" name="pl1617"/>
            <p:cNvSpPr/>
            <p:nvPr/>
          </p:nvSpPr>
          <p:spPr>
            <a:xfrm>
              <a:off x="7648183" y="2591103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8" name="pl1618"/>
            <p:cNvSpPr/>
            <p:nvPr/>
          </p:nvSpPr>
          <p:spPr>
            <a:xfrm>
              <a:off x="7648183" y="1856561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9" name="pl1619"/>
            <p:cNvSpPr/>
            <p:nvPr/>
          </p:nvSpPr>
          <p:spPr>
            <a:xfrm>
              <a:off x="8247914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0" name="pl1620"/>
            <p:cNvSpPr/>
            <p:nvPr/>
          </p:nvSpPr>
          <p:spPr>
            <a:xfrm>
              <a:off x="9047555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1" name="pl1621"/>
            <p:cNvSpPr/>
            <p:nvPr/>
          </p:nvSpPr>
          <p:spPr>
            <a:xfrm>
              <a:off x="9847197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2" name="pl1622"/>
            <p:cNvSpPr/>
            <p:nvPr/>
          </p:nvSpPr>
          <p:spPr>
            <a:xfrm>
              <a:off x="10646838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3" name="pl1623"/>
            <p:cNvSpPr/>
            <p:nvPr/>
          </p:nvSpPr>
          <p:spPr>
            <a:xfrm>
              <a:off x="11446479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4" name="rc1624"/>
            <p:cNvSpPr/>
            <p:nvPr/>
          </p:nvSpPr>
          <p:spPr>
            <a:xfrm>
              <a:off x="7848093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25" name="rc1625"/>
            <p:cNvSpPr/>
            <p:nvPr/>
          </p:nvSpPr>
          <p:spPr>
            <a:xfrm>
              <a:off x="7985963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26" name="rc1626"/>
            <p:cNvSpPr/>
            <p:nvPr/>
          </p:nvSpPr>
          <p:spPr>
            <a:xfrm>
              <a:off x="8123832" y="4770247"/>
              <a:ext cx="137869" cy="24484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27" name="rc1627"/>
            <p:cNvSpPr/>
            <p:nvPr/>
          </p:nvSpPr>
          <p:spPr>
            <a:xfrm>
              <a:off x="8261701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28" name="rc1628"/>
            <p:cNvSpPr/>
            <p:nvPr/>
          </p:nvSpPr>
          <p:spPr>
            <a:xfrm>
              <a:off x="8399570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29" name="rc1629"/>
            <p:cNvSpPr/>
            <p:nvPr/>
          </p:nvSpPr>
          <p:spPr>
            <a:xfrm>
              <a:off x="8537439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30" name="rc1630"/>
            <p:cNvSpPr/>
            <p:nvPr/>
          </p:nvSpPr>
          <p:spPr>
            <a:xfrm>
              <a:off x="8675309" y="4770247"/>
              <a:ext cx="137869" cy="24484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31" name="rc1631"/>
            <p:cNvSpPr/>
            <p:nvPr/>
          </p:nvSpPr>
          <p:spPr>
            <a:xfrm>
              <a:off x="8813178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32" name="rc1632"/>
            <p:cNvSpPr/>
            <p:nvPr/>
          </p:nvSpPr>
          <p:spPr>
            <a:xfrm>
              <a:off x="8951047" y="4770247"/>
              <a:ext cx="137869" cy="24484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33" name="rc1633"/>
            <p:cNvSpPr/>
            <p:nvPr/>
          </p:nvSpPr>
          <p:spPr>
            <a:xfrm>
              <a:off x="9088916" y="4721278"/>
              <a:ext cx="137869" cy="73454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34" name="rc1634"/>
            <p:cNvSpPr/>
            <p:nvPr/>
          </p:nvSpPr>
          <p:spPr>
            <a:xfrm>
              <a:off x="9226785" y="4647824"/>
              <a:ext cx="137869" cy="146908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35" name="rc1635"/>
            <p:cNvSpPr/>
            <p:nvPr/>
          </p:nvSpPr>
          <p:spPr>
            <a:xfrm>
              <a:off x="9364655" y="4721278"/>
              <a:ext cx="137869" cy="73454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36" name="rc1636"/>
            <p:cNvSpPr/>
            <p:nvPr/>
          </p:nvSpPr>
          <p:spPr>
            <a:xfrm>
              <a:off x="9502524" y="4500915"/>
              <a:ext cx="137869" cy="293817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37" name="rc1637"/>
            <p:cNvSpPr/>
            <p:nvPr/>
          </p:nvSpPr>
          <p:spPr>
            <a:xfrm>
              <a:off x="9640393" y="3962250"/>
              <a:ext cx="137869" cy="832481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38" name="rc1638"/>
            <p:cNvSpPr/>
            <p:nvPr/>
          </p:nvSpPr>
          <p:spPr>
            <a:xfrm>
              <a:off x="9778262" y="1905530"/>
              <a:ext cx="137869" cy="2889201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39" name="rc1639"/>
            <p:cNvSpPr/>
            <p:nvPr/>
          </p:nvSpPr>
          <p:spPr>
            <a:xfrm>
              <a:off x="9916131" y="3741887"/>
              <a:ext cx="137869" cy="1052844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40" name="rc1640"/>
            <p:cNvSpPr/>
            <p:nvPr/>
          </p:nvSpPr>
          <p:spPr>
            <a:xfrm>
              <a:off x="10054001" y="4623339"/>
              <a:ext cx="137869" cy="171393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41" name="rc1641"/>
            <p:cNvSpPr/>
            <p:nvPr/>
          </p:nvSpPr>
          <p:spPr>
            <a:xfrm>
              <a:off x="10191870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42" name="rc1642"/>
            <p:cNvSpPr/>
            <p:nvPr/>
          </p:nvSpPr>
          <p:spPr>
            <a:xfrm>
              <a:off x="10329739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43" name="rc1643"/>
            <p:cNvSpPr/>
            <p:nvPr/>
          </p:nvSpPr>
          <p:spPr>
            <a:xfrm>
              <a:off x="10467608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44" name="rc1644"/>
            <p:cNvSpPr/>
            <p:nvPr/>
          </p:nvSpPr>
          <p:spPr>
            <a:xfrm>
              <a:off x="10605477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45" name="rc1645"/>
            <p:cNvSpPr/>
            <p:nvPr/>
          </p:nvSpPr>
          <p:spPr>
            <a:xfrm>
              <a:off x="10743347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46" name="rc1646"/>
            <p:cNvSpPr/>
            <p:nvPr/>
          </p:nvSpPr>
          <p:spPr>
            <a:xfrm>
              <a:off x="10881216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47" name="rc1647"/>
            <p:cNvSpPr/>
            <p:nvPr/>
          </p:nvSpPr>
          <p:spPr>
            <a:xfrm>
              <a:off x="11019085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48" name="rc1648"/>
            <p:cNvSpPr/>
            <p:nvPr/>
          </p:nvSpPr>
          <p:spPr>
            <a:xfrm>
              <a:off x="11156954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49" name="rc1649"/>
            <p:cNvSpPr/>
            <p:nvPr/>
          </p:nvSpPr>
          <p:spPr>
            <a:xfrm>
              <a:off x="11294823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50" name="rc1650"/>
            <p:cNvSpPr/>
            <p:nvPr/>
          </p:nvSpPr>
          <p:spPr>
            <a:xfrm>
              <a:off x="11432693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51" name="rc1651"/>
            <p:cNvSpPr/>
            <p:nvPr/>
          </p:nvSpPr>
          <p:spPr>
            <a:xfrm>
              <a:off x="11570562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52" name="rc1652"/>
            <p:cNvSpPr/>
            <p:nvPr/>
          </p:nvSpPr>
          <p:spPr>
            <a:xfrm>
              <a:off x="11708431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53" name="rc1653"/>
            <p:cNvSpPr/>
            <p:nvPr/>
          </p:nvSpPr>
          <p:spPr>
            <a:xfrm>
              <a:off x="7848093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54" name="rc1654"/>
            <p:cNvSpPr/>
            <p:nvPr/>
          </p:nvSpPr>
          <p:spPr>
            <a:xfrm>
              <a:off x="7985963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55" name="rc1655"/>
            <p:cNvSpPr/>
            <p:nvPr/>
          </p:nvSpPr>
          <p:spPr>
            <a:xfrm>
              <a:off x="8123832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56" name="rc1656"/>
            <p:cNvSpPr/>
            <p:nvPr/>
          </p:nvSpPr>
          <p:spPr>
            <a:xfrm>
              <a:off x="8261701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57" name="rc1657"/>
            <p:cNvSpPr/>
            <p:nvPr/>
          </p:nvSpPr>
          <p:spPr>
            <a:xfrm>
              <a:off x="8399570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58" name="rc1658"/>
            <p:cNvSpPr/>
            <p:nvPr/>
          </p:nvSpPr>
          <p:spPr>
            <a:xfrm>
              <a:off x="8537439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59" name="rc1659"/>
            <p:cNvSpPr/>
            <p:nvPr/>
          </p:nvSpPr>
          <p:spPr>
            <a:xfrm>
              <a:off x="8675309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60" name="rc1660"/>
            <p:cNvSpPr/>
            <p:nvPr/>
          </p:nvSpPr>
          <p:spPr>
            <a:xfrm>
              <a:off x="8813178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61" name="rc1661"/>
            <p:cNvSpPr/>
            <p:nvPr/>
          </p:nvSpPr>
          <p:spPr>
            <a:xfrm>
              <a:off x="8951047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62" name="rc1662"/>
            <p:cNvSpPr/>
            <p:nvPr/>
          </p:nvSpPr>
          <p:spPr>
            <a:xfrm>
              <a:off x="9088916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63" name="rc1663"/>
            <p:cNvSpPr/>
            <p:nvPr/>
          </p:nvSpPr>
          <p:spPr>
            <a:xfrm>
              <a:off x="9226785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64" name="rc1664"/>
            <p:cNvSpPr/>
            <p:nvPr/>
          </p:nvSpPr>
          <p:spPr>
            <a:xfrm>
              <a:off x="9364655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65" name="rc1665"/>
            <p:cNvSpPr/>
            <p:nvPr/>
          </p:nvSpPr>
          <p:spPr>
            <a:xfrm>
              <a:off x="9502524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66" name="rc1666"/>
            <p:cNvSpPr/>
            <p:nvPr/>
          </p:nvSpPr>
          <p:spPr>
            <a:xfrm>
              <a:off x="9640393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67" name="rc1667"/>
            <p:cNvSpPr/>
            <p:nvPr/>
          </p:nvSpPr>
          <p:spPr>
            <a:xfrm>
              <a:off x="9778262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68" name="rc1668"/>
            <p:cNvSpPr/>
            <p:nvPr/>
          </p:nvSpPr>
          <p:spPr>
            <a:xfrm>
              <a:off x="9916131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69" name="rc1669"/>
            <p:cNvSpPr/>
            <p:nvPr/>
          </p:nvSpPr>
          <p:spPr>
            <a:xfrm>
              <a:off x="10054001" y="4500915"/>
              <a:ext cx="137869" cy="293817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70" name="rc1670"/>
            <p:cNvSpPr/>
            <p:nvPr/>
          </p:nvSpPr>
          <p:spPr>
            <a:xfrm>
              <a:off x="10191870" y="4158128"/>
              <a:ext cx="137869" cy="636603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71" name="rc1671"/>
            <p:cNvSpPr/>
            <p:nvPr/>
          </p:nvSpPr>
          <p:spPr>
            <a:xfrm>
              <a:off x="10329739" y="4378491"/>
              <a:ext cx="137869" cy="41624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72" name="rc1672"/>
            <p:cNvSpPr/>
            <p:nvPr/>
          </p:nvSpPr>
          <p:spPr>
            <a:xfrm>
              <a:off x="10467608" y="4500915"/>
              <a:ext cx="137869" cy="293817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73" name="rc1673"/>
            <p:cNvSpPr/>
            <p:nvPr/>
          </p:nvSpPr>
          <p:spPr>
            <a:xfrm>
              <a:off x="10605477" y="4451945"/>
              <a:ext cx="137869" cy="342786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74" name="rc1674"/>
            <p:cNvSpPr/>
            <p:nvPr/>
          </p:nvSpPr>
          <p:spPr>
            <a:xfrm>
              <a:off x="10743347" y="4672308"/>
              <a:ext cx="137869" cy="122423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75" name="rc1675"/>
            <p:cNvSpPr/>
            <p:nvPr/>
          </p:nvSpPr>
          <p:spPr>
            <a:xfrm>
              <a:off x="10881216" y="4770247"/>
              <a:ext cx="137869" cy="24484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76" name="rc1676"/>
            <p:cNvSpPr/>
            <p:nvPr/>
          </p:nvSpPr>
          <p:spPr>
            <a:xfrm>
              <a:off x="11019085" y="4745763"/>
              <a:ext cx="137869" cy="48969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77" name="rc1677"/>
            <p:cNvSpPr/>
            <p:nvPr/>
          </p:nvSpPr>
          <p:spPr>
            <a:xfrm>
              <a:off x="11156954" y="4721278"/>
              <a:ext cx="137869" cy="73454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78" name="rc1678"/>
            <p:cNvSpPr/>
            <p:nvPr/>
          </p:nvSpPr>
          <p:spPr>
            <a:xfrm>
              <a:off x="11294823" y="4745763"/>
              <a:ext cx="137869" cy="48969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79" name="rc1679"/>
            <p:cNvSpPr/>
            <p:nvPr/>
          </p:nvSpPr>
          <p:spPr>
            <a:xfrm>
              <a:off x="11432693" y="4696793"/>
              <a:ext cx="137869" cy="97939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80" name="rc1680"/>
            <p:cNvSpPr/>
            <p:nvPr/>
          </p:nvSpPr>
          <p:spPr>
            <a:xfrm>
              <a:off x="11570562" y="4721278"/>
              <a:ext cx="137869" cy="73454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81" name="rc1681"/>
            <p:cNvSpPr/>
            <p:nvPr/>
          </p:nvSpPr>
          <p:spPr>
            <a:xfrm>
              <a:off x="11708431" y="4770247"/>
              <a:ext cx="137869" cy="24484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82" name="pl1682"/>
            <p:cNvSpPr/>
            <p:nvPr/>
          </p:nvSpPr>
          <p:spPr>
            <a:xfrm>
              <a:off x="10065048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2" cap="flat">
              <a:solidFill>
                <a:srgbClr val="FFD7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683" name="pg1683"/>
            <p:cNvSpPr/>
            <p:nvPr/>
          </p:nvSpPr>
          <p:spPr>
            <a:xfrm>
              <a:off x="10086833" y="2169966"/>
              <a:ext cx="1023446" cy="790163"/>
            </a:xfrm>
            <a:custGeom>
              <a:avLst/>
              <a:pathLst>
                <a:path w="1023446" h="790163">
                  <a:moveTo>
                    <a:pt x="25236" y="790163"/>
                  </a:moveTo>
                  <a:lnTo>
                    <a:pt x="998209" y="790163"/>
                  </a:lnTo>
                  <a:lnTo>
                    <a:pt x="997193" y="790142"/>
                  </a:lnTo>
                  <a:lnTo>
                    <a:pt x="1001251" y="789979"/>
                  </a:lnTo>
                  <a:lnTo>
                    <a:pt x="1005231" y="789167"/>
                  </a:lnTo>
                  <a:lnTo>
                    <a:pt x="1009028" y="787726"/>
                  </a:lnTo>
                  <a:lnTo>
                    <a:pt x="1012546" y="785696"/>
                  </a:lnTo>
                  <a:lnTo>
                    <a:pt x="1015692" y="783127"/>
                  </a:lnTo>
                  <a:lnTo>
                    <a:pt x="1018385" y="780087"/>
                  </a:lnTo>
                  <a:lnTo>
                    <a:pt x="1020555" y="776654"/>
                  </a:lnTo>
                  <a:lnTo>
                    <a:pt x="1022147" y="772918"/>
                  </a:lnTo>
                  <a:lnTo>
                    <a:pt x="1023119" y="768974"/>
                  </a:lnTo>
                  <a:lnTo>
                    <a:pt x="1023446" y="764926"/>
                  </a:lnTo>
                  <a:lnTo>
                    <a:pt x="1023446" y="25236"/>
                  </a:lnTo>
                  <a:lnTo>
                    <a:pt x="1023119" y="21188"/>
                  </a:lnTo>
                  <a:lnTo>
                    <a:pt x="1022147" y="17245"/>
                  </a:lnTo>
                  <a:lnTo>
                    <a:pt x="1020555" y="13508"/>
                  </a:lnTo>
                  <a:lnTo>
                    <a:pt x="1018385" y="10075"/>
                  </a:lnTo>
                  <a:lnTo>
                    <a:pt x="1015692" y="7035"/>
                  </a:lnTo>
                  <a:lnTo>
                    <a:pt x="1012546" y="4467"/>
                  </a:lnTo>
                  <a:lnTo>
                    <a:pt x="1009028" y="2436"/>
                  </a:lnTo>
                  <a:lnTo>
                    <a:pt x="1005231" y="996"/>
                  </a:lnTo>
                  <a:lnTo>
                    <a:pt x="1001251" y="184"/>
                  </a:lnTo>
                  <a:lnTo>
                    <a:pt x="998209" y="0"/>
                  </a:lnTo>
                  <a:lnTo>
                    <a:pt x="25236" y="0"/>
                  </a:lnTo>
                  <a:lnTo>
                    <a:pt x="28278" y="184"/>
                  </a:lnTo>
                  <a:lnTo>
                    <a:pt x="24220" y="20"/>
                  </a:lnTo>
                  <a:lnTo>
                    <a:pt x="20188" y="510"/>
                  </a:lnTo>
                  <a:lnTo>
                    <a:pt x="16287" y="1639"/>
                  </a:lnTo>
                  <a:lnTo>
                    <a:pt x="12618" y="3381"/>
                  </a:lnTo>
                  <a:lnTo>
                    <a:pt x="9275" y="5688"/>
                  </a:lnTo>
                  <a:lnTo>
                    <a:pt x="6346" y="8501"/>
                  </a:lnTo>
                  <a:lnTo>
                    <a:pt x="3906" y="11748"/>
                  </a:lnTo>
                  <a:lnTo>
                    <a:pt x="2019" y="15344"/>
                  </a:lnTo>
                  <a:lnTo>
                    <a:pt x="733" y="19197"/>
                  </a:lnTo>
                  <a:lnTo>
                    <a:pt x="81" y="23205"/>
                  </a:lnTo>
                  <a:lnTo>
                    <a:pt x="0" y="25236"/>
                  </a:lnTo>
                  <a:lnTo>
                    <a:pt x="0" y="764926"/>
                  </a:lnTo>
                  <a:lnTo>
                    <a:pt x="81" y="762896"/>
                  </a:lnTo>
                  <a:lnTo>
                    <a:pt x="81" y="766957"/>
                  </a:lnTo>
                  <a:lnTo>
                    <a:pt x="733" y="770966"/>
                  </a:lnTo>
                  <a:lnTo>
                    <a:pt x="2019" y="774818"/>
                  </a:lnTo>
                  <a:lnTo>
                    <a:pt x="3906" y="778414"/>
                  </a:lnTo>
                  <a:lnTo>
                    <a:pt x="6346" y="781661"/>
                  </a:lnTo>
                  <a:lnTo>
                    <a:pt x="9275" y="784475"/>
                  </a:lnTo>
                  <a:lnTo>
                    <a:pt x="12618" y="786782"/>
                  </a:lnTo>
                  <a:lnTo>
                    <a:pt x="16287" y="788523"/>
                  </a:lnTo>
                  <a:lnTo>
                    <a:pt x="20188" y="789653"/>
                  </a:lnTo>
                  <a:lnTo>
                    <a:pt x="24220" y="790142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  <a:ln w="813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4" name="tx1684"/>
            <p:cNvSpPr/>
            <p:nvPr/>
          </p:nvSpPr>
          <p:spPr>
            <a:xfrm>
              <a:off x="10128894" y="2180809"/>
              <a:ext cx="709165" cy="1315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0.27 Z/year</a:t>
              </a:r>
            </a:p>
          </p:txBody>
        </p:sp>
        <p:sp>
          <p:nvSpPr>
            <p:cNvPr id="1685" name="tx1685"/>
            <p:cNvSpPr/>
            <p:nvPr/>
          </p:nvSpPr>
          <p:spPr>
            <a:xfrm>
              <a:off x="10128894" y="2411798"/>
              <a:ext cx="658574" cy="1024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xi = -0.409</a:t>
              </a:r>
            </a:p>
          </p:txBody>
        </p:sp>
        <p:sp>
          <p:nvSpPr>
            <p:cNvPr id="1686" name="tx1686"/>
            <p:cNvSpPr/>
            <p:nvPr/>
          </p:nvSpPr>
          <p:spPr>
            <a:xfrm>
              <a:off x="10128894" y="2585897"/>
              <a:ext cx="939324" cy="1302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omega = 1.003</a:t>
              </a:r>
            </a:p>
          </p:txBody>
        </p:sp>
        <p:sp>
          <p:nvSpPr>
            <p:cNvPr id="1687" name="tx1687"/>
            <p:cNvSpPr/>
            <p:nvPr/>
          </p:nvSpPr>
          <p:spPr>
            <a:xfrm>
              <a:off x="10128894" y="2789434"/>
              <a:ext cx="853682" cy="1286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alpha = 2.872</a:t>
              </a:r>
            </a:p>
          </p:txBody>
        </p:sp>
        <p:sp>
          <p:nvSpPr>
            <p:cNvPr id="1688" name="pg1688"/>
            <p:cNvSpPr/>
            <p:nvPr/>
          </p:nvSpPr>
          <p:spPr>
            <a:xfrm>
              <a:off x="7848093" y="2400150"/>
              <a:ext cx="3998206" cy="2394582"/>
            </a:xfrm>
            <a:custGeom>
              <a:avLst/>
              <a:pathLst>
                <a:path w="3998206" h="2394582">
                  <a:moveTo>
                    <a:pt x="0" y="2394582"/>
                  </a:moveTo>
                  <a:lnTo>
                    <a:pt x="7824" y="2394581"/>
                  </a:lnTo>
                  <a:lnTo>
                    <a:pt x="15648" y="2394581"/>
                  </a:lnTo>
                  <a:lnTo>
                    <a:pt x="23472" y="2394581"/>
                  </a:lnTo>
                  <a:lnTo>
                    <a:pt x="31297" y="2394581"/>
                  </a:lnTo>
                  <a:lnTo>
                    <a:pt x="39121" y="2394580"/>
                  </a:lnTo>
                  <a:lnTo>
                    <a:pt x="46945" y="2394580"/>
                  </a:lnTo>
                  <a:lnTo>
                    <a:pt x="54769" y="2394578"/>
                  </a:lnTo>
                  <a:lnTo>
                    <a:pt x="62594" y="2394576"/>
                  </a:lnTo>
                  <a:lnTo>
                    <a:pt x="70418" y="2394572"/>
                  </a:lnTo>
                  <a:lnTo>
                    <a:pt x="78242" y="2394566"/>
                  </a:lnTo>
                  <a:lnTo>
                    <a:pt x="86067" y="2394556"/>
                  </a:lnTo>
                  <a:lnTo>
                    <a:pt x="93891" y="2394541"/>
                  </a:lnTo>
                  <a:lnTo>
                    <a:pt x="101715" y="2394519"/>
                  </a:lnTo>
                  <a:lnTo>
                    <a:pt x="109539" y="2394486"/>
                  </a:lnTo>
                  <a:lnTo>
                    <a:pt x="117364" y="2394435"/>
                  </a:lnTo>
                  <a:lnTo>
                    <a:pt x="125188" y="2394362"/>
                  </a:lnTo>
                  <a:lnTo>
                    <a:pt x="133012" y="2394258"/>
                  </a:lnTo>
                  <a:lnTo>
                    <a:pt x="140837" y="2394114"/>
                  </a:lnTo>
                  <a:lnTo>
                    <a:pt x="148661" y="2393918"/>
                  </a:lnTo>
                  <a:lnTo>
                    <a:pt x="156485" y="2393657"/>
                  </a:lnTo>
                  <a:lnTo>
                    <a:pt x="164309" y="2393317"/>
                  </a:lnTo>
                  <a:lnTo>
                    <a:pt x="172134" y="2392881"/>
                  </a:lnTo>
                  <a:lnTo>
                    <a:pt x="179958" y="2392333"/>
                  </a:lnTo>
                  <a:lnTo>
                    <a:pt x="187782" y="2391640"/>
                  </a:lnTo>
                  <a:lnTo>
                    <a:pt x="195606" y="2390798"/>
                  </a:lnTo>
                  <a:lnTo>
                    <a:pt x="203431" y="2389801"/>
                  </a:lnTo>
                  <a:lnTo>
                    <a:pt x="211255" y="2388646"/>
                  </a:lnTo>
                  <a:lnTo>
                    <a:pt x="219079" y="2387340"/>
                  </a:lnTo>
                  <a:lnTo>
                    <a:pt x="226904" y="2385894"/>
                  </a:lnTo>
                  <a:lnTo>
                    <a:pt x="234728" y="2384333"/>
                  </a:lnTo>
                  <a:lnTo>
                    <a:pt x="242552" y="2382688"/>
                  </a:lnTo>
                  <a:lnTo>
                    <a:pt x="250376" y="2381002"/>
                  </a:lnTo>
                  <a:lnTo>
                    <a:pt x="258201" y="2379332"/>
                  </a:lnTo>
                  <a:lnTo>
                    <a:pt x="266025" y="2377749"/>
                  </a:lnTo>
                  <a:lnTo>
                    <a:pt x="273849" y="2376314"/>
                  </a:lnTo>
                  <a:lnTo>
                    <a:pt x="281674" y="2375085"/>
                  </a:lnTo>
                  <a:lnTo>
                    <a:pt x="289498" y="2374115"/>
                  </a:lnTo>
                  <a:lnTo>
                    <a:pt x="297322" y="2373447"/>
                  </a:lnTo>
                  <a:lnTo>
                    <a:pt x="305146" y="2373113"/>
                  </a:lnTo>
                  <a:lnTo>
                    <a:pt x="312971" y="2373129"/>
                  </a:lnTo>
                  <a:lnTo>
                    <a:pt x="320795" y="2373496"/>
                  </a:lnTo>
                  <a:lnTo>
                    <a:pt x="328619" y="2374208"/>
                  </a:lnTo>
                  <a:lnTo>
                    <a:pt x="336444" y="2375249"/>
                  </a:lnTo>
                  <a:lnTo>
                    <a:pt x="344268" y="2376534"/>
                  </a:lnTo>
                  <a:lnTo>
                    <a:pt x="352092" y="2378006"/>
                  </a:lnTo>
                  <a:lnTo>
                    <a:pt x="359916" y="2379606"/>
                  </a:lnTo>
                  <a:lnTo>
                    <a:pt x="367741" y="2381274"/>
                  </a:lnTo>
                  <a:lnTo>
                    <a:pt x="375565" y="2382953"/>
                  </a:lnTo>
                  <a:lnTo>
                    <a:pt x="383389" y="2384592"/>
                  </a:lnTo>
                  <a:lnTo>
                    <a:pt x="391213" y="2386146"/>
                  </a:lnTo>
                  <a:lnTo>
                    <a:pt x="399038" y="2387583"/>
                  </a:lnTo>
                  <a:lnTo>
                    <a:pt x="406862" y="2388859"/>
                  </a:lnTo>
                  <a:lnTo>
                    <a:pt x="414686" y="2389977"/>
                  </a:lnTo>
                  <a:lnTo>
                    <a:pt x="422511" y="2390938"/>
                  </a:lnTo>
                  <a:lnTo>
                    <a:pt x="430335" y="2391746"/>
                  </a:lnTo>
                  <a:lnTo>
                    <a:pt x="438159" y="2392413"/>
                  </a:lnTo>
                  <a:lnTo>
                    <a:pt x="445983" y="2392953"/>
                  </a:lnTo>
                  <a:lnTo>
                    <a:pt x="453808" y="2393380"/>
                  </a:lnTo>
                  <a:lnTo>
                    <a:pt x="461632" y="2393711"/>
                  </a:lnTo>
                  <a:lnTo>
                    <a:pt x="469456" y="2393963"/>
                  </a:lnTo>
                  <a:lnTo>
                    <a:pt x="477281" y="2394146"/>
                  </a:lnTo>
                  <a:lnTo>
                    <a:pt x="485105" y="2394279"/>
                  </a:lnTo>
                  <a:lnTo>
                    <a:pt x="492929" y="2394375"/>
                  </a:lnTo>
                  <a:lnTo>
                    <a:pt x="500753" y="2394443"/>
                  </a:lnTo>
                  <a:lnTo>
                    <a:pt x="508578" y="2394490"/>
                  </a:lnTo>
                  <a:lnTo>
                    <a:pt x="516402" y="2394523"/>
                  </a:lnTo>
                  <a:lnTo>
                    <a:pt x="524226" y="2394544"/>
                  </a:lnTo>
                  <a:lnTo>
                    <a:pt x="532050" y="2394558"/>
                  </a:lnTo>
                  <a:lnTo>
                    <a:pt x="539875" y="2394567"/>
                  </a:lnTo>
                  <a:lnTo>
                    <a:pt x="547699" y="2394573"/>
                  </a:lnTo>
                  <a:lnTo>
                    <a:pt x="555523" y="2394576"/>
                  </a:lnTo>
                  <a:lnTo>
                    <a:pt x="563348" y="2394578"/>
                  </a:lnTo>
                  <a:lnTo>
                    <a:pt x="571172" y="2394578"/>
                  </a:lnTo>
                  <a:lnTo>
                    <a:pt x="578996" y="2394578"/>
                  </a:lnTo>
                  <a:lnTo>
                    <a:pt x="586820" y="2394577"/>
                  </a:lnTo>
                  <a:lnTo>
                    <a:pt x="594645" y="2394574"/>
                  </a:lnTo>
                  <a:lnTo>
                    <a:pt x="602469" y="2394570"/>
                  </a:lnTo>
                  <a:lnTo>
                    <a:pt x="610293" y="2394563"/>
                  </a:lnTo>
                  <a:lnTo>
                    <a:pt x="618118" y="2394552"/>
                  </a:lnTo>
                  <a:lnTo>
                    <a:pt x="625942" y="2394533"/>
                  </a:lnTo>
                  <a:lnTo>
                    <a:pt x="633766" y="2394506"/>
                  </a:lnTo>
                  <a:lnTo>
                    <a:pt x="641590" y="2394465"/>
                  </a:lnTo>
                  <a:lnTo>
                    <a:pt x="649415" y="2394406"/>
                  </a:lnTo>
                  <a:lnTo>
                    <a:pt x="657239" y="2394321"/>
                  </a:lnTo>
                  <a:lnTo>
                    <a:pt x="665063" y="2394202"/>
                  </a:lnTo>
                  <a:lnTo>
                    <a:pt x="672888" y="2394040"/>
                  </a:lnTo>
                  <a:lnTo>
                    <a:pt x="680712" y="2393821"/>
                  </a:lnTo>
                  <a:lnTo>
                    <a:pt x="688536" y="2393533"/>
                  </a:lnTo>
                  <a:lnTo>
                    <a:pt x="696360" y="2393148"/>
                  </a:lnTo>
                  <a:lnTo>
                    <a:pt x="704185" y="2392653"/>
                  </a:lnTo>
                  <a:lnTo>
                    <a:pt x="712009" y="2392034"/>
                  </a:lnTo>
                  <a:lnTo>
                    <a:pt x="719833" y="2391278"/>
                  </a:lnTo>
                  <a:lnTo>
                    <a:pt x="727657" y="2390371"/>
                  </a:lnTo>
                  <a:lnTo>
                    <a:pt x="735482" y="2389308"/>
                  </a:lnTo>
                  <a:lnTo>
                    <a:pt x="743306" y="2388088"/>
                  </a:lnTo>
                  <a:lnTo>
                    <a:pt x="751130" y="2386718"/>
                  </a:lnTo>
                  <a:lnTo>
                    <a:pt x="758955" y="2385215"/>
                  </a:lnTo>
                  <a:lnTo>
                    <a:pt x="766779" y="2383599"/>
                  </a:lnTo>
                  <a:lnTo>
                    <a:pt x="774603" y="2381918"/>
                  </a:lnTo>
                  <a:lnTo>
                    <a:pt x="782427" y="2380230"/>
                  </a:lnTo>
                  <a:lnTo>
                    <a:pt x="790252" y="2378591"/>
                  </a:lnTo>
                  <a:lnTo>
                    <a:pt x="798076" y="2377062"/>
                  </a:lnTo>
                  <a:lnTo>
                    <a:pt x="805900" y="2375703"/>
                  </a:lnTo>
                  <a:lnTo>
                    <a:pt x="813725" y="2374571"/>
                  </a:lnTo>
                  <a:lnTo>
                    <a:pt x="821549" y="2373716"/>
                  </a:lnTo>
                  <a:lnTo>
                    <a:pt x="829373" y="2373181"/>
                  </a:lnTo>
                  <a:lnTo>
                    <a:pt x="837197" y="2372999"/>
                  </a:lnTo>
                  <a:lnTo>
                    <a:pt x="845022" y="2373214"/>
                  </a:lnTo>
                  <a:lnTo>
                    <a:pt x="852846" y="2373774"/>
                  </a:lnTo>
                  <a:lnTo>
                    <a:pt x="860670" y="2374649"/>
                  </a:lnTo>
                  <a:lnTo>
                    <a:pt x="868495" y="2375799"/>
                  </a:lnTo>
                  <a:lnTo>
                    <a:pt x="876319" y="2377172"/>
                  </a:lnTo>
                  <a:lnTo>
                    <a:pt x="884143" y="2378712"/>
                  </a:lnTo>
                  <a:lnTo>
                    <a:pt x="891967" y="2380356"/>
                  </a:lnTo>
                  <a:lnTo>
                    <a:pt x="899792" y="2382046"/>
                  </a:lnTo>
                  <a:lnTo>
                    <a:pt x="907616" y="2383724"/>
                  </a:lnTo>
                  <a:lnTo>
                    <a:pt x="915440" y="2385328"/>
                  </a:lnTo>
                  <a:lnTo>
                    <a:pt x="923264" y="2386819"/>
                  </a:lnTo>
                  <a:lnTo>
                    <a:pt x="931089" y="2388174"/>
                  </a:lnTo>
                  <a:lnTo>
                    <a:pt x="938913" y="2389374"/>
                  </a:lnTo>
                  <a:lnTo>
                    <a:pt x="946737" y="2390413"/>
                  </a:lnTo>
                  <a:lnTo>
                    <a:pt x="954562" y="2391289"/>
                  </a:lnTo>
                  <a:lnTo>
                    <a:pt x="962386" y="2392006"/>
                  </a:lnTo>
                  <a:lnTo>
                    <a:pt x="970210" y="2392572"/>
                  </a:lnTo>
                  <a:lnTo>
                    <a:pt x="978034" y="2392996"/>
                  </a:lnTo>
                  <a:lnTo>
                    <a:pt x="985859" y="2393280"/>
                  </a:lnTo>
                  <a:lnTo>
                    <a:pt x="993683" y="2393434"/>
                  </a:lnTo>
                  <a:lnTo>
                    <a:pt x="1001507" y="2393470"/>
                  </a:lnTo>
                  <a:lnTo>
                    <a:pt x="1009332" y="2393389"/>
                  </a:lnTo>
                  <a:lnTo>
                    <a:pt x="1017156" y="2393186"/>
                  </a:lnTo>
                  <a:lnTo>
                    <a:pt x="1024980" y="2392853"/>
                  </a:lnTo>
                  <a:lnTo>
                    <a:pt x="1032804" y="2392381"/>
                  </a:lnTo>
                  <a:lnTo>
                    <a:pt x="1040629" y="2391756"/>
                  </a:lnTo>
                  <a:lnTo>
                    <a:pt x="1048453" y="2390963"/>
                  </a:lnTo>
                  <a:lnTo>
                    <a:pt x="1056277" y="2389979"/>
                  </a:lnTo>
                  <a:lnTo>
                    <a:pt x="1064101" y="2388778"/>
                  </a:lnTo>
                  <a:lnTo>
                    <a:pt x="1071926" y="2387367"/>
                  </a:lnTo>
                  <a:lnTo>
                    <a:pt x="1079750" y="2385742"/>
                  </a:lnTo>
                  <a:lnTo>
                    <a:pt x="1087574" y="2383904"/>
                  </a:lnTo>
                  <a:lnTo>
                    <a:pt x="1095399" y="2381860"/>
                  </a:lnTo>
                  <a:lnTo>
                    <a:pt x="1103223" y="2379623"/>
                  </a:lnTo>
                  <a:lnTo>
                    <a:pt x="1111047" y="2377208"/>
                  </a:lnTo>
                  <a:lnTo>
                    <a:pt x="1118871" y="2374637"/>
                  </a:lnTo>
                  <a:lnTo>
                    <a:pt x="1126696" y="2371934"/>
                  </a:lnTo>
                  <a:lnTo>
                    <a:pt x="1134520" y="2369110"/>
                  </a:lnTo>
                  <a:lnTo>
                    <a:pt x="1142344" y="2366207"/>
                  </a:lnTo>
                  <a:lnTo>
                    <a:pt x="1150169" y="2363243"/>
                  </a:lnTo>
                  <a:lnTo>
                    <a:pt x="1157993" y="2360232"/>
                  </a:lnTo>
                  <a:lnTo>
                    <a:pt x="1165817" y="2357189"/>
                  </a:lnTo>
                  <a:lnTo>
                    <a:pt x="1173641" y="2354124"/>
                  </a:lnTo>
                  <a:lnTo>
                    <a:pt x="1181466" y="2351051"/>
                  </a:lnTo>
                  <a:lnTo>
                    <a:pt x="1189290" y="2347986"/>
                  </a:lnTo>
                  <a:lnTo>
                    <a:pt x="1197114" y="2344951"/>
                  </a:lnTo>
                  <a:lnTo>
                    <a:pt x="1204939" y="2341989"/>
                  </a:lnTo>
                  <a:lnTo>
                    <a:pt x="1212763" y="2339151"/>
                  </a:lnTo>
                  <a:lnTo>
                    <a:pt x="1220587" y="2336493"/>
                  </a:lnTo>
                  <a:lnTo>
                    <a:pt x="1228411" y="2334083"/>
                  </a:lnTo>
                  <a:lnTo>
                    <a:pt x="1236236" y="2331993"/>
                  </a:lnTo>
                  <a:lnTo>
                    <a:pt x="1244060" y="2330298"/>
                  </a:lnTo>
                  <a:lnTo>
                    <a:pt x="1251884" y="2329065"/>
                  </a:lnTo>
                  <a:lnTo>
                    <a:pt x="1259708" y="2328349"/>
                  </a:lnTo>
                  <a:lnTo>
                    <a:pt x="1267533" y="2328189"/>
                  </a:lnTo>
                  <a:lnTo>
                    <a:pt x="1275357" y="2328630"/>
                  </a:lnTo>
                  <a:lnTo>
                    <a:pt x="1283181" y="2329652"/>
                  </a:lnTo>
                  <a:lnTo>
                    <a:pt x="1291006" y="2331145"/>
                  </a:lnTo>
                  <a:lnTo>
                    <a:pt x="1298830" y="2333008"/>
                  </a:lnTo>
                  <a:lnTo>
                    <a:pt x="1306654" y="2335113"/>
                  </a:lnTo>
                  <a:lnTo>
                    <a:pt x="1314478" y="2337311"/>
                  </a:lnTo>
                  <a:lnTo>
                    <a:pt x="1322303" y="2339433"/>
                  </a:lnTo>
                  <a:lnTo>
                    <a:pt x="1330127" y="2341304"/>
                  </a:lnTo>
                  <a:lnTo>
                    <a:pt x="1337951" y="2342748"/>
                  </a:lnTo>
                  <a:lnTo>
                    <a:pt x="1345776" y="2343588"/>
                  </a:lnTo>
                  <a:lnTo>
                    <a:pt x="1353600" y="2343581"/>
                  </a:lnTo>
                  <a:lnTo>
                    <a:pt x="1361424" y="2342696"/>
                  </a:lnTo>
                  <a:lnTo>
                    <a:pt x="1369248" y="2340870"/>
                  </a:lnTo>
                  <a:lnTo>
                    <a:pt x="1377073" y="2338082"/>
                  </a:lnTo>
                  <a:lnTo>
                    <a:pt x="1384897" y="2334349"/>
                  </a:lnTo>
                  <a:lnTo>
                    <a:pt x="1392721" y="2329732"/>
                  </a:lnTo>
                  <a:lnTo>
                    <a:pt x="1400545" y="2324330"/>
                  </a:lnTo>
                  <a:lnTo>
                    <a:pt x="1408370" y="2318276"/>
                  </a:lnTo>
                  <a:lnTo>
                    <a:pt x="1416194" y="2311736"/>
                  </a:lnTo>
                  <a:lnTo>
                    <a:pt x="1424018" y="2304891"/>
                  </a:lnTo>
                  <a:lnTo>
                    <a:pt x="1431843" y="2298008"/>
                  </a:lnTo>
                  <a:lnTo>
                    <a:pt x="1439667" y="2291297"/>
                  </a:lnTo>
                  <a:lnTo>
                    <a:pt x="1447491" y="2284952"/>
                  </a:lnTo>
                  <a:lnTo>
                    <a:pt x="1455315" y="2279146"/>
                  </a:lnTo>
                  <a:lnTo>
                    <a:pt x="1463140" y="2274022"/>
                  </a:lnTo>
                  <a:lnTo>
                    <a:pt x="1470964" y="2269692"/>
                  </a:lnTo>
                  <a:lnTo>
                    <a:pt x="1478788" y="2266224"/>
                  </a:lnTo>
                  <a:lnTo>
                    <a:pt x="1486613" y="2263645"/>
                  </a:lnTo>
                  <a:lnTo>
                    <a:pt x="1494437" y="2261994"/>
                  </a:lnTo>
                  <a:lnTo>
                    <a:pt x="1502261" y="2261173"/>
                  </a:lnTo>
                  <a:lnTo>
                    <a:pt x="1510085" y="2261011"/>
                  </a:lnTo>
                  <a:lnTo>
                    <a:pt x="1517910" y="2261366"/>
                  </a:lnTo>
                  <a:lnTo>
                    <a:pt x="1525734" y="2262077"/>
                  </a:lnTo>
                  <a:lnTo>
                    <a:pt x="1533558" y="2262974"/>
                  </a:lnTo>
                  <a:lnTo>
                    <a:pt x="1541383" y="2263883"/>
                  </a:lnTo>
                  <a:lnTo>
                    <a:pt x="1549207" y="2264636"/>
                  </a:lnTo>
                  <a:lnTo>
                    <a:pt x="1557031" y="2265069"/>
                  </a:lnTo>
                  <a:lnTo>
                    <a:pt x="1564855" y="2265012"/>
                  </a:lnTo>
                  <a:lnTo>
                    <a:pt x="1572680" y="2264263"/>
                  </a:lnTo>
                  <a:lnTo>
                    <a:pt x="1580504" y="2262761"/>
                  </a:lnTo>
                  <a:lnTo>
                    <a:pt x="1588328" y="2260414"/>
                  </a:lnTo>
                  <a:lnTo>
                    <a:pt x="1596152" y="2257151"/>
                  </a:lnTo>
                  <a:lnTo>
                    <a:pt x="1603977" y="2252924"/>
                  </a:lnTo>
                  <a:lnTo>
                    <a:pt x="1611801" y="2247713"/>
                  </a:lnTo>
                  <a:lnTo>
                    <a:pt x="1619625" y="2241525"/>
                  </a:lnTo>
                  <a:lnTo>
                    <a:pt x="1627450" y="2234404"/>
                  </a:lnTo>
                  <a:lnTo>
                    <a:pt x="1635274" y="2226426"/>
                  </a:lnTo>
                  <a:lnTo>
                    <a:pt x="1643098" y="2217630"/>
                  </a:lnTo>
                  <a:lnTo>
                    <a:pt x="1650922" y="2208281"/>
                  </a:lnTo>
                  <a:lnTo>
                    <a:pt x="1658747" y="2198551"/>
                  </a:lnTo>
                  <a:lnTo>
                    <a:pt x="1666571" y="2188614"/>
                  </a:lnTo>
                  <a:lnTo>
                    <a:pt x="1674395" y="2178627"/>
                  </a:lnTo>
                  <a:lnTo>
                    <a:pt x="1682220" y="2168717"/>
                  </a:lnTo>
                  <a:lnTo>
                    <a:pt x="1690044" y="2158967"/>
                  </a:lnTo>
                  <a:lnTo>
                    <a:pt x="1697868" y="2149399"/>
                  </a:lnTo>
                  <a:lnTo>
                    <a:pt x="1705692" y="2139965"/>
                  </a:lnTo>
                  <a:lnTo>
                    <a:pt x="1713517" y="2130503"/>
                  </a:lnTo>
                  <a:lnTo>
                    <a:pt x="1721341" y="2120720"/>
                  </a:lnTo>
                  <a:lnTo>
                    <a:pt x="1729165" y="2110272"/>
                  </a:lnTo>
                  <a:lnTo>
                    <a:pt x="1736990" y="2098744"/>
                  </a:lnTo>
                  <a:lnTo>
                    <a:pt x="1744814" y="2085661"/>
                  </a:lnTo>
                  <a:lnTo>
                    <a:pt x="1752638" y="2070505"/>
                  </a:lnTo>
                  <a:lnTo>
                    <a:pt x="1760462" y="2052728"/>
                  </a:lnTo>
                  <a:lnTo>
                    <a:pt x="1768287" y="2031768"/>
                  </a:lnTo>
                  <a:lnTo>
                    <a:pt x="1776111" y="2007065"/>
                  </a:lnTo>
                  <a:lnTo>
                    <a:pt x="1783935" y="1977816"/>
                  </a:lnTo>
                  <a:lnTo>
                    <a:pt x="1791759" y="1943225"/>
                  </a:lnTo>
                  <a:lnTo>
                    <a:pt x="1799584" y="1903201"/>
                  </a:lnTo>
                  <a:lnTo>
                    <a:pt x="1807408" y="1857329"/>
                  </a:lnTo>
                  <a:lnTo>
                    <a:pt x="1815232" y="1805252"/>
                  </a:lnTo>
                  <a:lnTo>
                    <a:pt x="1823057" y="1746683"/>
                  </a:lnTo>
                  <a:lnTo>
                    <a:pt x="1830881" y="1681411"/>
                  </a:lnTo>
                  <a:lnTo>
                    <a:pt x="1838705" y="1609320"/>
                  </a:lnTo>
                  <a:lnTo>
                    <a:pt x="1846529" y="1530400"/>
                  </a:lnTo>
                  <a:lnTo>
                    <a:pt x="1854354" y="1444697"/>
                  </a:lnTo>
                  <a:lnTo>
                    <a:pt x="1862178" y="1351834"/>
                  </a:lnTo>
                  <a:lnTo>
                    <a:pt x="1870002" y="1253193"/>
                  </a:lnTo>
                  <a:lnTo>
                    <a:pt x="1877827" y="1149511"/>
                  </a:lnTo>
                  <a:lnTo>
                    <a:pt x="1885651" y="1041736"/>
                  </a:lnTo>
                  <a:lnTo>
                    <a:pt x="1893475" y="931025"/>
                  </a:lnTo>
                  <a:lnTo>
                    <a:pt x="1901299" y="818744"/>
                  </a:lnTo>
                  <a:lnTo>
                    <a:pt x="1909124" y="706445"/>
                  </a:lnTo>
                  <a:lnTo>
                    <a:pt x="1916948" y="595848"/>
                  </a:lnTo>
                  <a:lnTo>
                    <a:pt x="1924772" y="488800"/>
                  </a:lnTo>
                  <a:lnTo>
                    <a:pt x="1932596" y="388104"/>
                  </a:lnTo>
                  <a:lnTo>
                    <a:pt x="1940421" y="295619"/>
                  </a:lnTo>
                  <a:lnTo>
                    <a:pt x="1948245" y="213039"/>
                  </a:lnTo>
                  <a:lnTo>
                    <a:pt x="1956069" y="142075"/>
                  </a:lnTo>
                  <a:lnTo>
                    <a:pt x="1963894" y="84222"/>
                  </a:lnTo>
                  <a:lnTo>
                    <a:pt x="1971718" y="40711"/>
                  </a:lnTo>
                  <a:lnTo>
                    <a:pt x="1979542" y="12452"/>
                  </a:lnTo>
                  <a:lnTo>
                    <a:pt x="1987366" y="0"/>
                  </a:lnTo>
                  <a:lnTo>
                    <a:pt x="1995191" y="3522"/>
                  </a:lnTo>
                  <a:lnTo>
                    <a:pt x="2003015" y="23802"/>
                  </a:lnTo>
                  <a:lnTo>
                    <a:pt x="2010839" y="59912"/>
                  </a:lnTo>
                  <a:lnTo>
                    <a:pt x="2018664" y="109556"/>
                  </a:lnTo>
                  <a:lnTo>
                    <a:pt x="2026488" y="171191"/>
                  </a:lnTo>
                  <a:lnTo>
                    <a:pt x="2034312" y="243014"/>
                  </a:lnTo>
                  <a:lnTo>
                    <a:pt x="2042136" y="323034"/>
                  </a:lnTo>
                  <a:lnTo>
                    <a:pt x="2049961" y="409137"/>
                  </a:lnTo>
                  <a:lnTo>
                    <a:pt x="2057785" y="499176"/>
                  </a:lnTo>
                  <a:lnTo>
                    <a:pt x="2065609" y="591046"/>
                  </a:lnTo>
                  <a:lnTo>
                    <a:pt x="2073434" y="682707"/>
                  </a:lnTo>
                  <a:lnTo>
                    <a:pt x="2081258" y="771941"/>
                  </a:lnTo>
                  <a:lnTo>
                    <a:pt x="2089082" y="857449"/>
                  </a:lnTo>
                  <a:lnTo>
                    <a:pt x="2096906" y="938258"/>
                  </a:lnTo>
                  <a:lnTo>
                    <a:pt x="2104731" y="1013761"/>
                  </a:lnTo>
                  <a:lnTo>
                    <a:pt x="2112555" y="1083717"/>
                  </a:lnTo>
                  <a:lnTo>
                    <a:pt x="2120379" y="1148231"/>
                  </a:lnTo>
                  <a:lnTo>
                    <a:pt x="2128203" y="1207721"/>
                  </a:lnTo>
                  <a:lnTo>
                    <a:pt x="2136028" y="1262868"/>
                  </a:lnTo>
                  <a:lnTo>
                    <a:pt x="2143852" y="1314554"/>
                  </a:lnTo>
                  <a:lnTo>
                    <a:pt x="2151676" y="1363657"/>
                  </a:lnTo>
                  <a:lnTo>
                    <a:pt x="2159501" y="1411661"/>
                  </a:lnTo>
                  <a:lnTo>
                    <a:pt x="2167325" y="1459552"/>
                  </a:lnTo>
                  <a:lnTo>
                    <a:pt x="2175149" y="1508139"/>
                  </a:lnTo>
                  <a:lnTo>
                    <a:pt x="2182973" y="1558036"/>
                  </a:lnTo>
                  <a:lnTo>
                    <a:pt x="2190798" y="1609629"/>
                  </a:lnTo>
                  <a:lnTo>
                    <a:pt x="2198622" y="1663056"/>
                  </a:lnTo>
                  <a:lnTo>
                    <a:pt x="2206446" y="1718208"/>
                  </a:lnTo>
                  <a:lnTo>
                    <a:pt x="2214271" y="1774746"/>
                  </a:lnTo>
                  <a:lnTo>
                    <a:pt x="2222095" y="1832124"/>
                  </a:lnTo>
                  <a:lnTo>
                    <a:pt x="2229919" y="1889438"/>
                  </a:lnTo>
                  <a:lnTo>
                    <a:pt x="2237743" y="1945833"/>
                  </a:lnTo>
                  <a:lnTo>
                    <a:pt x="2245568" y="2000497"/>
                  </a:lnTo>
                  <a:lnTo>
                    <a:pt x="2253392" y="2052665"/>
                  </a:lnTo>
                  <a:lnTo>
                    <a:pt x="2261216" y="2101660"/>
                  </a:lnTo>
                  <a:lnTo>
                    <a:pt x="2269040" y="2146929"/>
                  </a:lnTo>
                  <a:lnTo>
                    <a:pt x="2276865" y="2188064"/>
                  </a:lnTo>
                  <a:lnTo>
                    <a:pt x="2284689" y="2224810"/>
                  </a:lnTo>
                  <a:lnTo>
                    <a:pt x="2292513" y="2256868"/>
                  </a:lnTo>
                  <a:lnTo>
                    <a:pt x="2300338" y="2284135"/>
                  </a:lnTo>
                  <a:lnTo>
                    <a:pt x="2308162" y="2307251"/>
                  </a:lnTo>
                  <a:lnTo>
                    <a:pt x="2315986" y="2326532"/>
                  </a:lnTo>
                  <a:lnTo>
                    <a:pt x="2323810" y="2342351"/>
                  </a:lnTo>
                  <a:lnTo>
                    <a:pt x="2331635" y="2355111"/>
                  </a:lnTo>
                  <a:lnTo>
                    <a:pt x="2339459" y="2365227"/>
                  </a:lnTo>
                  <a:lnTo>
                    <a:pt x="2347283" y="2373108"/>
                  </a:lnTo>
                  <a:lnTo>
                    <a:pt x="2355108" y="2379136"/>
                  </a:lnTo>
                  <a:lnTo>
                    <a:pt x="2362932" y="2383656"/>
                  </a:lnTo>
                  <a:lnTo>
                    <a:pt x="2370756" y="2386875"/>
                  </a:lnTo>
                  <a:lnTo>
                    <a:pt x="2378580" y="2389234"/>
                  </a:lnTo>
                  <a:lnTo>
                    <a:pt x="2386405" y="2390932"/>
                  </a:lnTo>
                  <a:lnTo>
                    <a:pt x="2394229" y="2392134"/>
                  </a:lnTo>
                  <a:lnTo>
                    <a:pt x="2402053" y="2392969"/>
                  </a:lnTo>
                  <a:lnTo>
                    <a:pt x="2409878" y="2393538"/>
                  </a:lnTo>
                  <a:lnTo>
                    <a:pt x="2417702" y="2393919"/>
                  </a:lnTo>
                  <a:lnTo>
                    <a:pt x="2425526" y="2394169"/>
                  </a:lnTo>
                  <a:lnTo>
                    <a:pt x="2433350" y="2394329"/>
                  </a:lnTo>
                  <a:lnTo>
                    <a:pt x="2441175" y="2394427"/>
                  </a:lnTo>
                  <a:lnTo>
                    <a:pt x="2448999" y="2394488"/>
                  </a:lnTo>
                  <a:lnTo>
                    <a:pt x="2456823" y="2394526"/>
                  </a:lnTo>
                  <a:lnTo>
                    <a:pt x="2464647" y="2394549"/>
                  </a:lnTo>
                  <a:lnTo>
                    <a:pt x="2472472" y="2394563"/>
                  </a:lnTo>
                  <a:lnTo>
                    <a:pt x="2480296" y="2394571"/>
                  </a:lnTo>
                  <a:lnTo>
                    <a:pt x="2488120" y="2394576"/>
                  </a:lnTo>
                  <a:lnTo>
                    <a:pt x="2495945" y="2394578"/>
                  </a:lnTo>
                  <a:lnTo>
                    <a:pt x="2503769" y="2394580"/>
                  </a:lnTo>
                  <a:lnTo>
                    <a:pt x="2511593" y="2394581"/>
                  </a:lnTo>
                  <a:lnTo>
                    <a:pt x="2519417" y="2394581"/>
                  </a:lnTo>
                  <a:lnTo>
                    <a:pt x="2527242" y="2394581"/>
                  </a:lnTo>
                  <a:lnTo>
                    <a:pt x="2535066" y="2394581"/>
                  </a:lnTo>
                  <a:lnTo>
                    <a:pt x="2542890" y="2394581"/>
                  </a:lnTo>
                  <a:lnTo>
                    <a:pt x="2550715" y="2394582"/>
                  </a:lnTo>
                  <a:lnTo>
                    <a:pt x="2558539" y="2394582"/>
                  </a:lnTo>
                  <a:lnTo>
                    <a:pt x="2566363" y="2394582"/>
                  </a:lnTo>
                  <a:lnTo>
                    <a:pt x="2574187" y="2394582"/>
                  </a:lnTo>
                  <a:lnTo>
                    <a:pt x="2582012" y="2394582"/>
                  </a:lnTo>
                  <a:lnTo>
                    <a:pt x="2589836" y="2394582"/>
                  </a:lnTo>
                  <a:lnTo>
                    <a:pt x="2597660" y="2394582"/>
                  </a:lnTo>
                  <a:lnTo>
                    <a:pt x="2605485" y="2394582"/>
                  </a:lnTo>
                  <a:lnTo>
                    <a:pt x="2613309" y="2394582"/>
                  </a:lnTo>
                  <a:lnTo>
                    <a:pt x="2621133" y="2394582"/>
                  </a:lnTo>
                  <a:lnTo>
                    <a:pt x="2628957" y="2394582"/>
                  </a:lnTo>
                  <a:lnTo>
                    <a:pt x="2636782" y="2394582"/>
                  </a:lnTo>
                  <a:lnTo>
                    <a:pt x="2644606" y="2394582"/>
                  </a:lnTo>
                  <a:lnTo>
                    <a:pt x="2652430" y="2394582"/>
                  </a:lnTo>
                  <a:lnTo>
                    <a:pt x="2660254" y="2394582"/>
                  </a:lnTo>
                  <a:lnTo>
                    <a:pt x="2668079" y="2394582"/>
                  </a:lnTo>
                  <a:lnTo>
                    <a:pt x="2675903" y="2394582"/>
                  </a:lnTo>
                  <a:lnTo>
                    <a:pt x="2683727" y="2394582"/>
                  </a:lnTo>
                  <a:lnTo>
                    <a:pt x="2691552" y="2394582"/>
                  </a:lnTo>
                  <a:lnTo>
                    <a:pt x="2699376" y="2394582"/>
                  </a:lnTo>
                  <a:lnTo>
                    <a:pt x="2707200" y="2394582"/>
                  </a:lnTo>
                  <a:lnTo>
                    <a:pt x="2715024" y="2394582"/>
                  </a:lnTo>
                  <a:lnTo>
                    <a:pt x="2722849" y="2394582"/>
                  </a:lnTo>
                  <a:lnTo>
                    <a:pt x="2730673" y="2394582"/>
                  </a:lnTo>
                  <a:lnTo>
                    <a:pt x="2738497" y="2394582"/>
                  </a:lnTo>
                  <a:lnTo>
                    <a:pt x="2746322" y="2394582"/>
                  </a:lnTo>
                  <a:lnTo>
                    <a:pt x="2754146" y="2394582"/>
                  </a:lnTo>
                  <a:lnTo>
                    <a:pt x="2761970" y="2394582"/>
                  </a:lnTo>
                  <a:lnTo>
                    <a:pt x="2769794" y="2394582"/>
                  </a:lnTo>
                  <a:lnTo>
                    <a:pt x="2777619" y="2394582"/>
                  </a:lnTo>
                  <a:lnTo>
                    <a:pt x="2785443" y="2394582"/>
                  </a:lnTo>
                  <a:lnTo>
                    <a:pt x="2793267" y="2394582"/>
                  </a:lnTo>
                  <a:lnTo>
                    <a:pt x="2801091" y="2394582"/>
                  </a:lnTo>
                  <a:lnTo>
                    <a:pt x="2808916" y="2394582"/>
                  </a:lnTo>
                  <a:lnTo>
                    <a:pt x="2816740" y="2394582"/>
                  </a:lnTo>
                  <a:lnTo>
                    <a:pt x="2824564" y="2394582"/>
                  </a:lnTo>
                  <a:lnTo>
                    <a:pt x="2832389" y="2394582"/>
                  </a:lnTo>
                  <a:lnTo>
                    <a:pt x="2840213" y="2394582"/>
                  </a:lnTo>
                  <a:lnTo>
                    <a:pt x="2848037" y="2394582"/>
                  </a:lnTo>
                  <a:lnTo>
                    <a:pt x="2855861" y="2394582"/>
                  </a:lnTo>
                  <a:lnTo>
                    <a:pt x="2863686" y="2394582"/>
                  </a:lnTo>
                  <a:lnTo>
                    <a:pt x="2871510" y="2394582"/>
                  </a:lnTo>
                  <a:lnTo>
                    <a:pt x="2879334" y="2394582"/>
                  </a:lnTo>
                  <a:lnTo>
                    <a:pt x="2887159" y="2394582"/>
                  </a:lnTo>
                  <a:lnTo>
                    <a:pt x="2894983" y="2394582"/>
                  </a:lnTo>
                  <a:lnTo>
                    <a:pt x="2902807" y="2394582"/>
                  </a:lnTo>
                  <a:lnTo>
                    <a:pt x="2910631" y="2394582"/>
                  </a:lnTo>
                  <a:lnTo>
                    <a:pt x="2918456" y="2394582"/>
                  </a:lnTo>
                  <a:lnTo>
                    <a:pt x="2926280" y="2394582"/>
                  </a:lnTo>
                  <a:lnTo>
                    <a:pt x="2934104" y="2394582"/>
                  </a:lnTo>
                  <a:lnTo>
                    <a:pt x="2941929" y="2394582"/>
                  </a:lnTo>
                  <a:lnTo>
                    <a:pt x="2949753" y="2394582"/>
                  </a:lnTo>
                  <a:lnTo>
                    <a:pt x="2957577" y="2394582"/>
                  </a:lnTo>
                  <a:lnTo>
                    <a:pt x="2965401" y="2394582"/>
                  </a:lnTo>
                  <a:lnTo>
                    <a:pt x="2973226" y="2394582"/>
                  </a:lnTo>
                  <a:lnTo>
                    <a:pt x="2981050" y="2394582"/>
                  </a:lnTo>
                  <a:lnTo>
                    <a:pt x="2988874" y="2394582"/>
                  </a:lnTo>
                  <a:lnTo>
                    <a:pt x="2996698" y="2394582"/>
                  </a:lnTo>
                  <a:lnTo>
                    <a:pt x="3004523" y="2394582"/>
                  </a:lnTo>
                  <a:lnTo>
                    <a:pt x="3012347" y="2394582"/>
                  </a:lnTo>
                  <a:lnTo>
                    <a:pt x="3020171" y="2394582"/>
                  </a:lnTo>
                  <a:lnTo>
                    <a:pt x="3027996" y="2394582"/>
                  </a:lnTo>
                  <a:lnTo>
                    <a:pt x="3035820" y="2394582"/>
                  </a:lnTo>
                  <a:lnTo>
                    <a:pt x="3043644" y="2394582"/>
                  </a:lnTo>
                  <a:lnTo>
                    <a:pt x="3051468" y="2394582"/>
                  </a:lnTo>
                  <a:lnTo>
                    <a:pt x="3059293" y="2394582"/>
                  </a:lnTo>
                  <a:lnTo>
                    <a:pt x="3067117" y="2394582"/>
                  </a:lnTo>
                  <a:lnTo>
                    <a:pt x="3074941" y="2394582"/>
                  </a:lnTo>
                  <a:lnTo>
                    <a:pt x="3082766" y="2394582"/>
                  </a:lnTo>
                  <a:lnTo>
                    <a:pt x="3090590" y="2394582"/>
                  </a:lnTo>
                  <a:lnTo>
                    <a:pt x="3098414" y="2394582"/>
                  </a:lnTo>
                  <a:lnTo>
                    <a:pt x="3106238" y="2394582"/>
                  </a:lnTo>
                  <a:lnTo>
                    <a:pt x="3114063" y="2394582"/>
                  </a:lnTo>
                  <a:lnTo>
                    <a:pt x="3121887" y="2394582"/>
                  </a:lnTo>
                  <a:lnTo>
                    <a:pt x="3129711" y="2394582"/>
                  </a:lnTo>
                  <a:lnTo>
                    <a:pt x="3137536" y="2394582"/>
                  </a:lnTo>
                  <a:lnTo>
                    <a:pt x="3145360" y="2394582"/>
                  </a:lnTo>
                  <a:lnTo>
                    <a:pt x="3153184" y="2394582"/>
                  </a:lnTo>
                  <a:lnTo>
                    <a:pt x="3161008" y="2394582"/>
                  </a:lnTo>
                  <a:lnTo>
                    <a:pt x="3168833" y="2394582"/>
                  </a:lnTo>
                  <a:lnTo>
                    <a:pt x="3176657" y="2394582"/>
                  </a:lnTo>
                  <a:lnTo>
                    <a:pt x="3184481" y="2394582"/>
                  </a:lnTo>
                  <a:lnTo>
                    <a:pt x="3192305" y="2394582"/>
                  </a:lnTo>
                  <a:lnTo>
                    <a:pt x="3200130" y="2394582"/>
                  </a:lnTo>
                  <a:lnTo>
                    <a:pt x="3207954" y="2394582"/>
                  </a:lnTo>
                  <a:lnTo>
                    <a:pt x="3215778" y="2394582"/>
                  </a:lnTo>
                  <a:lnTo>
                    <a:pt x="3223603" y="2394582"/>
                  </a:lnTo>
                  <a:lnTo>
                    <a:pt x="3231427" y="2394582"/>
                  </a:lnTo>
                  <a:lnTo>
                    <a:pt x="3239251" y="2394582"/>
                  </a:lnTo>
                  <a:lnTo>
                    <a:pt x="3247075" y="2394582"/>
                  </a:lnTo>
                  <a:lnTo>
                    <a:pt x="3254900" y="2394582"/>
                  </a:lnTo>
                  <a:lnTo>
                    <a:pt x="3262724" y="2394582"/>
                  </a:lnTo>
                  <a:lnTo>
                    <a:pt x="3270548" y="2394582"/>
                  </a:lnTo>
                  <a:lnTo>
                    <a:pt x="3278373" y="2394582"/>
                  </a:lnTo>
                  <a:lnTo>
                    <a:pt x="3286197" y="2394582"/>
                  </a:lnTo>
                  <a:lnTo>
                    <a:pt x="3294021" y="2394582"/>
                  </a:lnTo>
                  <a:lnTo>
                    <a:pt x="3301845" y="2394582"/>
                  </a:lnTo>
                  <a:lnTo>
                    <a:pt x="3309670" y="2394582"/>
                  </a:lnTo>
                  <a:lnTo>
                    <a:pt x="3317494" y="2394582"/>
                  </a:lnTo>
                  <a:lnTo>
                    <a:pt x="3325318" y="2394582"/>
                  </a:lnTo>
                  <a:lnTo>
                    <a:pt x="3333142" y="2394582"/>
                  </a:lnTo>
                  <a:lnTo>
                    <a:pt x="3340967" y="2394582"/>
                  </a:lnTo>
                  <a:lnTo>
                    <a:pt x="3348791" y="2394582"/>
                  </a:lnTo>
                  <a:lnTo>
                    <a:pt x="3356615" y="2394582"/>
                  </a:lnTo>
                  <a:lnTo>
                    <a:pt x="3364440" y="2394582"/>
                  </a:lnTo>
                  <a:lnTo>
                    <a:pt x="3372264" y="2394582"/>
                  </a:lnTo>
                  <a:lnTo>
                    <a:pt x="3380088" y="2394582"/>
                  </a:lnTo>
                  <a:lnTo>
                    <a:pt x="3387912" y="2394582"/>
                  </a:lnTo>
                  <a:lnTo>
                    <a:pt x="3395737" y="2394582"/>
                  </a:lnTo>
                  <a:lnTo>
                    <a:pt x="3403561" y="2394582"/>
                  </a:lnTo>
                  <a:lnTo>
                    <a:pt x="3411385" y="2394582"/>
                  </a:lnTo>
                  <a:lnTo>
                    <a:pt x="3419210" y="2394582"/>
                  </a:lnTo>
                  <a:lnTo>
                    <a:pt x="3427034" y="2394582"/>
                  </a:lnTo>
                  <a:lnTo>
                    <a:pt x="3434858" y="2394582"/>
                  </a:lnTo>
                  <a:lnTo>
                    <a:pt x="3442682" y="2394582"/>
                  </a:lnTo>
                  <a:lnTo>
                    <a:pt x="3450507" y="2394582"/>
                  </a:lnTo>
                  <a:lnTo>
                    <a:pt x="3458331" y="2394582"/>
                  </a:lnTo>
                  <a:lnTo>
                    <a:pt x="3466155" y="2394582"/>
                  </a:lnTo>
                  <a:lnTo>
                    <a:pt x="3473980" y="2394582"/>
                  </a:lnTo>
                  <a:lnTo>
                    <a:pt x="3481804" y="2394582"/>
                  </a:lnTo>
                  <a:lnTo>
                    <a:pt x="3489628" y="2394582"/>
                  </a:lnTo>
                  <a:lnTo>
                    <a:pt x="3497452" y="2394582"/>
                  </a:lnTo>
                  <a:lnTo>
                    <a:pt x="3505277" y="2394582"/>
                  </a:lnTo>
                  <a:lnTo>
                    <a:pt x="3513101" y="2394582"/>
                  </a:lnTo>
                  <a:lnTo>
                    <a:pt x="3520925" y="2394582"/>
                  </a:lnTo>
                  <a:lnTo>
                    <a:pt x="3528749" y="2394582"/>
                  </a:lnTo>
                  <a:lnTo>
                    <a:pt x="3536574" y="2394582"/>
                  </a:lnTo>
                  <a:lnTo>
                    <a:pt x="3544398" y="2394582"/>
                  </a:lnTo>
                  <a:lnTo>
                    <a:pt x="3552222" y="2394582"/>
                  </a:lnTo>
                  <a:lnTo>
                    <a:pt x="3560047" y="2394582"/>
                  </a:lnTo>
                  <a:lnTo>
                    <a:pt x="3567871" y="2394582"/>
                  </a:lnTo>
                  <a:lnTo>
                    <a:pt x="3575695" y="2394582"/>
                  </a:lnTo>
                  <a:lnTo>
                    <a:pt x="3583519" y="2394582"/>
                  </a:lnTo>
                  <a:lnTo>
                    <a:pt x="3591344" y="2394582"/>
                  </a:lnTo>
                  <a:lnTo>
                    <a:pt x="3599168" y="2394582"/>
                  </a:lnTo>
                  <a:lnTo>
                    <a:pt x="3606992" y="2394582"/>
                  </a:lnTo>
                  <a:lnTo>
                    <a:pt x="3614817" y="2394582"/>
                  </a:lnTo>
                  <a:lnTo>
                    <a:pt x="3622641" y="2394582"/>
                  </a:lnTo>
                  <a:lnTo>
                    <a:pt x="3630465" y="2394582"/>
                  </a:lnTo>
                  <a:lnTo>
                    <a:pt x="3638289" y="2394582"/>
                  </a:lnTo>
                  <a:lnTo>
                    <a:pt x="3646114" y="2394582"/>
                  </a:lnTo>
                  <a:lnTo>
                    <a:pt x="3653938" y="2394582"/>
                  </a:lnTo>
                  <a:lnTo>
                    <a:pt x="3661762" y="2394582"/>
                  </a:lnTo>
                  <a:lnTo>
                    <a:pt x="3669586" y="2394582"/>
                  </a:lnTo>
                  <a:lnTo>
                    <a:pt x="3677411" y="2394582"/>
                  </a:lnTo>
                  <a:lnTo>
                    <a:pt x="3685235" y="2394582"/>
                  </a:lnTo>
                  <a:lnTo>
                    <a:pt x="3693059" y="2394582"/>
                  </a:lnTo>
                  <a:lnTo>
                    <a:pt x="3700884" y="2394582"/>
                  </a:lnTo>
                  <a:lnTo>
                    <a:pt x="3708708" y="2394582"/>
                  </a:lnTo>
                  <a:lnTo>
                    <a:pt x="3716532" y="2394582"/>
                  </a:lnTo>
                  <a:lnTo>
                    <a:pt x="3724356" y="2394582"/>
                  </a:lnTo>
                  <a:lnTo>
                    <a:pt x="3732181" y="2394582"/>
                  </a:lnTo>
                  <a:lnTo>
                    <a:pt x="3740005" y="2394582"/>
                  </a:lnTo>
                  <a:lnTo>
                    <a:pt x="3747829" y="2394582"/>
                  </a:lnTo>
                  <a:lnTo>
                    <a:pt x="3755654" y="2394582"/>
                  </a:lnTo>
                  <a:lnTo>
                    <a:pt x="3763478" y="2394582"/>
                  </a:lnTo>
                  <a:lnTo>
                    <a:pt x="3771302" y="2394582"/>
                  </a:lnTo>
                  <a:lnTo>
                    <a:pt x="3779126" y="2394582"/>
                  </a:lnTo>
                  <a:lnTo>
                    <a:pt x="3786951" y="2394582"/>
                  </a:lnTo>
                  <a:lnTo>
                    <a:pt x="3794775" y="2394582"/>
                  </a:lnTo>
                  <a:lnTo>
                    <a:pt x="3802599" y="2394582"/>
                  </a:lnTo>
                  <a:lnTo>
                    <a:pt x="3810424" y="2394582"/>
                  </a:lnTo>
                  <a:lnTo>
                    <a:pt x="3818248" y="2394582"/>
                  </a:lnTo>
                  <a:lnTo>
                    <a:pt x="3826072" y="2394582"/>
                  </a:lnTo>
                  <a:lnTo>
                    <a:pt x="3833896" y="2394582"/>
                  </a:lnTo>
                  <a:lnTo>
                    <a:pt x="3841721" y="2394582"/>
                  </a:lnTo>
                  <a:lnTo>
                    <a:pt x="3849545" y="2394582"/>
                  </a:lnTo>
                  <a:lnTo>
                    <a:pt x="3857369" y="2394582"/>
                  </a:lnTo>
                  <a:lnTo>
                    <a:pt x="3865193" y="2394582"/>
                  </a:lnTo>
                  <a:lnTo>
                    <a:pt x="3873018" y="2394582"/>
                  </a:lnTo>
                  <a:lnTo>
                    <a:pt x="3880842" y="2394582"/>
                  </a:lnTo>
                  <a:lnTo>
                    <a:pt x="3888666" y="2394582"/>
                  </a:lnTo>
                  <a:lnTo>
                    <a:pt x="3896491" y="2394582"/>
                  </a:lnTo>
                  <a:lnTo>
                    <a:pt x="3904315" y="2394582"/>
                  </a:lnTo>
                  <a:lnTo>
                    <a:pt x="3912139" y="2394582"/>
                  </a:lnTo>
                  <a:lnTo>
                    <a:pt x="3919963" y="2394582"/>
                  </a:lnTo>
                  <a:lnTo>
                    <a:pt x="3927788" y="2394582"/>
                  </a:lnTo>
                  <a:lnTo>
                    <a:pt x="3935612" y="2394582"/>
                  </a:lnTo>
                  <a:lnTo>
                    <a:pt x="3943436" y="2394582"/>
                  </a:lnTo>
                  <a:lnTo>
                    <a:pt x="3951261" y="2394582"/>
                  </a:lnTo>
                  <a:lnTo>
                    <a:pt x="3959085" y="2394582"/>
                  </a:lnTo>
                  <a:lnTo>
                    <a:pt x="3966909" y="2394582"/>
                  </a:lnTo>
                  <a:lnTo>
                    <a:pt x="3974733" y="2394582"/>
                  </a:lnTo>
                  <a:lnTo>
                    <a:pt x="3982558" y="2394582"/>
                  </a:lnTo>
                  <a:lnTo>
                    <a:pt x="3990382" y="2394582"/>
                  </a:lnTo>
                  <a:lnTo>
                    <a:pt x="3998206" y="2394582"/>
                  </a:lnTo>
                  <a:lnTo>
                    <a:pt x="3990382" y="2394582"/>
                  </a:lnTo>
                  <a:lnTo>
                    <a:pt x="3982558" y="2394582"/>
                  </a:lnTo>
                  <a:lnTo>
                    <a:pt x="3974733" y="2394582"/>
                  </a:lnTo>
                  <a:lnTo>
                    <a:pt x="3966909" y="2394582"/>
                  </a:lnTo>
                  <a:lnTo>
                    <a:pt x="3959085" y="2394582"/>
                  </a:lnTo>
                  <a:lnTo>
                    <a:pt x="3951261" y="2394582"/>
                  </a:lnTo>
                  <a:lnTo>
                    <a:pt x="3943436" y="2394582"/>
                  </a:lnTo>
                  <a:lnTo>
                    <a:pt x="3935612" y="2394582"/>
                  </a:lnTo>
                  <a:lnTo>
                    <a:pt x="3927788" y="2394582"/>
                  </a:lnTo>
                  <a:lnTo>
                    <a:pt x="3919963" y="2394582"/>
                  </a:lnTo>
                  <a:lnTo>
                    <a:pt x="3912139" y="2394582"/>
                  </a:lnTo>
                  <a:lnTo>
                    <a:pt x="3904315" y="2394582"/>
                  </a:lnTo>
                  <a:lnTo>
                    <a:pt x="3896491" y="2394582"/>
                  </a:lnTo>
                  <a:lnTo>
                    <a:pt x="3888666" y="2394582"/>
                  </a:lnTo>
                  <a:lnTo>
                    <a:pt x="3880842" y="2394582"/>
                  </a:lnTo>
                  <a:lnTo>
                    <a:pt x="3873018" y="2394582"/>
                  </a:lnTo>
                  <a:lnTo>
                    <a:pt x="3865193" y="2394582"/>
                  </a:lnTo>
                  <a:lnTo>
                    <a:pt x="3857369" y="2394582"/>
                  </a:lnTo>
                  <a:lnTo>
                    <a:pt x="3849545" y="2394582"/>
                  </a:lnTo>
                  <a:lnTo>
                    <a:pt x="3841721" y="2394582"/>
                  </a:lnTo>
                  <a:lnTo>
                    <a:pt x="3833896" y="2394582"/>
                  </a:lnTo>
                  <a:lnTo>
                    <a:pt x="3826072" y="2394582"/>
                  </a:lnTo>
                  <a:lnTo>
                    <a:pt x="3818248" y="2394582"/>
                  </a:lnTo>
                  <a:lnTo>
                    <a:pt x="3810424" y="2394582"/>
                  </a:lnTo>
                  <a:lnTo>
                    <a:pt x="3802599" y="2394582"/>
                  </a:lnTo>
                  <a:lnTo>
                    <a:pt x="3794775" y="2394582"/>
                  </a:lnTo>
                  <a:lnTo>
                    <a:pt x="3786951" y="2394582"/>
                  </a:lnTo>
                  <a:lnTo>
                    <a:pt x="3779126" y="2394582"/>
                  </a:lnTo>
                  <a:lnTo>
                    <a:pt x="3771302" y="2394582"/>
                  </a:lnTo>
                  <a:lnTo>
                    <a:pt x="3763478" y="2394582"/>
                  </a:lnTo>
                  <a:lnTo>
                    <a:pt x="3755654" y="2394582"/>
                  </a:lnTo>
                  <a:lnTo>
                    <a:pt x="3747829" y="2394582"/>
                  </a:lnTo>
                  <a:lnTo>
                    <a:pt x="3740005" y="2394582"/>
                  </a:lnTo>
                  <a:lnTo>
                    <a:pt x="3732181" y="2394582"/>
                  </a:lnTo>
                  <a:lnTo>
                    <a:pt x="3724356" y="2394582"/>
                  </a:lnTo>
                  <a:lnTo>
                    <a:pt x="3716532" y="2394582"/>
                  </a:lnTo>
                  <a:lnTo>
                    <a:pt x="3708708" y="2394582"/>
                  </a:lnTo>
                  <a:lnTo>
                    <a:pt x="3700884" y="2394582"/>
                  </a:lnTo>
                  <a:lnTo>
                    <a:pt x="3693059" y="2394582"/>
                  </a:lnTo>
                  <a:lnTo>
                    <a:pt x="3685235" y="2394582"/>
                  </a:lnTo>
                  <a:lnTo>
                    <a:pt x="3677411" y="2394582"/>
                  </a:lnTo>
                  <a:lnTo>
                    <a:pt x="3669586" y="2394582"/>
                  </a:lnTo>
                  <a:lnTo>
                    <a:pt x="3661762" y="2394582"/>
                  </a:lnTo>
                  <a:lnTo>
                    <a:pt x="3653938" y="2394582"/>
                  </a:lnTo>
                  <a:lnTo>
                    <a:pt x="3646114" y="2394582"/>
                  </a:lnTo>
                  <a:lnTo>
                    <a:pt x="3638289" y="2394582"/>
                  </a:lnTo>
                  <a:lnTo>
                    <a:pt x="3630465" y="2394582"/>
                  </a:lnTo>
                  <a:lnTo>
                    <a:pt x="3622641" y="2394582"/>
                  </a:lnTo>
                  <a:lnTo>
                    <a:pt x="3614817" y="2394582"/>
                  </a:lnTo>
                  <a:lnTo>
                    <a:pt x="3606992" y="2394582"/>
                  </a:lnTo>
                  <a:lnTo>
                    <a:pt x="3599168" y="2394582"/>
                  </a:lnTo>
                  <a:lnTo>
                    <a:pt x="3591344" y="2394582"/>
                  </a:lnTo>
                  <a:lnTo>
                    <a:pt x="3583519" y="2394582"/>
                  </a:lnTo>
                  <a:lnTo>
                    <a:pt x="3575695" y="2394582"/>
                  </a:lnTo>
                  <a:lnTo>
                    <a:pt x="3567871" y="2394582"/>
                  </a:lnTo>
                  <a:lnTo>
                    <a:pt x="3560047" y="2394582"/>
                  </a:lnTo>
                  <a:lnTo>
                    <a:pt x="3552222" y="2394582"/>
                  </a:lnTo>
                  <a:lnTo>
                    <a:pt x="3544398" y="2394582"/>
                  </a:lnTo>
                  <a:lnTo>
                    <a:pt x="3536574" y="2394582"/>
                  </a:lnTo>
                  <a:lnTo>
                    <a:pt x="3528749" y="2394582"/>
                  </a:lnTo>
                  <a:lnTo>
                    <a:pt x="3520925" y="2394582"/>
                  </a:lnTo>
                  <a:lnTo>
                    <a:pt x="3513101" y="2394582"/>
                  </a:lnTo>
                  <a:lnTo>
                    <a:pt x="3505277" y="2394582"/>
                  </a:lnTo>
                  <a:lnTo>
                    <a:pt x="3497452" y="2394582"/>
                  </a:lnTo>
                  <a:lnTo>
                    <a:pt x="3489628" y="2394582"/>
                  </a:lnTo>
                  <a:lnTo>
                    <a:pt x="3481804" y="2394582"/>
                  </a:lnTo>
                  <a:lnTo>
                    <a:pt x="3473980" y="2394582"/>
                  </a:lnTo>
                  <a:lnTo>
                    <a:pt x="3466155" y="2394582"/>
                  </a:lnTo>
                  <a:lnTo>
                    <a:pt x="3458331" y="2394582"/>
                  </a:lnTo>
                  <a:lnTo>
                    <a:pt x="3450507" y="2394582"/>
                  </a:lnTo>
                  <a:lnTo>
                    <a:pt x="3442682" y="2394582"/>
                  </a:lnTo>
                  <a:lnTo>
                    <a:pt x="3434858" y="2394582"/>
                  </a:lnTo>
                  <a:lnTo>
                    <a:pt x="3427034" y="2394582"/>
                  </a:lnTo>
                  <a:lnTo>
                    <a:pt x="3419210" y="2394582"/>
                  </a:lnTo>
                  <a:lnTo>
                    <a:pt x="3411385" y="2394582"/>
                  </a:lnTo>
                  <a:lnTo>
                    <a:pt x="3403561" y="2394582"/>
                  </a:lnTo>
                  <a:lnTo>
                    <a:pt x="3395737" y="2394582"/>
                  </a:lnTo>
                  <a:lnTo>
                    <a:pt x="3387912" y="2394582"/>
                  </a:lnTo>
                  <a:lnTo>
                    <a:pt x="3380088" y="2394582"/>
                  </a:lnTo>
                  <a:lnTo>
                    <a:pt x="3372264" y="2394582"/>
                  </a:lnTo>
                  <a:lnTo>
                    <a:pt x="3364440" y="2394582"/>
                  </a:lnTo>
                  <a:lnTo>
                    <a:pt x="3356615" y="2394582"/>
                  </a:lnTo>
                  <a:lnTo>
                    <a:pt x="3348791" y="2394582"/>
                  </a:lnTo>
                  <a:lnTo>
                    <a:pt x="3340967" y="2394582"/>
                  </a:lnTo>
                  <a:lnTo>
                    <a:pt x="3333142" y="2394582"/>
                  </a:lnTo>
                  <a:lnTo>
                    <a:pt x="3325318" y="2394582"/>
                  </a:lnTo>
                  <a:lnTo>
                    <a:pt x="3317494" y="2394582"/>
                  </a:lnTo>
                  <a:lnTo>
                    <a:pt x="3309670" y="2394582"/>
                  </a:lnTo>
                  <a:lnTo>
                    <a:pt x="3301845" y="2394582"/>
                  </a:lnTo>
                  <a:lnTo>
                    <a:pt x="3294021" y="2394582"/>
                  </a:lnTo>
                  <a:lnTo>
                    <a:pt x="3286197" y="2394582"/>
                  </a:lnTo>
                  <a:lnTo>
                    <a:pt x="3278373" y="2394582"/>
                  </a:lnTo>
                  <a:lnTo>
                    <a:pt x="3270548" y="2394582"/>
                  </a:lnTo>
                  <a:lnTo>
                    <a:pt x="3262724" y="2394582"/>
                  </a:lnTo>
                  <a:lnTo>
                    <a:pt x="3254900" y="2394582"/>
                  </a:lnTo>
                  <a:lnTo>
                    <a:pt x="3247075" y="2394582"/>
                  </a:lnTo>
                  <a:lnTo>
                    <a:pt x="3239251" y="2394582"/>
                  </a:lnTo>
                  <a:lnTo>
                    <a:pt x="3231427" y="2394582"/>
                  </a:lnTo>
                  <a:lnTo>
                    <a:pt x="3223603" y="2394582"/>
                  </a:lnTo>
                  <a:lnTo>
                    <a:pt x="3215778" y="2394582"/>
                  </a:lnTo>
                  <a:lnTo>
                    <a:pt x="3207954" y="2394582"/>
                  </a:lnTo>
                  <a:lnTo>
                    <a:pt x="3200130" y="2394582"/>
                  </a:lnTo>
                  <a:lnTo>
                    <a:pt x="3192305" y="2394582"/>
                  </a:lnTo>
                  <a:lnTo>
                    <a:pt x="3184481" y="2394582"/>
                  </a:lnTo>
                  <a:lnTo>
                    <a:pt x="3176657" y="2394582"/>
                  </a:lnTo>
                  <a:lnTo>
                    <a:pt x="3168833" y="2394582"/>
                  </a:lnTo>
                  <a:lnTo>
                    <a:pt x="3161008" y="2394582"/>
                  </a:lnTo>
                  <a:lnTo>
                    <a:pt x="3153184" y="2394582"/>
                  </a:lnTo>
                  <a:lnTo>
                    <a:pt x="3145360" y="2394582"/>
                  </a:lnTo>
                  <a:lnTo>
                    <a:pt x="3137536" y="2394582"/>
                  </a:lnTo>
                  <a:lnTo>
                    <a:pt x="3129711" y="2394582"/>
                  </a:lnTo>
                  <a:lnTo>
                    <a:pt x="3121887" y="2394582"/>
                  </a:lnTo>
                  <a:lnTo>
                    <a:pt x="3114063" y="2394582"/>
                  </a:lnTo>
                  <a:lnTo>
                    <a:pt x="3106238" y="2394582"/>
                  </a:lnTo>
                  <a:lnTo>
                    <a:pt x="3098414" y="2394582"/>
                  </a:lnTo>
                  <a:lnTo>
                    <a:pt x="3090590" y="2394582"/>
                  </a:lnTo>
                  <a:lnTo>
                    <a:pt x="3082766" y="2394582"/>
                  </a:lnTo>
                  <a:lnTo>
                    <a:pt x="3074941" y="2394582"/>
                  </a:lnTo>
                  <a:lnTo>
                    <a:pt x="3067117" y="2394582"/>
                  </a:lnTo>
                  <a:lnTo>
                    <a:pt x="3059293" y="2394582"/>
                  </a:lnTo>
                  <a:lnTo>
                    <a:pt x="3051468" y="2394582"/>
                  </a:lnTo>
                  <a:lnTo>
                    <a:pt x="3043644" y="2394582"/>
                  </a:lnTo>
                  <a:lnTo>
                    <a:pt x="3035820" y="2394582"/>
                  </a:lnTo>
                  <a:lnTo>
                    <a:pt x="3027996" y="2394582"/>
                  </a:lnTo>
                  <a:lnTo>
                    <a:pt x="3020171" y="2394582"/>
                  </a:lnTo>
                  <a:lnTo>
                    <a:pt x="3012347" y="2394582"/>
                  </a:lnTo>
                  <a:lnTo>
                    <a:pt x="3004523" y="2394582"/>
                  </a:lnTo>
                  <a:lnTo>
                    <a:pt x="2996698" y="2394582"/>
                  </a:lnTo>
                  <a:lnTo>
                    <a:pt x="2988874" y="2394582"/>
                  </a:lnTo>
                  <a:lnTo>
                    <a:pt x="2981050" y="2394582"/>
                  </a:lnTo>
                  <a:lnTo>
                    <a:pt x="2973226" y="2394582"/>
                  </a:lnTo>
                  <a:lnTo>
                    <a:pt x="2965401" y="2394582"/>
                  </a:lnTo>
                  <a:lnTo>
                    <a:pt x="2957577" y="2394582"/>
                  </a:lnTo>
                  <a:lnTo>
                    <a:pt x="2949753" y="2394582"/>
                  </a:lnTo>
                  <a:lnTo>
                    <a:pt x="2941929" y="2394582"/>
                  </a:lnTo>
                  <a:lnTo>
                    <a:pt x="2934104" y="2394582"/>
                  </a:lnTo>
                  <a:lnTo>
                    <a:pt x="2926280" y="2394582"/>
                  </a:lnTo>
                  <a:lnTo>
                    <a:pt x="2918456" y="2394582"/>
                  </a:lnTo>
                  <a:lnTo>
                    <a:pt x="2910631" y="2394582"/>
                  </a:lnTo>
                  <a:lnTo>
                    <a:pt x="2902807" y="2394582"/>
                  </a:lnTo>
                  <a:lnTo>
                    <a:pt x="2894983" y="2394582"/>
                  </a:lnTo>
                  <a:lnTo>
                    <a:pt x="2887159" y="2394582"/>
                  </a:lnTo>
                  <a:lnTo>
                    <a:pt x="2879334" y="2394582"/>
                  </a:lnTo>
                  <a:lnTo>
                    <a:pt x="2871510" y="2394582"/>
                  </a:lnTo>
                  <a:lnTo>
                    <a:pt x="2863686" y="2394582"/>
                  </a:lnTo>
                  <a:lnTo>
                    <a:pt x="2855861" y="2394582"/>
                  </a:lnTo>
                  <a:lnTo>
                    <a:pt x="2848037" y="2394582"/>
                  </a:lnTo>
                  <a:lnTo>
                    <a:pt x="2840213" y="2394582"/>
                  </a:lnTo>
                  <a:lnTo>
                    <a:pt x="2832389" y="2394582"/>
                  </a:lnTo>
                  <a:lnTo>
                    <a:pt x="2824564" y="2394582"/>
                  </a:lnTo>
                  <a:lnTo>
                    <a:pt x="2816740" y="2394582"/>
                  </a:lnTo>
                  <a:lnTo>
                    <a:pt x="2808916" y="2394582"/>
                  </a:lnTo>
                  <a:lnTo>
                    <a:pt x="2801091" y="2394582"/>
                  </a:lnTo>
                  <a:lnTo>
                    <a:pt x="2793267" y="2394582"/>
                  </a:lnTo>
                  <a:lnTo>
                    <a:pt x="2785443" y="2394582"/>
                  </a:lnTo>
                  <a:lnTo>
                    <a:pt x="2777619" y="2394582"/>
                  </a:lnTo>
                  <a:lnTo>
                    <a:pt x="2769794" y="2394582"/>
                  </a:lnTo>
                  <a:lnTo>
                    <a:pt x="2761970" y="2394582"/>
                  </a:lnTo>
                  <a:lnTo>
                    <a:pt x="2754146" y="2394582"/>
                  </a:lnTo>
                  <a:lnTo>
                    <a:pt x="2746322" y="2394582"/>
                  </a:lnTo>
                  <a:lnTo>
                    <a:pt x="2738497" y="2394582"/>
                  </a:lnTo>
                  <a:lnTo>
                    <a:pt x="2730673" y="2394582"/>
                  </a:lnTo>
                  <a:lnTo>
                    <a:pt x="2722849" y="2394582"/>
                  </a:lnTo>
                  <a:lnTo>
                    <a:pt x="2715024" y="2394582"/>
                  </a:lnTo>
                  <a:lnTo>
                    <a:pt x="2707200" y="2394582"/>
                  </a:lnTo>
                  <a:lnTo>
                    <a:pt x="2699376" y="2394582"/>
                  </a:lnTo>
                  <a:lnTo>
                    <a:pt x="2691552" y="2394582"/>
                  </a:lnTo>
                  <a:lnTo>
                    <a:pt x="2683727" y="2394582"/>
                  </a:lnTo>
                  <a:lnTo>
                    <a:pt x="2675903" y="2394582"/>
                  </a:lnTo>
                  <a:lnTo>
                    <a:pt x="2668079" y="2394582"/>
                  </a:lnTo>
                  <a:lnTo>
                    <a:pt x="2660254" y="2394582"/>
                  </a:lnTo>
                  <a:lnTo>
                    <a:pt x="2652430" y="2394582"/>
                  </a:lnTo>
                  <a:lnTo>
                    <a:pt x="2644606" y="2394582"/>
                  </a:lnTo>
                  <a:lnTo>
                    <a:pt x="2636782" y="2394582"/>
                  </a:lnTo>
                  <a:lnTo>
                    <a:pt x="2628957" y="2394582"/>
                  </a:lnTo>
                  <a:lnTo>
                    <a:pt x="2621133" y="2394582"/>
                  </a:lnTo>
                  <a:lnTo>
                    <a:pt x="2613309" y="2394582"/>
                  </a:lnTo>
                  <a:lnTo>
                    <a:pt x="2605485" y="2394582"/>
                  </a:lnTo>
                  <a:lnTo>
                    <a:pt x="2597660" y="2394582"/>
                  </a:lnTo>
                  <a:lnTo>
                    <a:pt x="2589836" y="2394582"/>
                  </a:lnTo>
                  <a:lnTo>
                    <a:pt x="2582012" y="2394582"/>
                  </a:lnTo>
                  <a:lnTo>
                    <a:pt x="2574187" y="2394582"/>
                  </a:lnTo>
                  <a:lnTo>
                    <a:pt x="2566363" y="2394582"/>
                  </a:lnTo>
                  <a:lnTo>
                    <a:pt x="2558539" y="2394582"/>
                  </a:lnTo>
                  <a:lnTo>
                    <a:pt x="2550715" y="2394582"/>
                  </a:lnTo>
                  <a:lnTo>
                    <a:pt x="2542890" y="2394582"/>
                  </a:lnTo>
                  <a:lnTo>
                    <a:pt x="2535066" y="2394582"/>
                  </a:lnTo>
                  <a:lnTo>
                    <a:pt x="2527242" y="2394582"/>
                  </a:lnTo>
                  <a:lnTo>
                    <a:pt x="2519417" y="2394582"/>
                  </a:lnTo>
                  <a:lnTo>
                    <a:pt x="2511593" y="2394582"/>
                  </a:lnTo>
                  <a:lnTo>
                    <a:pt x="2503769" y="2394582"/>
                  </a:lnTo>
                  <a:lnTo>
                    <a:pt x="2495945" y="2394582"/>
                  </a:lnTo>
                  <a:lnTo>
                    <a:pt x="2488120" y="2394582"/>
                  </a:lnTo>
                  <a:lnTo>
                    <a:pt x="2480296" y="2394582"/>
                  </a:lnTo>
                  <a:lnTo>
                    <a:pt x="2472472" y="2394582"/>
                  </a:lnTo>
                  <a:lnTo>
                    <a:pt x="2464647" y="2394582"/>
                  </a:lnTo>
                  <a:lnTo>
                    <a:pt x="2456823" y="2394582"/>
                  </a:lnTo>
                  <a:lnTo>
                    <a:pt x="2448999" y="2394582"/>
                  </a:lnTo>
                  <a:lnTo>
                    <a:pt x="2441175" y="2394582"/>
                  </a:lnTo>
                  <a:lnTo>
                    <a:pt x="2433350" y="2394582"/>
                  </a:lnTo>
                  <a:lnTo>
                    <a:pt x="2425526" y="2394582"/>
                  </a:lnTo>
                  <a:lnTo>
                    <a:pt x="2417702" y="2394582"/>
                  </a:lnTo>
                  <a:lnTo>
                    <a:pt x="2409878" y="2394582"/>
                  </a:lnTo>
                  <a:lnTo>
                    <a:pt x="2402053" y="2394582"/>
                  </a:lnTo>
                  <a:lnTo>
                    <a:pt x="2394229" y="2394582"/>
                  </a:lnTo>
                  <a:lnTo>
                    <a:pt x="2386405" y="2394582"/>
                  </a:lnTo>
                  <a:lnTo>
                    <a:pt x="2378580" y="2394582"/>
                  </a:lnTo>
                  <a:lnTo>
                    <a:pt x="2370756" y="2394582"/>
                  </a:lnTo>
                  <a:lnTo>
                    <a:pt x="2362932" y="2394582"/>
                  </a:lnTo>
                  <a:lnTo>
                    <a:pt x="2355108" y="2394582"/>
                  </a:lnTo>
                  <a:lnTo>
                    <a:pt x="2347283" y="2394582"/>
                  </a:lnTo>
                  <a:lnTo>
                    <a:pt x="2339459" y="2394582"/>
                  </a:lnTo>
                  <a:lnTo>
                    <a:pt x="2331635" y="2394582"/>
                  </a:lnTo>
                  <a:lnTo>
                    <a:pt x="2323810" y="2394582"/>
                  </a:lnTo>
                  <a:lnTo>
                    <a:pt x="2315986" y="2394582"/>
                  </a:lnTo>
                  <a:lnTo>
                    <a:pt x="2308162" y="2394582"/>
                  </a:lnTo>
                  <a:lnTo>
                    <a:pt x="2300338" y="2394582"/>
                  </a:lnTo>
                  <a:lnTo>
                    <a:pt x="2292513" y="2394582"/>
                  </a:lnTo>
                  <a:lnTo>
                    <a:pt x="2284689" y="2394582"/>
                  </a:lnTo>
                  <a:lnTo>
                    <a:pt x="2276865" y="2394582"/>
                  </a:lnTo>
                  <a:lnTo>
                    <a:pt x="2269040" y="2394582"/>
                  </a:lnTo>
                  <a:lnTo>
                    <a:pt x="2261216" y="2394582"/>
                  </a:lnTo>
                  <a:lnTo>
                    <a:pt x="2253392" y="2394582"/>
                  </a:lnTo>
                  <a:lnTo>
                    <a:pt x="2245568" y="2394582"/>
                  </a:lnTo>
                  <a:lnTo>
                    <a:pt x="2237743" y="2394582"/>
                  </a:lnTo>
                  <a:lnTo>
                    <a:pt x="2229919" y="2394582"/>
                  </a:lnTo>
                  <a:lnTo>
                    <a:pt x="2222095" y="2394582"/>
                  </a:lnTo>
                  <a:lnTo>
                    <a:pt x="2214271" y="2394582"/>
                  </a:lnTo>
                  <a:lnTo>
                    <a:pt x="2206446" y="2394582"/>
                  </a:lnTo>
                  <a:lnTo>
                    <a:pt x="2198622" y="2394582"/>
                  </a:lnTo>
                  <a:lnTo>
                    <a:pt x="2190798" y="2394582"/>
                  </a:lnTo>
                  <a:lnTo>
                    <a:pt x="2182973" y="2394582"/>
                  </a:lnTo>
                  <a:lnTo>
                    <a:pt x="2175149" y="2394582"/>
                  </a:lnTo>
                  <a:lnTo>
                    <a:pt x="2167325" y="2394582"/>
                  </a:lnTo>
                  <a:lnTo>
                    <a:pt x="2159501" y="2394582"/>
                  </a:lnTo>
                  <a:lnTo>
                    <a:pt x="2151676" y="2394582"/>
                  </a:lnTo>
                  <a:lnTo>
                    <a:pt x="2143852" y="2394582"/>
                  </a:lnTo>
                  <a:lnTo>
                    <a:pt x="2136028" y="2394582"/>
                  </a:lnTo>
                  <a:lnTo>
                    <a:pt x="2128203" y="2394582"/>
                  </a:lnTo>
                  <a:lnTo>
                    <a:pt x="2120379" y="2394582"/>
                  </a:lnTo>
                  <a:lnTo>
                    <a:pt x="2112555" y="2394582"/>
                  </a:lnTo>
                  <a:lnTo>
                    <a:pt x="2104731" y="2394582"/>
                  </a:lnTo>
                  <a:lnTo>
                    <a:pt x="2096906" y="2394582"/>
                  </a:lnTo>
                  <a:lnTo>
                    <a:pt x="2089082" y="2394582"/>
                  </a:lnTo>
                  <a:lnTo>
                    <a:pt x="2081258" y="2394582"/>
                  </a:lnTo>
                  <a:lnTo>
                    <a:pt x="2073434" y="2394582"/>
                  </a:lnTo>
                  <a:lnTo>
                    <a:pt x="2065609" y="2394582"/>
                  </a:lnTo>
                  <a:lnTo>
                    <a:pt x="2057785" y="2394582"/>
                  </a:lnTo>
                  <a:lnTo>
                    <a:pt x="2049961" y="2394582"/>
                  </a:lnTo>
                  <a:lnTo>
                    <a:pt x="2042136" y="2394582"/>
                  </a:lnTo>
                  <a:lnTo>
                    <a:pt x="2034312" y="2394582"/>
                  </a:lnTo>
                  <a:lnTo>
                    <a:pt x="2026488" y="2394582"/>
                  </a:lnTo>
                  <a:lnTo>
                    <a:pt x="2018664" y="2394582"/>
                  </a:lnTo>
                  <a:lnTo>
                    <a:pt x="2010839" y="2394582"/>
                  </a:lnTo>
                  <a:lnTo>
                    <a:pt x="2003015" y="2394582"/>
                  </a:lnTo>
                  <a:lnTo>
                    <a:pt x="1995191" y="2394582"/>
                  </a:lnTo>
                  <a:lnTo>
                    <a:pt x="1987366" y="2394582"/>
                  </a:lnTo>
                  <a:lnTo>
                    <a:pt x="1979542" y="2394582"/>
                  </a:lnTo>
                  <a:lnTo>
                    <a:pt x="1971718" y="2394582"/>
                  </a:lnTo>
                  <a:lnTo>
                    <a:pt x="1963894" y="2394582"/>
                  </a:lnTo>
                  <a:lnTo>
                    <a:pt x="1956069" y="2394582"/>
                  </a:lnTo>
                  <a:lnTo>
                    <a:pt x="1948245" y="2394582"/>
                  </a:lnTo>
                  <a:lnTo>
                    <a:pt x="1940421" y="2394582"/>
                  </a:lnTo>
                  <a:lnTo>
                    <a:pt x="1932596" y="2394582"/>
                  </a:lnTo>
                  <a:lnTo>
                    <a:pt x="1924772" y="2394582"/>
                  </a:lnTo>
                  <a:lnTo>
                    <a:pt x="1916948" y="2394582"/>
                  </a:lnTo>
                  <a:lnTo>
                    <a:pt x="1909124" y="2394582"/>
                  </a:lnTo>
                  <a:lnTo>
                    <a:pt x="1901299" y="2394582"/>
                  </a:lnTo>
                  <a:lnTo>
                    <a:pt x="1893475" y="2394582"/>
                  </a:lnTo>
                  <a:lnTo>
                    <a:pt x="1885651" y="2394582"/>
                  </a:lnTo>
                  <a:lnTo>
                    <a:pt x="1877827" y="2394582"/>
                  </a:lnTo>
                  <a:lnTo>
                    <a:pt x="1870002" y="2394582"/>
                  </a:lnTo>
                  <a:lnTo>
                    <a:pt x="1862178" y="2394582"/>
                  </a:lnTo>
                  <a:lnTo>
                    <a:pt x="1854354" y="2394582"/>
                  </a:lnTo>
                  <a:lnTo>
                    <a:pt x="1846529" y="2394582"/>
                  </a:lnTo>
                  <a:lnTo>
                    <a:pt x="1838705" y="2394582"/>
                  </a:lnTo>
                  <a:lnTo>
                    <a:pt x="1830881" y="2394582"/>
                  </a:lnTo>
                  <a:lnTo>
                    <a:pt x="1823057" y="2394582"/>
                  </a:lnTo>
                  <a:lnTo>
                    <a:pt x="1815232" y="2394582"/>
                  </a:lnTo>
                  <a:lnTo>
                    <a:pt x="1807408" y="2394582"/>
                  </a:lnTo>
                  <a:lnTo>
                    <a:pt x="1799584" y="2394582"/>
                  </a:lnTo>
                  <a:lnTo>
                    <a:pt x="1791759" y="2394582"/>
                  </a:lnTo>
                  <a:lnTo>
                    <a:pt x="1783935" y="2394582"/>
                  </a:lnTo>
                  <a:lnTo>
                    <a:pt x="1776111" y="2394582"/>
                  </a:lnTo>
                  <a:lnTo>
                    <a:pt x="1768287" y="2394582"/>
                  </a:lnTo>
                  <a:lnTo>
                    <a:pt x="1760462" y="2394582"/>
                  </a:lnTo>
                  <a:lnTo>
                    <a:pt x="1752638" y="2394582"/>
                  </a:lnTo>
                  <a:lnTo>
                    <a:pt x="1744814" y="2394582"/>
                  </a:lnTo>
                  <a:lnTo>
                    <a:pt x="1736990" y="2394582"/>
                  </a:lnTo>
                  <a:lnTo>
                    <a:pt x="1729165" y="2394582"/>
                  </a:lnTo>
                  <a:lnTo>
                    <a:pt x="1721341" y="2394582"/>
                  </a:lnTo>
                  <a:lnTo>
                    <a:pt x="1713517" y="2394582"/>
                  </a:lnTo>
                  <a:lnTo>
                    <a:pt x="1705692" y="2394582"/>
                  </a:lnTo>
                  <a:lnTo>
                    <a:pt x="1697868" y="2394582"/>
                  </a:lnTo>
                  <a:lnTo>
                    <a:pt x="1690044" y="2394582"/>
                  </a:lnTo>
                  <a:lnTo>
                    <a:pt x="1682220" y="2394582"/>
                  </a:lnTo>
                  <a:lnTo>
                    <a:pt x="1674395" y="2394582"/>
                  </a:lnTo>
                  <a:lnTo>
                    <a:pt x="1666571" y="2394582"/>
                  </a:lnTo>
                  <a:lnTo>
                    <a:pt x="1658747" y="2394582"/>
                  </a:lnTo>
                  <a:lnTo>
                    <a:pt x="1650922" y="2394582"/>
                  </a:lnTo>
                  <a:lnTo>
                    <a:pt x="1643098" y="2394582"/>
                  </a:lnTo>
                  <a:lnTo>
                    <a:pt x="1635274" y="2394582"/>
                  </a:lnTo>
                  <a:lnTo>
                    <a:pt x="1627450" y="2394582"/>
                  </a:lnTo>
                  <a:lnTo>
                    <a:pt x="1619625" y="2394582"/>
                  </a:lnTo>
                  <a:lnTo>
                    <a:pt x="1611801" y="2394582"/>
                  </a:lnTo>
                  <a:lnTo>
                    <a:pt x="1603977" y="2394582"/>
                  </a:lnTo>
                  <a:lnTo>
                    <a:pt x="1596152" y="2394582"/>
                  </a:lnTo>
                  <a:lnTo>
                    <a:pt x="1588328" y="2394582"/>
                  </a:lnTo>
                  <a:lnTo>
                    <a:pt x="1580504" y="2394582"/>
                  </a:lnTo>
                  <a:lnTo>
                    <a:pt x="1572680" y="2394582"/>
                  </a:lnTo>
                  <a:lnTo>
                    <a:pt x="1564855" y="2394582"/>
                  </a:lnTo>
                  <a:lnTo>
                    <a:pt x="1557031" y="2394582"/>
                  </a:lnTo>
                  <a:lnTo>
                    <a:pt x="1549207" y="2394582"/>
                  </a:lnTo>
                  <a:lnTo>
                    <a:pt x="1541383" y="2394582"/>
                  </a:lnTo>
                  <a:lnTo>
                    <a:pt x="1533558" y="2394582"/>
                  </a:lnTo>
                  <a:lnTo>
                    <a:pt x="1525734" y="2394582"/>
                  </a:lnTo>
                  <a:lnTo>
                    <a:pt x="1517910" y="2394582"/>
                  </a:lnTo>
                  <a:lnTo>
                    <a:pt x="1510085" y="2394582"/>
                  </a:lnTo>
                  <a:lnTo>
                    <a:pt x="1502261" y="2394582"/>
                  </a:lnTo>
                  <a:lnTo>
                    <a:pt x="1494437" y="2394582"/>
                  </a:lnTo>
                  <a:lnTo>
                    <a:pt x="1486613" y="2394582"/>
                  </a:lnTo>
                  <a:lnTo>
                    <a:pt x="1478788" y="2394582"/>
                  </a:lnTo>
                  <a:lnTo>
                    <a:pt x="1470964" y="2394582"/>
                  </a:lnTo>
                  <a:lnTo>
                    <a:pt x="1463140" y="2394582"/>
                  </a:lnTo>
                  <a:lnTo>
                    <a:pt x="1455315" y="2394582"/>
                  </a:lnTo>
                  <a:lnTo>
                    <a:pt x="1447491" y="2394582"/>
                  </a:lnTo>
                  <a:lnTo>
                    <a:pt x="1439667" y="2394582"/>
                  </a:lnTo>
                  <a:lnTo>
                    <a:pt x="1431843" y="2394582"/>
                  </a:lnTo>
                  <a:lnTo>
                    <a:pt x="1424018" y="2394582"/>
                  </a:lnTo>
                  <a:lnTo>
                    <a:pt x="1416194" y="2394582"/>
                  </a:lnTo>
                  <a:lnTo>
                    <a:pt x="1408370" y="2394582"/>
                  </a:lnTo>
                  <a:lnTo>
                    <a:pt x="1400545" y="2394582"/>
                  </a:lnTo>
                  <a:lnTo>
                    <a:pt x="1392721" y="2394582"/>
                  </a:lnTo>
                  <a:lnTo>
                    <a:pt x="1384897" y="2394582"/>
                  </a:lnTo>
                  <a:lnTo>
                    <a:pt x="1377073" y="2394582"/>
                  </a:lnTo>
                  <a:lnTo>
                    <a:pt x="1369248" y="2394582"/>
                  </a:lnTo>
                  <a:lnTo>
                    <a:pt x="1361424" y="2394582"/>
                  </a:lnTo>
                  <a:lnTo>
                    <a:pt x="1353600" y="2394582"/>
                  </a:lnTo>
                  <a:lnTo>
                    <a:pt x="1345776" y="2394582"/>
                  </a:lnTo>
                  <a:lnTo>
                    <a:pt x="1337951" y="2394582"/>
                  </a:lnTo>
                  <a:lnTo>
                    <a:pt x="1330127" y="2394582"/>
                  </a:lnTo>
                  <a:lnTo>
                    <a:pt x="1322303" y="2394582"/>
                  </a:lnTo>
                  <a:lnTo>
                    <a:pt x="1314478" y="2394582"/>
                  </a:lnTo>
                  <a:lnTo>
                    <a:pt x="1306654" y="2394582"/>
                  </a:lnTo>
                  <a:lnTo>
                    <a:pt x="1298830" y="2394582"/>
                  </a:lnTo>
                  <a:lnTo>
                    <a:pt x="1291006" y="2394582"/>
                  </a:lnTo>
                  <a:lnTo>
                    <a:pt x="1283181" y="2394582"/>
                  </a:lnTo>
                  <a:lnTo>
                    <a:pt x="1275357" y="2394582"/>
                  </a:lnTo>
                  <a:lnTo>
                    <a:pt x="1267533" y="2394582"/>
                  </a:lnTo>
                  <a:lnTo>
                    <a:pt x="1259708" y="2394582"/>
                  </a:lnTo>
                  <a:lnTo>
                    <a:pt x="1251884" y="2394582"/>
                  </a:lnTo>
                  <a:lnTo>
                    <a:pt x="1244060" y="2394582"/>
                  </a:lnTo>
                  <a:lnTo>
                    <a:pt x="1236236" y="2394582"/>
                  </a:lnTo>
                  <a:lnTo>
                    <a:pt x="1228411" y="2394582"/>
                  </a:lnTo>
                  <a:lnTo>
                    <a:pt x="1220587" y="2394582"/>
                  </a:lnTo>
                  <a:lnTo>
                    <a:pt x="1212763" y="2394582"/>
                  </a:lnTo>
                  <a:lnTo>
                    <a:pt x="1204939" y="2394582"/>
                  </a:lnTo>
                  <a:lnTo>
                    <a:pt x="1197114" y="2394582"/>
                  </a:lnTo>
                  <a:lnTo>
                    <a:pt x="1189290" y="2394582"/>
                  </a:lnTo>
                  <a:lnTo>
                    <a:pt x="1181466" y="2394582"/>
                  </a:lnTo>
                  <a:lnTo>
                    <a:pt x="1173641" y="2394582"/>
                  </a:lnTo>
                  <a:lnTo>
                    <a:pt x="1165817" y="2394582"/>
                  </a:lnTo>
                  <a:lnTo>
                    <a:pt x="1157993" y="2394582"/>
                  </a:lnTo>
                  <a:lnTo>
                    <a:pt x="1150169" y="2394582"/>
                  </a:lnTo>
                  <a:lnTo>
                    <a:pt x="1142344" y="2394582"/>
                  </a:lnTo>
                  <a:lnTo>
                    <a:pt x="1134520" y="2394582"/>
                  </a:lnTo>
                  <a:lnTo>
                    <a:pt x="1126696" y="2394582"/>
                  </a:lnTo>
                  <a:lnTo>
                    <a:pt x="1118871" y="2394582"/>
                  </a:lnTo>
                  <a:lnTo>
                    <a:pt x="1111047" y="2394582"/>
                  </a:lnTo>
                  <a:lnTo>
                    <a:pt x="1103223" y="2394582"/>
                  </a:lnTo>
                  <a:lnTo>
                    <a:pt x="1095399" y="2394582"/>
                  </a:lnTo>
                  <a:lnTo>
                    <a:pt x="1087574" y="2394582"/>
                  </a:lnTo>
                  <a:lnTo>
                    <a:pt x="1079750" y="2394582"/>
                  </a:lnTo>
                  <a:lnTo>
                    <a:pt x="1071926" y="2394582"/>
                  </a:lnTo>
                  <a:lnTo>
                    <a:pt x="1064101" y="2394582"/>
                  </a:lnTo>
                  <a:lnTo>
                    <a:pt x="1056277" y="2394582"/>
                  </a:lnTo>
                  <a:lnTo>
                    <a:pt x="1048453" y="2394582"/>
                  </a:lnTo>
                  <a:lnTo>
                    <a:pt x="1040629" y="2394582"/>
                  </a:lnTo>
                  <a:lnTo>
                    <a:pt x="1032804" y="2394582"/>
                  </a:lnTo>
                  <a:lnTo>
                    <a:pt x="1024980" y="2394582"/>
                  </a:lnTo>
                  <a:lnTo>
                    <a:pt x="1017156" y="2394582"/>
                  </a:lnTo>
                  <a:lnTo>
                    <a:pt x="1009332" y="2394582"/>
                  </a:lnTo>
                  <a:lnTo>
                    <a:pt x="1001507" y="2394582"/>
                  </a:lnTo>
                  <a:lnTo>
                    <a:pt x="993683" y="2394582"/>
                  </a:lnTo>
                  <a:lnTo>
                    <a:pt x="985859" y="2394582"/>
                  </a:lnTo>
                  <a:lnTo>
                    <a:pt x="978034" y="2394582"/>
                  </a:lnTo>
                  <a:lnTo>
                    <a:pt x="970210" y="2394582"/>
                  </a:lnTo>
                  <a:lnTo>
                    <a:pt x="962386" y="2394582"/>
                  </a:lnTo>
                  <a:lnTo>
                    <a:pt x="954562" y="2394582"/>
                  </a:lnTo>
                  <a:lnTo>
                    <a:pt x="946737" y="2394582"/>
                  </a:lnTo>
                  <a:lnTo>
                    <a:pt x="938913" y="2394582"/>
                  </a:lnTo>
                  <a:lnTo>
                    <a:pt x="931089" y="2394582"/>
                  </a:lnTo>
                  <a:lnTo>
                    <a:pt x="923264" y="2394582"/>
                  </a:lnTo>
                  <a:lnTo>
                    <a:pt x="915440" y="2394582"/>
                  </a:lnTo>
                  <a:lnTo>
                    <a:pt x="907616" y="2394582"/>
                  </a:lnTo>
                  <a:lnTo>
                    <a:pt x="899792" y="2394582"/>
                  </a:lnTo>
                  <a:lnTo>
                    <a:pt x="891967" y="2394582"/>
                  </a:lnTo>
                  <a:lnTo>
                    <a:pt x="884143" y="2394582"/>
                  </a:lnTo>
                  <a:lnTo>
                    <a:pt x="876319" y="2394582"/>
                  </a:lnTo>
                  <a:lnTo>
                    <a:pt x="868495" y="2394582"/>
                  </a:lnTo>
                  <a:lnTo>
                    <a:pt x="860670" y="2394582"/>
                  </a:lnTo>
                  <a:lnTo>
                    <a:pt x="852846" y="2394582"/>
                  </a:lnTo>
                  <a:lnTo>
                    <a:pt x="845022" y="2394582"/>
                  </a:lnTo>
                  <a:lnTo>
                    <a:pt x="837197" y="2394582"/>
                  </a:lnTo>
                  <a:lnTo>
                    <a:pt x="829373" y="2394582"/>
                  </a:lnTo>
                  <a:lnTo>
                    <a:pt x="821549" y="2394582"/>
                  </a:lnTo>
                  <a:lnTo>
                    <a:pt x="813725" y="2394582"/>
                  </a:lnTo>
                  <a:lnTo>
                    <a:pt x="805900" y="2394582"/>
                  </a:lnTo>
                  <a:lnTo>
                    <a:pt x="798076" y="2394582"/>
                  </a:lnTo>
                  <a:lnTo>
                    <a:pt x="790252" y="2394582"/>
                  </a:lnTo>
                  <a:lnTo>
                    <a:pt x="782427" y="2394582"/>
                  </a:lnTo>
                  <a:lnTo>
                    <a:pt x="774603" y="2394582"/>
                  </a:lnTo>
                  <a:lnTo>
                    <a:pt x="766779" y="2394582"/>
                  </a:lnTo>
                  <a:lnTo>
                    <a:pt x="758955" y="2394582"/>
                  </a:lnTo>
                  <a:lnTo>
                    <a:pt x="751130" y="2394582"/>
                  </a:lnTo>
                  <a:lnTo>
                    <a:pt x="743306" y="2394582"/>
                  </a:lnTo>
                  <a:lnTo>
                    <a:pt x="735482" y="2394582"/>
                  </a:lnTo>
                  <a:lnTo>
                    <a:pt x="727657" y="2394582"/>
                  </a:lnTo>
                  <a:lnTo>
                    <a:pt x="719833" y="2394582"/>
                  </a:lnTo>
                  <a:lnTo>
                    <a:pt x="712009" y="2394582"/>
                  </a:lnTo>
                  <a:lnTo>
                    <a:pt x="704185" y="2394582"/>
                  </a:lnTo>
                  <a:lnTo>
                    <a:pt x="696360" y="2394582"/>
                  </a:lnTo>
                  <a:lnTo>
                    <a:pt x="688536" y="2394582"/>
                  </a:lnTo>
                  <a:lnTo>
                    <a:pt x="680712" y="2394582"/>
                  </a:lnTo>
                  <a:lnTo>
                    <a:pt x="672888" y="2394582"/>
                  </a:lnTo>
                  <a:lnTo>
                    <a:pt x="665063" y="2394582"/>
                  </a:lnTo>
                  <a:lnTo>
                    <a:pt x="657239" y="2394582"/>
                  </a:lnTo>
                  <a:lnTo>
                    <a:pt x="649415" y="2394582"/>
                  </a:lnTo>
                  <a:lnTo>
                    <a:pt x="641590" y="2394582"/>
                  </a:lnTo>
                  <a:lnTo>
                    <a:pt x="633766" y="2394582"/>
                  </a:lnTo>
                  <a:lnTo>
                    <a:pt x="625942" y="2394582"/>
                  </a:lnTo>
                  <a:lnTo>
                    <a:pt x="618118" y="2394582"/>
                  </a:lnTo>
                  <a:lnTo>
                    <a:pt x="610293" y="2394582"/>
                  </a:lnTo>
                  <a:lnTo>
                    <a:pt x="602469" y="2394582"/>
                  </a:lnTo>
                  <a:lnTo>
                    <a:pt x="594645" y="2394582"/>
                  </a:lnTo>
                  <a:lnTo>
                    <a:pt x="586820" y="2394582"/>
                  </a:lnTo>
                  <a:lnTo>
                    <a:pt x="578996" y="2394582"/>
                  </a:lnTo>
                  <a:lnTo>
                    <a:pt x="571172" y="2394582"/>
                  </a:lnTo>
                  <a:lnTo>
                    <a:pt x="563348" y="2394582"/>
                  </a:lnTo>
                  <a:lnTo>
                    <a:pt x="555523" y="2394582"/>
                  </a:lnTo>
                  <a:lnTo>
                    <a:pt x="547699" y="2394582"/>
                  </a:lnTo>
                  <a:lnTo>
                    <a:pt x="539875" y="2394582"/>
                  </a:lnTo>
                  <a:lnTo>
                    <a:pt x="532050" y="2394582"/>
                  </a:lnTo>
                  <a:lnTo>
                    <a:pt x="524226" y="2394582"/>
                  </a:lnTo>
                  <a:lnTo>
                    <a:pt x="516402" y="2394582"/>
                  </a:lnTo>
                  <a:lnTo>
                    <a:pt x="508578" y="2394582"/>
                  </a:lnTo>
                  <a:lnTo>
                    <a:pt x="500753" y="2394582"/>
                  </a:lnTo>
                  <a:lnTo>
                    <a:pt x="492929" y="2394582"/>
                  </a:lnTo>
                  <a:lnTo>
                    <a:pt x="485105" y="2394582"/>
                  </a:lnTo>
                  <a:lnTo>
                    <a:pt x="477281" y="2394582"/>
                  </a:lnTo>
                  <a:lnTo>
                    <a:pt x="469456" y="2394582"/>
                  </a:lnTo>
                  <a:lnTo>
                    <a:pt x="461632" y="2394582"/>
                  </a:lnTo>
                  <a:lnTo>
                    <a:pt x="453808" y="2394582"/>
                  </a:lnTo>
                  <a:lnTo>
                    <a:pt x="445983" y="2394582"/>
                  </a:lnTo>
                  <a:lnTo>
                    <a:pt x="438159" y="2394582"/>
                  </a:lnTo>
                  <a:lnTo>
                    <a:pt x="430335" y="2394582"/>
                  </a:lnTo>
                  <a:lnTo>
                    <a:pt x="422511" y="2394582"/>
                  </a:lnTo>
                  <a:lnTo>
                    <a:pt x="414686" y="2394582"/>
                  </a:lnTo>
                  <a:lnTo>
                    <a:pt x="406862" y="2394582"/>
                  </a:lnTo>
                  <a:lnTo>
                    <a:pt x="399038" y="2394582"/>
                  </a:lnTo>
                  <a:lnTo>
                    <a:pt x="391213" y="2394582"/>
                  </a:lnTo>
                  <a:lnTo>
                    <a:pt x="383389" y="2394582"/>
                  </a:lnTo>
                  <a:lnTo>
                    <a:pt x="375565" y="2394582"/>
                  </a:lnTo>
                  <a:lnTo>
                    <a:pt x="367741" y="2394582"/>
                  </a:lnTo>
                  <a:lnTo>
                    <a:pt x="359916" y="2394582"/>
                  </a:lnTo>
                  <a:lnTo>
                    <a:pt x="352092" y="2394582"/>
                  </a:lnTo>
                  <a:lnTo>
                    <a:pt x="344268" y="2394582"/>
                  </a:lnTo>
                  <a:lnTo>
                    <a:pt x="336444" y="2394582"/>
                  </a:lnTo>
                  <a:lnTo>
                    <a:pt x="328619" y="2394582"/>
                  </a:lnTo>
                  <a:lnTo>
                    <a:pt x="320795" y="2394582"/>
                  </a:lnTo>
                  <a:lnTo>
                    <a:pt x="312971" y="2394582"/>
                  </a:lnTo>
                  <a:lnTo>
                    <a:pt x="305146" y="2394582"/>
                  </a:lnTo>
                  <a:lnTo>
                    <a:pt x="297322" y="2394582"/>
                  </a:lnTo>
                  <a:lnTo>
                    <a:pt x="289498" y="2394582"/>
                  </a:lnTo>
                  <a:lnTo>
                    <a:pt x="281674" y="2394582"/>
                  </a:lnTo>
                  <a:lnTo>
                    <a:pt x="273849" y="2394582"/>
                  </a:lnTo>
                  <a:lnTo>
                    <a:pt x="266025" y="2394582"/>
                  </a:lnTo>
                  <a:lnTo>
                    <a:pt x="258201" y="2394582"/>
                  </a:lnTo>
                  <a:lnTo>
                    <a:pt x="250376" y="2394582"/>
                  </a:lnTo>
                  <a:lnTo>
                    <a:pt x="242552" y="2394582"/>
                  </a:lnTo>
                  <a:lnTo>
                    <a:pt x="234728" y="2394582"/>
                  </a:lnTo>
                  <a:lnTo>
                    <a:pt x="226904" y="2394582"/>
                  </a:lnTo>
                  <a:lnTo>
                    <a:pt x="219079" y="2394582"/>
                  </a:lnTo>
                  <a:lnTo>
                    <a:pt x="211255" y="2394582"/>
                  </a:lnTo>
                  <a:lnTo>
                    <a:pt x="203431" y="2394582"/>
                  </a:lnTo>
                  <a:lnTo>
                    <a:pt x="195606" y="2394582"/>
                  </a:lnTo>
                  <a:lnTo>
                    <a:pt x="187782" y="2394582"/>
                  </a:lnTo>
                  <a:lnTo>
                    <a:pt x="179958" y="2394582"/>
                  </a:lnTo>
                  <a:lnTo>
                    <a:pt x="172134" y="2394582"/>
                  </a:lnTo>
                  <a:lnTo>
                    <a:pt x="164309" y="2394582"/>
                  </a:lnTo>
                  <a:lnTo>
                    <a:pt x="156485" y="2394582"/>
                  </a:lnTo>
                  <a:lnTo>
                    <a:pt x="148661" y="2394582"/>
                  </a:lnTo>
                  <a:lnTo>
                    <a:pt x="140837" y="2394582"/>
                  </a:lnTo>
                  <a:lnTo>
                    <a:pt x="133012" y="2394582"/>
                  </a:lnTo>
                  <a:lnTo>
                    <a:pt x="125188" y="2394582"/>
                  </a:lnTo>
                  <a:lnTo>
                    <a:pt x="117364" y="2394582"/>
                  </a:lnTo>
                  <a:lnTo>
                    <a:pt x="109539" y="2394582"/>
                  </a:lnTo>
                  <a:lnTo>
                    <a:pt x="101715" y="2394582"/>
                  </a:lnTo>
                  <a:lnTo>
                    <a:pt x="93891" y="2394582"/>
                  </a:lnTo>
                  <a:lnTo>
                    <a:pt x="86067" y="2394582"/>
                  </a:lnTo>
                  <a:lnTo>
                    <a:pt x="78242" y="2394582"/>
                  </a:lnTo>
                  <a:lnTo>
                    <a:pt x="70418" y="2394582"/>
                  </a:lnTo>
                  <a:lnTo>
                    <a:pt x="62594" y="2394582"/>
                  </a:lnTo>
                  <a:lnTo>
                    <a:pt x="54769" y="2394582"/>
                  </a:lnTo>
                  <a:lnTo>
                    <a:pt x="46945" y="2394582"/>
                  </a:lnTo>
                  <a:lnTo>
                    <a:pt x="39121" y="2394582"/>
                  </a:lnTo>
                  <a:lnTo>
                    <a:pt x="31297" y="2394582"/>
                  </a:lnTo>
                  <a:lnTo>
                    <a:pt x="23472" y="2394582"/>
                  </a:lnTo>
                  <a:lnTo>
                    <a:pt x="15648" y="2394582"/>
                  </a:lnTo>
                  <a:lnTo>
                    <a:pt x="7824" y="2394582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689" name="pl1689"/>
            <p:cNvSpPr/>
            <p:nvPr/>
          </p:nvSpPr>
          <p:spPr>
            <a:xfrm>
              <a:off x="7848093" y="2400150"/>
              <a:ext cx="3998206" cy="2394582"/>
            </a:xfrm>
            <a:custGeom>
              <a:avLst/>
              <a:pathLst>
                <a:path w="3998206" h="2394582">
                  <a:moveTo>
                    <a:pt x="0" y="2394582"/>
                  </a:moveTo>
                  <a:lnTo>
                    <a:pt x="7824" y="2394581"/>
                  </a:lnTo>
                  <a:lnTo>
                    <a:pt x="15648" y="2394581"/>
                  </a:lnTo>
                  <a:lnTo>
                    <a:pt x="23472" y="2394581"/>
                  </a:lnTo>
                  <a:lnTo>
                    <a:pt x="31297" y="2394581"/>
                  </a:lnTo>
                  <a:lnTo>
                    <a:pt x="39121" y="2394580"/>
                  </a:lnTo>
                  <a:lnTo>
                    <a:pt x="46945" y="2394580"/>
                  </a:lnTo>
                  <a:lnTo>
                    <a:pt x="54769" y="2394578"/>
                  </a:lnTo>
                  <a:lnTo>
                    <a:pt x="62594" y="2394576"/>
                  </a:lnTo>
                  <a:lnTo>
                    <a:pt x="70418" y="2394572"/>
                  </a:lnTo>
                  <a:lnTo>
                    <a:pt x="78242" y="2394566"/>
                  </a:lnTo>
                  <a:lnTo>
                    <a:pt x="86067" y="2394556"/>
                  </a:lnTo>
                  <a:lnTo>
                    <a:pt x="93891" y="2394541"/>
                  </a:lnTo>
                  <a:lnTo>
                    <a:pt x="101715" y="2394519"/>
                  </a:lnTo>
                  <a:lnTo>
                    <a:pt x="109539" y="2394486"/>
                  </a:lnTo>
                  <a:lnTo>
                    <a:pt x="117364" y="2394435"/>
                  </a:lnTo>
                  <a:lnTo>
                    <a:pt x="125188" y="2394362"/>
                  </a:lnTo>
                  <a:lnTo>
                    <a:pt x="133012" y="2394258"/>
                  </a:lnTo>
                  <a:lnTo>
                    <a:pt x="140837" y="2394114"/>
                  </a:lnTo>
                  <a:lnTo>
                    <a:pt x="148661" y="2393918"/>
                  </a:lnTo>
                  <a:lnTo>
                    <a:pt x="156485" y="2393657"/>
                  </a:lnTo>
                  <a:lnTo>
                    <a:pt x="164309" y="2393317"/>
                  </a:lnTo>
                  <a:lnTo>
                    <a:pt x="172134" y="2392881"/>
                  </a:lnTo>
                  <a:lnTo>
                    <a:pt x="179958" y="2392333"/>
                  </a:lnTo>
                  <a:lnTo>
                    <a:pt x="187782" y="2391640"/>
                  </a:lnTo>
                  <a:lnTo>
                    <a:pt x="195606" y="2390798"/>
                  </a:lnTo>
                  <a:lnTo>
                    <a:pt x="203431" y="2389801"/>
                  </a:lnTo>
                  <a:lnTo>
                    <a:pt x="211255" y="2388646"/>
                  </a:lnTo>
                  <a:lnTo>
                    <a:pt x="219079" y="2387340"/>
                  </a:lnTo>
                  <a:lnTo>
                    <a:pt x="226904" y="2385894"/>
                  </a:lnTo>
                  <a:lnTo>
                    <a:pt x="234728" y="2384333"/>
                  </a:lnTo>
                  <a:lnTo>
                    <a:pt x="242552" y="2382688"/>
                  </a:lnTo>
                  <a:lnTo>
                    <a:pt x="250376" y="2381002"/>
                  </a:lnTo>
                  <a:lnTo>
                    <a:pt x="258201" y="2379332"/>
                  </a:lnTo>
                  <a:lnTo>
                    <a:pt x="266025" y="2377749"/>
                  </a:lnTo>
                  <a:lnTo>
                    <a:pt x="273849" y="2376314"/>
                  </a:lnTo>
                  <a:lnTo>
                    <a:pt x="281674" y="2375085"/>
                  </a:lnTo>
                  <a:lnTo>
                    <a:pt x="289498" y="2374115"/>
                  </a:lnTo>
                  <a:lnTo>
                    <a:pt x="297322" y="2373447"/>
                  </a:lnTo>
                  <a:lnTo>
                    <a:pt x="305146" y="2373113"/>
                  </a:lnTo>
                  <a:lnTo>
                    <a:pt x="312971" y="2373129"/>
                  </a:lnTo>
                  <a:lnTo>
                    <a:pt x="320795" y="2373496"/>
                  </a:lnTo>
                  <a:lnTo>
                    <a:pt x="328619" y="2374208"/>
                  </a:lnTo>
                  <a:lnTo>
                    <a:pt x="336444" y="2375249"/>
                  </a:lnTo>
                  <a:lnTo>
                    <a:pt x="344268" y="2376534"/>
                  </a:lnTo>
                  <a:lnTo>
                    <a:pt x="352092" y="2378006"/>
                  </a:lnTo>
                  <a:lnTo>
                    <a:pt x="359916" y="2379606"/>
                  </a:lnTo>
                  <a:lnTo>
                    <a:pt x="367741" y="2381274"/>
                  </a:lnTo>
                  <a:lnTo>
                    <a:pt x="375565" y="2382953"/>
                  </a:lnTo>
                  <a:lnTo>
                    <a:pt x="383389" y="2384592"/>
                  </a:lnTo>
                  <a:lnTo>
                    <a:pt x="391213" y="2386146"/>
                  </a:lnTo>
                  <a:lnTo>
                    <a:pt x="399038" y="2387583"/>
                  </a:lnTo>
                  <a:lnTo>
                    <a:pt x="406862" y="2388859"/>
                  </a:lnTo>
                  <a:lnTo>
                    <a:pt x="414686" y="2389977"/>
                  </a:lnTo>
                  <a:lnTo>
                    <a:pt x="422511" y="2390938"/>
                  </a:lnTo>
                  <a:lnTo>
                    <a:pt x="430335" y="2391746"/>
                  </a:lnTo>
                  <a:lnTo>
                    <a:pt x="438159" y="2392413"/>
                  </a:lnTo>
                  <a:lnTo>
                    <a:pt x="445983" y="2392953"/>
                  </a:lnTo>
                  <a:lnTo>
                    <a:pt x="453808" y="2393380"/>
                  </a:lnTo>
                  <a:lnTo>
                    <a:pt x="461632" y="2393711"/>
                  </a:lnTo>
                  <a:lnTo>
                    <a:pt x="469456" y="2393963"/>
                  </a:lnTo>
                  <a:lnTo>
                    <a:pt x="477281" y="2394146"/>
                  </a:lnTo>
                  <a:lnTo>
                    <a:pt x="485105" y="2394279"/>
                  </a:lnTo>
                  <a:lnTo>
                    <a:pt x="492929" y="2394375"/>
                  </a:lnTo>
                  <a:lnTo>
                    <a:pt x="500753" y="2394443"/>
                  </a:lnTo>
                  <a:lnTo>
                    <a:pt x="508578" y="2394490"/>
                  </a:lnTo>
                  <a:lnTo>
                    <a:pt x="516402" y="2394523"/>
                  </a:lnTo>
                  <a:lnTo>
                    <a:pt x="524226" y="2394544"/>
                  </a:lnTo>
                  <a:lnTo>
                    <a:pt x="532050" y="2394558"/>
                  </a:lnTo>
                  <a:lnTo>
                    <a:pt x="539875" y="2394567"/>
                  </a:lnTo>
                  <a:lnTo>
                    <a:pt x="547699" y="2394573"/>
                  </a:lnTo>
                  <a:lnTo>
                    <a:pt x="555523" y="2394576"/>
                  </a:lnTo>
                  <a:lnTo>
                    <a:pt x="563348" y="2394578"/>
                  </a:lnTo>
                  <a:lnTo>
                    <a:pt x="571172" y="2394578"/>
                  </a:lnTo>
                  <a:lnTo>
                    <a:pt x="578996" y="2394578"/>
                  </a:lnTo>
                  <a:lnTo>
                    <a:pt x="586820" y="2394577"/>
                  </a:lnTo>
                  <a:lnTo>
                    <a:pt x="594645" y="2394574"/>
                  </a:lnTo>
                  <a:lnTo>
                    <a:pt x="602469" y="2394570"/>
                  </a:lnTo>
                  <a:lnTo>
                    <a:pt x="610293" y="2394563"/>
                  </a:lnTo>
                  <a:lnTo>
                    <a:pt x="618118" y="2394552"/>
                  </a:lnTo>
                  <a:lnTo>
                    <a:pt x="625942" y="2394533"/>
                  </a:lnTo>
                  <a:lnTo>
                    <a:pt x="633766" y="2394506"/>
                  </a:lnTo>
                  <a:lnTo>
                    <a:pt x="641590" y="2394465"/>
                  </a:lnTo>
                  <a:lnTo>
                    <a:pt x="649415" y="2394406"/>
                  </a:lnTo>
                  <a:lnTo>
                    <a:pt x="657239" y="2394321"/>
                  </a:lnTo>
                  <a:lnTo>
                    <a:pt x="665063" y="2394202"/>
                  </a:lnTo>
                  <a:lnTo>
                    <a:pt x="672888" y="2394040"/>
                  </a:lnTo>
                  <a:lnTo>
                    <a:pt x="680712" y="2393821"/>
                  </a:lnTo>
                  <a:lnTo>
                    <a:pt x="688536" y="2393533"/>
                  </a:lnTo>
                  <a:lnTo>
                    <a:pt x="696360" y="2393148"/>
                  </a:lnTo>
                  <a:lnTo>
                    <a:pt x="704185" y="2392653"/>
                  </a:lnTo>
                  <a:lnTo>
                    <a:pt x="712009" y="2392034"/>
                  </a:lnTo>
                  <a:lnTo>
                    <a:pt x="719833" y="2391278"/>
                  </a:lnTo>
                  <a:lnTo>
                    <a:pt x="727657" y="2390371"/>
                  </a:lnTo>
                  <a:lnTo>
                    <a:pt x="735482" y="2389308"/>
                  </a:lnTo>
                  <a:lnTo>
                    <a:pt x="743306" y="2388088"/>
                  </a:lnTo>
                  <a:lnTo>
                    <a:pt x="751130" y="2386718"/>
                  </a:lnTo>
                  <a:lnTo>
                    <a:pt x="758955" y="2385215"/>
                  </a:lnTo>
                  <a:lnTo>
                    <a:pt x="766779" y="2383599"/>
                  </a:lnTo>
                  <a:lnTo>
                    <a:pt x="774603" y="2381918"/>
                  </a:lnTo>
                  <a:lnTo>
                    <a:pt x="782427" y="2380230"/>
                  </a:lnTo>
                  <a:lnTo>
                    <a:pt x="790252" y="2378591"/>
                  </a:lnTo>
                  <a:lnTo>
                    <a:pt x="798076" y="2377062"/>
                  </a:lnTo>
                  <a:lnTo>
                    <a:pt x="805900" y="2375703"/>
                  </a:lnTo>
                  <a:lnTo>
                    <a:pt x="813725" y="2374571"/>
                  </a:lnTo>
                  <a:lnTo>
                    <a:pt x="821549" y="2373716"/>
                  </a:lnTo>
                  <a:lnTo>
                    <a:pt x="829373" y="2373181"/>
                  </a:lnTo>
                  <a:lnTo>
                    <a:pt x="837197" y="2372999"/>
                  </a:lnTo>
                  <a:lnTo>
                    <a:pt x="845022" y="2373214"/>
                  </a:lnTo>
                  <a:lnTo>
                    <a:pt x="852846" y="2373774"/>
                  </a:lnTo>
                  <a:lnTo>
                    <a:pt x="860670" y="2374649"/>
                  </a:lnTo>
                  <a:lnTo>
                    <a:pt x="868495" y="2375799"/>
                  </a:lnTo>
                  <a:lnTo>
                    <a:pt x="876319" y="2377172"/>
                  </a:lnTo>
                  <a:lnTo>
                    <a:pt x="884143" y="2378712"/>
                  </a:lnTo>
                  <a:lnTo>
                    <a:pt x="891967" y="2380356"/>
                  </a:lnTo>
                  <a:lnTo>
                    <a:pt x="899792" y="2382046"/>
                  </a:lnTo>
                  <a:lnTo>
                    <a:pt x="907616" y="2383724"/>
                  </a:lnTo>
                  <a:lnTo>
                    <a:pt x="915440" y="2385328"/>
                  </a:lnTo>
                  <a:lnTo>
                    <a:pt x="923264" y="2386819"/>
                  </a:lnTo>
                  <a:lnTo>
                    <a:pt x="931089" y="2388174"/>
                  </a:lnTo>
                  <a:lnTo>
                    <a:pt x="938913" y="2389374"/>
                  </a:lnTo>
                  <a:lnTo>
                    <a:pt x="946737" y="2390413"/>
                  </a:lnTo>
                  <a:lnTo>
                    <a:pt x="954562" y="2391289"/>
                  </a:lnTo>
                  <a:lnTo>
                    <a:pt x="962386" y="2392006"/>
                  </a:lnTo>
                  <a:lnTo>
                    <a:pt x="970210" y="2392572"/>
                  </a:lnTo>
                  <a:lnTo>
                    <a:pt x="978034" y="2392996"/>
                  </a:lnTo>
                  <a:lnTo>
                    <a:pt x="985859" y="2393280"/>
                  </a:lnTo>
                  <a:lnTo>
                    <a:pt x="993683" y="2393434"/>
                  </a:lnTo>
                  <a:lnTo>
                    <a:pt x="1001507" y="2393470"/>
                  </a:lnTo>
                  <a:lnTo>
                    <a:pt x="1009332" y="2393389"/>
                  </a:lnTo>
                  <a:lnTo>
                    <a:pt x="1017156" y="2393186"/>
                  </a:lnTo>
                  <a:lnTo>
                    <a:pt x="1024980" y="2392853"/>
                  </a:lnTo>
                  <a:lnTo>
                    <a:pt x="1032804" y="2392381"/>
                  </a:lnTo>
                  <a:lnTo>
                    <a:pt x="1040629" y="2391756"/>
                  </a:lnTo>
                  <a:lnTo>
                    <a:pt x="1048453" y="2390963"/>
                  </a:lnTo>
                  <a:lnTo>
                    <a:pt x="1056277" y="2389979"/>
                  </a:lnTo>
                  <a:lnTo>
                    <a:pt x="1064101" y="2388778"/>
                  </a:lnTo>
                  <a:lnTo>
                    <a:pt x="1071926" y="2387367"/>
                  </a:lnTo>
                  <a:lnTo>
                    <a:pt x="1079750" y="2385742"/>
                  </a:lnTo>
                  <a:lnTo>
                    <a:pt x="1087574" y="2383904"/>
                  </a:lnTo>
                  <a:lnTo>
                    <a:pt x="1095399" y="2381860"/>
                  </a:lnTo>
                  <a:lnTo>
                    <a:pt x="1103223" y="2379623"/>
                  </a:lnTo>
                  <a:lnTo>
                    <a:pt x="1111047" y="2377208"/>
                  </a:lnTo>
                  <a:lnTo>
                    <a:pt x="1118871" y="2374637"/>
                  </a:lnTo>
                  <a:lnTo>
                    <a:pt x="1126696" y="2371934"/>
                  </a:lnTo>
                  <a:lnTo>
                    <a:pt x="1134520" y="2369110"/>
                  </a:lnTo>
                  <a:lnTo>
                    <a:pt x="1142344" y="2366207"/>
                  </a:lnTo>
                  <a:lnTo>
                    <a:pt x="1150169" y="2363243"/>
                  </a:lnTo>
                  <a:lnTo>
                    <a:pt x="1157993" y="2360232"/>
                  </a:lnTo>
                  <a:lnTo>
                    <a:pt x="1165817" y="2357189"/>
                  </a:lnTo>
                  <a:lnTo>
                    <a:pt x="1173641" y="2354124"/>
                  </a:lnTo>
                  <a:lnTo>
                    <a:pt x="1181466" y="2351051"/>
                  </a:lnTo>
                  <a:lnTo>
                    <a:pt x="1189290" y="2347986"/>
                  </a:lnTo>
                  <a:lnTo>
                    <a:pt x="1197114" y="2344951"/>
                  </a:lnTo>
                  <a:lnTo>
                    <a:pt x="1204939" y="2341989"/>
                  </a:lnTo>
                  <a:lnTo>
                    <a:pt x="1212763" y="2339151"/>
                  </a:lnTo>
                  <a:lnTo>
                    <a:pt x="1220587" y="2336493"/>
                  </a:lnTo>
                  <a:lnTo>
                    <a:pt x="1228411" y="2334083"/>
                  </a:lnTo>
                  <a:lnTo>
                    <a:pt x="1236236" y="2331993"/>
                  </a:lnTo>
                  <a:lnTo>
                    <a:pt x="1244060" y="2330298"/>
                  </a:lnTo>
                  <a:lnTo>
                    <a:pt x="1251884" y="2329065"/>
                  </a:lnTo>
                  <a:lnTo>
                    <a:pt x="1259708" y="2328349"/>
                  </a:lnTo>
                  <a:lnTo>
                    <a:pt x="1267533" y="2328189"/>
                  </a:lnTo>
                  <a:lnTo>
                    <a:pt x="1275357" y="2328630"/>
                  </a:lnTo>
                  <a:lnTo>
                    <a:pt x="1283181" y="2329652"/>
                  </a:lnTo>
                  <a:lnTo>
                    <a:pt x="1291006" y="2331145"/>
                  </a:lnTo>
                  <a:lnTo>
                    <a:pt x="1298830" y="2333008"/>
                  </a:lnTo>
                  <a:lnTo>
                    <a:pt x="1306654" y="2335113"/>
                  </a:lnTo>
                  <a:lnTo>
                    <a:pt x="1314478" y="2337311"/>
                  </a:lnTo>
                  <a:lnTo>
                    <a:pt x="1322303" y="2339433"/>
                  </a:lnTo>
                  <a:lnTo>
                    <a:pt x="1330127" y="2341304"/>
                  </a:lnTo>
                  <a:lnTo>
                    <a:pt x="1337951" y="2342748"/>
                  </a:lnTo>
                  <a:lnTo>
                    <a:pt x="1345776" y="2343588"/>
                  </a:lnTo>
                  <a:lnTo>
                    <a:pt x="1353600" y="2343581"/>
                  </a:lnTo>
                  <a:lnTo>
                    <a:pt x="1361424" y="2342696"/>
                  </a:lnTo>
                  <a:lnTo>
                    <a:pt x="1369248" y="2340870"/>
                  </a:lnTo>
                  <a:lnTo>
                    <a:pt x="1377073" y="2338082"/>
                  </a:lnTo>
                  <a:lnTo>
                    <a:pt x="1384897" y="2334349"/>
                  </a:lnTo>
                  <a:lnTo>
                    <a:pt x="1392721" y="2329732"/>
                  </a:lnTo>
                  <a:lnTo>
                    <a:pt x="1400545" y="2324330"/>
                  </a:lnTo>
                  <a:lnTo>
                    <a:pt x="1408370" y="2318276"/>
                  </a:lnTo>
                  <a:lnTo>
                    <a:pt x="1416194" y="2311736"/>
                  </a:lnTo>
                  <a:lnTo>
                    <a:pt x="1424018" y="2304891"/>
                  </a:lnTo>
                  <a:lnTo>
                    <a:pt x="1431843" y="2298008"/>
                  </a:lnTo>
                  <a:lnTo>
                    <a:pt x="1439667" y="2291297"/>
                  </a:lnTo>
                  <a:lnTo>
                    <a:pt x="1447491" y="2284952"/>
                  </a:lnTo>
                  <a:lnTo>
                    <a:pt x="1455315" y="2279146"/>
                  </a:lnTo>
                  <a:lnTo>
                    <a:pt x="1463140" y="2274022"/>
                  </a:lnTo>
                  <a:lnTo>
                    <a:pt x="1470964" y="2269692"/>
                  </a:lnTo>
                  <a:lnTo>
                    <a:pt x="1478788" y="2266224"/>
                  </a:lnTo>
                  <a:lnTo>
                    <a:pt x="1486613" y="2263645"/>
                  </a:lnTo>
                  <a:lnTo>
                    <a:pt x="1494437" y="2261994"/>
                  </a:lnTo>
                  <a:lnTo>
                    <a:pt x="1502261" y="2261173"/>
                  </a:lnTo>
                  <a:lnTo>
                    <a:pt x="1510085" y="2261011"/>
                  </a:lnTo>
                  <a:lnTo>
                    <a:pt x="1517910" y="2261366"/>
                  </a:lnTo>
                  <a:lnTo>
                    <a:pt x="1525734" y="2262077"/>
                  </a:lnTo>
                  <a:lnTo>
                    <a:pt x="1533558" y="2262974"/>
                  </a:lnTo>
                  <a:lnTo>
                    <a:pt x="1541383" y="2263883"/>
                  </a:lnTo>
                  <a:lnTo>
                    <a:pt x="1549207" y="2264636"/>
                  </a:lnTo>
                  <a:lnTo>
                    <a:pt x="1557031" y="2265069"/>
                  </a:lnTo>
                  <a:lnTo>
                    <a:pt x="1564855" y="2265012"/>
                  </a:lnTo>
                  <a:lnTo>
                    <a:pt x="1572680" y="2264263"/>
                  </a:lnTo>
                  <a:lnTo>
                    <a:pt x="1580504" y="2262761"/>
                  </a:lnTo>
                  <a:lnTo>
                    <a:pt x="1588328" y="2260414"/>
                  </a:lnTo>
                  <a:lnTo>
                    <a:pt x="1596152" y="2257151"/>
                  </a:lnTo>
                  <a:lnTo>
                    <a:pt x="1603977" y="2252924"/>
                  </a:lnTo>
                  <a:lnTo>
                    <a:pt x="1611801" y="2247713"/>
                  </a:lnTo>
                  <a:lnTo>
                    <a:pt x="1619625" y="2241525"/>
                  </a:lnTo>
                  <a:lnTo>
                    <a:pt x="1627450" y="2234404"/>
                  </a:lnTo>
                  <a:lnTo>
                    <a:pt x="1635274" y="2226426"/>
                  </a:lnTo>
                  <a:lnTo>
                    <a:pt x="1643098" y="2217630"/>
                  </a:lnTo>
                  <a:lnTo>
                    <a:pt x="1650922" y="2208281"/>
                  </a:lnTo>
                  <a:lnTo>
                    <a:pt x="1658747" y="2198551"/>
                  </a:lnTo>
                  <a:lnTo>
                    <a:pt x="1666571" y="2188614"/>
                  </a:lnTo>
                  <a:lnTo>
                    <a:pt x="1674395" y="2178627"/>
                  </a:lnTo>
                  <a:lnTo>
                    <a:pt x="1682220" y="2168717"/>
                  </a:lnTo>
                  <a:lnTo>
                    <a:pt x="1690044" y="2158967"/>
                  </a:lnTo>
                  <a:lnTo>
                    <a:pt x="1697868" y="2149399"/>
                  </a:lnTo>
                  <a:lnTo>
                    <a:pt x="1705692" y="2139965"/>
                  </a:lnTo>
                  <a:lnTo>
                    <a:pt x="1713517" y="2130503"/>
                  </a:lnTo>
                  <a:lnTo>
                    <a:pt x="1721341" y="2120720"/>
                  </a:lnTo>
                  <a:lnTo>
                    <a:pt x="1729165" y="2110272"/>
                  </a:lnTo>
                  <a:lnTo>
                    <a:pt x="1736990" y="2098744"/>
                  </a:lnTo>
                  <a:lnTo>
                    <a:pt x="1744814" y="2085661"/>
                  </a:lnTo>
                  <a:lnTo>
                    <a:pt x="1752638" y="2070505"/>
                  </a:lnTo>
                  <a:lnTo>
                    <a:pt x="1760462" y="2052728"/>
                  </a:lnTo>
                  <a:lnTo>
                    <a:pt x="1768287" y="2031768"/>
                  </a:lnTo>
                  <a:lnTo>
                    <a:pt x="1776111" y="2007065"/>
                  </a:lnTo>
                  <a:lnTo>
                    <a:pt x="1783935" y="1977816"/>
                  </a:lnTo>
                  <a:lnTo>
                    <a:pt x="1791759" y="1943225"/>
                  </a:lnTo>
                  <a:lnTo>
                    <a:pt x="1799584" y="1903201"/>
                  </a:lnTo>
                  <a:lnTo>
                    <a:pt x="1807408" y="1857329"/>
                  </a:lnTo>
                  <a:lnTo>
                    <a:pt x="1815232" y="1805252"/>
                  </a:lnTo>
                  <a:lnTo>
                    <a:pt x="1823057" y="1746683"/>
                  </a:lnTo>
                  <a:lnTo>
                    <a:pt x="1830881" y="1681411"/>
                  </a:lnTo>
                  <a:lnTo>
                    <a:pt x="1838705" y="1609320"/>
                  </a:lnTo>
                  <a:lnTo>
                    <a:pt x="1846529" y="1530400"/>
                  </a:lnTo>
                  <a:lnTo>
                    <a:pt x="1854354" y="1444697"/>
                  </a:lnTo>
                  <a:lnTo>
                    <a:pt x="1862178" y="1351834"/>
                  </a:lnTo>
                  <a:lnTo>
                    <a:pt x="1870002" y="1253193"/>
                  </a:lnTo>
                  <a:lnTo>
                    <a:pt x="1877827" y="1149511"/>
                  </a:lnTo>
                  <a:lnTo>
                    <a:pt x="1885651" y="1041736"/>
                  </a:lnTo>
                  <a:lnTo>
                    <a:pt x="1893475" y="931025"/>
                  </a:lnTo>
                  <a:lnTo>
                    <a:pt x="1901299" y="818744"/>
                  </a:lnTo>
                  <a:lnTo>
                    <a:pt x="1909124" y="706445"/>
                  </a:lnTo>
                  <a:lnTo>
                    <a:pt x="1916948" y="595848"/>
                  </a:lnTo>
                  <a:lnTo>
                    <a:pt x="1924772" y="488800"/>
                  </a:lnTo>
                  <a:lnTo>
                    <a:pt x="1932596" y="388104"/>
                  </a:lnTo>
                  <a:lnTo>
                    <a:pt x="1940421" y="295619"/>
                  </a:lnTo>
                  <a:lnTo>
                    <a:pt x="1948245" y="213039"/>
                  </a:lnTo>
                  <a:lnTo>
                    <a:pt x="1956069" y="142075"/>
                  </a:lnTo>
                  <a:lnTo>
                    <a:pt x="1963894" y="84222"/>
                  </a:lnTo>
                  <a:lnTo>
                    <a:pt x="1971718" y="40711"/>
                  </a:lnTo>
                  <a:lnTo>
                    <a:pt x="1979542" y="12452"/>
                  </a:lnTo>
                  <a:lnTo>
                    <a:pt x="1987366" y="0"/>
                  </a:lnTo>
                  <a:lnTo>
                    <a:pt x="1995191" y="3522"/>
                  </a:lnTo>
                  <a:lnTo>
                    <a:pt x="2003015" y="23802"/>
                  </a:lnTo>
                  <a:lnTo>
                    <a:pt x="2010839" y="59912"/>
                  </a:lnTo>
                  <a:lnTo>
                    <a:pt x="2018664" y="109556"/>
                  </a:lnTo>
                  <a:lnTo>
                    <a:pt x="2026488" y="171191"/>
                  </a:lnTo>
                  <a:lnTo>
                    <a:pt x="2034312" y="243014"/>
                  </a:lnTo>
                  <a:lnTo>
                    <a:pt x="2042136" y="323034"/>
                  </a:lnTo>
                  <a:lnTo>
                    <a:pt x="2049961" y="409137"/>
                  </a:lnTo>
                  <a:lnTo>
                    <a:pt x="2057785" y="499176"/>
                  </a:lnTo>
                  <a:lnTo>
                    <a:pt x="2065609" y="591046"/>
                  </a:lnTo>
                  <a:lnTo>
                    <a:pt x="2073434" y="682707"/>
                  </a:lnTo>
                  <a:lnTo>
                    <a:pt x="2081258" y="771941"/>
                  </a:lnTo>
                  <a:lnTo>
                    <a:pt x="2089082" y="857449"/>
                  </a:lnTo>
                  <a:lnTo>
                    <a:pt x="2096906" y="938258"/>
                  </a:lnTo>
                  <a:lnTo>
                    <a:pt x="2104731" y="1013761"/>
                  </a:lnTo>
                  <a:lnTo>
                    <a:pt x="2112555" y="1083717"/>
                  </a:lnTo>
                  <a:lnTo>
                    <a:pt x="2120379" y="1148231"/>
                  </a:lnTo>
                  <a:lnTo>
                    <a:pt x="2128203" y="1207721"/>
                  </a:lnTo>
                  <a:lnTo>
                    <a:pt x="2136028" y="1262868"/>
                  </a:lnTo>
                  <a:lnTo>
                    <a:pt x="2143852" y="1314554"/>
                  </a:lnTo>
                  <a:lnTo>
                    <a:pt x="2151676" y="1363657"/>
                  </a:lnTo>
                  <a:lnTo>
                    <a:pt x="2159501" y="1411661"/>
                  </a:lnTo>
                  <a:lnTo>
                    <a:pt x="2167325" y="1459552"/>
                  </a:lnTo>
                  <a:lnTo>
                    <a:pt x="2175149" y="1508139"/>
                  </a:lnTo>
                  <a:lnTo>
                    <a:pt x="2182973" y="1558036"/>
                  </a:lnTo>
                  <a:lnTo>
                    <a:pt x="2190798" y="1609629"/>
                  </a:lnTo>
                  <a:lnTo>
                    <a:pt x="2198622" y="1663056"/>
                  </a:lnTo>
                  <a:lnTo>
                    <a:pt x="2206446" y="1718208"/>
                  </a:lnTo>
                  <a:lnTo>
                    <a:pt x="2214271" y="1774746"/>
                  </a:lnTo>
                  <a:lnTo>
                    <a:pt x="2222095" y="1832124"/>
                  </a:lnTo>
                  <a:lnTo>
                    <a:pt x="2229919" y="1889438"/>
                  </a:lnTo>
                  <a:lnTo>
                    <a:pt x="2237743" y="1945833"/>
                  </a:lnTo>
                  <a:lnTo>
                    <a:pt x="2245568" y="2000497"/>
                  </a:lnTo>
                  <a:lnTo>
                    <a:pt x="2253392" y="2052665"/>
                  </a:lnTo>
                  <a:lnTo>
                    <a:pt x="2261216" y="2101660"/>
                  </a:lnTo>
                  <a:lnTo>
                    <a:pt x="2269040" y="2146929"/>
                  </a:lnTo>
                  <a:lnTo>
                    <a:pt x="2276865" y="2188064"/>
                  </a:lnTo>
                  <a:lnTo>
                    <a:pt x="2284689" y="2224810"/>
                  </a:lnTo>
                  <a:lnTo>
                    <a:pt x="2292513" y="2256868"/>
                  </a:lnTo>
                  <a:lnTo>
                    <a:pt x="2300338" y="2284135"/>
                  </a:lnTo>
                  <a:lnTo>
                    <a:pt x="2308162" y="2307251"/>
                  </a:lnTo>
                  <a:lnTo>
                    <a:pt x="2315986" y="2326532"/>
                  </a:lnTo>
                  <a:lnTo>
                    <a:pt x="2323810" y="2342351"/>
                  </a:lnTo>
                  <a:lnTo>
                    <a:pt x="2331635" y="2355111"/>
                  </a:lnTo>
                  <a:lnTo>
                    <a:pt x="2339459" y="2365227"/>
                  </a:lnTo>
                  <a:lnTo>
                    <a:pt x="2347283" y="2373108"/>
                  </a:lnTo>
                  <a:lnTo>
                    <a:pt x="2355108" y="2379136"/>
                  </a:lnTo>
                  <a:lnTo>
                    <a:pt x="2362932" y="2383656"/>
                  </a:lnTo>
                  <a:lnTo>
                    <a:pt x="2370756" y="2386875"/>
                  </a:lnTo>
                  <a:lnTo>
                    <a:pt x="2378580" y="2389234"/>
                  </a:lnTo>
                  <a:lnTo>
                    <a:pt x="2386405" y="2390932"/>
                  </a:lnTo>
                  <a:lnTo>
                    <a:pt x="2394229" y="2392134"/>
                  </a:lnTo>
                  <a:lnTo>
                    <a:pt x="2402053" y="2392969"/>
                  </a:lnTo>
                  <a:lnTo>
                    <a:pt x="2409878" y="2393538"/>
                  </a:lnTo>
                  <a:lnTo>
                    <a:pt x="2417702" y="2393919"/>
                  </a:lnTo>
                  <a:lnTo>
                    <a:pt x="2425526" y="2394169"/>
                  </a:lnTo>
                  <a:lnTo>
                    <a:pt x="2433350" y="2394329"/>
                  </a:lnTo>
                  <a:lnTo>
                    <a:pt x="2441175" y="2394427"/>
                  </a:lnTo>
                  <a:lnTo>
                    <a:pt x="2448999" y="2394488"/>
                  </a:lnTo>
                  <a:lnTo>
                    <a:pt x="2456823" y="2394526"/>
                  </a:lnTo>
                  <a:lnTo>
                    <a:pt x="2464647" y="2394549"/>
                  </a:lnTo>
                  <a:lnTo>
                    <a:pt x="2472472" y="2394563"/>
                  </a:lnTo>
                  <a:lnTo>
                    <a:pt x="2480296" y="2394571"/>
                  </a:lnTo>
                  <a:lnTo>
                    <a:pt x="2488120" y="2394576"/>
                  </a:lnTo>
                  <a:lnTo>
                    <a:pt x="2495945" y="2394578"/>
                  </a:lnTo>
                  <a:lnTo>
                    <a:pt x="2503769" y="2394580"/>
                  </a:lnTo>
                  <a:lnTo>
                    <a:pt x="2511593" y="2394581"/>
                  </a:lnTo>
                  <a:lnTo>
                    <a:pt x="2519417" y="2394581"/>
                  </a:lnTo>
                  <a:lnTo>
                    <a:pt x="2527242" y="2394581"/>
                  </a:lnTo>
                  <a:lnTo>
                    <a:pt x="2535066" y="2394581"/>
                  </a:lnTo>
                  <a:lnTo>
                    <a:pt x="2542890" y="2394581"/>
                  </a:lnTo>
                  <a:lnTo>
                    <a:pt x="2550715" y="2394582"/>
                  </a:lnTo>
                  <a:lnTo>
                    <a:pt x="2558539" y="2394582"/>
                  </a:lnTo>
                  <a:lnTo>
                    <a:pt x="2566363" y="2394582"/>
                  </a:lnTo>
                  <a:lnTo>
                    <a:pt x="2574187" y="2394582"/>
                  </a:lnTo>
                  <a:lnTo>
                    <a:pt x="2582012" y="2394582"/>
                  </a:lnTo>
                  <a:lnTo>
                    <a:pt x="2589836" y="2394582"/>
                  </a:lnTo>
                  <a:lnTo>
                    <a:pt x="2597660" y="2394582"/>
                  </a:lnTo>
                  <a:lnTo>
                    <a:pt x="2605485" y="2394582"/>
                  </a:lnTo>
                  <a:lnTo>
                    <a:pt x="2613309" y="2394582"/>
                  </a:lnTo>
                  <a:lnTo>
                    <a:pt x="2621133" y="2394582"/>
                  </a:lnTo>
                  <a:lnTo>
                    <a:pt x="2628957" y="2394582"/>
                  </a:lnTo>
                  <a:lnTo>
                    <a:pt x="2636782" y="2394582"/>
                  </a:lnTo>
                  <a:lnTo>
                    <a:pt x="2644606" y="2394582"/>
                  </a:lnTo>
                  <a:lnTo>
                    <a:pt x="2652430" y="2394582"/>
                  </a:lnTo>
                  <a:lnTo>
                    <a:pt x="2660254" y="2394582"/>
                  </a:lnTo>
                  <a:lnTo>
                    <a:pt x="2668079" y="2394582"/>
                  </a:lnTo>
                  <a:lnTo>
                    <a:pt x="2675903" y="2394582"/>
                  </a:lnTo>
                  <a:lnTo>
                    <a:pt x="2683727" y="2394582"/>
                  </a:lnTo>
                  <a:lnTo>
                    <a:pt x="2691552" y="2394582"/>
                  </a:lnTo>
                  <a:lnTo>
                    <a:pt x="2699376" y="2394582"/>
                  </a:lnTo>
                  <a:lnTo>
                    <a:pt x="2707200" y="2394582"/>
                  </a:lnTo>
                  <a:lnTo>
                    <a:pt x="2715024" y="2394582"/>
                  </a:lnTo>
                  <a:lnTo>
                    <a:pt x="2722849" y="2394582"/>
                  </a:lnTo>
                  <a:lnTo>
                    <a:pt x="2730673" y="2394582"/>
                  </a:lnTo>
                  <a:lnTo>
                    <a:pt x="2738497" y="2394582"/>
                  </a:lnTo>
                  <a:lnTo>
                    <a:pt x="2746322" y="2394582"/>
                  </a:lnTo>
                  <a:lnTo>
                    <a:pt x="2754146" y="2394582"/>
                  </a:lnTo>
                  <a:lnTo>
                    <a:pt x="2761970" y="2394582"/>
                  </a:lnTo>
                  <a:lnTo>
                    <a:pt x="2769794" y="2394582"/>
                  </a:lnTo>
                  <a:lnTo>
                    <a:pt x="2777619" y="2394582"/>
                  </a:lnTo>
                  <a:lnTo>
                    <a:pt x="2785443" y="2394582"/>
                  </a:lnTo>
                  <a:lnTo>
                    <a:pt x="2793267" y="2394582"/>
                  </a:lnTo>
                  <a:lnTo>
                    <a:pt x="2801091" y="2394582"/>
                  </a:lnTo>
                  <a:lnTo>
                    <a:pt x="2808916" y="2394582"/>
                  </a:lnTo>
                  <a:lnTo>
                    <a:pt x="2816740" y="2394582"/>
                  </a:lnTo>
                  <a:lnTo>
                    <a:pt x="2824564" y="2394582"/>
                  </a:lnTo>
                  <a:lnTo>
                    <a:pt x="2832389" y="2394582"/>
                  </a:lnTo>
                  <a:lnTo>
                    <a:pt x="2840213" y="2394582"/>
                  </a:lnTo>
                  <a:lnTo>
                    <a:pt x="2848037" y="2394582"/>
                  </a:lnTo>
                  <a:lnTo>
                    <a:pt x="2855861" y="2394582"/>
                  </a:lnTo>
                  <a:lnTo>
                    <a:pt x="2863686" y="2394582"/>
                  </a:lnTo>
                  <a:lnTo>
                    <a:pt x="2871510" y="2394582"/>
                  </a:lnTo>
                  <a:lnTo>
                    <a:pt x="2879334" y="2394582"/>
                  </a:lnTo>
                  <a:lnTo>
                    <a:pt x="2887159" y="2394582"/>
                  </a:lnTo>
                  <a:lnTo>
                    <a:pt x="2894983" y="2394582"/>
                  </a:lnTo>
                  <a:lnTo>
                    <a:pt x="2902807" y="2394582"/>
                  </a:lnTo>
                  <a:lnTo>
                    <a:pt x="2910631" y="2394582"/>
                  </a:lnTo>
                  <a:lnTo>
                    <a:pt x="2918456" y="2394582"/>
                  </a:lnTo>
                  <a:lnTo>
                    <a:pt x="2926280" y="2394582"/>
                  </a:lnTo>
                  <a:lnTo>
                    <a:pt x="2934104" y="2394582"/>
                  </a:lnTo>
                  <a:lnTo>
                    <a:pt x="2941929" y="2394582"/>
                  </a:lnTo>
                  <a:lnTo>
                    <a:pt x="2949753" y="2394582"/>
                  </a:lnTo>
                  <a:lnTo>
                    <a:pt x="2957577" y="2394582"/>
                  </a:lnTo>
                  <a:lnTo>
                    <a:pt x="2965401" y="2394582"/>
                  </a:lnTo>
                  <a:lnTo>
                    <a:pt x="2973226" y="2394582"/>
                  </a:lnTo>
                  <a:lnTo>
                    <a:pt x="2981050" y="2394582"/>
                  </a:lnTo>
                  <a:lnTo>
                    <a:pt x="2988874" y="2394582"/>
                  </a:lnTo>
                  <a:lnTo>
                    <a:pt x="2996698" y="2394582"/>
                  </a:lnTo>
                  <a:lnTo>
                    <a:pt x="3004523" y="2394582"/>
                  </a:lnTo>
                  <a:lnTo>
                    <a:pt x="3012347" y="2394582"/>
                  </a:lnTo>
                  <a:lnTo>
                    <a:pt x="3020171" y="2394582"/>
                  </a:lnTo>
                  <a:lnTo>
                    <a:pt x="3027996" y="2394582"/>
                  </a:lnTo>
                  <a:lnTo>
                    <a:pt x="3035820" y="2394582"/>
                  </a:lnTo>
                  <a:lnTo>
                    <a:pt x="3043644" y="2394582"/>
                  </a:lnTo>
                  <a:lnTo>
                    <a:pt x="3051468" y="2394582"/>
                  </a:lnTo>
                  <a:lnTo>
                    <a:pt x="3059293" y="2394582"/>
                  </a:lnTo>
                  <a:lnTo>
                    <a:pt x="3067117" y="2394582"/>
                  </a:lnTo>
                  <a:lnTo>
                    <a:pt x="3074941" y="2394582"/>
                  </a:lnTo>
                  <a:lnTo>
                    <a:pt x="3082766" y="2394582"/>
                  </a:lnTo>
                  <a:lnTo>
                    <a:pt x="3090590" y="2394582"/>
                  </a:lnTo>
                  <a:lnTo>
                    <a:pt x="3098414" y="2394582"/>
                  </a:lnTo>
                  <a:lnTo>
                    <a:pt x="3106238" y="2394582"/>
                  </a:lnTo>
                  <a:lnTo>
                    <a:pt x="3114063" y="2394582"/>
                  </a:lnTo>
                  <a:lnTo>
                    <a:pt x="3121887" y="2394582"/>
                  </a:lnTo>
                  <a:lnTo>
                    <a:pt x="3129711" y="2394582"/>
                  </a:lnTo>
                  <a:lnTo>
                    <a:pt x="3137536" y="2394582"/>
                  </a:lnTo>
                  <a:lnTo>
                    <a:pt x="3145360" y="2394582"/>
                  </a:lnTo>
                  <a:lnTo>
                    <a:pt x="3153184" y="2394582"/>
                  </a:lnTo>
                  <a:lnTo>
                    <a:pt x="3161008" y="2394582"/>
                  </a:lnTo>
                  <a:lnTo>
                    <a:pt x="3168833" y="2394582"/>
                  </a:lnTo>
                  <a:lnTo>
                    <a:pt x="3176657" y="2394582"/>
                  </a:lnTo>
                  <a:lnTo>
                    <a:pt x="3184481" y="2394582"/>
                  </a:lnTo>
                  <a:lnTo>
                    <a:pt x="3192305" y="2394582"/>
                  </a:lnTo>
                  <a:lnTo>
                    <a:pt x="3200130" y="2394582"/>
                  </a:lnTo>
                  <a:lnTo>
                    <a:pt x="3207954" y="2394582"/>
                  </a:lnTo>
                  <a:lnTo>
                    <a:pt x="3215778" y="2394582"/>
                  </a:lnTo>
                  <a:lnTo>
                    <a:pt x="3223603" y="2394582"/>
                  </a:lnTo>
                  <a:lnTo>
                    <a:pt x="3231427" y="2394582"/>
                  </a:lnTo>
                  <a:lnTo>
                    <a:pt x="3239251" y="2394582"/>
                  </a:lnTo>
                  <a:lnTo>
                    <a:pt x="3247075" y="2394582"/>
                  </a:lnTo>
                  <a:lnTo>
                    <a:pt x="3254900" y="2394582"/>
                  </a:lnTo>
                  <a:lnTo>
                    <a:pt x="3262724" y="2394582"/>
                  </a:lnTo>
                  <a:lnTo>
                    <a:pt x="3270548" y="2394582"/>
                  </a:lnTo>
                  <a:lnTo>
                    <a:pt x="3278373" y="2394582"/>
                  </a:lnTo>
                  <a:lnTo>
                    <a:pt x="3286197" y="2394582"/>
                  </a:lnTo>
                  <a:lnTo>
                    <a:pt x="3294021" y="2394582"/>
                  </a:lnTo>
                  <a:lnTo>
                    <a:pt x="3301845" y="2394582"/>
                  </a:lnTo>
                  <a:lnTo>
                    <a:pt x="3309670" y="2394582"/>
                  </a:lnTo>
                  <a:lnTo>
                    <a:pt x="3317494" y="2394582"/>
                  </a:lnTo>
                  <a:lnTo>
                    <a:pt x="3325318" y="2394582"/>
                  </a:lnTo>
                  <a:lnTo>
                    <a:pt x="3333142" y="2394582"/>
                  </a:lnTo>
                  <a:lnTo>
                    <a:pt x="3340967" y="2394582"/>
                  </a:lnTo>
                  <a:lnTo>
                    <a:pt x="3348791" y="2394582"/>
                  </a:lnTo>
                  <a:lnTo>
                    <a:pt x="3356615" y="2394582"/>
                  </a:lnTo>
                  <a:lnTo>
                    <a:pt x="3364440" y="2394582"/>
                  </a:lnTo>
                  <a:lnTo>
                    <a:pt x="3372264" y="2394582"/>
                  </a:lnTo>
                  <a:lnTo>
                    <a:pt x="3380088" y="2394582"/>
                  </a:lnTo>
                  <a:lnTo>
                    <a:pt x="3387912" y="2394582"/>
                  </a:lnTo>
                  <a:lnTo>
                    <a:pt x="3395737" y="2394582"/>
                  </a:lnTo>
                  <a:lnTo>
                    <a:pt x="3403561" y="2394582"/>
                  </a:lnTo>
                  <a:lnTo>
                    <a:pt x="3411385" y="2394582"/>
                  </a:lnTo>
                  <a:lnTo>
                    <a:pt x="3419210" y="2394582"/>
                  </a:lnTo>
                  <a:lnTo>
                    <a:pt x="3427034" y="2394582"/>
                  </a:lnTo>
                  <a:lnTo>
                    <a:pt x="3434858" y="2394582"/>
                  </a:lnTo>
                  <a:lnTo>
                    <a:pt x="3442682" y="2394582"/>
                  </a:lnTo>
                  <a:lnTo>
                    <a:pt x="3450507" y="2394582"/>
                  </a:lnTo>
                  <a:lnTo>
                    <a:pt x="3458331" y="2394582"/>
                  </a:lnTo>
                  <a:lnTo>
                    <a:pt x="3466155" y="2394582"/>
                  </a:lnTo>
                  <a:lnTo>
                    <a:pt x="3473980" y="2394582"/>
                  </a:lnTo>
                  <a:lnTo>
                    <a:pt x="3481804" y="2394582"/>
                  </a:lnTo>
                  <a:lnTo>
                    <a:pt x="3489628" y="2394582"/>
                  </a:lnTo>
                  <a:lnTo>
                    <a:pt x="3497452" y="2394582"/>
                  </a:lnTo>
                  <a:lnTo>
                    <a:pt x="3505277" y="2394582"/>
                  </a:lnTo>
                  <a:lnTo>
                    <a:pt x="3513101" y="2394582"/>
                  </a:lnTo>
                  <a:lnTo>
                    <a:pt x="3520925" y="2394582"/>
                  </a:lnTo>
                  <a:lnTo>
                    <a:pt x="3528749" y="2394582"/>
                  </a:lnTo>
                  <a:lnTo>
                    <a:pt x="3536574" y="2394582"/>
                  </a:lnTo>
                  <a:lnTo>
                    <a:pt x="3544398" y="2394582"/>
                  </a:lnTo>
                  <a:lnTo>
                    <a:pt x="3552222" y="2394582"/>
                  </a:lnTo>
                  <a:lnTo>
                    <a:pt x="3560047" y="2394582"/>
                  </a:lnTo>
                  <a:lnTo>
                    <a:pt x="3567871" y="2394582"/>
                  </a:lnTo>
                  <a:lnTo>
                    <a:pt x="3575695" y="2394582"/>
                  </a:lnTo>
                  <a:lnTo>
                    <a:pt x="3583519" y="2394582"/>
                  </a:lnTo>
                  <a:lnTo>
                    <a:pt x="3591344" y="2394582"/>
                  </a:lnTo>
                  <a:lnTo>
                    <a:pt x="3599168" y="2394582"/>
                  </a:lnTo>
                  <a:lnTo>
                    <a:pt x="3606992" y="2394582"/>
                  </a:lnTo>
                  <a:lnTo>
                    <a:pt x="3614817" y="2394582"/>
                  </a:lnTo>
                  <a:lnTo>
                    <a:pt x="3622641" y="2394582"/>
                  </a:lnTo>
                  <a:lnTo>
                    <a:pt x="3630465" y="2394582"/>
                  </a:lnTo>
                  <a:lnTo>
                    <a:pt x="3638289" y="2394582"/>
                  </a:lnTo>
                  <a:lnTo>
                    <a:pt x="3646114" y="2394582"/>
                  </a:lnTo>
                  <a:lnTo>
                    <a:pt x="3653938" y="2394582"/>
                  </a:lnTo>
                  <a:lnTo>
                    <a:pt x="3661762" y="2394582"/>
                  </a:lnTo>
                  <a:lnTo>
                    <a:pt x="3669586" y="2394582"/>
                  </a:lnTo>
                  <a:lnTo>
                    <a:pt x="3677411" y="2394582"/>
                  </a:lnTo>
                  <a:lnTo>
                    <a:pt x="3685235" y="2394582"/>
                  </a:lnTo>
                  <a:lnTo>
                    <a:pt x="3693059" y="2394582"/>
                  </a:lnTo>
                  <a:lnTo>
                    <a:pt x="3700884" y="2394582"/>
                  </a:lnTo>
                  <a:lnTo>
                    <a:pt x="3708708" y="2394582"/>
                  </a:lnTo>
                  <a:lnTo>
                    <a:pt x="3716532" y="2394582"/>
                  </a:lnTo>
                  <a:lnTo>
                    <a:pt x="3724356" y="2394582"/>
                  </a:lnTo>
                  <a:lnTo>
                    <a:pt x="3732181" y="2394582"/>
                  </a:lnTo>
                  <a:lnTo>
                    <a:pt x="3740005" y="2394582"/>
                  </a:lnTo>
                  <a:lnTo>
                    <a:pt x="3747829" y="2394582"/>
                  </a:lnTo>
                  <a:lnTo>
                    <a:pt x="3755654" y="2394582"/>
                  </a:lnTo>
                  <a:lnTo>
                    <a:pt x="3763478" y="2394582"/>
                  </a:lnTo>
                  <a:lnTo>
                    <a:pt x="3771302" y="2394582"/>
                  </a:lnTo>
                  <a:lnTo>
                    <a:pt x="3779126" y="2394582"/>
                  </a:lnTo>
                  <a:lnTo>
                    <a:pt x="3786951" y="2394582"/>
                  </a:lnTo>
                  <a:lnTo>
                    <a:pt x="3794775" y="2394582"/>
                  </a:lnTo>
                  <a:lnTo>
                    <a:pt x="3802599" y="2394582"/>
                  </a:lnTo>
                  <a:lnTo>
                    <a:pt x="3810424" y="2394582"/>
                  </a:lnTo>
                  <a:lnTo>
                    <a:pt x="3818248" y="2394582"/>
                  </a:lnTo>
                  <a:lnTo>
                    <a:pt x="3826072" y="2394582"/>
                  </a:lnTo>
                  <a:lnTo>
                    <a:pt x="3833896" y="2394582"/>
                  </a:lnTo>
                  <a:lnTo>
                    <a:pt x="3841721" y="2394582"/>
                  </a:lnTo>
                  <a:lnTo>
                    <a:pt x="3849545" y="2394582"/>
                  </a:lnTo>
                  <a:lnTo>
                    <a:pt x="3857369" y="2394582"/>
                  </a:lnTo>
                  <a:lnTo>
                    <a:pt x="3865193" y="2394582"/>
                  </a:lnTo>
                  <a:lnTo>
                    <a:pt x="3873018" y="2394582"/>
                  </a:lnTo>
                  <a:lnTo>
                    <a:pt x="3880842" y="2394582"/>
                  </a:lnTo>
                  <a:lnTo>
                    <a:pt x="3888666" y="2394582"/>
                  </a:lnTo>
                  <a:lnTo>
                    <a:pt x="3896491" y="2394582"/>
                  </a:lnTo>
                  <a:lnTo>
                    <a:pt x="3904315" y="2394582"/>
                  </a:lnTo>
                  <a:lnTo>
                    <a:pt x="3912139" y="2394582"/>
                  </a:lnTo>
                  <a:lnTo>
                    <a:pt x="3919963" y="2394582"/>
                  </a:lnTo>
                  <a:lnTo>
                    <a:pt x="3927788" y="2394582"/>
                  </a:lnTo>
                  <a:lnTo>
                    <a:pt x="3935612" y="2394582"/>
                  </a:lnTo>
                  <a:lnTo>
                    <a:pt x="3943436" y="2394582"/>
                  </a:lnTo>
                  <a:lnTo>
                    <a:pt x="3951261" y="2394582"/>
                  </a:lnTo>
                  <a:lnTo>
                    <a:pt x="3959085" y="2394582"/>
                  </a:lnTo>
                  <a:lnTo>
                    <a:pt x="3966909" y="2394582"/>
                  </a:lnTo>
                  <a:lnTo>
                    <a:pt x="3974733" y="2394582"/>
                  </a:lnTo>
                  <a:lnTo>
                    <a:pt x="3982558" y="2394582"/>
                  </a:lnTo>
                  <a:lnTo>
                    <a:pt x="3990382" y="2394582"/>
                  </a:lnTo>
                  <a:lnTo>
                    <a:pt x="3998206" y="2394582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0" name="pg1690"/>
            <p:cNvSpPr/>
            <p:nvPr/>
          </p:nvSpPr>
          <p:spPr>
            <a:xfrm>
              <a:off x="7848093" y="4456547"/>
              <a:ext cx="3998206" cy="338185"/>
            </a:xfrm>
            <a:custGeom>
              <a:avLst/>
              <a:pathLst>
                <a:path w="3998206" h="338185">
                  <a:moveTo>
                    <a:pt x="0" y="338185"/>
                  </a:moveTo>
                  <a:lnTo>
                    <a:pt x="7824" y="338185"/>
                  </a:lnTo>
                  <a:lnTo>
                    <a:pt x="15648" y="338185"/>
                  </a:lnTo>
                  <a:lnTo>
                    <a:pt x="23472" y="338185"/>
                  </a:lnTo>
                  <a:lnTo>
                    <a:pt x="31297" y="338185"/>
                  </a:lnTo>
                  <a:lnTo>
                    <a:pt x="39121" y="338185"/>
                  </a:lnTo>
                  <a:lnTo>
                    <a:pt x="46945" y="338185"/>
                  </a:lnTo>
                  <a:lnTo>
                    <a:pt x="54769" y="338185"/>
                  </a:lnTo>
                  <a:lnTo>
                    <a:pt x="62594" y="338185"/>
                  </a:lnTo>
                  <a:lnTo>
                    <a:pt x="70418" y="338185"/>
                  </a:lnTo>
                  <a:lnTo>
                    <a:pt x="78242" y="338185"/>
                  </a:lnTo>
                  <a:lnTo>
                    <a:pt x="86067" y="338185"/>
                  </a:lnTo>
                  <a:lnTo>
                    <a:pt x="93891" y="338185"/>
                  </a:lnTo>
                  <a:lnTo>
                    <a:pt x="101715" y="338185"/>
                  </a:lnTo>
                  <a:lnTo>
                    <a:pt x="109539" y="338185"/>
                  </a:lnTo>
                  <a:lnTo>
                    <a:pt x="117364" y="338185"/>
                  </a:lnTo>
                  <a:lnTo>
                    <a:pt x="125188" y="338185"/>
                  </a:lnTo>
                  <a:lnTo>
                    <a:pt x="133012" y="338185"/>
                  </a:lnTo>
                  <a:lnTo>
                    <a:pt x="140837" y="338185"/>
                  </a:lnTo>
                  <a:lnTo>
                    <a:pt x="148661" y="338185"/>
                  </a:lnTo>
                  <a:lnTo>
                    <a:pt x="156485" y="338185"/>
                  </a:lnTo>
                  <a:lnTo>
                    <a:pt x="164309" y="338185"/>
                  </a:lnTo>
                  <a:lnTo>
                    <a:pt x="172134" y="338185"/>
                  </a:lnTo>
                  <a:lnTo>
                    <a:pt x="179958" y="338185"/>
                  </a:lnTo>
                  <a:lnTo>
                    <a:pt x="187782" y="338185"/>
                  </a:lnTo>
                  <a:lnTo>
                    <a:pt x="195606" y="338185"/>
                  </a:lnTo>
                  <a:lnTo>
                    <a:pt x="203431" y="338185"/>
                  </a:lnTo>
                  <a:lnTo>
                    <a:pt x="211255" y="338185"/>
                  </a:lnTo>
                  <a:lnTo>
                    <a:pt x="219079" y="338185"/>
                  </a:lnTo>
                  <a:lnTo>
                    <a:pt x="226904" y="338185"/>
                  </a:lnTo>
                  <a:lnTo>
                    <a:pt x="234728" y="338185"/>
                  </a:lnTo>
                  <a:lnTo>
                    <a:pt x="242552" y="338185"/>
                  </a:lnTo>
                  <a:lnTo>
                    <a:pt x="250376" y="338185"/>
                  </a:lnTo>
                  <a:lnTo>
                    <a:pt x="258201" y="338185"/>
                  </a:lnTo>
                  <a:lnTo>
                    <a:pt x="266025" y="338185"/>
                  </a:lnTo>
                  <a:lnTo>
                    <a:pt x="273849" y="338185"/>
                  </a:lnTo>
                  <a:lnTo>
                    <a:pt x="281674" y="338185"/>
                  </a:lnTo>
                  <a:lnTo>
                    <a:pt x="289498" y="338185"/>
                  </a:lnTo>
                  <a:lnTo>
                    <a:pt x="297322" y="338185"/>
                  </a:lnTo>
                  <a:lnTo>
                    <a:pt x="305146" y="338185"/>
                  </a:lnTo>
                  <a:lnTo>
                    <a:pt x="312971" y="338185"/>
                  </a:lnTo>
                  <a:lnTo>
                    <a:pt x="320795" y="338185"/>
                  </a:lnTo>
                  <a:lnTo>
                    <a:pt x="328619" y="338185"/>
                  </a:lnTo>
                  <a:lnTo>
                    <a:pt x="336444" y="338185"/>
                  </a:lnTo>
                  <a:lnTo>
                    <a:pt x="344268" y="338185"/>
                  </a:lnTo>
                  <a:lnTo>
                    <a:pt x="352092" y="338185"/>
                  </a:lnTo>
                  <a:lnTo>
                    <a:pt x="359916" y="338185"/>
                  </a:lnTo>
                  <a:lnTo>
                    <a:pt x="367741" y="338185"/>
                  </a:lnTo>
                  <a:lnTo>
                    <a:pt x="375565" y="338185"/>
                  </a:lnTo>
                  <a:lnTo>
                    <a:pt x="383389" y="338185"/>
                  </a:lnTo>
                  <a:lnTo>
                    <a:pt x="391213" y="338185"/>
                  </a:lnTo>
                  <a:lnTo>
                    <a:pt x="399038" y="338185"/>
                  </a:lnTo>
                  <a:lnTo>
                    <a:pt x="406862" y="338185"/>
                  </a:lnTo>
                  <a:lnTo>
                    <a:pt x="414686" y="338185"/>
                  </a:lnTo>
                  <a:lnTo>
                    <a:pt x="422511" y="338185"/>
                  </a:lnTo>
                  <a:lnTo>
                    <a:pt x="430335" y="338185"/>
                  </a:lnTo>
                  <a:lnTo>
                    <a:pt x="438159" y="338185"/>
                  </a:lnTo>
                  <a:lnTo>
                    <a:pt x="445983" y="338185"/>
                  </a:lnTo>
                  <a:lnTo>
                    <a:pt x="453808" y="338185"/>
                  </a:lnTo>
                  <a:lnTo>
                    <a:pt x="461632" y="338185"/>
                  </a:lnTo>
                  <a:lnTo>
                    <a:pt x="469456" y="338185"/>
                  </a:lnTo>
                  <a:lnTo>
                    <a:pt x="477281" y="338185"/>
                  </a:lnTo>
                  <a:lnTo>
                    <a:pt x="485105" y="338185"/>
                  </a:lnTo>
                  <a:lnTo>
                    <a:pt x="492929" y="338185"/>
                  </a:lnTo>
                  <a:lnTo>
                    <a:pt x="500753" y="338185"/>
                  </a:lnTo>
                  <a:lnTo>
                    <a:pt x="508578" y="338185"/>
                  </a:lnTo>
                  <a:lnTo>
                    <a:pt x="516402" y="338185"/>
                  </a:lnTo>
                  <a:lnTo>
                    <a:pt x="524226" y="338185"/>
                  </a:lnTo>
                  <a:lnTo>
                    <a:pt x="532050" y="338185"/>
                  </a:lnTo>
                  <a:lnTo>
                    <a:pt x="539875" y="338185"/>
                  </a:lnTo>
                  <a:lnTo>
                    <a:pt x="547699" y="338185"/>
                  </a:lnTo>
                  <a:lnTo>
                    <a:pt x="555523" y="338185"/>
                  </a:lnTo>
                  <a:lnTo>
                    <a:pt x="563348" y="338185"/>
                  </a:lnTo>
                  <a:lnTo>
                    <a:pt x="571172" y="338185"/>
                  </a:lnTo>
                  <a:lnTo>
                    <a:pt x="578996" y="338185"/>
                  </a:lnTo>
                  <a:lnTo>
                    <a:pt x="586820" y="338185"/>
                  </a:lnTo>
                  <a:lnTo>
                    <a:pt x="594645" y="338185"/>
                  </a:lnTo>
                  <a:lnTo>
                    <a:pt x="602469" y="338185"/>
                  </a:lnTo>
                  <a:lnTo>
                    <a:pt x="610293" y="338185"/>
                  </a:lnTo>
                  <a:lnTo>
                    <a:pt x="618118" y="338185"/>
                  </a:lnTo>
                  <a:lnTo>
                    <a:pt x="625942" y="338185"/>
                  </a:lnTo>
                  <a:lnTo>
                    <a:pt x="633766" y="338185"/>
                  </a:lnTo>
                  <a:lnTo>
                    <a:pt x="641590" y="338185"/>
                  </a:lnTo>
                  <a:lnTo>
                    <a:pt x="649415" y="338185"/>
                  </a:lnTo>
                  <a:lnTo>
                    <a:pt x="657239" y="338185"/>
                  </a:lnTo>
                  <a:lnTo>
                    <a:pt x="665063" y="338185"/>
                  </a:lnTo>
                  <a:lnTo>
                    <a:pt x="672888" y="338185"/>
                  </a:lnTo>
                  <a:lnTo>
                    <a:pt x="680712" y="338185"/>
                  </a:lnTo>
                  <a:lnTo>
                    <a:pt x="688536" y="338185"/>
                  </a:lnTo>
                  <a:lnTo>
                    <a:pt x="696360" y="338185"/>
                  </a:lnTo>
                  <a:lnTo>
                    <a:pt x="704185" y="338185"/>
                  </a:lnTo>
                  <a:lnTo>
                    <a:pt x="712009" y="338185"/>
                  </a:lnTo>
                  <a:lnTo>
                    <a:pt x="719833" y="338185"/>
                  </a:lnTo>
                  <a:lnTo>
                    <a:pt x="727657" y="338185"/>
                  </a:lnTo>
                  <a:lnTo>
                    <a:pt x="735482" y="338185"/>
                  </a:lnTo>
                  <a:lnTo>
                    <a:pt x="743306" y="338185"/>
                  </a:lnTo>
                  <a:lnTo>
                    <a:pt x="751130" y="338185"/>
                  </a:lnTo>
                  <a:lnTo>
                    <a:pt x="758955" y="338185"/>
                  </a:lnTo>
                  <a:lnTo>
                    <a:pt x="766779" y="338185"/>
                  </a:lnTo>
                  <a:lnTo>
                    <a:pt x="774603" y="338185"/>
                  </a:lnTo>
                  <a:lnTo>
                    <a:pt x="782427" y="338185"/>
                  </a:lnTo>
                  <a:lnTo>
                    <a:pt x="790252" y="338185"/>
                  </a:lnTo>
                  <a:lnTo>
                    <a:pt x="798076" y="338185"/>
                  </a:lnTo>
                  <a:lnTo>
                    <a:pt x="805900" y="338185"/>
                  </a:lnTo>
                  <a:lnTo>
                    <a:pt x="813725" y="338185"/>
                  </a:lnTo>
                  <a:lnTo>
                    <a:pt x="821549" y="338185"/>
                  </a:lnTo>
                  <a:lnTo>
                    <a:pt x="829373" y="338185"/>
                  </a:lnTo>
                  <a:lnTo>
                    <a:pt x="837197" y="338185"/>
                  </a:lnTo>
                  <a:lnTo>
                    <a:pt x="845022" y="338185"/>
                  </a:lnTo>
                  <a:lnTo>
                    <a:pt x="852846" y="338185"/>
                  </a:lnTo>
                  <a:lnTo>
                    <a:pt x="860670" y="338185"/>
                  </a:lnTo>
                  <a:lnTo>
                    <a:pt x="868495" y="338185"/>
                  </a:lnTo>
                  <a:lnTo>
                    <a:pt x="876319" y="338185"/>
                  </a:lnTo>
                  <a:lnTo>
                    <a:pt x="884143" y="338185"/>
                  </a:lnTo>
                  <a:lnTo>
                    <a:pt x="891967" y="338185"/>
                  </a:lnTo>
                  <a:lnTo>
                    <a:pt x="899792" y="338185"/>
                  </a:lnTo>
                  <a:lnTo>
                    <a:pt x="907616" y="338185"/>
                  </a:lnTo>
                  <a:lnTo>
                    <a:pt x="915440" y="338185"/>
                  </a:lnTo>
                  <a:lnTo>
                    <a:pt x="923264" y="338185"/>
                  </a:lnTo>
                  <a:lnTo>
                    <a:pt x="931089" y="338185"/>
                  </a:lnTo>
                  <a:lnTo>
                    <a:pt x="938913" y="338185"/>
                  </a:lnTo>
                  <a:lnTo>
                    <a:pt x="946737" y="338185"/>
                  </a:lnTo>
                  <a:lnTo>
                    <a:pt x="954562" y="338185"/>
                  </a:lnTo>
                  <a:lnTo>
                    <a:pt x="962386" y="338185"/>
                  </a:lnTo>
                  <a:lnTo>
                    <a:pt x="970210" y="338185"/>
                  </a:lnTo>
                  <a:lnTo>
                    <a:pt x="978034" y="338185"/>
                  </a:lnTo>
                  <a:lnTo>
                    <a:pt x="985859" y="338185"/>
                  </a:lnTo>
                  <a:lnTo>
                    <a:pt x="993683" y="338185"/>
                  </a:lnTo>
                  <a:lnTo>
                    <a:pt x="1001507" y="338185"/>
                  </a:lnTo>
                  <a:lnTo>
                    <a:pt x="1009332" y="338185"/>
                  </a:lnTo>
                  <a:lnTo>
                    <a:pt x="1017156" y="338184"/>
                  </a:lnTo>
                  <a:lnTo>
                    <a:pt x="1024980" y="338184"/>
                  </a:lnTo>
                  <a:lnTo>
                    <a:pt x="1032804" y="338184"/>
                  </a:lnTo>
                  <a:lnTo>
                    <a:pt x="1040629" y="338184"/>
                  </a:lnTo>
                  <a:lnTo>
                    <a:pt x="1048453" y="338184"/>
                  </a:lnTo>
                  <a:lnTo>
                    <a:pt x="1056277" y="338184"/>
                  </a:lnTo>
                  <a:lnTo>
                    <a:pt x="1064101" y="338184"/>
                  </a:lnTo>
                  <a:lnTo>
                    <a:pt x="1071926" y="338184"/>
                  </a:lnTo>
                  <a:lnTo>
                    <a:pt x="1079750" y="338184"/>
                  </a:lnTo>
                  <a:lnTo>
                    <a:pt x="1087574" y="338184"/>
                  </a:lnTo>
                  <a:lnTo>
                    <a:pt x="1095399" y="338184"/>
                  </a:lnTo>
                  <a:lnTo>
                    <a:pt x="1103223" y="338184"/>
                  </a:lnTo>
                  <a:lnTo>
                    <a:pt x="1111047" y="338184"/>
                  </a:lnTo>
                  <a:lnTo>
                    <a:pt x="1118871" y="338184"/>
                  </a:lnTo>
                  <a:lnTo>
                    <a:pt x="1126696" y="338184"/>
                  </a:lnTo>
                  <a:lnTo>
                    <a:pt x="1134520" y="338183"/>
                  </a:lnTo>
                  <a:lnTo>
                    <a:pt x="1142344" y="338183"/>
                  </a:lnTo>
                  <a:lnTo>
                    <a:pt x="1150169" y="338183"/>
                  </a:lnTo>
                  <a:lnTo>
                    <a:pt x="1157993" y="338183"/>
                  </a:lnTo>
                  <a:lnTo>
                    <a:pt x="1165817" y="338183"/>
                  </a:lnTo>
                  <a:lnTo>
                    <a:pt x="1173641" y="338182"/>
                  </a:lnTo>
                  <a:lnTo>
                    <a:pt x="1181466" y="338182"/>
                  </a:lnTo>
                  <a:lnTo>
                    <a:pt x="1189290" y="338181"/>
                  </a:lnTo>
                  <a:lnTo>
                    <a:pt x="1197114" y="338181"/>
                  </a:lnTo>
                  <a:lnTo>
                    <a:pt x="1204939" y="338180"/>
                  </a:lnTo>
                  <a:lnTo>
                    <a:pt x="1212763" y="338180"/>
                  </a:lnTo>
                  <a:lnTo>
                    <a:pt x="1220587" y="338179"/>
                  </a:lnTo>
                  <a:lnTo>
                    <a:pt x="1228411" y="338178"/>
                  </a:lnTo>
                  <a:lnTo>
                    <a:pt x="1236236" y="338177"/>
                  </a:lnTo>
                  <a:lnTo>
                    <a:pt x="1244060" y="338176"/>
                  </a:lnTo>
                  <a:lnTo>
                    <a:pt x="1251884" y="338174"/>
                  </a:lnTo>
                  <a:lnTo>
                    <a:pt x="1259708" y="338173"/>
                  </a:lnTo>
                  <a:lnTo>
                    <a:pt x="1267533" y="338171"/>
                  </a:lnTo>
                  <a:lnTo>
                    <a:pt x="1275357" y="338169"/>
                  </a:lnTo>
                  <a:lnTo>
                    <a:pt x="1283181" y="338167"/>
                  </a:lnTo>
                  <a:lnTo>
                    <a:pt x="1291006" y="338164"/>
                  </a:lnTo>
                  <a:lnTo>
                    <a:pt x="1298830" y="338161"/>
                  </a:lnTo>
                  <a:lnTo>
                    <a:pt x="1306654" y="338158"/>
                  </a:lnTo>
                  <a:lnTo>
                    <a:pt x="1314478" y="338154"/>
                  </a:lnTo>
                  <a:lnTo>
                    <a:pt x="1322303" y="338150"/>
                  </a:lnTo>
                  <a:lnTo>
                    <a:pt x="1330127" y="338145"/>
                  </a:lnTo>
                  <a:lnTo>
                    <a:pt x="1337951" y="338140"/>
                  </a:lnTo>
                  <a:lnTo>
                    <a:pt x="1345776" y="338133"/>
                  </a:lnTo>
                  <a:lnTo>
                    <a:pt x="1353600" y="338126"/>
                  </a:lnTo>
                  <a:lnTo>
                    <a:pt x="1361424" y="338119"/>
                  </a:lnTo>
                  <a:lnTo>
                    <a:pt x="1369248" y="338110"/>
                  </a:lnTo>
                  <a:lnTo>
                    <a:pt x="1377073" y="338100"/>
                  </a:lnTo>
                  <a:lnTo>
                    <a:pt x="1384897" y="338088"/>
                  </a:lnTo>
                  <a:lnTo>
                    <a:pt x="1392721" y="338076"/>
                  </a:lnTo>
                  <a:lnTo>
                    <a:pt x="1400545" y="338061"/>
                  </a:lnTo>
                  <a:lnTo>
                    <a:pt x="1408370" y="338046"/>
                  </a:lnTo>
                  <a:lnTo>
                    <a:pt x="1416194" y="338028"/>
                  </a:lnTo>
                  <a:lnTo>
                    <a:pt x="1424018" y="338008"/>
                  </a:lnTo>
                  <a:lnTo>
                    <a:pt x="1431843" y="337986"/>
                  </a:lnTo>
                  <a:lnTo>
                    <a:pt x="1439667" y="337962"/>
                  </a:lnTo>
                  <a:lnTo>
                    <a:pt x="1447491" y="337934"/>
                  </a:lnTo>
                  <a:lnTo>
                    <a:pt x="1455315" y="337903"/>
                  </a:lnTo>
                  <a:lnTo>
                    <a:pt x="1463140" y="337870"/>
                  </a:lnTo>
                  <a:lnTo>
                    <a:pt x="1470964" y="337832"/>
                  </a:lnTo>
                  <a:lnTo>
                    <a:pt x="1478788" y="337790"/>
                  </a:lnTo>
                  <a:lnTo>
                    <a:pt x="1486613" y="337744"/>
                  </a:lnTo>
                  <a:lnTo>
                    <a:pt x="1494437" y="337692"/>
                  </a:lnTo>
                  <a:lnTo>
                    <a:pt x="1502261" y="337635"/>
                  </a:lnTo>
                  <a:lnTo>
                    <a:pt x="1510085" y="337573"/>
                  </a:lnTo>
                  <a:lnTo>
                    <a:pt x="1517910" y="337504"/>
                  </a:lnTo>
                  <a:lnTo>
                    <a:pt x="1525734" y="337427"/>
                  </a:lnTo>
                  <a:lnTo>
                    <a:pt x="1533558" y="337344"/>
                  </a:lnTo>
                  <a:lnTo>
                    <a:pt x="1541383" y="337251"/>
                  </a:lnTo>
                  <a:lnTo>
                    <a:pt x="1549207" y="337149"/>
                  </a:lnTo>
                  <a:lnTo>
                    <a:pt x="1557031" y="337039"/>
                  </a:lnTo>
                  <a:lnTo>
                    <a:pt x="1564855" y="336917"/>
                  </a:lnTo>
                  <a:lnTo>
                    <a:pt x="1572680" y="336782"/>
                  </a:lnTo>
                  <a:lnTo>
                    <a:pt x="1580504" y="336637"/>
                  </a:lnTo>
                  <a:lnTo>
                    <a:pt x="1588328" y="336479"/>
                  </a:lnTo>
                  <a:lnTo>
                    <a:pt x="1596152" y="336302"/>
                  </a:lnTo>
                  <a:lnTo>
                    <a:pt x="1603977" y="336113"/>
                  </a:lnTo>
                  <a:lnTo>
                    <a:pt x="1611801" y="335908"/>
                  </a:lnTo>
                  <a:lnTo>
                    <a:pt x="1619625" y="335680"/>
                  </a:lnTo>
                  <a:lnTo>
                    <a:pt x="1627450" y="335437"/>
                  </a:lnTo>
                  <a:lnTo>
                    <a:pt x="1635274" y="335175"/>
                  </a:lnTo>
                  <a:lnTo>
                    <a:pt x="1643098" y="334882"/>
                  </a:lnTo>
                  <a:lnTo>
                    <a:pt x="1650922" y="334571"/>
                  </a:lnTo>
                  <a:lnTo>
                    <a:pt x="1658747" y="334239"/>
                  </a:lnTo>
                  <a:lnTo>
                    <a:pt x="1666571" y="333868"/>
                  </a:lnTo>
                  <a:lnTo>
                    <a:pt x="1674395" y="333474"/>
                  </a:lnTo>
                  <a:lnTo>
                    <a:pt x="1682220" y="333056"/>
                  </a:lnTo>
                  <a:lnTo>
                    <a:pt x="1690044" y="332591"/>
                  </a:lnTo>
                  <a:lnTo>
                    <a:pt x="1697868" y="332097"/>
                  </a:lnTo>
                  <a:lnTo>
                    <a:pt x="1705692" y="331575"/>
                  </a:lnTo>
                  <a:lnTo>
                    <a:pt x="1713517" y="330999"/>
                  </a:lnTo>
                  <a:lnTo>
                    <a:pt x="1721341" y="330386"/>
                  </a:lnTo>
                  <a:lnTo>
                    <a:pt x="1729165" y="329739"/>
                  </a:lnTo>
                  <a:lnTo>
                    <a:pt x="1736990" y="329034"/>
                  </a:lnTo>
                  <a:lnTo>
                    <a:pt x="1744814" y="328280"/>
                  </a:lnTo>
                  <a:lnTo>
                    <a:pt x="1752638" y="327488"/>
                  </a:lnTo>
                  <a:lnTo>
                    <a:pt x="1760462" y="326631"/>
                  </a:lnTo>
                  <a:lnTo>
                    <a:pt x="1768287" y="325714"/>
                  </a:lnTo>
                  <a:lnTo>
                    <a:pt x="1776111" y="324751"/>
                  </a:lnTo>
                  <a:lnTo>
                    <a:pt x="1783935" y="323720"/>
                  </a:lnTo>
                  <a:lnTo>
                    <a:pt x="1791759" y="322616"/>
                  </a:lnTo>
                  <a:lnTo>
                    <a:pt x="1799584" y="321459"/>
                  </a:lnTo>
                  <a:lnTo>
                    <a:pt x="1807408" y="320229"/>
                  </a:lnTo>
                  <a:lnTo>
                    <a:pt x="1815232" y="318912"/>
                  </a:lnTo>
                  <a:lnTo>
                    <a:pt x="1823057" y="317535"/>
                  </a:lnTo>
                  <a:lnTo>
                    <a:pt x="1830881" y="316083"/>
                  </a:lnTo>
                  <a:lnTo>
                    <a:pt x="1838705" y="314526"/>
                  </a:lnTo>
                  <a:lnTo>
                    <a:pt x="1846529" y="312904"/>
                  </a:lnTo>
                  <a:lnTo>
                    <a:pt x="1854354" y="311205"/>
                  </a:lnTo>
                  <a:lnTo>
                    <a:pt x="1862178" y="309385"/>
                  </a:lnTo>
                  <a:lnTo>
                    <a:pt x="1870002" y="307493"/>
                  </a:lnTo>
                  <a:lnTo>
                    <a:pt x="1877827" y="305524"/>
                  </a:lnTo>
                  <a:lnTo>
                    <a:pt x="1885651" y="303416"/>
                  </a:lnTo>
                  <a:lnTo>
                    <a:pt x="1893475" y="301230"/>
                  </a:lnTo>
                  <a:lnTo>
                    <a:pt x="1901299" y="298967"/>
                  </a:lnTo>
                  <a:lnTo>
                    <a:pt x="1909124" y="296554"/>
                  </a:lnTo>
                  <a:lnTo>
                    <a:pt x="1916948" y="294055"/>
                  </a:lnTo>
                  <a:lnTo>
                    <a:pt x="1924772" y="291473"/>
                  </a:lnTo>
                  <a:lnTo>
                    <a:pt x="1932596" y="288743"/>
                  </a:lnTo>
                  <a:lnTo>
                    <a:pt x="1940421" y="285914"/>
                  </a:lnTo>
                  <a:lnTo>
                    <a:pt x="1948245" y="282998"/>
                  </a:lnTo>
                  <a:lnTo>
                    <a:pt x="1956069" y="279939"/>
                  </a:lnTo>
                  <a:lnTo>
                    <a:pt x="1963894" y="276769"/>
                  </a:lnTo>
                  <a:lnTo>
                    <a:pt x="1971718" y="273511"/>
                  </a:lnTo>
                  <a:lnTo>
                    <a:pt x="1979542" y="270116"/>
                  </a:lnTo>
                  <a:lnTo>
                    <a:pt x="1987366" y="266601"/>
                  </a:lnTo>
                  <a:lnTo>
                    <a:pt x="1995191" y="262997"/>
                  </a:lnTo>
                  <a:lnTo>
                    <a:pt x="2003015" y="259266"/>
                  </a:lnTo>
                  <a:lnTo>
                    <a:pt x="2010839" y="255408"/>
                  </a:lnTo>
                  <a:lnTo>
                    <a:pt x="2018664" y="251463"/>
                  </a:lnTo>
                  <a:lnTo>
                    <a:pt x="2026488" y="247403"/>
                  </a:lnTo>
                  <a:lnTo>
                    <a:pt x="2034312" y="243213"/>
                  </a:lnTo>
                  <a:lnTo>
                    <a:pt x="2042136" y="238941"/>
                  </a:lnTo>
                  <a:lnTo>
                    <a:pt x="2049961" y="234567"/>
                  </a:lnTo>
                  <a:lnTo>
                    <a:pt x="2057785" y="230065"/>
                  </a:lnTo>
                  <a:lnTo>
                    <a:pt x="2065609" y="225487"/>
                  </a:lnTo>
                  <a:lnTo>
                    <a:pt x="2073434" y="220824"/>
                  </a:lnTo>
                  <a:lnTo>
                    <a:pt x="2081258" y="216039"/>
                  </a:lnTo>
                  <a:lnTo>
                    <a:pt x="2089082" y="211187"/>
                  </a:lnTo>
                  <a:lnTo>
                    <a:pt x="2096906" y="206267"/>
                  </a:lnTo>
                  <a:lnTo>
                    <a:pt x="2104731" y="201235"/>
                  </a:lnTo>
                  <a:lnTo>
                    <a:pt x="2112555" y="196150"/>
                  </a:lnTo>
                  <a:lnTo>
                    <a:pt x="2120379" y="191011"/>
                  </a:lnTo>
                  <a:lnTo>
                    <a:pt x="2128203" y="185784"/>
                  </a:lnTo>
                  <a:lnTo>
                    <a:pt x="2136028" y="180515"/>
                  </a:lnTo>
                  <a:lnTo>
                    <a:pt x="2143852" y="175206"/>
                  </a:lnTo>
                  <a:lnTo>
                    <a:pt x="2151676" y="169838"/>
                  </a:lnTo>
                  <a:lnTo>
                    <a:pt x="2159501" y="164442"/>
                  </a:lnTo>
                  <a:lnTo>
                    <a:pt x="2167325" y="159022"/>
                  </a:lnTo>
                  <a:lnTo>
                    <a:pt x="2175149" y="153573"/>
                  </a:lnTo>
                  <a:lnTo>
                    <a:pt x="2182973" y="148113"/>
                  </a:lnTo>
                  <a:lnTo>
                    <a:pt x="2190798" y="142648"/>
                  </a:lnTo>
                  <a:lnTo>
                    <a:pt x="2198622" y="137182"/>
                  </a:lnTo>
                  <a:lnTo>
                    <a:pt x="2206446" y="131729"/>
                  </a:lnTo>
                  <a:lnTo>
                    <a:pt x="2214271" y="126288"/>
                  </a:lnTo>
                  <a:lnTo>
                    <a:pt x="2222095" y="120873"/>
                  </a:lnTo>
                  <a:lnTo>
                    <a:pt x="2229919" y="115498"/>
                  </a:lnTo>
                  <a:lnTo>
                    <a:pt x="2237743" y="110154"/>
                  </a:lnTo>
                  <a:lnTo>
                    <a:pt x="2245568" y="104860"/>
                  </a:lnTo>
                  <a:lnTo>
                    <a:pt x="2253392" y="99637"/>
                  </a:lnTo>
                  <a:lnTo>
                    <a:pt x="2261216" y="94465"/>
                  </a:lnTo>
                  <a:lnTo>
                    <a:pt x="2269040" y="89361"/>
                  </a:lnTo>
                  <a:lnTo>
                    <a:pt x="2276865" y="84362"/>
                  </a:lnTo>
                  <a:lnTo>
                    <a:pt x="2284689" y="79434"/>
                  </a:lnTo>
                  <a:lnTo>
                    <a:pt x="2292513" y="74588"/>
                  </a:lnTo>
                  <a:lnTo>
                    <a:pt x="2300338" y="69884"/>
                  </a:lnTo>
                  <a:lnTo>
                    <a:pt x="2308162" y="65268"/>
                  </a:lnTo>
                  <a:lnTo>
                    <a:pt x="2315986" y="60744"/>
                  </a:lnTo>
                  <a:lnTo>
                    <a:pt x="2323810" y="56399"/>
                  </a:lnTo>
                  <a:lnTo>
                    <a:pt x="2331635" y="52157"/>
                  </a:lnTo>
                  <a:lnTo>
                    <a:pt x="2339459" y="48020"/>
                  </a:lnTo>
                  <a:lnTo>
                    <a:pt x="2347283" y="44086"/>
                  </a:lnTo>
                  <a:lnTo>
                    <a:pt x="2355108" y="40274"/>
                  </a:lnTo>
                  <a:lnTo>
                    <a:pt x="2362932" y="36581"/>
                  </a:lnTo>
                  <a:lnTo>
                    <a:pt x="2370756" y="33099"/>
                  </a:lnTo>
                  <a:lnTo>
                    <a:pt x="2378580" y="29765"/>
                  </a:lnTo>
                  <a:lnTo>
                    <a:pt x="2386405" y="26559"/>
                  </a:lnTo>
                  <a:lnTo>
                    <a:pt x="2394229" y="23568"/>
                  </a:lnTo>
                  <a:lnTo>
                    <a:pt x="2402053" y="20748"/>
                  </a:lnTo>
                  <a:lnTo>
                    <a:pt x="2409878" y="18063"/>
                  </a:lnTo>
                  <a:lnTo>
                    <a:pt x="2417702" y="15591"/>
                  </a:lnTo>
                  <a:lnTo>
                    <a:pt x="2425526" y="13310"/>
                  </a:lnTo>
                  <a:lnTo>
                    <a:pt x="2433350" y="11169"/>
                  </a:lnTo>
                  <a:lnTo>
                    <a:pt x="2441175" y="9234"/>
                  </a:lnTo>
                  <a:lnTo>
                    <a:pt x="2448999" y="7507"/>
                  </a:lnTo>
                  <a:lnTo>
                    <a:pt x="2456823" y="5923"/>
                  </a:lnTo>
                  <a:lnTo>
                    <a:pt x="2464647" y="4531"/>
                  </a:lnTo>
                  <a:lnTo>
                    <a:pt x="2472472" y="3363"/>
                  </a:lnTo>
                  <a:lnTo>
                    <a:pt x="2480296" y="2337"/>
                  </a:lnTo>
                  <a:lnTo>
                    <a:pt x="2488120" y="1487"/>
                  </a:lnTo>
                  <a:lnTo>
                    <a:pt x="2495945" y="872"/>
                  </a:lnTo>
                  <a:lnTo>
                    <a:pt x="2503769" y="395"/>
                  </a:lnTo>
                  <a:lnTo>
                    <a:pt x="2511593" y="77"/>
                  </a:lnTo>
                  <a:lnTo>
                    <a:pt x="2519417" y="0"/>
                  </a:lnTo>
                  <a:lnTo>
                    <a:pt x="2527242" y="56"/>
                  </a:lnTo>
                  <a:lnTo>
                    <a:pt x="2535066" y="251"/>
                  </a:lnTo>
                  <a:lnTo>
                    <a:pt x="2542890" y="688"/>
                  </a:lnTo>
                  <a:lnTo>
                    <a:pt x="2550715" y="1252"/>
                  </a:lnTo>
                  <a:lnTo>
                    <a:pt x="2558539" y="1943"/>
                  </a:lnTo>
                  <a:lnTo>
                    <a:pt x="2566363" y="2859"/>
                  </a:lnTo>
                  <a:lnTo>
                    <a:pt x="2574187" y="3900"/>
                  </a:lnTo>
                  <a:lnTo>
                    <a:pt x="2582012" y="5059"/>
                  </a:lnTo>
                  <a:lnTo>
                    <a:pt x="2589836" y="6416"/>
                  </a:lnTo>
                  <a:lnTo>
                    <a:pt x="2597660" y="7900"/>
                  </a:lnTo>
                  <a:lnTo>
                    <a:pt x="2605485" y="9491"/>
                  </a:lnTo>
                  <a:lnTo>
                    <a:pt x="2613309" y="11254"/>
                  </a:lnTo>
                  <a:lnTo>
                    <a:pt x="2621133" y="13142"/>
                  </a:lnTo>
                  <a:lnTo>
                    <a:pt x="2628957" y="15127"/>
                  </a:lnTo>
                  <a:lnTo>
                    <a:pt x="2636782" y="17257"/>
                  </a:lnTo>
                  <a:lnTo>
                    <a:pt x="2644606" y="19509"/>
                  </a:lnTo>
                  <a:lnTo>
                    <a:pt x="2652430" y="21848"/>
                  </a:lnTo>
                  <a:lnTo>
                    <a:pt x="2660254" y="24308"/>
                  </a:lnTo>
                  <a:lnTo>
                    <a:pt x="2668079" y="26884"/>
                  </a:lnTo>
                  <a:lnTo>
                    <a:pt x="2675903" y="29536"/>
                  </a:lnTo>
                  <a:lnTo>
                    <a:pt x="2683727" y="32287"/>
                  </a:lnTo>
                  <a:lnTo>
                    <a:pt x="2691552" y="35147"/>
                  </a:lnTo>
                  <a:lnTo>
                    <a:pt x="2699376" y="38072"/>
                  </a:lnTo>
                  <a:lnTo>
                    <a:pt x="2707200" y="41077"/>
                  </a:lnTo>
                  <a:lnTo>
                    <a:pt x="2715024" y="44181"/>
                  </a:lnTo>
                  <a:lnTo>
                    <a:pt x="2722849" y="47341"/>
                  </a:lnTo>
                  <a:lnTo>
                    <a:pt x="2730673" y="50563"/>
                  </a:lnTo>
                  <a:lnTo>
                    <a:pt x="2738497" y="53873"/>
                  </a:lnTo>
                  <a:lnTo>
                    <a:pt x="2746322" y="57230"/>
                  </a:lnTo>
                  <a:lnTo>
                    <a:pt x="2754146" y="60634"/>
                  </a:lnTo>
                  <a:lnTo>
                    <a:pt x="2761970" y="64115"/>
                  </a:lnTo>
                  <a:lnTo>
                    <a:pt x="2769794" y="67633"/>
                  </a:lnTo>
                  <a:lnTo>
                    <a:pt x="2777619" y="71188"/>
                  </a:lnTo>
                  <a:lnTo>
                    <a:pt x="2785443" y="74802"/>
                  </a:lnTo>
                  <a:lnTo>
                    <a:pt x="2793267" y="78447"/>
                  </a:lnTo>
                  <a:lnTo>
                    <a:pt x="2801091" y="82120"/>
                  </a:lnTo>
                  <a:lnTo>
                    <a:pt x="2808916" y="85835"/>
                  </a:lnTo>
                  <a:lnTo>
                    <a:pt x="2816740" y="89574"/>
                  </a:lnTo>
                  <a:lnTo>
                    <a:pt x="2824564" y="93332"/>
                  </a:lnTo>
                  <a:lnTo>
                    <a:pt x="2832389" y="97117"/>
                  </a:lnTo>
                  <a:lnTo>
                    <a:pt x="2840213" y="100918"/>
                  </a:lnTo>
                  <a:lnTo>
                    <a:pt x="2848037" y="104730"/>
                  </a:lnTo>
                  <a:lnTo>
                    <a:pt x="2855861" y="108556"/>
                  </a:lnTo>
                  <a:lnTo>
                    <a:pt x="2863686" y="112388"/>
                  </a:lnTo>
                  <a:lnTo>
                    <a:pt x="2871510" y="116224"/>
                  </a:lnTo>
                  <a:lnTo>
                    <a:pt x="2879334" y="120061"/>
                  </a:lnTo>
                  <a:lnTo>
                    <a:pt x="2887159" y="123895"/>
                  </a:lnTo>
                  <a:lnTo>
                    <a:pt x="2894983" y="127723"/>
                  </a:lnTo>
                  <a:lnTo>
                    <a:pt x="2902807" y="131544"/>
                  </a:lnTo>
                  <a:lnTo>
                    <a:pt x="2910631" y="135350"/>
                  </a:lnTo>
                  <a:lnTo>
                    <a:pt x="2918456" y="139143"/>
                  </a:lnTo>
                  <a:lnTo>
                    <a:pt x="2926280" y="142919"/>
                  </a:lnTo>
                  <a:lnTo>
                    <a:pt x="2934104" y="146668"/>
                  </a:lnTo>
                  <a:lnTo>
                    <a:pt x="2941929" y="150397"/>
                  </a:lnTo>
                  <a:lnTo>
                    <a:pt x="2949753" y="154103"/>
                  </a:lnTo>
                  <a:lnTo>
                    <a:pt x="2957577" y="157768"/>
                  </a:lnTo>
                  <a:lnTo>
                    <a:pt x="2965401" y="161405"/>
                  </a:lnTo>
                  <a:lnTo>
                    <a:pt x="2973226" y="165015"/>
                  </a:lnTo>
                  <a:lnTo>
                    <a:pt x="2981050" y="168569"/>
                  </a:lnTo>
                  <a:lnTo>
                    <a:pt x="2988874" y="172089"/>
                  </a:lnTo>
                  <a:lnTo>
                    <a:pt x="2996698" y="175577"/>
                  </a:lnTo>
                  <a:lnTo>
                    <a:pt x="3004523" y="178998"/>
                  </a:lnTo>
                  <a:lnTo>
                    <a:pt x="3012347" y="182377"/>
                  </a:lnTo>
                  <a:lnTo>
                    <a:pt x="3020171" y="185717"/>
                  </a:lnTo>
                  <a:lnTo>
                    <a:pt x="3027996" y="188985"/>
                  </a:lnTo>
                  <a:lnTo>
                    <a:pt x="3035820" y="192201"/>
                  </a:lnTo>
                  <a:lnTo>
                    <a:pt x="3043644" y="195373"/>
                  </a:lnTo>
                  <a:lnTo>
                    <a:pt x="3051468" y="198469"/>
                  </a:lnTo>
                  <a:lnTo>
                    <a:pt x="3059293" y="201503"/>
                  </a:lnTo>
                  <a:lnTo>
                    <a:pt x="3067117" y="204489"/>
                  </a:lnTo>
                  <a:lnTo>
                    <a:pt x="3074941" y="207397"/>
                  </a:lnTo>
                  <a:lnTo>
                    <a:pt x="3082766" y="210234"/>
                  </a:lnTo>
                  <a:lnTo>
                    <a:pt x="3090590" y="213018"/>
                  </a:lnTo>
                  <a:lnTo>
                    <a:pt x="3098414" y="215726"/>
                  </a:lnTo>
                  <a:lnTo>
                    <a:pt x="3106238" y="218353"/>
                  </a:lnTo>
                  <a:lnTo>
                    <a:pt x="3114063" y="220924"/>
                  </a:lnTo>
                  <a:lnTo>
                    <a:pt x="3121887" y="223422"/>
                  </a:lnTo>
                  <a:lnTo>
                    <a:pt x="3129711" y="225832"/>
                  </a:lnTo>
                  <a:lnTo>
                    <a:pt x="3137536" y="228184"/>
                  </a:lnTo>
                  <a:lnTo>
                    <a:pt x="3145360" y="230467"/>
                  </a:lnTo>
                  <a:lnTo>
                    <a:pt x="3153184" y="232654"/>
                  </a:lnTo>
                  <a:lnTo>
                    <a:pt x="3161008" y="234783"/>
                  </a:lnTo>
                  <a:lnTo>
                    <a:pt x="3168833" y="236849"/>
                  </a:lnTo>
                  <a:lnTo>
                    <a:pt x="3176657" y="238814"/>
                  </a:lnTo>
                  <a:lnTo>
                    <a:pt x="3184481" y="240722"/>
                  </a:lnTo>
                  <a:lnTo>
                    <a:pt x="3192305" y="242572"/>
                  </a:lnTo>
                  <a:lnTo>
                    <a:pt x="3200130" y="244318"/>
                  </a:lnTo>
                  <a:lnTo>
                    <a:pt x="3207954" y="246009"/>
                  </a:lnTo>
                  <a:lnTo>
                    <a:pt x="3215778" y="247646"/>
                  </a:lnTo>
                  <a:lnTo>
                    <a:pt x="3223603" y="249185"/>
                  </a:lnTo>
                  <a:lnTo>
                    <a:pt x="3231427" y="250667"/>
                  </a:lnTo>
                  <a:lnTo>
                    <a:pt x="3239251" y="252097"/>
                  </a:lnTo>
                  <a:lnTo>
                    <a:pt x="3247075" y="253440"/>
                  </a:lnTo>
                  <a:lnTo>
                    <a:pt x="3254900" y="254725"/>
                  </a:lnTo>
                  <a:lnTo>
                    <a:pt x="3262724" y="255962"/>
                  </a:lnTo>
                  <a:lnTo>
                    <a:pt x="3270548" y="257122"/>
                  </a:lnTo>
                  <a:lnTo>
                    <a:pt x="3278373" y="258224"/>
                  </a:lnTo>
                  <a:lnTo>
                    <a:pt x="3286197" y="259281"/>
                  </a:lnTo>
                  <a:lnTo>
                    <a:pt x="3294021" y="260273"/>
                  </a:lnTo>
                  <a:lnTo>
                    <a:pt x="3301845" y="261207"/>
                  </a:lnTo>
                  <a:lnTo>
                    <a:pt x="3309670" y="262102"/>
                  </a:lnTo>
                  <a:lnTo>
                    <a:pt x="3317494" y="262942"/>
                  </a:lnTo>
                  <a:lnTo>
                    <a:pt x="3325318" y="263728"/>
                  </a:lnTo>
                  <a:lnTo>
                    <a:pt x="3333142" y="264479"/>
                  </a:lnTo>
                  <a:lnTo>
                    <a:pt x="3340967" y="265185"/>
                  </a:lnTo>
                  <a:lnTo>
                    <a:pt x="3348791" y="265841"/>
                  </a:lnTo>
                  <a:lnTo>
                    <a:pt x="3356615" y="266467"/>
                  </a:lnTo>
                  <a:lnTo>
                    <a:pt x="3364440" y="267057"/>
                  </a:lnTo>
                  <a:lnTo>
                    <a:pt x="3372264" y="267603"/>
                  </a:lnTo>
                  <a:lnTo>
                    <a:pt x="3380088" y="268124"/>
                  </a:lnTo>
                  <a:lnTo>
                    <a:pt x="3387912" y="268618"/>
                  </a:lnTo>
                  <a:lnTo>
                    <a:pt x="3395737" y="269073"/>
                  </a:lnTo>
                  <a:lnTo>
                    <a:pt x="3403561" y="269509"/>
                  </a:lnTo>
                  <a:lnTo>
                    <a:pt x="3411385" y="269925"/>
                  </a:lnTo>
                  <a:lnTo>
                    <a:pt x="3419210" y="270309"/>
                  </a:lnTo>
                  <a:lnTo>
                    <a:pt x="3427034" y="270679"/>
                  </a:lnTo>
                  <a:lnTo>
                    <a:pt x="3434858" y="271034"/>
                  </a:lnTo>
                  <a:lnTo>
                    <a:pt x="3442682" y="271368"/>
                  </a:lnTo>
                  <a:lnTo>
                    <a:pt x="3450507" y="271690"/>
                  </a:lnTo>
                  <a:lnTo>
                    <a:pt x="3458331" y="272004"/>
                  </a:lnTo>
                  <a:lnTo>
                    <a:pt x="3466155" y="272304"/>
                  </a:lnTo>
                  <a:lnTo>
                    <a:pt x="3473980" y="272597"/>
                  </a:lnTo>
                  <a:lnTo>
                    <a:pt x="3481804" y="272885"/>
                  </a:lnTo>
                  <a:lnTo>
                    <a:pt x="3489628" y="273168"/>
                  </a:lnTo>
                  <a:lnTo>
                    <a:pt x="3497452" y="273448"/>
                  </a:lnTo>
                  <a:lnTo>
                    <a:pt x="3505277" y="273727"/>
                  </a:lnTo>
                  <a:lnTo>
                    <a:pt x="3513101" y="274007"/>
                  </a:lnTo>
                  <a:lnTo>
                    <a:pt x="3520925" y="274290"/>
                  </a:lnTo>
                  <a:lnTo>
                    <a:pt x="3528749" y="274575"/>
                  </a:lnTo>
                  <a:lnTo>
                    <a:pt x="3536574" y="274865"/>
                  </a:lnTo>
                  <a:lnTo>
                    <a:pt x="3544398" y="275163"/>
                  </a:lnTo>
                  <a:lnTo>
                    <a:pt x="3552222" y="275467"/>
                  </a:lnTo>
                  <a:lnTo>
                    <a:pt x="3560047" y="275780"/>
                  </a:lnTo>
                  <a:lnTo>
                    <a:pt x="3567871" y="276105"/>
                  </a:lnTo>
                  <a:lnTo>
                    <a:pt x="3575695" y="276439"/>
                  </a:lnTo>
                  <a:lnTo>
                    <a:pt x="3583519" y="276784"/>
                  </a:lnTo>
                  <a:lnTo>
                    <a:pt x="3591344" y="277147"/>
                  </a:lnTo>
                  <a:lnTo>
                    <a:pt x="3599168" y="277520"/>
                  </a:lnTo>
                  <a:lnTo>
                    <a:pt x="3606992" y="277905"/>
                  </a:lnTo>
                  <a:lnTo>
                    <a:pt x="3614817" y="278312"/>
                  </a:lnTo>
                  <a:lnTo>
                    <a:pt x="3622641" y="278732"/>
                  </a:lnTo>
                  <a:lnTo>
                    <a:pt x="3630465" y="279164"/>
                  </a:lnTo>
                  <a:lnTo>
                    <a:pt x="3638289" y="279622"/>
                  </a:lnTo>
                  <a:lnTo>
                    <a:pt x="3646114" y="280093"/>
                  </a:lnTo>
                  <a:lnTo>
                    <a:pt x="3653938" y="280578"/>
                  </a:lnTo>
                  <a:lnTo>
                    <a:pt x="3661762" y="281089"/>
                  </a:lnTo>
                  <a:lnTo>
                    <a:pt x="3669586" y="281615"/>
                  </a:lnTo>
                  <a:lnTo>
                    <a:pt x="3677411" y="282156"/>
                  </a:lnTo>
                  <a:lnTo>
                    <a:pt x="3685235" y="282721"/>
                  </a:lnTo>
                  <a:lnTo>
                    <a:pt x="3693059" y="283303"/>
                  </a:lnTo>
                  <a:lnTo>
                    <a:pt x="3700884" y="283900"/>
                  </a:lnTo>
                  <a:lnTo>
                    <a:pt x="3708708" y="284520"/>
                  </a:lnTo>
                  <a:lnTo>
                    <a:pt x="3716532" y="285157"/>
                  </a:lnTo>
                  <a:lnTo>
                    <a:pt x="3724356" y="285809"/>
                  </a:lnTo>
                  <a:lnTo>
                    <a:pt x="3732181" y="286481"/>
                  </a:lnTo>
                  <a:lnTo>
                    <a:pt x="3740005" y="287172"/>
                  </a:lnTo>
                  <a:lnTo>
                    <a:pt x="3747829" y="287876"/>
                  </a:lnTo>
                  <a:lnTo>
                    <a:pt x="3755654" y="288597"/>
                  </a:lnTo>
                  <a:lnTo>
                    <a:pt x="3763478" y="289336"/>
                  </a:lnTo>
                  <a:lnTo>
                    <a:pt x="3771302" y="290087"/>
                  </a:lnTo>
                  <a:lnTo>
                    <a:pt x="3779126" y="290853"/>
                  </a:lnTo>
                  <a:lnTo>
                    <a:pt x="3786951" y="291635"/>
                  </a:lnTo>
                  <a:lnTo>
                    <a:pt x="3794775" y="292428"/>
                  </a:lnTo>
                  <a:lnTo>
                    <a:pt x="3802599" y="293231"/>
                  </a:lnTo>
                  <a:lnTo>
                    <a:pt x="3810424" y="294050"/>
                  </a:lnTo>
                  <a:lnTo>
                    <a:pt x="3818248" y="294876"/>
                  </a:lnTo>
                  <a:lnTo>
                    <a:pt x="3826072" y="295711"/>
                  </a:lnTo>
                  <a:lnTo>
                    <a:pt x="3833896" y="296558"/>
                  </a:lnTo>
                  <a:lnTo>
                    <a:pt x="3841721" y="297410"/>
                  </a:lnTo>
                  <a:lnTo>
                    <a:pt x="3849545" y="298268"/>
                  </a:lnTo>
                  <a:lnTo>
                    <a:pt x="3857369" y="299134"/>
                  </a:lnTo>
                  <a:lnTo>
                    <a:pt x="3865193" y="300004"/>
                  </a:lnTo>
                  <a:lnTo>
                    <a:pt x="3873018" y="300877"/>
                  </a:lnTo>
                  <a:lnTo>
                    <a:pt x="3880842" y="301754"/>
                  </a:lnTo>
                  <a:lnTo>
                    <a:pt x="3888666" y="302632"/>
                  </a:lnTo>
                  <a:lnTo>
                    <a:pt x="3896491" y="303511"/>
                  </a:lnTo>
                  <a:lnTo>
                    <a:pt x="3904315" y="304390"/>
                  </a:lnTo>
                  <a:lnTo>
                    <a:pt x="3912139" y="305267"/>
                  </a:lnTo>
                  <a:lnTo>
                    <a:pt x="3919963" y="306143"/>
                  </a:lnTo>
                  <a:lnTo>
                    <a:pt x="3927788" y="307015"/>
                  </a:lnTo>
                  <a:lnTo>
                    <a:pt x="3935612" y="307883"/>
                  </a:lnTo>
                  <a:lnTo>
                    <a:pt x="3943436" y="308747"/>
                  </a:lnTo>
                  <a:lnTo>
                    <a:pt x="3951261" y="309605"/>
                  </a:lnTo>
                  <a:lnTo>
                    <a:pt x="3959085" y="310456"/>
                  </a:lnTo>
                  <a:lnTo>
                    <a:pt x="3966909" y="311300"/>
                  </a:lnTo>
                  <a:lnTo>
                    <a:pt x="3974733" y="312136"/>
                  </a:lnTo>
                  <a:lnTo>
                    <a:pt x="3982558" y="312961"/>
                  </a:lnTo>
                  <a:lnTo>
                    <a:pt x="3990382" y="313779"/>
                  </a:lnTo>
                  <a:lnTo>
                    <a:pt x="3998206" y="314586"/>
                  </a:lnTo>
                  <a:lnTo>
                    <a:pt x="3998206" y="338185"/>
                  </a:lnTo>
                  <a:lnTo>
                    <a:pt x="3990382" y="338185"/>
                  </a:lnTo>
                  <a:lnTo>
                    <a:pt x="3982558" y="338185"/>
                  </a:lnTo>
                  <a:lnTo>
                    <a:pt x="3974733" y="338185"/>
                  </a:lnTo>
                  <a:lnTo>
                    <a:pt x="3966909" y="338185"/>
                  </a:lnTo>
                  <a:lnTo>
                    <a:pt x="3959085" y="338185"/>
                  </a:lnTo>
                  <a:lnTo>
                    <a:pt x="3951261" y="338185"/>
                  </a:lnTo>
                  <a:lnTo>
                    <a:pt x="3943436" y="338185"/>
                  </a:lnTo>
                  <a:lnTo>
                    <a:pt x="3935612" y="338185"/>
                  </a:lnTo>
                  <a:lnTo>
                    <a:pt x="3927788" y="338185"/>
                  </a:lnTo>
                  <a:lnTo>
                    <a:pt x="3919963" y="338185"/>
                  </a:lnTo>
                  <a:lnTo>
                    <a:pt x="3912139" y="338185"/>
                  </a:lnTo>
                  <a:lnTo>
                    <a:pt x="3904315" y="338185"/>
                  </a:lnTo>
                  <a:lnTo>
                    <a:pt x="3896491" y="338185"/>
                  </a:lnTo>
                  <a:lnTo>
                    <a:pt x="3888666" y="338185"/>
                  </a:lnTo>
                  <a:lnTo>
                    <a:pt x="3880842" y="338185"/>
                  </a:lnTo>
                  <a:lnTo>
                    <a:pt x="3873018" y="338185"/>
                  </a:lnTo>
                  <a:lnTo>
                    <a:pt x="3865193" y="338185"/>
                  </a:lnTo>
                  <a:lnTo>
                    <a:pt x="3857369" y="338185"/>
                  </a:lnTo>
                  <a:lnTo>
                    <a:pt x="3849545" y="338185"/>
                  </a:lnTo>
                  <a:lnTo>
                    <a:pt x="3841721" y="338185"/>
                  </a:lnTo>
                  <a:lnTo>
                    <a:pt x="3833896" y="338185"/>
                  </a:lnTo>
                  <a:lnTo>
                    <a:pt x="3826072" y="338185"/>
                  </a:lnTo>
                  <a:lnTo>
                    <a:pt x="3818248" y="338185"/>
                  </a:lnTo>
                  <a:lnTo>
                    <a:pt x="3810424" y="338185"/>
                  </a:lnTo>
                  <a:lnTo>
                    <a:pt x="3802599" y="338185"/>
                  </a:lnTo>
                  <a:lnTo>
                    <a:pt x="3794775" y="338185"/>
                  </a:lnTo>
                  <a:lnTo>
                    <a:pt x="3786951" y="338185"/>
                  </a:lnTo>
                  <a:lnTo>
                    <a:pt x="3779126" y="338185"/>
                  </a:lnTo>
                  <a:lnTo>
                    <a:pt x="3771302" y="338185"/>
                  </a:lnTo>
                  <a:lnTo>
                    <a:pt x="3763478" y="338185"/>
                  </a:lnTo>
                  <a:lnTo>
                    <a:pt x="3755654" y="338185"/>
                  </a:lnTo>
                  <a:lnTo>
                    <a:pt x="3747829" y="338185"/>
                  </a:lnTo>
                  <a:lnTo>
                    <a:pt x="3740005" y="338185"/>
                  </a:lnTo>
                  <a:lnTo>
                    <a:pt x="3732181" y="338185"/>
                  </a:lnTo>
                  <a:lnTo>
                    <a:pt x="3724356" y="338185"/>
                  </a:lnTo>
                  <a:lnTo>
                    <a:pt x="3716532" y="338185"/>
                  </a:lnTo>
                  <a:lnTo>
                    <a:pt x="3708708" y="338185"/>
                  </a:lnTo>
                  <a:lnTo>
                    <a:pt x="3700884" y="338185"/>
                  </a:lnTo>
                  <a:lnTo>
                    <a:pt x="3693059" y="338185"/>
                  </a:lnTo>
                  <a:lnTo>
                    <a:pt x="3685235" y="338185"/>
                  </a:lnTo>
                  <a:lnTo>
                    <a:pt x="3677411" y="338185"/>
                  </a:lnTo>
                  <a:lnTo>
                    <a:pt x="3669586" y="338185"/>
                  </a:lnTo>
                  <a:lnTo>
                    <a:pt x="3661762" y="338185"/>
                  </a:lnTo>
                  <a:lnTo>
                    <a:pt x="3653938" y="338185"/>
                  </a:lnTo>
                  <a:lnTo>
                    <a:pt x="3646114" y="338185"/>
                  </a:lnTo>
                  <a:lnTo>
                    <a:pt x="3638289" y="338185"/>
                  </a:lnTo>
                  <a:lnTo>
                    <a:pt x="3630465" y="338185"/>
                  </a:lnTo>
                  <a:lnTo>
                    <a:pt x="3622641" y="338185"/>
                  </a:lnTo>
                  <a:lnTo>
                    <a:pt x="3614817" y="338185"/>
                  </a:lnTo>
                  <a:lnTo>
                    <a:pt x="3606992" y="338185"/>
                  </a:lnTo>
                  <a:lnTo>
                    <a:pt x="3599168" y="338185"/>
                  </a:lnTo>
                  <a:lnTo>
                    <a:pt x="3591344" y="338185"/>
                  </a:lnTo>
                  <a:lnTo>
                    <a:pt x="3583519" y="338185"/>
                  </a:lnTo>
                  <a:lnTo>
                    <a:pt x="3575695" y="338185"/>
                  </a:lnTo>
                  <a:lnTo>
                    <a:pt x="3567871" y="338185"/>
                  </a:lnTo>
                  <a:lnTo>
                    <a:pt x="3560047" y="338185"/>
                  </a:lnTo>
                  <a:lnTo>
                    <a:pt x="3552222" y="338185"/>
                  </a:lnTo>
                  <a:lnTo>
                    <a:pt x="3544398" y="338185"/>
                  </a:lnTo>
                  <a:lnTo>
                    <a:pt x="3536574" y="338185"/>
                  </a:lnTo>
                  <a:lnTo>
                    <a:pt x="3528749" y="338185"/>
                  </a:lnTo>
                  <a:lnTo>
                    <a:pt x="3520925" y="338185"/>
                  </a:lnTo>
                  <a:lnTo>
                    <a:pt x="3513101" y="338185"/>
                  </a:lnTo>
                  <a:lnTo>
                    <a:pt x="3505277" y="338185"/>
                  </a:lnTo>
                  <a:lnTo>
                    <a:pt x="3497452" y="338185"/>
                  </a:lnTo>
                  <a:lnTo>
                    <a:pt x="3489628" y="338185"/>
                  </a:lnTo>
                  <a:lnTo>
                    <a:pt x="3481804" y="338185"/>
                  </a:lnTo>
                  <a:lnTo>
                    <a:pt x="3473980" y="338185"/>
                  </a:lnTo>
                  <a:lnTo>
                    <a:pt x="3466155" y="338185"/>
                  </a:lnTo>
                  <a:lnTo>
                    <a:pt x="3458331" y="338185"/>
                  </a:lnTo>
                  <a:lnTo>
                    <a:pt x="3450507" y="338185"/>
                  </a:lnTo>
                  <a:lnTo>
                    <a:pt x="3442682" y="338185"/>
                  </a:lnTo>
                  <a:lnTo>
                    <a:pt x="3434858" y="338185"/>
                  </a:lnTo>
                  <a:lnTo>
                    <a:pt x="3427034" y="338185"/>
                  </a:lnTo>
                  <a:lnTo>
                    <a:pt x="3419210" y="338185"/>
                  </a:lnTo>
                  <a:lnTo>
                    <a:pt x="3411385" y="338185"/>
                  </a:lnTo>
                  <a:lnTo>
                    <a:pt x="3403561" y="338185"/>
                  </a:lnTo>
                  <a:lnTo>
                    <a:pt x="3395737" y="338185"/>
                  </a:lnTo>
                  <a:lnTo>
                    <a:pt x="3387912" y="338185"/>
                  </a:lnTo>
                  <a:lnTo>
                    <a:pt x="3380088" y="338185"/>
                  </a:lnTo>
                  <a:lnTo>
                    <a:pt x="3372264" y="338185"/>
                  </a:lnTo>
                  <a:lnTo>
                    <a:pt x="3364440" y="338185"/>
                  </a:lnTo>
                  <a:lnTo>
                    <a:pt x="3356615" y="338185"/>
                  </a:lnTo>
                  <a:lnTo>
                    <a:pt x="3348791" y="338185"/>
                  </a:lnTo>
                  <a:lnTo>
                    <a:pt x="3340967" y="338185"/>
                  </a:lnTo>
                  <a:lnTo>
                    <a:pt x="3333142" y="338185"/>
                  </a:lnTo>
                  <a:lnTo>
                    <a:pt x="3325318" y="338185"/>
                  </a:lnTo>
                  <a:lnTo>
                    <a:pt x="3317494" y="338185"/>
                  </a:lnTo>
                  <a:lnTo>
                    <a:pt x="3309670" y="338185"/>
                  </a:lnTo>
                  <a:lnTo>
                    <a:pt x="3301845" y="338185"/>
                  </a:lnTo>
                  <a:lnTo>
                    <a:pt x="3294021" y="338185"/>
                  </a:lnTo>
                  <a:lnTo>
                    <a:pt x="3286197" y="338185"/>
                  </a:lnTo>
                  <a:lnTo>
                    <a:pt x="3278373" y="338185"/>
                  </a:lnTo>
                  <a:lnTo>
                    <a:pt x="3270548" y="338185"/>
                  </a:lnTo>
                  <a:lnTo>
                    <a:pt x="3262724" y="338185"/>
                  </a:lnTo>
                  <a:lnTo>
                    <a:pt x="3254900" y="338185"/>
                  </a:lnTo>
                  <a:lnTo>
                    <a:pt x="3247075" y="338185"/>
                  </a:lnTo>
                  <a:lnTo>
                    <a:pt x="3239251" y="338185"/>
                  </a:lnTo>
                  <a:lnTo>
                    <a:pt x="3231427" y="338185"/>
                  </a:lnTo>
                  <a:lnTo>
                    <a:pt x="3223603" y="338185"/>
                  </a:lnTo>
                  <a:lnTo>
                    <a:pt x="3215778" y="338185"/>
                  </a:lnTo>
                  <a:lnTo>
                    <a:pt x="3207954" y="338185"/>
                  </a:lnTo>
                  <a:lnTo>
                    <a:pt x="3200130" y="338185"/>
                  </a:lnTo>
                  <a:lnTo>
                    <a:pt x="3192305" y="338185"/>
                  </a:lnTo>
                  <a:lnTo>
                    <a:pt x="3184481" y="338185"/>
                  </a:lnTo>
                  <a:lnTo>
                    <a:pt x="3176657" y="338185"/>
                  </a:lnTo>
                  <a:lnTo>
                    <a:pt x="3168833" y="338185"/>
                  </a:lnTo>
                  <a:lnTo>
                    <a:pt x="3161008" y="338185"/>
                  </a:lnTo>
                  <a:lnTo>
                    <a:pt x="3153184" y="338185"/>
                  </a:lnTo>
                  <a:lnTo>
                    <a:pt x="3145360" y="338185"/>
                  </a:lnTo>
                  <a:lnTo>
                    <a:pt x="3137536" y="338185"/>
                  </a:lnTo>
                  <a:lnTo>
                    <a:pt x="3129711" y="338185"/>
                  </a:lnTo>
                  <a:lnTo>
                    <a:pt x="3121887" y="338185"/>
                  </a:lnTo>
                  <a:lnTo>
                    <a:pt x="3114063" y="338185"/>
                  </a:lnTo>
                  <a:lnTo>
                    <a:pt x="3106238" y="338185"/>
                  </a:lnTo>
                  <a:lnTo>
                    <a:pt x="3098414" y="338185"/>
                  </a:lnTo>
                  <a:lnTo>
                    <a:pt x="3090590" y="338185"/>
                  </a:lnTo>
                  <a:lnTo>
                    <a:pt x="3082766" y="338185"/>
                  </a:lnTo>
                  <a:lnTo>
                    <a:pt x="3074941" y="338185"/>
                  </a:lnTo>
                  <a:lnTo>
                    <a:pt x="3067117" y="338185"/>
                  </a:lnTo>
                  <a:lnTo>
                    <a:pt x="3059293" y="338185"/>
                  </a:lnTo>
                  <a:lnTo>
                    <a:pt x="3051468" y="338185"/>
                  </a:lnTo>
                  <a:lnTo>
                    <a:pt x="3043644" y="338185"/>
                  </a:lnTo>
                  <a:lnTo>
                    <a:pt x="3035820" y="338185"/>
                  </a:lnTo>
                  <a:lnTo>
                    <a:pt x="3027996" y="338185"/>
                  </a:lnTo>
                  <a:lnTo>
                    <a:pt x="3020171" y="338185"/>
                  </a:lnTo>
                  <a:lnTo>
                    <a:pt x="3012347" y="338185"/>
                  </a:lnTo>
                  <a:lnTo>
                    <a:pt x="3004523" y="338185"/>
                  </a:lnTo>
                  <a:lnTo>
                    <a:pt x="2996698" y="338185"/>
                  </a:lnTo>
                  <a:lnTo>
                    <a:pt x="2988874" y="338185"/>
                  </a:lnTo>
                  <a:lnTo>
                    <a:pt x="2981050" y="338185"/>
                  </a:lnTo>
                  <a:lnTo>
                    <a:pt x="2973226" y="338185"/>
                  </a:lnTo>
                  <a:lnTo>
                    <a:pt x="2965401" y="338185"/>
                  </a:lnTo>
                  <a:lnTo>
                    <a:pt x="2957577" y="338185"/>
                  </a:lnTo>
                  <a:lnTo>
                    <a:pt x="2949753" y="338185"/>
                  </a:lnTo>
                  <a:lnTo>
                    <a:pt x="2941929" y="338185"/>
                  </a:lnTo>
                  <a:lnTo>
                    <a:pt x="2934104" y="338185"/>
                  </a:lnTo>
                  <a:lnTo>
                    <a:pt x="2926280" y="338185"/>
                  </a:lnTo>
                  <a:lnTo>
                    <a:pt x="2918456" y="338185"/>
                  </a:lnTo>
                  <a:lnTo>
                    <a:pt x="2910631" y="338185"/>
                  </a:lnTo>
                  <a:lnTo>
                    <a:pt x="2902807" y="338185"/>
                  </a:lnTo>
                  <a:lnTo>
                    <a:pt x="2894983" y="338185"/>
                  </a:lnTo>
                  <a:lnTo>
                    <a:pt x="2887159" y="338185"/>
                  </a:lnTo>
                  <a:lnTo>
                    <a:pt x="2879334" y="338185"/>
                  </a:lnTo>
                  <a:lnTo>
                    <a:pt x="2871510" y="338185"/>
                  </a:lnTo>
                  <a:lnTo>
                    <a:pt x="2863686" y="338185"/>
                  </a:lnTo>
                  <a:lnTo>
                    <a:pt x="2855861" y="338185"/>
                  </a:lnTo>
                  <a:lnTo>
                    <a:pt x="2848037" y="338185"/>
                  </a:lnTo>
                  <a:lnTo>
                    <a:pt x="2840213" y="338185"/>
                  </a:lnTo>
                  <a:lnTo>
                    <a:pt x="2832389" y="338185"/>
                  </a:lnTo>
                  <a:lnTo>
                    <a:pt x="2824564" y="338185"/>
                  </a:lnTo>
                  <a:lnTo>
                    <a:pt x="2816740" y="338185"/>
                  </a:lnTo>
                  <a:lnTo>
                    <a:pt x="2808916" y="338185"/>
                  </a:lnTo>
                  <a:lnTo>
                    <a:pt x="2801091" y="338185"/>
                  </a:lnTo>
                  <a:lnTo>
                    <a:pt x="2793267" y="338185"/>
                  </a:lnTo>
                  <a:lnTo>
                    <a:pt x="2785443" y="338185"/>
                  </a:lnTo>
                  <a:lnTo>
                    <a:pt x="2777619" y="338185"/>
                  </a:lnTo>
                  <a:lnTo>
                    <a:pt x="2769794" y="338185"/>
                  </a:lnTo>
                  <a:lnTo>
                    <a:pt x="2761970" y="338185"/>
                  </a:lnTo>
                  <a:lnTo>
                    <a:pt x="2754146" y="338185"/>
                  </a:lnTo>
                  <a:lnTo>
                    <a:pt x="2746322" y="338185"/>
                  </a:lnTo>
                  <a:lnTo>
                    <a:pt x="2738497" y="338185"/>
                  </a:lnTo>
                  <a:lnTo>
                    <a:pt x="2730673" y="338185"/>
                  </a:lnTo>
                  <a:lnTo>
                    <a:pt x="2722849" y="338185"/>
                  </a:lnTo>
                  <a:lnTo>
                    <a:pt x="2715024" y="338185"/>
                  </a:lnTo>
                  <a:lnTo>
                    <a:pt x="2707200" y="338185"/>
                  </a:lnTo>
                  <a:lnTo>
                    <a:pt x="2699376" y="338185"/>
                  </a:lnTo>
                  <a:lnTo>
                    <a:pt x="2691552" y="338185"/>
                  </a:lnTo>
                  <a:lnTo>
                    <a:pt x="2683727" y="338185"/>
                  </a:lnTo>
                  <a:lnTo>
                    <a:pt x="2675903" y="338185"/>
                  </a:lnTo>
                  <a:lnTo>
                    <a:pt x="2668079" y="338185"/>
                  </a:lnTo>
                  <a:lnTo>
                    <a:pt x="2660254" y="338185"/>
                  </a:lnTo>
                  <a:lnTo>
                    <a:pt x="2652430" y="338185"/>
                  </a:lnTo>
                  <a:lnTo>
                    <a:pt x="2644606" y="338185"/>
                  </a:lnTo>
                  <a:lnTo>
                    <a:pt x="2636782" y="338185"/>
                  </a:lnTo>
                  <a:lnTo>
                    <a:pt x="2628957" y="338185"/>
                  </a:lnTo>
                  <a:lnTo>
                    <a:pt x="2621133" y="338185"/>
                  </a:lnTo>
                  <a:lnTo>
                    <a:pt x="2613309" y="338185"/>
                  </a:lnTo>
                  <a:lnTo>
                    <a:pt x="2605485" y="338185"/>
                  </a:lnTo>
                  <a:lnTo>
                    <a:pt x="2597660" y="338185"/>
                  </a:lnTo>
                  <a:lnTo>
                    <a:pt x="2589836" y="338185"/>
                  </a:lnTo>
                  <a:lnTo>
                    <a:pt x="2582012" y="338185"/>
                  </a:lnTo>
                  <a:lnTo>
                    <a:pt x="2574187" y="338185"/>
                  </a:lnTo>
                  <a:lnTo>
                    <a:pt x="2566363" y="338185"/>
                  </a:lnTo>
                  <a:lnTo>
                    <a:pt x="2558539" y="338185"/>
                  </a:lnTo>
                  <a:lnTo>
                    <a:pt x="2550715" y="338185"/>
                  </a:lnTo>
                  <a:lnTo>
                    <a:pt x="2542890" y="338185"/>
                  </a:lnTo>
                  <a:lnTo>
                    <a:pt x="2535066" y="338185"/>
                  </a:lnTo>
                  <a:lnTo>
                    <a:pt x="2527242" y="338185"/>
                  </a:lnTo>
                  <a:lnTo>
                    <a:pt x="2519417" y="338185"/>
                  </a:lnTo>
                  <a:lnTo>
                    <a:pt x="2511593" y="338185"/>
                  </a:lnTo>
                  <a:lnTo>
                    <a:pt x="2503769" y="338185"/>
                  </a:lnTo>
                  <a:lnTo>
                    <a:pt x="2495945" y="338185"/>
                  </a:lnTo>
                  <a:lnTo>
                    <a:pt x="2488120" y="338185"/>
                  </a:lnTo>
                  <a:lnTo>
                    <a:pt x="2480296" y="338185"/>
                  </a:lnTo>
                  <a:lnTo>
                    <a:pt x="2472472" y="338185"/>
                  </a:lnTo>
                  <a:lnTo>
                    <a:pt x="2464647" y="338185"/>
                  </a:lnTo>
                  <a:lnTo>
                    <a:pt x="2456823" y="338185"/>
                  </a:lnTo>
                  <a:lnTo>
                    <a:pt x="2448999" y="338185"/>
                  </a:lnTo>
                  <a:lnTo>
                    <a:pt x="2441175" y="338185"/>
                  </a:lnTo>
                  <a:lnTo>
                    <a:pt x="2433350" y="338185"/>
                  </a:lnTo>
                  <a:lnTo>
                    <a:pt x="2425526" y="338185"/>
                  </a:lnTo>
                  <a:lnTo>
                    <a:pt x="2417702" y="338185"/>
                  </a:lnTo>
                  <a:lnTo>
                    <a:pt x="2409878" y="338185"/>
                  </a:lnTo>
                  <a:lnTo>
                    <a:pt x="2402053" y="338185"/>
                  </a:lnTo>
                  <a:lnTo>
                    <a:pt x="2394229" y="338185"/>
                  </a:lnTo>
                  <a:lnTo>
                    <a:pt x="2386405" y="338185"/>
                  </a:lnTo>
                  <a:lnTo>
                    <a:pt x="2378580" y="338185"/>
                  </a:lnTo>
                  <a:lnTo>
                    <a:pt x="2370756" y="338185"/>
                  </a:lnTo>
                  <a:lnTo>
                    <a:pt x="2362932" y="338185"/>
                  </a:lnTo>
                  <a:lnTo>
                    <a:pt x="2355108" y="338185"/>
                  </a:lnTo>
                  <a:lnTo>
                    <a:pt x="2347283" y="338185"/>
                  </a:lnTo>
                  <a:lnTo>
                    <a:pt x="2339459" y="338185"/>
                  </a:lnTo>
                  <a:lnTo>
                    <a:pt x="2331635" y="338185"/>
                  </a:lnTo>
                  <a:lnTo>
                    <a:pt x="2323810" y="338185"/>
                  </a:lnTo>
                  <a:lnTo>
                    <a:pt x="2315986" y="338185"/>
                  </a:lnTo>
                  <a:lnTo>
                    <a:pt x="2308162" y="338185"/>
                  </a:lnTo>
                  <a:lnTo>
                    <a:pt x="2300338" y="338185"/>
                  </a:lnTo>
                  <a:lnTo>
                    <a:pt x="2292513" y="338185"/>
                  </a:lnTo>
                  <a:lnTo>
                    <a:pt x="2284689" y="338185"/>
                  </a:lnTo>
                  <a:lnTo>
                    <a:pt x="2276865" y="338185"/>
                  </a:lnTo>
                  <a:lnTo>
                    <a:pt x="2269040" y="338185"/>
                  </a:lnTo>
                  <a:lnTo>
                    <a:pt x="2261216" y="338185"/>
                  </a:lnTo>
                  <a:lnTo>
                    <a:pt x="2253392" y="338185"/>
                  </a:lnTo>
                  <a:lnTo>
                    <a:pt x="2245568" y="338185"/>
                  </a:lnTo>
                  <a:lnTo>
                    <a:pt x="2237743" y="338185"/>
                  </a:lnTo>
                  <a:lnTo>
                    <a:pt x="2229919" y="338185"/>
                  </a:lnTo>
                  <a:lnTo>
                    <a:pt x="2222095" y="338185"/>
                  </a:lnTo>
                  <a:lnTo>
                    <a:pt x="2214271" y="338185"/>
                  </a:lnTo>
                  <a:lnTo>
                    <a:pt x="2206446" y="338185"/>
                  </a:lnTo>
                  <a:lnTo>
                    <a:pt x="2198622" y="338185"/>
                  </a:lnTo>
                  <a:lnTo>
                    <a:pt x="2190798" y="338185"/>
                  </a:lnTo>
                  <a:lnTo>
                    <a:pt x="2182973" y="338185"/>
                  </a:lnTo>
                  <a:lnTo>
                    <a:pt x="2175149" y="338185"/>
                  </a:lnTo>
                  <a:lnTo>
                    <a:pt x="2167325" y="338185"/>
                  </a:lnTo>
                  <a:lnTo>
                    <a:pt x="2159501" y="338185"/>
                  </a:lnTo>
                  <a:lnTo>
                    <a:pt x="2151676" y="338185"/>
                  </a:lnTo>
                  <a:lnTo>
                    <a:pt x="2143852" y="338185"/>
                  </a:lnTo>
                  <a:lnTo>
                    <a:pt x="2136028" y="338185"/>
                  </a:lnTo>
                  <a:lnTo>
                    <a:pt x="2128203" y="338185"/>
                  </a:lnTo>
                  <a:lnTo>
                    <a:pt x="2120379" y="338185"/>
                  </a:lnTo>
                  <a:lnTo>
                    <a:pt x="2112555" y="338185"/>
                  </a:lnTo>
                  <a:lnTo>
                    <a:pt x="2104731" y="338185"/>
                  </a:lnTo>
                  <a:lnTo>
                    <a:pt x="2096906" y="338185"/>
                  </a:lnTo>
                  <a:lnTo>
                    <a:pt x="2089082" y="338185"/>
                  </a:lnTo>
                  <a:lnTo>
                    <a:pt x="2081258" y="338185"/>
                  </a:lnTo>
                  <a:lnTo>
                    <a:pt x="2073434" y="338185"/>
                  </a:lnTo>
                  <a:lnTo>
                    <a:pt x="2065609" y="338185"/>
                  </a:lnTo>
                  <a:lnTo>
                    <a:pt x="2057785" y="338185"/>
                  </a:lnTo>
                  <a:lnTo>
                    <a:pt x="2049961" y="338185"/>
                  </a:lnTo>
                  <a:lnTo>
                    <a:pt x="2042136" y="338185"/>
                  </a:lnTo>
                  <a:lnTo>
                    <a:pt x="2034312" y="338185"/>
                  </a:lnTo>
                  <a:lnTo>
                    <a:pt x="2026488" y="338185"/>
                  </a:lnTo>
                  <a:lnTo>
                    <a:pt x="2018664" y="338185"/>
                  </a:lnTo>
                  <a:lnTo>
                    <a:pt x="2010839" y="338185"/>
                  </a:lnTo>
                  <a:lnTo>
                    <a:pt x="2003015" y="338185"/>
                  </a:lnTo>
                  <a:lnTo>
                    <a:pt x="1995191" y="338185"/>
                  </a:lnTo>
                  <a:lnTo>
                    <a:pt x="1987366" y="338185"/>
                  </a:lnTo>
                  <a:lnTo>
                    <a:pt x="1979542" y="338185"/>
                  </a:lnTo>
                  <a:lnTo>
                    <a:pt x="1971718" y="338185"/>
                  </a:lnTo>
                  <a:lnTo>
                    <a:pt x="1963894" y="338185"/>
                  </a:lnTo>
                  <a:lnTo>
                    <a:pt x="1956069" y="338185"/>
                  </a:lnTo>
                  <a:lnTo>
                    <a:pt x="1948245" y="338185"/>
                  </a:lnTo>
                  <a:lnTo>
                    <a:pt x="1940421" y="338185"/>
                  </a:lnTo>
                  <a:lnTo>
                    <a:pt x="1932596" y="338185"/>
                  </a:lnTo>
                  <a:lnTo>
                    <a:pt x="1924772" y="338185"/>
                  </a:lnTo>
                  <a:lnTo>
                    <a:pt x="1916948" y="338185"/>
                  </a:lnTo>
                  <a:lnTo>
                    <a:pt x="1909124" y="338185"/>
                  </a:lnTo>
                  <a:lnTo>
                    <a:pt x="1901299" y="338185"/>
                  </a:lnTo>
                  <a:lnTo>
                    <a:pt x="1893475" y="338185"/>
                  </a:lnTo>
                  <a:lnTo>
                    <a:pt x="1885651" y="338185"/>
                  </a:lnTo>
                  <a:lnTo>
                    <a:pt x="1877827" y="338185"/>
                  </a:lnTo>
                  <a:lnTo>
                    <a:pt x="1870002" y="338185"/>
                  </a:lnTo>
                  <a:lnTo>
                    <a:pt x="1862178" y="338185"/>
                  </a:lnTo>
                  <a:lnTo>
                    <a:pt x="1854354" y="338185"/>
                  </a:lnTo>
                  <a:lnTo>
                    <a:pt x="1846529" y="338185"/>
                  </a:lnTo>
                  <a:lnTo>
                    <a:pt x="1838705" y="338185"/>
                  </a:lnTo>
                  <a:lnTo>
                    <a:pt x="1830881" y="338185"/>
                  </a:lnTo>
                  <a:lnTo>
                    <a:pt x="1823057" y="338185"/>
                  </a:lnTo>
                  <a:lnTo>
                    <a:pt x="1815232" y="338185"/>
                  </a:lnTo>
                  <a:lnTo>
                    <a:pt x="1807408" y="338185"/>
                  </a:lnTo>
                  <a:lnTo>
                    <a:pt x="1799584" y="338185"/>
                  </a:lnTo>
                  <a:lnTo>
                    <a:pt x="1791759" y="338185"/>
                  </a:lnTo>
                  <a:lnTo>
                    <a:pt x="1783935" y="338185"/>
                  </a:lnTo>
                  <a:lnTo>
                    <a:pt x="1776111" y="338185"/>
                  </a:lnTo>
                  <a:lnTo>
                    <a:pt x="1768287" y="338185"/>
                  </a:lnTo>
                  <a:lnTo>
                    <a:pt x="1760462" y="338185"/>
                  </a:lnTo>
                  <a:lnTo>
                    <a:pt x="1752638" y="338185"/>
                  </a:lnTo>
                  <a:lnTo>
                    <a:pt x="1744814" y="338185"/>
                  </a:lnTo>
                  <a:lnTo>
                    <a:pt x="1736990" y="338185"/>
                  </a:lnTo>
                  <a:lnTo>
                    <a:pt x="1729165" y="338185"/>
                  </a:lnTo>
                  <a:lnTo>
                    <a:pt x="1721341" y="338185"/>
                  </a:lnTo>
                  <a:lnTo>
                    <a:pt x="1713517" y="338185"/>
                  </a:lnTo>
                  <a:lnTo>
                    <a:pt x="1705692" y="338185"/>
                  </a:lnTo>
                  <a:lnTo>
                    <a:pt x="1697868" y="338185"/>
                  </a:lnTo>
                  <a:lnTo>
                    <a:pt x="1690044" y="338185"/>
                  </a:lnTo>
                  <a:lnTo>
                    <a:pt x="1682220" y="338185"/>
                  </a:lnTo>
                  <a:lnTo>
                    <a:pt x="1674395" y="338185"/>
                  </a:lnTo>
                  <a:lnTo>
                    <a:pt x="1666571" y="338185"/>
                  </a:lnTo>
                  <a:lnTo>
                    <a:pt x="1658747" y="338185"/>
                  </a:lnTo>
                  <a:lnTo>
                    <a:pt x="1650922" y="338185"/>
                  </a:lnTo>
                  <a:lnTo>
                    <a:pt x="1643098" y="338185"/>
                  </a:lnTo>
                  <a:lnTo>
                    <a:pt x="1635274" y="338185"/>
                  </a:lnTo>
                  <a:lnTo>
                    <a:pt x="1627450" y="338185"/>
                  </a:lnTo>
                  <a:lnTo>
                    <a:pt x="1619625" y="338185"/>
                  </a:lnTo>
                  <a:lnTo>
                    <a:pt x="1611801" y="338185"/>
                  </a:lnTo>
                  <a:lnTo>
                    <a:pt x="1603977" y="338185"/>
                  </a:lnTo>
                  <a:lnTo>
                    <a:pt x="1596152" y="338185"/>
                  </a:lnTo>
                  <a:lnTo>
                    <a:pt x="1588328" y="338185"/>
                  </a:lnTo>
                  <a:lnTo>
                    <a:pt x="1580504" y="338185"/>
                  </a:lnTo>
                  <a:lnTo>
                    <a:pt x="1572680" y="338185"/>
                  </a:lnTo>
                  <a:lnTo>
                    <a:pt x="1564855" y="338185"/>
                  </a:lnTo>
                  <a:lnTo>
                    <a:pt x="1557031" y="338185"/>
                  </a:lnTo>
                  <a:lnTo>
                    <a:pt x="1549207" y="338185"/>
                  </a:lnTo>
                  <a:lnTo>
                    <a:pt x="1541383" y="338185"/>
                  </a:lnTo>
                  <a:lnTo>
                    <a:pt x="1533558" y="338185"/>
                  </a:lnTo>
                  <a:lnTo>
                    <a:pt x="1525734" y="338185"/>
                  </a:lnTo>
                  <a:lnTo>
                    <a:pt x="1517910" y="338185"/>
                  </a:lnTo>
                  <a:lnTo>
                    <a:pt x="1510085" y="338185"/>
                  </a:lnTo>
                  <a:lnTo>
                    <a:pt x="1502261" y="338185"/>
                  </a:lnTo>
                  <a:lnTo>
                    <a:pt x="1494437" y="338185"/>
                  </a:lnTo>
                  <a:lnTo>
                    <a:pt x="1486613" y="338185"/>
                  </a:lnTo>
                  <a:lnTo>
                    <a:pt x="1478788" y="338185"/>
                  </a:lnTo>
                  <a:lnTo>
                    <a:pt x="1470964" y="338185"/>
                  </a:lnTo>
                  <a:lnTo>
                    <a:pt x="1463140" y="338185"/>
                  </a:lnTo>
                  <a:lnTo>
                    <a:pt x="1455315" y="338185"/>
                  </a:lnTo>
                  <a:lnTo>
                    <a:pt x="1447491" y="338185"/>
                  </a:lnTo>
                  <a:lnTo>
                    <a:pt x="1439667" y="338185"/>
                  </a:lnTo>
                  <a:lnTo>
                    <a:pt x="1431843" y="338185"/>
                  </a:lnTo>
                  <a:lnTo>
                    <a:pt x="1424018" y="338185"/>
                  </a:lnTo>
                  <a:lnTo>
                    <a:pt x="1416194" y="338185"/>
                  </a:lnTo>
                  <a:lnTo>
                    <a:pt x="1408370" y="338185"/>
                  </a:lnTo>
                  <a:lnTo>
                    <a:pt x="1400545" y="338185"/>
                  </a:lnTo>
                  <a:lnTo>
                    <a:pt x="1392721" y="338185"/>
                  </a:lnTo>
                  <a:lnTo>
                    <a:pt x="1384897" y="338185"/>
                  </a:lnTo>
                  <a:lnTo>
                    <a:pt x="1377073" y="338185"/>
                  </a:lnTo>
                  <a:lnTo>
                    <a:pt x="1369248" y="338185"/>
                  </a:lnTo>
                  <a:lnTo>
                    <a:pt x="1361424" y="338185"/>
                  </a:lnTo>
                  <a:lnTo>
                    <a:pt x="1353600" y="338185"/>
                  </a:lnTo>
                  <a:lnTo>
                    <a:pt x="1345776" y="338185"/>
                  </a:lnTo>
                  <a:lnTo>
                    <a:pt x="1337951" y="338185"/>
                  </a:lnTo>
                  <a:lnTo>
                    <a:pt x="1330127" y="338185"/>
                  </a:lnTo>
                  <a:lnTo>
                    <a:pt x="1322303" y="338185"/>
                  </a:lnTo>
                  <a:lnTo>
                    <a:pt x="1314478" y="338185"/>
                  </a:lnTo>
                  <a:lnTo>
                    <a:pt x="1306654" y="338185"/>
                  </a:lnTo>
                  <a:lnTo>
                    <a:pt x="1298830" y="338185"/>
                  </a:lnTo>
                  <a:lnTo>
                    <a:pt x="1291006" y="338185"/>
                  </a:lnTo>
                  <a:lnTo>
                    <a:pt x="1283181" y="338185"/>
                  </a:lnTo>
                  <a:lnTo>
                    <a:pt x="1275357" y="338185"/>
                  </a:lnTo>
                  <a:lnTo>
                    <a:pt x="1267533" y="338185"/>
                  </a:lnTo>
                  <a:lnTo>
                    <a:pt x="1259708" y="338185"/>
                  </a:lnTo>
                  <a:lnTo>
                    <a:pt x="1251884" y="338185"/>
                  </a:lnTo>
                  <a:lnTo>
                    <a:pt x="1244060" y="338185"/>
                  </a:lnTo>
                  <a:lnTo>
                    <a:pt x="1236236" y="338185"/>
                  </a:lnTo>
                  <a:lnTo>
                    <a:pt x="1228411" y="338185"/>
                  </a:lnTo>
                  <a:lnTo>
                    <a:pt x="1220587" y="338185"/>
                  </a:lnTo>
                  <a:lnTo>
                    <a:pt x="1212763" y="338185"/>
                  </a:lnTo>
                  <a:lnTo>
                    <a:pt x="1204939" y="338185"/>
                  </a:lnTo>
                  <a:lnTo>
                    <a:pt x="1197114" y="338185"/>
                  </a:lnTo>
                  <a:lnTo>
                    <a:pt x="1189290" y="338185"/>
                  </a:lnTo>
                  <a:lnTo>
                    <a:pt x="1181466" y="338185"/>
                  </a:lnTo>
                  <a:lnTo>
                    <a:pt x="1173641" y="338185"/>
                  </a:lnTo>
                  <a:lnTo>
                    <a:pt x="1165817" y="338185"/>
                  </a:lnTo>
                  <a:lnTo>
                    <a:pt x="1157993" y="338185"/>
                  </a:lnTo>
                  <a:lnTo>
                    <a:pt x="1150169" y="338185"/>
                  </a:lnTo>
                  <a:lnTo>
                    <a:pt x="1142344" y="338185"/>
                  </a:lnTo>
                  <a:lnTo>
                    <a:pt x="1134520" y="338185"/>
                  </a:lnTo>
                  <a:lnTo>
                    <a:pt x="1126696" y="338185"/>
                  </a:lnTo>
                  <a:lnTo>
                    <a:pt x="1118871" y="338185"/>
                  </a:lnTo>
                  <a:lnTo>
                    <a:pt x="1111047" y="338185"/>
                  </a:lnTo>
                  <a:lnTo>
                    <a:pt x="1103223" y="338185"/>
                  </a:lnTo>
                  <a:lnTo>
                    <a:pt x="1095399" y="338185"/>
                  </a:lnTo>
                  <a:lnTo>
                    <a:pt x="1087574" y="338185"/>
                  </a:lnTo>
                  <a:lnTo>
                    <a:pt x="1079750" y="338185"/>
                  </a:lnTo>
                  <a:lnTo>
                    <a:pt x="1071926" y="338185"/>
                  </a:lnTo>
                  <a:lnTo>
                    <a:pt x="1064101" y="338185"/>
                  </a:lnTo>
                  <a:lnTo>
                    <a:pt x="1056277" y="338185"/>
                  </a:lnTo>
                  <a:lnTo>
                    <a:pt x="1048453" y="338185"/>
                  </a:lnTo>
                  <a:lnTo>
                    <a:pt x="1040629" y="338185"/>
                  </a:lnTo>
                  <a:lnTo>
                    <a:pt x="1032804" y="338185"/>
                  </a:lnTo>
                  <a:lnTo>
                    <a:pt x="1024980" y="338185"/>
                  </a:lnTo>
                  <a:lnTo>
                    <a:pt x="1017156" y="338185"/>
                  </a:lnTo>
                  <a:lnTo>
                    <a:pt x="1009332" y="338185"/>
                  </a:lnTo>
                  <a:lnTo>
                    <a:pt x="1001507" y="338185"/>
                  </a:lnTo>
                  <a:lnTo>
                    <a:pt x="993683" y="338185"/>
                  </a:lnTo>
                  <a:lnTo>
                    <a:pt x="985859" y="338185"/>
                  </a:lnTo>
                  <a:lnTo>
                    <a:pt x="978034" y="338185"/>
                  </a:lnTo>
                  <a:lnTo>
                    <a:pt x="970210" y="338185"/>
                  </a:lnTo>
                  <a:lnTo>
                    <a:pt x="962386" y="338185"/>
                  </a:lnTo>
                  <a:lnTo>
                    <a:pt x="954562" y="338185"/>
                  </a:lnTo>
                  <a:lnTo>
                    <a:pt x="946737" y="338185"/>
                  </a:lnTo>
                  <a:lnTo>
                    <a:pt x="938913" y="338185"/>
                  </a:lnTo>
                  <a:lnTo>
                    <a:pt x="931089" y="338185"/>
                  </a:lnTo>
                  <a:lnTo>
                    <a:pt x="923264" y="338185"/>
                  </a:lnTo>
                  <a:lnTo>
                    <a:pt x="915440" y="338185"/>
                  </a:lnTo>
                  <a:lnTo>
                    <a:pt x="907616" y="338185"/>
                  </a:lnTo>
                  <a:lnTo>
                    <a:pt x="899792" y="338185"/>
                  </a:lnTo>
                  <a:lnTo>
                    <a:pt x="891967" y="338185"/>
                  </a:lnTo>
                  <a:lnTo>
                    <a:pt x="884143" y="338185"/>
                  </a:lnTo>
                  <a:lnTo>
                    <a:pt x="876319" y="338185"/>
                  </a:lnTo>
                  <a:lnTo>
                    <a:pt x="868495" y="338185"/>
                  </a:lnTo>
                  <a:lnTo>
                    <a:pt x="860670" y="338185"/>
                  </a:lnTo>
                  <a:lnTo>
                    <a:pt x="852846" y="338185"/>
                  </a:lnTo>
                  <a:lnTo>
                    <a:pt x="845022" y="338185"/>
                  </a:lnTo>
                  <a:lnTo>
                    <a:pt x="837197" y="338185"/>
                  </a:lnTo>
                  <a:lnTo>
                    <a:pt x="829373" y="338185"/>
                  </a:lnTo>
                  <a:lnTo>
                    <a:pt x="821549" y="338185"/>
                  </a:lnTo>
                  <a:lnTo>
                    <a:pt x="813725" y="338185"/>
                  </a:lnTo>
                  <a:lnTo>
                    <a:pt x="805900" y="338185"/>
                  </a:lnTo>
                  <a:lnTo>
                    <a:pt x="798076" y="338185"/>
                  </a:lnTo>
                  <a:lnTo>
                    <a:pt x="790252" y="338185"/>
                  </a:lnTo>
                  <a:lnTo>
                    <a:pt x="782427" y="338185"/>
                  </a:lnTo>
                  <a:lnTo>
                    <a:pt x="774603" y="338185"/>
                  </a:lnTo>
                  <a:lnTo>
                    <a:pt x="766779" y="338185"/>
                  </a:lnTo>
                  <a:lnTo>
                    <a:pt x="758955" y="338185"/>
                  </a:lnTo>
                  <a:lnTo>
                    <a:pt x="751130" y="338185"/>
                  </a:lnTo>
                  <a:lnTo>
                    <a:pt x="743306" y="338185"/>
                  </a:lnTo>
                  <a:lnTo>
                    <a:pt x="735482" y="338185"/>
                  </a:lnTo>
                  <a:lnTo>
                    <a:pt x="727657" y="338185"/>
                  </a:lnTo>
                  <a:lnTo>
                    <a:pt x="719833" y="338185"/>
                  </a:lnTo>
                  <a:lnTo>
                    <a:pt x="712009" y="338185"/>
                  </a:lnTo>
                  <a:lnTo>
                    <a:pt x="704185" y="338185"/>
                  </a:lnTo>
                  <a:lnTo>
                    <a:pt x="696360" y="338185"/>
                  </a:lnTo>
                  <a:lnTo>
                    <a:pt x="688536" y="338185"/>
                  </a:lnTo>
                  <a:lnTo>
                    <a:pt x="680712" y="338185"/>
                  </a:lnTo>
                  <a:lnTo>
                    <a:pt x="672888" y="338185"/>
                  </a:lnTo>
                  <a:lnTo>
                    <a:pt x="665063" y="338185"/>
                  </a:lnTo>
                  <a:lnTo>
                    <a:pt x="657239" y="338185"/>
                  </a:lnTo>
                  <a:lnTo>
                    <a:pt x="649415" y="338185"/>
                  </a:lnTo>
                  <a:lnTo>
                    <a:pt x="641590" y="338185"/>
                  </a:lnTo>
                  <a:lnTo>
                    <a:pt x="633766" y="338185"/>
                  </a:lnTo>
                  <a:lnTo>
                    <a:pt x="625942" y="338185"/>
                  </a:lnTo>
                  <a:lnTo>
                    <a:pt x="618118" y="338185"/>
                  </a:lnTo>
                  <a:lnTo>
                    <a:pt x="610293" y="338185"/>
                  </a:lnTo>
                  <a:lnTo>
                    <a:pt x="602469" y="338185"/>
                  </a:lnTo>
                  <a:lnTo>
                    <a:pt x="594645" y="338185"/>
                  </a:lnTo>
                  <a:lnTo>
                    <a:pt x="586820" y="338185"/>
                  </a:lnTo>
                  <a:lnTo>
                    <a:pt x="578996" y="338185"/>
                  </a:lnTo>
                  <a:lnTo>
                    <a:pt x="571172" y="338185"/>
                  </a:lnTo>
                  <a:lnTo>
                    <a:pt x="563348" y="338185"/>
                  </a:lnTo>
                  <a:lnTo>
                    <a:pt x="555523" y="338185"/>
                  </a:lnTo>
                  <a:lnTo>
                    <a:pt x="547699" y="338185"/>
                  </a:lnTo>
                  <a:lnTo>
                    <a:pt x="539875" y="338185"/>
                  </a:lnTo>
                  <a:lnTo>
                    <a:pt x="532050" y="338185"/>
                  </a:lnTo>
                  <a:lnTo>
                    <a:pt x="524226" y="338185"/>
                  </a:lnTo>
                  <a:lnTo>
                    <a:pt x="516402" y="338185"/>
                  </a:lnTo>
                  <a:lnTo>
                    <a:pt x="508578" y="338185"/>
                  </a:lnTo>
                  <a:lnTo>
                    <a:pt x="500753" y="338185"/>
                  </a:lnTo>
                  <a:lnTo>
                    <a:pt x="492929" y="338185"/>
                  </a:lnTo>
                  <a:lnTo>
                    <a:pt x="485105" y="338185"/>
                  </a:lnTo>
                  <a:lnTo>
                    <a:pt x="477281" y="338185"/>
                  </a:lnTo>
                  <a:lnTo>
                    <a:pt x="469456" y="338185"/>
                  </a:lnTo>
                  <a:lnTo>
                    <a:pt x="461632" y="338185"/>
                  </a:lnTo>
                  <a:lnTo>
                    <a:pt x="453808" y="338185"/>
                  </a:lnTo>
                  <a:lnTo>
                    <a:pt x="445983" y="338185"/>
                  </a:lnTo>
                  <a:lnTo>
                    <a:pt x="438159" y="338185"/>
                  </a:lnTo>
                  <a:lnTo>
                    <a:pt x="430335" y="338185"/>
                  </a:lnTo>
                  <a:lnTo>
                    <a:pt x="422511" y="338185"/>
                  </a:lnTo>
                  <a:lnTo>
                    <a:pt x="414686" y="338185"/>
                  </a:lnTo>
                  <a:lnTo>
                    <a:pt x="406862" y="338185"/>
                  </a:lnTo>
                  <a:lnTo>
                    <a:pt x="399038" y="338185"/>
                  </a:lnTo>
                  <a:lnTo>
                    <a:pt x="391213" y="338185"/>
                  </a:lnTo>
                  <a:lnTo>
                    <a:pt x="383389" y="338185"/>
                  </a:lnTo>
                  <a:lnTo>
                    <a:pt x="375565" y="338185"/>
                  </a:lnTo>
                  <a:lnTo>
                    <a:pt x="367741" y="338185"/>
                  </a:lnTo>
                  <a:lnTo>
                    <a:pt x="359916" y="338185"/>
                  </a:lnTo>
                  <a:lnTo>
                    <a:pt x="352092" y="338185"/>
                  </a:lnTo>
                  <a:lnTo>
                    <a:pt x="344268" y="338185"/>
                  </a:lnTo>
                  <a:lnTo>
                    <a:pt x="336444" y="338185"/>
                  </a:lnTo>
                  <a:lnTo>
                    <a:pt x="328619" y="338185"/>
                  </a:lnTo>
                  <a:lnTo>
                    <a:pt x="320795" y="338185"/>
                  </a:lnTo>
                  <a:lnTo>
                    <a:pt x="312971" y="338185"/>
                  </a:lnTo>
                  <a:lnTo>
                    <a:pt x="305146" y="338185"/>
                  </a:lnTo>
                  <a:lnTo>
                    <a:pt x="297322" y="338185"/>
                  </a:lnTo>
                  <a:lnTo>
                    <a:pt x="289498" y="338185"/>
                  </a:lnTo>
                  <a:lnTo>
                    <a:pt x="281674" y="338185"/>
                  </a:lnTo>
                  <a:lnTo>
                    <a:pt x="273849" y="338185"/>
                  </a:lnTo>
                  <a:lnTo>
                    <a:pt x="266025" y="338185"/>
                  </a:lnTo>
                  <a:lnTo>
                    <a:pt x="258201" y="338185"/>
                  </a:lnTo>
                  <a:lnTo>
                    <a:pt x="250376" y="338185"/>
                  </a:lnTo>
                  <a:lnTo>
                    <a:pt x="242552" y="338185"/>
                  </a:lnTo>
                  <a:lnTo>
                    <a:pt x="234728" y="338185"/>
                  </a:lnTo>
                  <a:lnTo>
                    <a:pt x="226904" y="338185"/>
                  </a:lnTo>
                  <a:lnTo>
                    <a:pt x="219079" y="338185"/>
                  </a:lnTo>
                  <a:lnTo>
                    <a:pt x="211255" y="338185"/>
                  </a:lnTo>
                  <a:lnTo>
                    <a:pt x="203431" y="338185"/>
                  </a:lnTo>
                  <a:lnTo>
                    <a:pt x="195606" y="338185"/>
                  </a:lnTo>
                  <a:lnTo>
                    <a:pt x="187782" y="338185"/>
                  </a:lnTo>
                  <a:lnTo>
                    <a:pt x="179958" y="338185"/>
                  </a:lnTo>
                  <a:lnTo>
                    <a:pt x="172134" y="338185"/>
                  </a:lnTo>
                  <a:lnTo>
                    <a:pt x="164309" y="338185"/>
                  </a:lnTo>
                  <a:lnTo>
                    <a:pt x="156485" y="338185"/>
                  </a:lnTo>
                  <a:lnTo>
                    <a:pt x="148661" y="338185"/>
                  </a:lnTo>
                  <a:lnTo>
                    <a:pt x="140837" y="338185"/>
                  </a:lnTo>
                  <a:lnTo>
                    <a:pt x="133012" y="338185"/>
                  </a:lnTo>
                  <a:lnTo>
                    <a:pt x="125188" y="338185"/>
                  </a:lnTo>
                  <a:lnTo>
                    <a:pt x="117364" y="338185"/>
                  </a:lnTo>
                  <a:lnTo>
                    <a:pt x="109539" y="338185"/>
                  </a:lnTo>
                  <a:lnTo>
                    <a:pt x="101715" y="338185"/>
                  </a:lnTo>
                  <a:lnTo>
                    <a:pt x="93891" y="338185"/>
                  </a:lnTo>
                  <a:lnTo>
                    <a:pt x="86067" y="338185"/>
                  </a:lnTo>
                  <a:lnTo>
                    <a:pt x="78242" y="338185"/>
                  </a:lnTo>
                  <a:lnTo>
                    <a:pt x="70418" y="338185"/>
                  </a:lnTo>
                  <a:lnTo>
                    <a:pt x="62594" y="338185"/>
                  </a:lnTo>
                  <a:lnTo>
                    <a:pt x="54769" y="338185"/>
                  </a:lnTo>
                  <a:lnTo>
                    <a:pt x="46945" y="338185"/>
                  </a:lnTo>
                  <a:lnTo>
                    <a:pt x="39121" y="338185"/>
                  </a:lnTo>
                  <a:lnTo>
                    <a:pt x="31297" y="338185"/>
                  </a:lnTo>
                  <a:lnTo>
                    <a:pt x="23472" y="338185"/>
                  </a:lnTo>
                  <a:lnTo>
                    <a:pt x="15648" y="338185"/>
                  </a:lnTo>
                  <a:lnTo>
                    <a:pt x="7824" y="338185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691" name="pl1691"/>
            <p:cNvSpPr/>
            <p:nvPr/>
          </p:nvSpPr>
          <p:spPr>
            <a:xfrm>
              <a:off x="7848093" y="4456547"/>
              <a:ext cx="3998206" cy="338185"/>
            </a:xfrm>
            <a:custGeom>
              <a:avLst/>
              <a:pathLst>
                <a:path w="3998206" h="338185">
                  <a:moveTo>
                    <a:pt x="0" y="338185"/>
                  </a:moveTo>
                  <a:lnTo>
                    <a:pt x="7824" y="338185"/>
                  </a:lnTo>
                  <a:lnTo>
                    <a:pt x="15648" y="338185"/>
                  </a:lnTo>
                  <a:lnTo>
                    <a:pt x="23472" y="338185"/>
                  </a:lnTo>
                  <a:lnTo>
                    <a:pt x="31297" y="338185"/>
                  </a:lnTo>
                  <a:lnTo>
                    <a:pt x="39121" y="338185"/>
                  </a:lnTo>
                  <a:lnTo>
                    <a:pt x="46945" y="338185"/>
                  </a:lnTo>
                  <a:lnTo>
                    <a:pt x="54769" y="338185"/>
                  </a:lnTo>
                  <a:lnTo>
                    <a:pt x="62594" y="338185"/>
                  </a:lnTo>
                  <a:lnTo>
                    <a:pt x="70418" y="338185"/>
                  </a:lnTo>
                  <a:lnTo>
                    <a:pt x="78242" y="338185"/>
                  </a:lnTo>
                  <a:lnTo>
                    <a:pt x="86067" y="338185"/>
                  </a:lnTo>
                  <a:lnTo>
                    <a:pt x="93891" y="338185"/>
                  </a:lnTo>
                  <a:lnTo>
                    <a:pt x="101715" y="338185"/>
                  </a:lnTo>
                  <a:lnTo>
                    <a:pt x="109539" y="338185"/>
                  </a:lnTo>
                  <a:lnTo>
                    <a:pt x="117364" y="338185"/>
                  </a:lnTo>
                  <a:lnTo>
                    <a:pt x="125188" y="338185"/>
                  </a:lnTo>
                  <a:lnTo>
                    <a:pt x="133012" y="338185"/>
                  </a:lnTo>
                  <a:lnTo>
                    <a:pt x="140837" y="338185"/>
                  </a:lnTo>
                  <a:lnTo>
                    <a:pt x="148661" y="338185"/>
                  </a:lnTo>
                  <a:lnTo>
                    <a:pt x="156485" y="338185"/>
                  </a:lnTo>
                  <a:lnTo>
                    <a:pt x="164309" y="338185"/>
                  </a:lnTo>
                  <a:lnTo>
                    <a:pt x="172134" y="338185"/>
                  </a:lnTo>
                  <a:lnTo>
                    <a:pt x="179958" y="338185"/>
                  </a:lnTo>
                  <a:lnTo>
                    <a:pt x="187782" y="338185"/>
                  </a:lnTo>
                  <a:lnTo>
                    <a:pt x="195606" y="338185"/>
                  </a:lnTo>
                  <a:lnTo>
                    <a:pt x="203431" y="338185"/>
                  </a:lnTo>
                  <a:lnTo>
                    <a:pt x="211255" y="338185"/>
                  </a:lnTo>
                  <a:lnTo>
                    <a:pt x="219079" y="338185"/>
                  </a:lnTo>
                  <a:lnTo>
                    <a:pt x="226904" y="338185"/>
                  </a:lnTo>
                  <a:lnTo>
                    <a:pt x="234728" y="338185"/>
                  </a:lnTo>
                  <a:lnTo>
                    <a:pt x="242552" y="338185"/>
                  </a:lnTo>
                  <a:lnTo>
                    <a:pt x="250376" y="338185"/>
                  </a:lnTo>
                  <a:lnTo>
                    <a:pt x="258201" y="338185"/>
                  </a:lnTo>
                  <a:lnTo>
                    <a:pt x="266025" y="338185"/>
                  </a:lnTo>
                  <a:lnTo>
                    <a:pt x="273849" y="338185"/>
                  </a:lnTo>
                  <a:lnTo>
                    <a:pt x="281674" y="338185"/>
                  </a:lnTo>
                  <a:lnTo>
                    <a:pt x="289498" y="338185"/>
                  </a:lnTo>
                  <a:lnTo>
                    <a:pt x="297322" y="338185"/>
                  </a:lnTo>
                  <a:lnTo>
                    <a:pt x="305146" y="338185"/>
                  </a:lnTo>
                  <a:lnTo>
                    <a:pt x="312971" y="338185"/>
                  </a:lnTo>
                  <a:lnTo>
                    <a:pt x="320795" y="338185"/>
                  </a:lnTo>
                  <a:lnTo>
                    <a:pt x="328619" y="338185"/>
                  </a:lnTo>
                  <a:lnTo>
                    <a:pt x="336444" y="338185"/>
                  </a:lnTo>
                  <a:lnTo>
                    <a:pt x="344268" y="338185"/>
                  </a:lnTo>
                  <a:lnTo>
                    <a:pt x="352092" y="338185"/>
                  </a:lnTo>
                  <a:lnTo>
                    <a:pt x="359916" y="338185"/>
                  </a:lnTo>
                  <a:lnTo>
                    <a:pt x="367741" y="338185"/>
                  </a:lnTo>
                  <a:lnTo>
                    <a:pt x="375565" y="338185"/>
                  </a:lnTo>
                  <a:lnTo>
                    <a:pt x="383389" y="338185"/>
                  </a:lnTo>
                  <a:lnTo>
                    <a:pt x="391213" y="338185"/>
                  </a:lnTo>
                  <a:lnTo>
                    <a:pt x="399038" y="338185"/>
                  </a:lnTo>
                  <a:lnTo>
                    <a:pt x="406862" y="338185"/>
                  </a:lnTo>
                  <a:lnTo>
                    <a:pt x="414686" y="338185"/>
                  </a:lnTo>
                  <a:lnTo>
                    <a:pt x="422511" y="338185"/>
                  </a:lnTo>
                  <a:lnTo>
                    <a:pt x="430335" y="338185"/>
                  </a:lnTo>
                  <a:lnTo>
                    <a:pt x="438159" y="338185"/>
                  </a:lnTo>
                  <a:lnTo>
                    <a:pt x="445983" y="338185"/>
                  </a:lnTo>
                  <a:lnTo>
                    <a:pt x="453808" y="338185"/>
                  </a:lnTo>
                  <a:lnTo>
                    <a:pt x="461632" y="338185"/>
                  </a:lnTo>
                  <a:lnTo>
                    <a:pt x="469456" y="338185"/>
                  </a:lnTo>
                  <a:lnTo>
                    <a:pt x="477281" y="338185"/>
                  </a:lnTo>
                  <a:lnTo>
                    <a:pt x="485105" y="338185"/>
                  </a:lnTo>
                  <a:lnTo>
                    <a:pt x="492929" y="338185"/>
                  </a:lnTo>
                  <a:lnTo>
                    <a:pt x="500753" y="338185"/>
                  </a:lnTo>
                  <a:lnTo>
                    <a:pt x="508578" y="338185"/>
                  </a:lnTo>
                  <a:lnTo>
                    <a:pt x="516402" y="338185"/>
                  </a:lnTo>
                  <a:lnTo>
                    <a:pt x="524226" y="338185"/>
                  </a:lnTo>
                  <a:lnTo>
                    <a:pt x="532050" y="338185"/>
                  </a:lnTo>
                  <a:lnTo>
                    <a:pt x="539875" y="338185"/>
                  </a:lnTo>
                  <a:lnTo>
                    <a:pt x="547699" y="338185"/>
                  </a:lnTo>
                  <a:lnTo>
                    <a:pt x="555523" y="338185"/>
                  </a:lnTo>
                  <a:lnTo>
                    <a:pt x="563348" y="338185"/>
                  </a:lnTo>
                  <a:lnTo>
                    <a:pt x="571172" y="338185"/>
                  </a:lnTo>
                  <a:lnTo>
                    <a:pt x="578996" y="338185"/>
                  </a:lnTo>
                  <a:lnTo>
                    <a:pt x="586820" y="338185"/>
                  </a:lnTo>
                  <a:lnTo>
                    <a:pt x="594645" y="338185"/>
                  </a:lnTo>
                  <a:lnTo>
                    <a:pt x="602469" y="338185"/>
                  </a:lnTo>
                  <a:lnTo>
                    <a:pt x="610293" y="338185"/>
                  </a:lnTo>
                  <a:lnTo>
                    <a:pt x="618118" y="338185"/>
                  </a:lnTo>
                  <a:lnTo>
                    <a:pt x="625942" y="338185"/>
                  </a:lnTo>
                  <a:lnTo>
                    <a:pt x="633766" y="338185"/>
                  </a:lnTo>
                  <a:lnTo>
                    <a:pt x="641590" y="338185"/>
                  </a:lnTo>
                  <a:lnTo>
                    <a:pt x="649415" y="338185"/>
                  </a:lnTo>
                  <a:lnTo>
                    <a:pt x="657239" y="338185"/>
                  </a:lnTo>
                  <a:lnTo>
                    <a:pt x="665063" y="338185"/>
                  </a:lnTo>
                  <a:lnTo>
                    <a:pt x="672888" y="338185"/>
                  </a:lnTo>
                  <a:lnTo>
                    <a:pt x="680712" y="338185"/>
                  </a:lnTo>
                  <a:lnTo>
                    <a:pt x="688536" y="338185"/>
                  </a:lnTo>
                  <a:lnTo>
                    <a:pt x="696360" y="338185"/>
                  </a:lnTo>
                  <a:lnTo>
                    <a:pt x="704185" y="338185"/>
                  </a:lnTo>
                  <a:lnTo>
                    <a:pt x="712009" y="338185"/>
                  </a:lnTo>
                  <a:lnTo>
                    <a:pt x="719833" y="338185"/>
                  </a:lnTo>
                  <a:lnTo>
                    <a:pt x="727657" y="338185"/>
                  </a:lnTo>
                  <a:lnTo>
                    <a:pt x="735482" y="338185"/>
                  </a:lnTo>
                  <a:lnTo>
                    <a:pt x="743306" y="338185"/>
                  </a:lnTo>
                  <a:lnTo>
                    <a:pt x="751130" y="338185"/>
                  </a:lnTo>
                  <a:lnTo>
                    <a:pt x="758955" y="338185"/>
                  </a:lnTo>
                  <a:lnTo>
                    <a:pt x="766779" y="338185"/>
                  </a:lnTo>
                  <a:lnTo>
                    <a:pt x="774603" y="338185"/>
                  </a:lnTo>
                  <a:lnTo>
                    <a:pt x="782427" y="338185"/>
                  </a:lnTo>
                  <a:lnTo>
                    <a:pt x="790252" y="338185"/>
                  </a:lnTo>
                  <a:lnTo>
                    <a:pt x="798076" y="338185"/>
                  </a:lnTo>
                  <a:lnTo>
                    <a:pt x="805900" y="338185"/>
                  </a:lnTo>
                  <a:lnTo>
                    <a:pt x="813725" y="338185"/>
                  </a:lnTo>
                  <a:lnTo>
                    <a:pt x="821549" y="338185"/>
                  </a:lnTo>
                  <a:lnTo>
                    <a:pt x="829373" y="338185"/>
                  </a:lnTo>
                  <a:lnTo>
                    <a:pt x="837197" y="338185"/>
                  </a:lnTo>
                  <a:lnTo>
                    <a:pt x="845022" y="338185"/>
                  </a:lnTo>
                  <a:lnTo>
                    <a:pt x="852846" y="338185"/>
                  </a:lnTo>
                  <a:lnTo>
                    <a:pt x="860670" y="338185"/>
                  </a:lnTo>
                  <a:lnTo>
                    <a:pt x="868495" y="338185"/>
                  </a:lnTo>
                  <a:lnTo>
                    <a:pt x="876319" y="338185"/>
                  </a:lnTo>
                  <a:lnTo>
                    <a:pt x="884143" y="338185"/>
                  </a:lnTo>
                  <a:lnTo>
                    <a:pt x="891967" y="338185"/>
                  </a:lnTo>
                  <a:lnTo>
                    <a:pt x="899792" y="338185"/>
                  </a:lnTo>
                  <a:lnTo>
                    <a:pt x="907616" y="338185"/>
                  </a:lnTo>
                  <a:lnTo>
                    <a:pt x="915440" y="338185"/>
                  </a:lnTo>
                  <a:lnTo>
                    <a:pt x="923264" y="338185"/>
                  </a:lnTo>
                  <a:lnTo>
                    <a:pt x="931089" y="338185"/>
                  </a:lnTo>
                  <a:lnTo>
                    <a:pt x="938913" y="338185"/>
                  </a:lnTo>
                  <a:lnTo>
                    <a:pt x="946737" y="338185"/>
                  </a:lnTo>
                  <a:lnTo>
                    <a:pt x="954562" y="338185"/>
                  </a:lnTo>
                  <a:lnTo>
                    <a:pt x="962386" y="338185"/>
                  </a:lnTo>
                  <a:lnTo>
                    <a:pt x="970210" y="338185"/>
                  </a:lnTo>
                  <a:lnTo>
                    <a:pt x="978034" y="338185"/>
                  </a:lnTo>
                  <a:lnTo>
                    <a:pt x="985859" y="338185"/>
                  </a:lnTo>
                  <a:lnTo>
                    <a:pt x="993683" y="338185"/>
                  </a:lnTo>
                  <a:lnTo>
                    <a:pt x="1001507" y="338185"/>
                  </a:lnTo>
                  <a:lnTo>
                    <a:pt x="1009332" y="338185"/>
                  </a:lnTo>
                  <a:lnTo>
                    <a:pt x="1017156" y="338184"/>
                  </a:lnTo>
                  <a:lnTo>
                    <a:pt x="1024980" y="338184"/>
                  </a:lnTo>
                  <a:lnTo>
                    <a:pt x="1032804" y="338184"/>
                  </a:lnTo>
                  <a:lnTo>
                    <a:pt x="1040629" y="338184"/>
                  </a:lnTo>
                  <a:lnTo>
                    <a:pt x="1048453" y="338184"/>
                  </a:lnTo>
                  <a:lnTo>
                    <a:pt x="1056277" y="338184"/>
                  </a:lnTo>
                  <a:lnTo>
                    <a:pt x="1064101" y="338184"/>
                  </a:lnTo>
                  <a:lnTo>
                    <a:pt x="1071926" y="338184"/>
                  </a:lnTo>
                  <a:lnTo>
                    <a:pt x="1079750" y="338184"/>
                  </a:lnTo>
                  <a:lnTo>
                    <a:pt x="1087574" y="338184"/>
                  </a:lnTo>
                  <a:lnTo>
                    <a:pt x="1095399" y="338184"/>
                  </a:lnTo>
                  <a:lnTo>
                    <a:pt x="1103223" y="338184"/>
                  </a:lnTo>
                  <a:lnTo>
                    <a:pt x="1111047" y="338184"/>
                  </a:lnTo>
                  <a:lnTo>
                    <a:pt x="1118871" y="338184"/>
                  </a:lnTo>
                  <a:lnTo>
                    <a:pt x="1126696" y="338184"/>
                  </a:lnTo>
                  <a:lnTo>
                    <a:pt x="1134520" y="338183"/>
                  </a:lnTo>
                  <a:lnTo>
                    <a:pt x="1142344" y="338183"/>
                  </a:lnTo>
                  <a:lnTo>
                    <a:pt x="1150169" y="338183"/>
                  </a:lnTo>
                  <a:lnTo>
                    <a:pt x="1157993" y="338183"/>
                  </a:lnTo>
                  <a:lnTo>
                    <a:pt x="1165817" y="338183"/>
                  </a:lnTo>
                  <a:lnTo>
                    <a:pt x="1173641" y="338182"/>
                  </a:lnTo>
                  <a:lnTo>
                    <a:pt x="1181466" y="338182"/>
                  </a:lnTo>
                  <a:lnTo>
                    <a:pt x="1189290" y="338181"/>
                  </a:lnTo>
                  <a:lnTo>
                    <a:pt x="1197114" y="338181"/>
                  </a:lnTo>
                  <a:lnTo>
                    <a:pt x="1204939" y="338180"/>
                  </a:lnTo>
                  <a:lnTo>
                    <a:pt x="1212763" y="338180"/>
                  </a:lnTo>
                  <a:lnTo>
                    <a:pt x="1220587" y="338179"/>
                  </a:lnTo>
                  <a:lnTo>
                    <a:pt x="1228411" y="338178"/>
                  </a:lnTo>
                  <a:lnTo>
                    <a:pt x="1236236" y="338177"/>
                  </a:lnTo>
                  <a:lnTo>
                    <a:pt x="1244060" y="338176"/>
                  </a:lnTo>
                  <a:lnTo>
                    <a:pt x="1251884" y="338174"/>
                  </a:lnTo>
                  <a:lnTo>
                    <a:pt x="1259708" y="338173"/>
                  </a:lnTo>
                  <a:lnTo>
                    <a:pt x="1267533" y="338171"/>
                  </a:lnTo>
                  <a:lnTo>
                    <a:pt x="1275357" y="338169"/>
                  </a:lnTo>
                  <a:lnTo>
                    <a:pt x="1283181" y="338167"/>
                  </a:lnTo>
                  <a:lnTo>
                    <a:pt x="1291006" y="338164"/>
                  </a:lnTo>
                  <a:lnTo>
                    <a:pt x="1298830" y="338161"/>
                  </a:lnTo>
                  <a:lnTo>
                    <a:pt x="1306654" y="338158"/>
                  </a:lnTo>
                  <a:lnTo>
                    <a:pt x="1314478" y="338154"/>
                  </a:lnTo>
                  <a:lnTo>
                    <a:pt x="1322303" y="338150"/>
                  </a:lnTo>
                  <a:lnTo>
                    <a:pt x="1330127" y="338145"/>
                  </a:lnTo>
                  <a:lnTo>
                    <a:pt x="1337951" y="338140"/>
                  </a:lnTo>
                  <a:lnTo>
                    <a:pt x="1345776" y="338133"/>
                  </a:lnTo>
                  <a:lnTo>
                    <a:pt x="1353600" y="338126"/>
                  </a:lnTo>
                  <a:lnTo>
                    <a:pt x="1361424" y="338119"/>
                  </a:lnTo>
                  <a:lnTo>
                    <a:pt x="1369248" y="338110"/>
                  </a:lnTo>
                  <a:lnTo>
                    <a:pt x="1377073" y="338100"/>
                  </a:lnTo>
                  <a:lnTo>
                    <a:pt x="1384897" y="338088"/>
                  </a:lnTo>
                  <a:lnTo>
                    <a:pt x="1392721" y="338076"/>
                  </a:lnTo>
                  <a:lnTo>
                    <a:pt x="1400545" y="338061"/>
                  </a:lnTo>
                  <a:lnTo>
                    <a:pt x="1408370" y="338046"/>
                  </a:lnTo>
                  <a:lnTo>
                    <a:pt x="1416194" y="338028"/>
                  </a:lnTo>
                  <a:lnTo>
                    <a:pt x="1424018" y="338008"/>
                  </a:lnTo>
                  <a:lnTo>
                    <a:pt x="1431843" y="337986"/>
                  </a:lnTo>
                  <a:lnTo>
                    <a:pt x="1439667" y="337962"/>
                  </a:lnTo>
                  <a:lnTo>
                    <a:pt x="1447491" y="337934"/>
                  </a:lnTo>
                  <a:lnTo>
                    <a:pt x="1455315" y="337903"/>
                  </a:lnTo>
                  <a:lnTo>
                    <a:pt x="1463140" y="337870"/>
                  </a:lnTo>
                  <a:lnTo>
                    <a:pt x="1470964" y="337832"/>
                  </a:lnTo>
                  <a:lnTo>
                    <a:pt x="1478788" y="337790"/>
                  </a:lnTo>
                  <a:lnTo>
                    <a:pt x="1486613" y="337744"/>
                  </a:lnTo>
                  <a:lnTo>
                    <a:pt x="1494437" y="337692"/>
                  </a:lnTo>
                  <a:lnTo>
                    <a:pt x="1502261" y="337635"/>
                  </a:lnTo>
                  <a:lnTo>
                    <a:pt x="1510085" y="337573"/>
                  </a:lnTo>
                  <a:lnTo>
                    <a:pt x="1517910" y="337504"/>
                  </a:lnTo>
                  <a:lnTo>
                    <a:pt x="1525734" y="337427"/>
                  </a:lnTo>
                  <a:lnTo>
                    <a:pt x="1533558" y="337344"/>
                  </a:lnTo>
                  <a:lnTo>
                    <a:pt x="1541383" y="337251"/>
                  </a:lnTo>
                  <a:lnTo>
                    <a:pt x="1549207" y="337149"/>
                  </a:lnTo>
                  <a:lnTo>
                    <a:pt x="1557031" y="337039"/>
                  </a:lnTo>
                  <a:lnTo>
                    <a:pt x="1564855" y="336917"/>
                  </a:lnTo>
                  <a:lnTo>
                    <a:pt x="1572680" y="336782"/>
                  </a:lnTo>
                  <a:lnTo>
                    <a:pt x="1580504" y="336637"/>
                  </a:lnTo>
                  <a:lnTo>
                    <a:pt x="1588328" y="336479"/>
                  </a:lnTo>
                  <a:lnTo>
                    <a:pt x="1596152" y="336302"/>
                  </a:lnTo>
                  <a:lnTo>
                    <a:pt x="1603977" y="336113"/>
                  </a:lnTo>
                  <a:lnTo>
                    <a:pt x="1611801" y="335908"/>
                  </a:lnTo>
                  <a:lnTo>
                    <a:pt x="1619625" y="335680"/>
                  </a:lnTo>
                  <a:lnTo>
                    <a:pt x="1627450" y="335437"/>
                  </a:lnTo>
                  <a:lnTo>
                    <a:pt x="1635274" y="335175"/>
                  </a:lnTo>
                  <a:lnTo>
                    <a:pt x="1643098" y="334882"/>
                  </a:lnTo>
                  <a:lnTo>
                    <a:pt x="1650922" y="334571"/>
                  </a:lnTo>
                  <a:lnTo>
                    <a:pt x="1658747" y="334239"/>
                  </a:lnTo>
                  <a:lnTo>
                    <a:pt x="1666571" y="333868"/>
                  </a:lnTo>
                  <a:lnTo>
                    <a:pt x="1674395" y="333474"/>
                  </a:lnTo>
                  <a:lnTo>
                    <a:pt x="1682220" y="333056"/>
                  </a:lnTo>
                  <a:lnTo>
                    <a:pt x="1690044" y="332591"/>
                  </a:lnTo>
                  <a:lnTo>
                    <a:pt x="1697868" y="332097"/>
                  </a:lnTo>
                  <a:lnTo>
                    <a:pt x="1705692" y="331575"/>
                  </a:lnTo>
                  <a:lnTo>
                    <a:pt x="1713517" y="330999"/>
                  </a:lnTo>
                  <a:lnTo>
                    <a:pt x="1721341" y="330386"/>
                  </a:lnTo>
                  <a:lnTo>
                    <a:pt x="1729165" y="329739"/>
                  </a:lnTo>
                  <a:lnTo>
                    <a:pt x="1736990" y="329034"/>
                  </a:lnTo>
                  <a:lnTo>
                    <a:pt x="1744814" y="328280"/>
                  </a:lnTo>
                  <a:lnTo>
                    <a:pt x="1752638" y="327488"/>
                  </a:lnTo>
                  <a:lnTo>
                    <a:pt x="1760462" y="326631"/>
                  </a:lnTo>
                  <a:lnTo>
                    <a:pt x="1768287" y="325714"/>
                  </a:lnTo>
                  <a:lnTo>
                    <a:pt x="1776111" y="324751"/>
                  </a:lnTo>
                  <a:lnTo>
                    <a:pt x="1783935" y="323720"/>
                  </a:lnTo>
                  <a:lnTo>
                    <a:pt x="1791759" y="322616"/>
                  </a:lnTo>
                  <a:lnTo>
                    <a:pt x="1799584" y="321459"/>
                  </a:lnTo>
                  <a:lnTo>
                    <a:pt x="1807408" y="320229"/>
                  </a:lnTo>
                  <a:lnTo>
                    <a:pt x="1815232" y="318912"/>
                  </a:lnTo>
                  <a:lnTo>
                    <a:pt x="1823057" y="317535"/>
                  </a:lnTo>
                  <a:lnTo>
                    <a:pt x="1830881" y="316083"/>
                  </a:lnTo>
                  <a:lnTo>
                    <a:pt x="1838705" y="314526"/>
                  </a:lnTo>
                  <a:lnTo>
                    <a:pt x="1846529" y="312904"/>
                  </a:lnTo>
                  <a:lnTo>
                    <a:pt x="1854354" y="311205"/>
                  </a:lnTo>
                  <a:lnTo>
                    <a:pt x="1862178" y="309385"/>
                  </a:lnTo>
                  <a:lnTo>
                    <a:pt x="1870002" y="307493"/>
                  </a:lnTo>
                  <a:lnTo>
                    <a:pt x="1877827" y="305524"/>
                  </a:lnTo>
                  <a:lnTo>
                    <a:pt x="1885651" y="303416"/>
                  </a:lnTo>
                  <a:lnTo>
                    <a:pt x="1893475" y="301230"/>
                  </a:lnTo>
                  <a:lnTo>
                    <a:pt x="1901299" y="298967"/>
                  </a:lnTo>
                  <a:lnTo>
                    <a:pt x="1909124" y="296554"/>
                  </a:lnTo>
                  <a:lnTo>
                    <a:pt x="1916948" y="294055"/>
                  </a:lnTo>
                  <a:lnTo>
                    <a:pt x="1924772" y="291473"/>
                  </a:lnTo>
                  <a:lnTo>
                    <a:pt x="1932596" y="288743"/>
                  </a:lnTo>
                  <a:lnTo>
                    <a:pt x="1940421" y="285914"/>
                  </a:lnTo>
                  <a:lnTo>
                    <a:pt x="1948245" y="282998"/>
                  </a:lnTo>
                  <a:lnTo>
                    <a:pt x="1956069" y="279939"/>
                  </a:lnTo>
                  <a:lnTo>
                    <a:pt x="1963894" y="276769"/>
                  </a:lnTo>
                  <a:lnTo>
                    <a:pt x="1971718" y="273511"/>
                  </a:lnTo>
                  <a:lnTo>
                    <a:pt x="1979542" y="270116"/>
                  </a:lnTo>
                  <a:lnTo>
                    <a:pt x="1987366" y="266601"/>
                  </a:lnTo>
                  <a:lnTo>
                    <a:pt x="1995191" y="262997"/>
                  </a:lnTo>
                  <a:lnTo>
                    <a:pt x="2003015" y="259266"/>
                  </a:lnTo>
                  <a:lnTo>
                    <a:pt x="2010839" y="255408"/>
                  </a:lnTo>
                  <a:lnTo>
                    <a:pt x="2018664" y="251463"/>
                  </a:lnTo>
                  <a:lnTo>
                    <a:pt x="2026488" y="247403"/>
                  </a:lnTo>
                  <a:lnTo>
                    <a:pt x="2034312" y="243213"/>
                  </a:lnTo>
                  <a:lnTo>
                    <a:pt x="2042136" y="238941"/>
                  </a:lnTo>
                  <a:lnTo>
                    <a:pt x="2049961" y="234567"/>
                  </a:lnTo>
                  <a:lnTo>
                    <a:pt x="2057785" y="230065"/>
                  </a:lnTo>
                  <a:lnTo>
                    <a:pt x="2065609" y="225487"/>
                  </a:lnTo>
                  <a:lnTo>
                    <a:pt x="2073434" y="220824"/>
                  </a:lnTo>
                  <a:lnTo>
                    <a:pt x="2081258" y="216039"/>
                  </a:lnTo>
                  <a:lnTo>
                    <a:pt x="2089082" y="211187"/>
                  </a:lnTo>
                  <a:lnTo>
                    <a:pt x="2096906" y="206267"/>
                  </a:lnTo>
                  <a:lnTo>
                    <a:pt x="2104731" y="201235"/>
                  </a:lnTo>
                  <a:lnTo>
                    <a:pt x="2112555" y="196150"/>
                  </a:lnTo>
                  <a:lnTo>
                    <a:pt x="2120379" y="191011"/>
                  </a:lnTo>
                  <a:lnTo>
                    <a:pt x="2128203" y="185784"/>
                  </a:lnTo>
                  <a:lnTo>
                    <a:pt x="2136028" y="180515"/>
                  </a:lnTo>
                  <a:lnTo>
                    <a:pt x="2143852" y="175206"/>
                  </a:lnTo>
                  <a:lnTo>
                    <a:pt x="2151676" y="169838"/>
                  </a:lnTo>
                  <a:lnTo>
                    <a:pt x="2159501" y="164442"/>
                  </a:lnTo>
                  <a:lnTo>
                    <a:pt x="2167325" y="159022"/>
                  </a:lnTo>
                  <a:lnTo>
                    <a:pt x="2175149" y="153573"/>
                  </a:lnTo>
                  <a:lnTo>
                    <a:pt x="2182973" y="148113"/>
                  </a:lnTo>
                  <a:lnTo>
                    <a:pt x="2190798" y="142648"/>
                  </a:lnTo>
                  <a:lnTo>
                    <a:pt x="2198622" y="137182"/>
                  </a:lnTo>
                  <a:lnTo>
                    <a:pt x="2206446" y="131729"/>
                  </a:lnTo>
                  <a:lnTo>
                    <a:pt x="2214271" y="126288"/>
                  </a:lnTo>
                  <a:lnTo>
                    <a:pt x="2222095" y="120873"/>
                  </a:lnTo>
                  <a:lnTo>
                    <a:pt x="2229919" y="115498"/>
                  </a:lnTo>
                  <a:lnTo>
                    <a:pt x="2237743" y="110154"/>
                  </a:lnTo>
                  <a:lnTo>
                    <a:pt x="2245568" y="104860"/>
                  </a:lnTo>
                  <a:lnTo>
                    <a:pt x="2253392" y="99637"/>
                  </a:lnTo>
                  <a:lnTo>
                    <a:pt x="2261216" y="94465"/>
                  </a:lnTo>
                  <a:lnTo>
                    <a:pt x="2269040" y="89361"/>
                  </a:lnTo>
                  <a:lnTo>
                    <a:pt x="2276865" y="84362"/>
                  </a:lnTo>
                  <a:lnTo>
                    <a:pt x="2284689" y="79434"/>
                  </a:lnTo>
                  <a:lnTo>
                    <a:pt x="2292513" y="74588"/>
                  </a:lnTo>
                  <a:lnTo>
                    <a:pt x="2300338" y="69884"/>
                  </a:lnTo>
                  <a:lnTo>
                    <a:pt x="2308162" y="65268"/>
                  </a:lnTo>
                  <a:lnTo>
                    <a:pt x="2315986" y="60744"/>
                  </a:lnTo>
                  <a:lnTo>
                    <a:pt x="2323810" y="56399"/>
                  </a:lnTo>
                  <a:lnTo>
                    <a:pt x="2331635" y="52157"/>
                  </a:lnTo>
                  <a:lnTo>
                    <a:pt x="2339459" y="48020"/>
                  </a:lnTo>
                  <a:lnTo>
                    <a:pt x="2347283" y="44086"/>
                  </a:lnTo>
                  <a:lnTo>
                    <a:pt x="2355108" y="40274"/>
                  </a:lnTo>
                  <a:lnTo>
                    <a:pt x="2362932" y="36581"/>
                  </a:lnTo>
                  <a:lnTo>
                    <a:pt x="2370756" y="33099"/>
                  </a:lnTo>
                  <a:lnTo>
                    <a:pt x="2378580" y="29765"/>
                  </a:lnTo>
                  <a:lnTo>
                    <a:pt x="2386405" y="26559"/>
                  </a:lnTo>
                  <a:lnTo>
                    <a:pt x="2394229" y="23568"/>
                  </a:lnTo>
                  <a:lnTo>
                    <a:pt x="2402053" y="20748"/>
                  </a:lnTo>
                  <a:lnTo>
                    <a:pt x="2409878" y="18063"/>
                  </a:lnTo>
                  <a:lnTo>
                    <a:pt x="2417702" y="15591"/>
                  </a:lnTo>
                  <a:lnTo>
                    <a:pt x="2425526" y="13310"/>
                  </a:lnTo>
                  <a:lnTo>
                    <a:pt x="2433350" y="11169"/>
                  </a:lnTo>
                  <a:lnTo>
                    <a:pt x="2441175" y="9234"/>
                  </a:lnTo>
                  <a:lnTo>
                    <a:pt x="2448999" y="7507"/>
                  </a:lnTo>
                  <a:lnTo>
                    <a:pt x="2456823" y="5923"/>
                  </a:lnTo>
                  <a:lnTo>
                    <a:pt x="2464647" y="4531"/>
                  </a:lnTo>
                  <a:lnTo>
                    <a:pt x="2472472" y="3363"/>
                  </a:lnTo>
                  <a:lnTo>
                    <a:pt x="2480296" y="2337"/>
                  </a:lnTo>
                  <a:lnTo>
                    <a:pt x="2488120" y="1487"/>
                  </a:lnTo>
                  <a:lnTo>
                    <a:pt x="2495945" y="872"/>
                  </a:lnTo>
                  <a:lnTo>
                    <a:pt x="2503769" y="395"/>
                  </a:lnTo>
                  <a:lnTo>
                    <a:pt x="2511593" y="77"/>
                  </a:lnTo>
                  <a:lnTo>
                    <a:pt x="2519417" y="0"/>
                  </a:lnTo>
                  <a:lnTo>
                    <a:pt x="2527242" y="56"/>
                  </a:lnTo>
                  <a:lnTo>
                    <a:pt x="2535066" y="251"/>
                  </a:lnTo>
                  <a:lnTo>
                    <a:pt x="2542890" y="688"/>
                  </a:lnTo>
                  <a:lnTo>
                    <a:pt x="2550715" y="1252"/>
                  </a:lnTo>
                  <a:lnTo>
                    <a:pt x="2558539" y="1943"/>
                  </a:lnTo>
                  <a:lnTo>
                    <a:pt x="2566363" y="2859"/>
                  </a:lnTo>
                  <a:lnTo>
                    <a:pt x="2574187" y="3900"/>
                  </a:lnTo>
                  <a:lnTo>
                    <a:pt x="2582012" y="5059"/>
                  </a:lnTo>
                  <a:lnTo>
                    <a:pt x="2589836" y="6416"/>
                  </a:lnTo>
                  <a:lnTo>
                    <a:pt x="2597660" y="7900"/>
                  </a:lnTo>
                  <a:lnTo>
                    <a:pt x="2605485" y="9491"/>
                  </a:lnTo>
                  <a:lnTo>
                    <a:pt x="2613309" y="11254"/>
                  </a:lnTo>
                  <a:lnTo>
                    <a:pt x="2621133" y="13142"/>
                  </a:lnTo>
                  <a:lnTo>
                    <a:pt x="2628957" y="15127"/>
                  </a:lnTo>
                  <a:lnTo>
                    <a:pt x="2636782" y="17257"/>
                  </a:lnTo>
                  <a:lnTo>
                    <a:pt x="2644606" y="19509"/>
                  </a:lnTo>
                  <a:lnTo>
                    <a:pt x="2652430" y="21848"/>
                  </a:lnTo>
                  <a:lnTo>
                    <a:pt x="2660254" y="24308"/>
                  </a:lnTo>
                  <a:lnTo>
                    <a:pt x="2668079" y="26884"/>
                  </a:lnTo>
                  <a:lnTo>
                    <a:pt x="2675903" y="29536"/>
                  </a:lnTo>
                  <a:lnTo>
                    <a:pt x="2683727" y="32287"/>
                  </a:lnTo>
                  <a:lnTo>
                    <a:pt x="2691552" y="35147"/>
                  </a:lnTo>
                  <a:lnTo>
                    <a:pt x="2699376" y="38072"/>
                  </a:lnTo>
                  <a:lnTo>
                    <a:pt x="2707200" y="41077"/>
                  </a:lnTo>
                  <a:lnTo>
                    <a:pt x="2715024" y="44181"/>
                  </a:lnTo>
                  <a:lnTo>
                    <a:pt x="2722849" y="47341"/>
                  </a:lnTo>
                  <a:lnTo>
                    <a:pt x="2730673" y="50563"/>
                  </a:lnTo>
                  <a:lnTo>
                    <a:pt x="2738497" y="53873"/>
                  </a:lnTo>
                  <a:lnTo>
                    <a:pt x="2746322" y="57230"/>
                  </a:lnTo>
                  <a:lnTo>
                    <a:pt x="2754146" y="60634"/>
                  </a:lnTo>
                  <a:lnTo>
                    <a:pt x="2761970" y="64115"/>
                  </a:lnTo>
                  <a:lnTo>
                    <a:pt x="2769794" y="67633"/>
                  </a:lnTo>
                  <a:lnTo>
                    <a:pt x="2777619" y="71188"/>
                  </a:lnTo>
                  <a:lnTo>
                    <a:pt x="2785443" y="74802"/>
                  </a:lnTo>
                  <a:lnTo>
                    <a:pt x="2793267" y="78447"/>
                  </a:lnTo>
                  <a:lnTo>
                    <a:pt x="2801091" y="82120"/>
                  </a:lnTo>
                  <a:lnTo>
                    <a:pt x="2808916" y="85835"/>
                  </a:lnTo>
                  <a:lnTo>
                    <a:pt x="2816740" y="89574"/>
                  </a:lnTo>
                  <a:lnTo>
                    <a:pt x="2824564" y="93332"/>
                  </a:lnTo>
                  <a:lnTo>
                    <a:pt x="2832389" y="97117"/>
                  </a:lnTo>
                  <a:lnTo>
                    <a:pt x="2840213" y="100918"/>
                  </a:lnTo>
                  <a:lnTo>
                    <a:pt x="2848037" y="104730"/>
                  </a:lnTo>
                  <a:lnTo>
                    <a:pt x="2855861" y="108556"/>
                  </a:lnTo>
                  <a:lnTo>
                    <a:pt x="2863686" y="112388"/>
                  </a:lnTo>
                  <a:lnTo>
                    <a:pt x="2871510" y="116224"/>
                  </a:lnTo>
                  <a:lnTo>
                    <a:pt x="2879334" y="120061"/>
                  </a:lnTo>
                  <a:lnTo>
                    <a:pt x="2887159" y="123895"/>
                  </a:lnTo>
                  <a:lnTo>
                    <a:pt x="2894983" y="127723"/>
                  </a:lnTo>
                  <a:lnTo>
                    <a:pt x="2902807" y="131544"/>
                  </a:lnTo>
                  <a:lnTo>
                    <a:pt x="2910631" y="135350"/>
                  </a:lnTo>
                  <a:lnTo>
                    <a:pt x="2918456" y="139143"/>
                  </a:lnTo>
                  <a:lnTo>
                    <a:pt x="2926280" y="142919"/>
                  </a:lnTo>
                  <a:lnTo>
                    <a:pt x="2934104" y="146668"/>
                  </a:lnTo>
                  <a:lnTo>
                    <a:pt x="2941929" y="150397"/>
                  </a:lnTo>
                  <a:lnTo>
                    <a:pt x="2949753" y="154103"/>
                  </a:lnTo>
                  <a:lnTo>
                    <a:pt x="2957577" y="157768"/>
                  </a:lnTo>
                  <a:lnTo>
                    <a:pt x="2965401" y="161405"/>
                  </a:lnTo>
                  <a:lnTo>
                    <a:pt x="2973226" y="165015"/>
                  </a:lnTo>
                  <a:lnTo>
                    <a:pt x="2981050" y="168569"/>
                  </a:lnTo>
                  <a:lnTo>
                    <a:pt x="2988874" y="172089"/>
                  </a:lnTo>
                  <a:lnTo>
                    <a:pt x="2996698" y="175577"/>
                  </a:lnTo>
                  <a:lnTo>
                    <a:pt x="3004523" y="178998"/>
                  </a:lnTo>
                  <a:lnTo>
                    <a:pt x="3012347" y="182377"/>
                  </a:lnTo>
                  <a:lnTo>
                    <a:pt x="3020171" y="185717"/>
                  </a:lnTo>
                  <a:lnTo>
                    <a:pt x="3027996" y="188985"/>
                  </a:lnTo>
                  <a:lnTo>
                    <a:pt x="3035820" y="192201"/>
                  </a:lnTo>
                  <a:lnTo>
                    <a:pt x="3043644" y="195373"/>
                  </a:lnTo>
                  <a:lnTo>
                    <a:pt x="3051468" y="198469"/>
                  </a:lnTo>
                  <a:lnTo>
                    <a:pt x="3059293" y="201503"/>
                  </a:lnTo>
                  <a:lnTo>
                    <a:pt x="3067117" y="204489"/>
                  </a:lnTo>
                  <a:lnTo>
                    <a:pt x="3074941" y="207397"/>
                  </a:lnTo>
                  <a:lnTo>
                    <a:pt x="3082766" y="210234"/>
                  </a:lnTo>
                  <a:lnTo>
                    <a:pt x="3090590" y="213018"/>
                  </a:lnTo>
                  <a:lnTo>
                    <a:pt x="3098414" y="215726"/>
                  </a:lnTo>
                  <a:lnTo>
                    <a:pt x="3106238" y="218353"/>
                  </a:lnTo>
                  <a:lnTo>
                    <a:pt x="3114063" y="220924"/>
                  </a:lnTo>
                  <a:lnTo>
                    <a:pt x="3121887" y="223422"/>
                  </a:lnTo>
                  <a:lnTo>
                    <a:pt x="3129711" y="225832"/>
                  </a:lnTo>
                  <a:lnTo>
                    <a:pt x="3137536" y="228184"/>
                  </a:lnTo>
                  <a:lnTo>
                    <a:pt x="3145360" y="230467"/>
                  </a:lnTo>
                  <a:lnTo>
                    <a:pt x="3153184" y="232654"/>
                  </a:lnTo>
                  <a:lnTo>
                    <a:pt x="3161008" y="234783"/>
                  </a:lnTo>
                  <a:lnTo>
                    <a:pt x="3168833" y="236849"/>
                  </a:lnTo>
                  <a:lnTo>
                    <a:pt x="3176657" y="238814"/>
                  </a:lnTo>
                  <a:lnTo>
                    <a:pt x="3184481" y="240722"/>
                  </a:lnTo>
                  <a:lnTo>
                    <a:pt x="3192305" y="242572"/>
                  </a:lnTo>
                  <a:lnTo>
                    <a:pt x="3200130" y="244318"/>
                  </a:lnTo>
                  <a:lnTo>
                    <a:pt x="3207954" y="246009"/>
                  </a:lnTo>
                  <a:lnTo>
                    <a:pt x="3215778" y="247646"/>
                  </a:lnTo>
                  <a:lnTo>
                    <a:pt x="3223603" y="249185"/>
                  </a:lnTo>
                  <a:lnTo>
                    <a:pt x="3231427" y="250667"/>
                  </a:lnTo>
                  <a:lnTo>
                    <a:pt x="3239251" y="252097"/>
                  </a:lnTo>
                  <a:lnTo>
                    <a:pt x="3247075" y="253440"/>
                  </a:lnTo>
                  <a:lnTo>
                    <a:pt x="3254900" y="254725"/>
                  </a:lnTo>
                  <a:lnTo>
                    <a:pt x="3262724" y="255962"/>
                  </a:lnTo>
                  <a:lnTo>
                    <a:pt x="3270548" y="257122"/>
                  </a:lnTo>
                  <a:lnTo>
                    <a:pt x="3278373" y="258224"/>
                  </a:lnTo>
                  <a:lnTo>
                    <a:pt x="3286197" y="259281"/>
                  </a:lnTo>
                  <a:lnTo>
                    <a:pt x="3294021" y="260273"/>
                  </a:lnTo>
                  <a:lnTo>
                    <a:pt x="3301845" y="261207"/>
                  </a:lnTo>
                  <a:lnTo>
                    <a:pt x="3309670" y="262102"/>
                  </a:lnTo>
                  <a:lnTo>
                    <a:pt x="3317494" y="262942"/>
                  </a:lnTo>
                  <a:lnTo>
                    <a:pt x="3325318" y="263728"/>
                  </a:lnTo>
                  <a:lnTo>
                    <a:pt x="3333142" y="264479"/>
                  </a:lnTo>
                  <a:lnTo>
                    <a:pt x="3340967" y="265185"/>
                  </a:lnTo>
                  <a:lnTo>
                    <a:pt x="3348791" y="265841"/>
                  </a:lnTo>
                  <a:lnTo>
                    <a:pt x="3356615" y="266467"/>
                  </a:lnTo>
                  <a:lnTo>
                    <a:pt x="3364440" y="267057"/>
                  </a:lnTo>
                  <a:lnTo>
                    <a:pt x="3372264" y="267603"/>
                  </a:lnTo>
                  <a:lnTo>
                    <a:pt x="3380088" y="268124"/>
                  </a:lnTo>
                  <a:lnTo>
                    <a:pt x="3387912" y="268618"/>
                  </a:lnTo>
                  <a:lnTo>
                    <a:pt x="3395737" y="269073"/>
                  </a:lnTo>
                  <a:lnTo>
                    <a:pt x="3403561" y="269509"/>
                  </a:lnTo>
                  <a:lnTo>
                    <a:pt x="3411385" y="269925"/>
                  </a:lnTo>
                  <a:lnTo>
                    <a:pt x="3419210" y="270309"/>
                  </a:lnTo>
                  <a:lnTo>
                    <a:pt x="3427034" y="270679"/>
                  </a:lnTo>
                  <a:lnTo>
                    <a:pt x="3434858" y="271034"/>
                  </a:lnTo>
                  <a:lnTo>
                    <a:pt x="3442682" y="271368"/>
                  </a:lnTo>
                  <a:lnTo>
                    <a:pt x="3450507" y="271690"/>
                  </a:lnTo>
                  <a:lnTo>
                    <a:pt x="3458331" y="272004"/>
                  </a:lnTo>
                  <a:lnTo>
                    <a:pt x="3466155" y="272304"/>
                  </a:lnTo>
                  <a:lnTo>
                    <a:pt x="3473980" y="272597"/>
                  </a:lnTo>
                  <a:lnTo>
                    <a:pt x="3481804" y="272885"/>
                  </a:lnTo>
                  <a:lnTo>
                    <a:pt x="3489628" y="273168"/>
                  </a:lnTo>
                  <a:lnTo>
                    <a:pt x="3497452" y="273448"/>
                  </a:lnTo>
                  <a:lnTo>
                    <a:pt x="3505277" y="273727"/>
                  </a:lnTo>
                  <a:lnTo>
                    <a:pt x="3513101" y="274007"/>
                  </a:lnTo>
                  <a:lnTo>
                    <a:pt x="3520925" y="274290"/>
                  </a:lnTo>
                  <a:lnTo>
                    <a:pt x="3528749" y="274575"/>
                  </a:lnTo>
                  <a:lnTo>
                    <a:pt x="3536574" y="274865"/>
                  </a:lnTo>
                  <a:lnTo>
                    <a:pt x="3544398" y="275163"/>
                  </a:lnTo>
                  <a:lnTo>
                    <a:pt x="3552222" y="275467"/>
                  </a:lnTo>
                  <a:lnTo>
                    <a:pt x="3560047" y="275780"/>
                  </a:lnTo>
                  <a:lnTo>
                    <a:pt x="3567871" y="276105"/>
                  </a:lnTo>
                  <a:lnTo>
                    <a:pt x="3575695" y="276439"/>
                  </a:lnTo>
                  <a:lnTo>
                    <a:pt x="3583519" y="276784"/>
                  </a:lnTo>
                  <a:lnTo>
                    <a:pt x="3591344" y="277147"/>
                  </a:lnTo>
                  <a:lnTo>
                    <a:pt x="3599168" y="277520"/>
                  </a:lnTo>
                  <a:lnTo>
                    <a:pt x="3606992" y="277905"/>
                  </a:lnTo>
                  <a:lnTo>
                    <a:pt x="3614817" y="278312"/>
                  </a:lnTo>
                  <a:lnTo>
                    <a:pt x="3622641" y="278732"/>
                  </a:lnTo>
                  <a:lnTo>
                    <a:pt x="3630465" y="279164"/>
                  </a:lnTo>
                  <a:lnTo>
                    <a:pt x="3638289" y="279622"/>
                  </a:lnTo>
                  <a:lnTo>
                    <a:pt x="3646114" y="280093"/>
                  </a:lnTo>
                  <a:lnTo>
                    <a:pt x="3653938" y="280578"/>
                  </a:lnTo>
                  <a:lnTo>
                    <a:pt x="3661762" y="281089"/>
                  </a:lnTo>
                  <a:lnTo>
                    <a:pt x="3669586" y="281615"/>
                  </a:lnTo>
                  <a:lnTo>
                    <a:pt x="3677411" y="282156"/>
                  </a:lnTo>
                  <a:lnTo>
                    <a:pt x="3685235" y="282721"/>
                  </a:lnTo>
                  <a:lnTo>
                    <a:pt x="3693059" y="283303"/>
                  </a:lnTo>
                  <a:lnTo>
                    <a:pt x="3700884" y="283900"/>
                  </a:lnTo>
                  <a:lnTo>
                    <a:pt x="3708708" y="284520"/>
                  </a:lnTo>
                  <a:lnTo>
                    <a:pt x="3716532" y="285157"/>
                  </a:lnTo>
                  <a:lnTo>
                    <a:pt x="3724356" y="285809"/>
                  </a:lnTo>
                  <a:lnTo>
                    <a:pt x="3732181" y="286481"/>
                  </a:lnTo>
                  <a:lnTo>
                    <a:pt x="3740005" y="287172"/>
                  </a:lnTo>
                  <a:lnTo>
                    <a:pt x="3747829" y="287876"/>
                  </a:lnTo>
                  <a:lnTo>
                    <a:pt x="3755654" y="288597"/>
                  </a:lnTo>
                  <a:lnTo>
                    <a:pt x="3763478" y="289336"/>
                  </a:lnTo>
                  <a:lnTo>
                    <a:pt x="3771302" y="290087"/>
                  </a:lnTo>
                  <a:lnTo>
                    <a:pt x="3779126" y="290853"/>
                  </a:lnTo>
                  <a:lnTo>
                    <a:pt x="3786951" y="291635"/>
                  </a:lnTo>
                  <a:lnTo>
                    <a:pt x="3794775" y="292428"/>
                  </a:lnTo>
                  <a:lnTo>
                    <a:pt x="3802599" y="293231"/>
                  </a:lnTo>
                  <a:lnTo>
                    <a:pt x="3810424" y="294050"/>
                  </a:lnTo>
                  <a:lnTo>
                    <a:pt x="3818248" y="294876"/>
                  </a:lnTo>
                  <a:lnTo>
                    <a:pt x="3826072" y="295711"/>
                  </a:lnTo>
                  <a:lnTo>
                    <a:pt x="3833896" y="296558"/>
                  </a:lnTo>
                  <a:lnTo>
                    <a:pt x="3841721" y="297410"/>
                  </a:lnTo>
                  <a:lnTo>
                    <a:pt x="3849545" y="298268"/>
                  </a:lnTo>
                  <a:lnTo>
                    <a:pt x="3857369" y="299134"/>
                  </a:lnTo>
                  <a:lnTo>
                    <a:pt x="3865193" y="300004"/>
                  </a:lnTo>
                  <a:lnTo>
                    <a:pt x="3873018" y="300877"/>
                  </a:lnTo>
                  <a:lnTo>
                    <a:pt x="3880842" y="301754"/>
                  </a:lnTo>
                  <a:lnTo>
                    <a:pt x="3888666" y="302632"/>
                  </a:lnTo>
                  <a:lnTo>
                    <a:pt x="3896491" y="303511"/>
                  </a:lnTo>
                  <a:lnTo>
                    <a:pt x="3904315" y="304390"/>
                  </a:lnTo>
                  <a:lnTo>
                    <a:pt x="3912139" y="305267"/>
                  </a:lnTo>
                  <a:lnTo>
                    <a:pt x="3919963" y="306143"/>
                  </a:lnTo>
                  <a:lnTo>
                    <a:pt x="3927788" y="307015"/>
                  </a:lnTo>
                  <a:lnTo>
                    <a:pt x="3935612" y="307883"/>
                  </a:lnTo>
                  <a:lnTo>
                    <a:pt x="3943436" y="308747"/>
                  </a:lnTo>
                  <a:lnTo>
                    <a:pt x="3951261" y="309605"/>
                  </a:lnTo>
                  <a:lnTo>
                    <a:pt x="3959085" y="310456"/>
                  </a:lnTo>
                  <a:lnTo>
                    <a:pt x="3966909" y="311300"/>
                  </a:lnTo>
                  <a:lnTo>
                    <a:pt x="3974733" y="312136"/>
                  </a:lnTo>
                  <a:lnTo>
                    <a:pt x="3982558" y="312961"/>
                  </a:lnTo>
                  <a:lnTo>
                    <a:pt x="3990382" y="313779"/>
                  </a:lnTo>
                  <a:lnTo>
                    <a:pt x="3998206" y="314586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2" name="rc1692"/>
            <p:cNvSpPr/>
            <p:nvPr/>
          </p:nvSpPr>
          <p:spPr>
            <a:xfrm>
              <a:off x="7648183" y="1761070"/>
              <a:ext cx="4398027" cy="31781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3" name="pl1693"/>
            <p:cNvSpPr/>
            <p:nvPr/>
          </p:nvSpPr>
          <p:spPr>
            <a:xfrm>
              <a:off x="8247914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4" name="pl1694"/>
            <p:cNvSpPr/>
            <p:nvPr/>
          </p:nvSpPr>
          <p:spPr>
            <a:xfrm>
              <a:off x="9047555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5" name="pl1695"/>
            <p:cNvSpPr/>
            <p:nvPr/>
          </p:nvSpPr>
          <p:spPr>
            <a:xfrm>
              <a:off x="9847197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6" name="pl1696"/>
            <p:cNvSpPr/>
            <p:nvPr/>
          </p:nvSpPr>
          <p:spPr>
            <a:xfrm>
              <a:off x="10646838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7" name="pl1697"/>
            <p:cNvSpPr/>
            <p:nvPr/>
          </p:nvSpPr>
          <p:spPr>
            <a:xfrm>
              <a:off x="11446479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8" name="tx1698"/>
            <p:cNvSpPr/>
            <p:nvPr/>
          </p:nvSpPr>
          <p:spPr>
            <a:xfrm>
              <a:off x="8198228" y="5001495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1699" name="tx1699"/>
            <p:cNvSpPr/>
            <p:nvPr/>
          </p:nvSpPr>
          <p:spPr>
            <a:xfrm>
              <a:off x="8997869" y="5001495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1700" name="tx1700"/>
            <p:cNvSpPr/>
            <p:nvPr/>
          </p:nvSpPr>
          <p:spPr>
            <a:xfrm>
              <a:off x="9816119" y="50001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701" name="tx1701"/>
            <p:cNvSpPr/>
            <p:nvPr/>
          </p:nvSpPr>
          <p:spPr>
            <a:xfrm>
              <a:off x="10615760" y="5001495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702" name="tx1702"/>
            <p:cNvSpPr/>
            <p:nvPr/>
          </p:nvSpPr>
          <p:spPr>
            <a:xfrm>
              <a:off x="11415402" y="5001495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703" name="tx1703"/>
            <p:cNvSpPr/>
            <p:nvPr/>
          </p:nvSpPr>
          <p:spPr>
            <a:xfrm>
              <a:off x="9094024" y="5119812"/>
              <a:ext cx="1506345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Rate of Change (Z/year)</a:t>
              </a:r>
            </a:p>
          </p:txBody>
        </p:sp>
        <p:sp>
          <p:nvSpPr>
            <p:cNvPr id="1704" name="rc1704"/>
            <p:cNvSpPr/>
            <p:nvPr/>
          </p:nvSpPr>
          <p:spPr>
            <a:xfrm>
              <a:off x="2971800" y="5349081"/>
              <a:ext cx="30480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5" name="rc1705"/>
            <p:cNvSpPr/>
            <p:nvPr/>
          </p:nvSpPr>
          <p:spPr>
            <a:xfrm>
              <a:off x="3372163" y="5418670"/>
              <a:ext cx="2578047" cy="31781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6" name="pl1706"/>
            <p:cNvSpPr/>
            <p:nvPr/>
          </p:nvSpPr>
          <p:spPr>
            <a:xfrm>
              <a:off x="3372163" y="7955325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7" name="pl1707"/>
            <p:cNvSpPr/>
            <p:nvPr/>
          </p:nvSpPr>
          <p:spPr>
            <a:xfrm>
              <a:off x="3372163" y="7063271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8" name="pl1708"/>
            <p:cNvSpPr/>
            <p:nvPr/>
          </p:nvSpPr>
          <p:spPr>
            <a:xfrm>
              <a:off x="3372163" y="6171216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9" name="pl1709"/>
            <p:cNvSpPr/>
            <p:nvPr/>
          </p:nvSpPr>
          <p:spPr>
            <a:xfrm>
              <a:off x="4070203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0" name="pl1710"/>
            <p:cNvSpPr/>
            <p:nvPr/>
          </p:nvSpPr>
          <p:spPr>
            <a:xfrm>
              <a:off x="4934658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1" name="pl1711"/>
            <p:cNvSpPr/>
            <p:nvPr/>
          </p:nvSpPr>
          <p:spPr>
            <a:xfrm>
              <a:off x="5799113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2" name="pl1712"/>
            <p:cNvSpPr/>
            <p:nvPr/>
          </p:nvSpPr>
          <p:spPr>
            <a:xfrm>
              <a:off x="3372163" y="8401353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3" name="pl1713"/>
            <p:cNvSpPr/>
            <p:nvPr/>
          </p:nvSpPr>
          <p:spPr>
            <a:xfrm>
              <a:off x="3372163" y="7509298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4" name="pl1714"/>
            <p:cNvSpPr/>
            <p:nvPr/>
          </p:nvSpPr>
          <p:spPr>
            <a:xfrm>
              <a:off x="3372163" y="6617243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5" name="pl1715"/>
            <p:cNvSpPr/>
            <p:nvPr/>
          </p:nvSpPr>
          <p:spPr>
            <a:xfrm>
              <a:off x="3372163" y="5725189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6" name="pl1716"/>
            <p:cNvSpPr/>
            <p:nvPr/>
          </p:nvSpPr>
          <p:spPr>
            <a:xfrm>
              <a:off x="3637976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7" name="pl1717"/>
            <p:cNvSpPr/>
            <p:nvPr/>
          </p:nvSpPr>
          <p:spPr>
            <a:xfrm>
              <a:off x="4502431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8" name="pl1718"/>
            <p:cNvSpPr/>
            <p:nvPr/>
          </p:nvSpPr>
          <p:spPr>
            <a:xfrm>
              <a:off x="5366886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9" name="pt1719"/>
            <p:cNvSpPr/>
            <p:nvPr/>
          </p:nvSpPr>
          <p:spPr>
            <a:xfrm>
              <a:off x="4000802" y="765165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0" name="pt1720"/>
            <p:cNvSpPr/>
            <p:nvPr/>
          </p:nvSpPr>
          <p:spPr>
            <a:xfrm>
              <a:off x="3708497" y="740104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1" name="pt1721"/>
            <p:cNvSpPr/>
            <p:nvPr/>
          </p:nvSpPr>
          <p:spPr>
            <a:xfrm>
              <a:off x="3582724" y="749460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2" name="pt1722"/>
            <p:cNvSpPr/>
            <p:nvPr/>
          </p:nvSpPr>
          <p:spPr>
            <a:xfrm>
              <a:off x="3567003" y="746852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3" name="pt1723"/>
            <p:cNvSpPr/>
            <p:nvPr/>
          </p:nvSpPr>
          <p:spPr>
            <a:xfrm>
              <a:off x="3980422" y="674596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4" name="pt1724"/>
            <p:cNvSpPr/>
            <p:nvPr/>
          </p:nvSpPr>
          <p:spPr>
            <a:xfrm>
              <a:off x="5618959" y="687257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5" name="pt1725"/>
            <p:cNvSpPr/>
            <p:nvPr/>
          </p:nvSpPr>
          <p:spPr>
            <a:xfrm>
              <a:off x="3808067" y="719325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6" name="pt1726"/>
            <p:cNvSpPr/>
            <p:nvPr/>
          </p:nvSpPr>
          <p:spPr>
            <a:xfrm>
              <a:off x="3533813" y="748108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7" name="pt1727"/>
            <p:cNvSpPr/>
            <p:nvPr/>
          </p:nvSpPr>
          <p:spPr>
            <a:xfrm>
              <a:off x="3611256" y="751243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8" name="pt1728"/>
            <p:cNvSpPr/>
            <p:nvPr/>
          </p:nvSpPr>
          <p:spPr>
            <a:xfrm>
              <a:off x="3565256" y="739337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9" name="pt1729"/>
            <p:cNvSpPr/>
            <p:nvPr/>
          </p:nvSpPr>
          <p:spPr>
            <a:xfrm>
              <a:off x="4576095" y="725855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0" name="pt1730"/>
            <p:cNvSpPr/>
            <p:nvPr/>
          </p:nvSpPr>
          <p:spPr>
            <a:xfrm>
              <a:off x="4104448" y="734501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1" name="pt1731"/>
            <p:cNvSpPr/>
            <p:nvPr/>
          </p:nvSpPr>
          <p:spPr>
            <a:xfrm>
              <a:off x="3653763" y="752534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2" name="pt1732"/>
            <p:cNvSpPr/>
            <p:nvPr/>
          </p:nvSpPr>
          <p:spPr>
            <a:xfrm>
              <a:off x="4028169" y="740481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3" name="pt1733"/>
            <p:cNvSpPr/>
            <p:nvPr/>
          </p:nvSpPr>
          <p:spPr>
            <a:xfrm>
              <a:off x="3594370" y="742021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4" name="pt1734"/>
            <p:cNvSpPr/>
            <p:nvPr/>
          </p:nvSpPr>
          <p:spPr>
            <a:xfrm>
              <a:off x="3699763" y="718630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5" name="pt1735"/>
            <p:cNvSpPr/>
            <p:nvPr/>
          </p:nvSpPr>
          <p:spPr>
            <a:xfrm>
              <a:off x="3962371" y="788677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6" name="pt1736"/>
            <p:cNvSpPr/>
            <p:nvPr/>
          </p:nvSpPr>
          <p:spPr>
            <a:xfrm>
              <a:off x="3534395" y="731296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7" name="pt1737"/>
            <p:cNvSpPr/>
            <p:nvPr/>
          </p:nvSpPr>
          <p:spPr>
            <a:xfrm>
              <a:off x="5006983" y="624368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8" name="pt1738"/>
            <p:cNvSpPr/>
            <p:nvPr/>
          </p:nvSpPr>
          <p:spPr>
            <a:xfrm>
              <a:off x="4184802" y="727981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9" name="pt1739"/>
            <p:cNvSpPr/>
            <p:nvPr/>
          </p:nvSpPr>
          <p:spPr>
            <a:xfrm>
              <a:off x="3620573" y="751433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0" name="pt1740"/>
            <p:cNvSpPr/>
            <p:nvPr/>
          </p:nvSpPr>
          <p:spPr>
            <a:xfrm>
              <a:off x="3760320" y="716200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1" name="pt1741"/>
            <p:cNvSpPr/>
            <p:nvPr/>
          </p:nvSpPr>
          <p:spPr>
            <a:xfrm>
              <a:off x="3711991" y="738759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2" name="pt1742"/>
            <p:cNvSpPr/>
            <p:nvPr/>
          </p:nvSpPr>
          <p:spPr>
            <a:xfrm>
              <a:off x="3957131" y="714433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3" name="pt1743"/>
            <p:cNvSpPr/>
            <p:nvPr/>
          </p:nvSpPr>
          <p:spPr>
            <a:xfrm>
              <a:off x="3691611" y="744952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4" name="pt1744"/>
            <p:cNvSpPr/>
            <p:nvPr/>
          </p:nvSpPr>
          <p:spPr>
            <a:xfrm>
              <a:off x="3647357" y="751940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5" name="pt1745"/>
            <p:cNvSpPr/>
            <p:nvPr/>
          </p:nvSpPr>
          <p:spPr>
            <a:xfrm>
              <a:off x="3621155" y="724813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6" name="pt1746"/>
            <p:cNvSpPr/>
            <p:nvPr/>
          </p:nvSpPr>
          <p:spPr>
            <a:xfrm>
              <a:off x="3600193" y="747641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7" name="pt1747"/>
            <p:cNvSpPr/>
            <p:nvPr/>
          </p:nvSpPr>
          <p:spPr>
            <a:xfrm>
              <a:off x="3572826" y="748866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8" name="pt1748"/>
            <p:cNvSpPr/>
            <p:nvPr/>
          </p:nvSpPr>
          <p:spPr>
            <a:xfrm>
              <a:off x="4080574" y="776018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9" name="pt1749"/>
            <p:cNvSpPr/>
            <p:nvPr/>
          </p:nvSpPr>
          <p:spPr>
            <a:xfrm>
              <a:off x="4218575" y="699851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0" name="pt1750"/>
            <p:cNvSpPr/>
            <p:nvPr/>
          </p:nvSpPr>
          <p:spPr>
            <a:xfrm>
              <a:off x="4163258" y="755478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1" name="pt1751"/>
            <p:cNvSpPr/>
            <p:nvPr/>
          </p:nvSpPr>
          <p:spPr>
            <a:xfrm>
              <a:off x="4302423" y="758231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2" name="pt1752"/>
            <p:cNvSpPr/>
            <p:nvPr/>
          </p:nvSpPr>
          <p:spPr>
            <a:xfrm>
              <a:off x="3563509" y="744661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3" name="pt1753"/>
            <p:cNvSpPr/>
            <p:nvPr/>
          </p:nvSpPr>
          <p:spPr>
            <a:xfrm>
              <a:off x="3676471" y="723803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4" name="pt1754"/>
            <p:cNvSpPr/>
            <p:nvPr/>
          </p:nvSpPr>
          <p:spPr>
            <a:xfrm>
              <a:off x="3610091" y="712696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5" name="pt1755"/>
            <p:cNvSpPr/>
            <p:nvPr/>
          </p:nvSpPr>
          <p:spPr>
            <a:xfrm>
              <a:off x="3563509" y="745584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6" name="pt1756"/>
            <p:cNvSpPr/>
            <p:nvPr/>
          </p:nvSpPr>
          <p:spPr>
            <a:xfrm>
              <a:off x="3608927" y="759490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7" name="pt1757"/>
            <p:cNvSpPr/>
            <p:nvPr/>
          </p:nvSpPr>
          <p:spPr>
            <a:xfrm>
              <a:off x="3603104" y="751462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8" name="pt1758"/>
            <p:cNvSpPr/>
            <p:nvPr/>
          </p:nvSpPr>
          <p:spPr>
            <a:xfrm>
              <a:off x="4004878" y="728958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9" name="pt1759"/>
            <p:cNvSpPr/>
            <p:nvPr/>
          </p:nvSpPr>
          <p:spPr>
            <a:xfrm>
              <a:off x="4927792" y="739044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0" name="pt1760"/>
            <p:cNvSpPr/>
            <p:nvPr/>
          </p:nvSpPr>
          <p:spPr>
            <a:xfrm>
              <a:off x="3790016" y="679803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1" name="pt1761"/>
            <p:cNvSpPr/>
            <p:nvPr/>
          </p:nvSpPr>
          <p:spPr>
            <a:xfrm>
              <a:off x="3613585" y="763268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2" name="pt1762"/>
            <p:cNvSpPr/>
            <p:nvPr/>
          </p:nvSpPr>
          <p:spPr>
            <a:xfrm>
              <a:off x="3661914" y="757603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3" name="pt1763"/>
            <p:cNvSpPr/>
            <p:nvPr/>
          </p:nvSpPr>
          <p:spPr>
            <a:xfrm>
              <a:off x="3546041" y="742458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4" name="pt1764"/>
            <p:cNvSpPr/>
            <p:nvPr/>
          </p:nvSpPr>
          <p:spPr>
            <a:xfrm>
              <a:off x="3604269" y="746850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5" name="pt1765"/>
            <p:cNvSpPr/>
            <p:nvPr/>
          </p:nvSpPr>
          <p:spPr>
            <a:xfrm>
              <a:off x="3620573" y="753490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6" name="pt1766"/>
            <p:cNvSpPr/>
            <p:nvPr/>
          </p:nvSpPr>
          <p:spPr>
            <a:xfrm>
              <a:off x="3597864" y="747276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7" name="pt1767"/>
            <p:cNvSpPr/>
            <p:nvPr/>
          </p:nvSpPr>
          <p:spPr>
            <a:xfrm>
              <a:off x="3590876" y="751674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8" name="pt1768"/>
            <p:cNvSpPr/>
            <p:nvPr/>
          </p:nvSpPr>
          <p:spPr>
            <a:xfrm>
              <a:off x="3643281" y="761078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9" name="pt1769"/>
            <p:cNvSpPr/>
            <p:nvPr/>
          </p:nvSpPr>
          <p:spPr>
            <a:xfrm>
              <a:off x="3643864" y="717091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0" name="pt1770"/>
            <p:cNvSpPr/>
            <p:nvPr/>
          </p:nvSpPr>
          <p:spPr>
            <a:xfrm>
              <a:off x="3621737" y="735488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1" name="pt1771"/>
            <p:cNvSpPr/>
            <p:nvPr/>
          </p:nvSpPr>
          <p:spPr>
            <a:xfrm>
              <a:off x="3621155" y="739253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2" name="pt1772"/>
            <p:cNvSpPr/>
            <p:nvPr/>
          </p:nvSpPr>
          <p:spPr>
            <a:xfrm>
              <a:off x="3551863" y="748748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3" name="pt1773"/>
            <p:cNvSpPr/>
            <p:nvPr/>
          </p:nvSpPr>
          <p:spPr>
            <a:xfrm>
              <a:off x="3736446" y="750374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4" name="pt1774"/>
            <p:cNvSpPr/>
            <p:nvPr/>
          </p:nvSpPr>
          <p:spPr>
            <a:xfrm>
              <a:off x="5743567" y="691570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5" name="pt1775"/>
            <p:cNvSpPr/>
            <p:nvPr/>
          </p:nvSpPr>
          <p:spPr>
            <a:xfrm>
              <a:off x="4001966" y="737671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6" name="pt1776"/>
            <p:cNvSpPr/>
            <p:nvPr/>
          </p:nvSpPr>
          <p:spPr>
            <a:xfrm>
              <a:off x="3759155" y="700605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7" name="pt1777"/>
            <p:cNvSpPr/>
            <p:nvPr/>
          </p:nvSpPr>
          <p:spPr>
            <a:xfrm>
              <a:off x="3873865" y="713192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8" name="pt1778"/>
            <p:cNvSpPr/>
            <p:nvPr/>
          </p:nvSpPr>
          <p:spPr>
            <a:xfrm>
              <a:off x="3587383" y="745033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9" name="pt1779"/>
            <p:cNvSpPr/>
            <p:nvPr/>
          </p:nvSpPr>
          <p:spPr>
            <a:xfrm>
              <a:off x="3633965" y="748025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0" name="pt1780"/>
            <p:cNvSpPr/>
            <p:nvPr/>
          </p:nvSpPr>
          <p:spPr>
            <a:xfrm>
              <a:off x="3644446" y="728521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1" name="pt1781"/>
            <p:cNvSpPr/>
            <p:nvPr/>
          </p:nvSpPr>
          <p:spPr>
            <a:xfrm>
              <a:off x="3728877" y="737212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2" name="pt1782"/>
            <p:cNvSpPr/>
            <p:nvPr/>
          </p:nvSpPr>
          <p:spPr>
            <a:xfrm>
              <a:off x="3610674" y="736658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3" name="pt1783"/>
            <p:cNvSpPr/>
            <p:nvPr/>
          </p:nvSpPr>
          <p:spPr>
            <a:xfrm>
              <a:off x="3613585" y="750150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4" name="pt1784"/>
            <p:cNvSpPr/>
            <p:nvPr/>
          </p:nvSpPr>
          <p:spPr>
            <a:xfrm>
              <a:off x="4868982" y="740664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5" name="pt1785"/>
            <p:cNvSpPr/>
            <p:nvPr/>
          </p:nvSpPr>
          <p:spPr>
            <a:xfrm>
              <a:off x="3784193" y="762702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6" name="pt1786"/>
            <p:cNvSpPr/>
            <p:nvPr/>
          </p:nvSpPr>
          <p:spPr>
            <a:xfrm>
              <a:off x="3668320" y="755260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7" name="pt1787"/>
            <p:cNvSpPr/>
            <p:nvPr/>
          </p:nvSpPr>
          <p:spPr>
            <a:xfrm>
              <a:off x="5066375" y="588020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8" name="pt1788"/>
            <p:cNvSpPr/>
            <p:nvPr/>
          </p:nvSpPr>
          <p:spPr>
            <a:xfrm>
              <a:off x="3535560" y="744274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9" name="pt1789"/>
            <p:cNvSpPr/>
            <p:nvPr/>
          </p:nvSpPr>
          <p:spPr>
            <a:xfrm>
              <a:off x="4387436" y="740038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0" name="pt1790"/>
            <p:cNvSpPr/>
            <p:nvPr/>
          </p:nvSpPr>
          <p:spPr>
            <a:xfrm>
              <a:off x="4323385" y="778628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1" name="pt1791"/>
            <p:cNvSpPr/>
            <p:nvPr/>
          </p:nvSpPr>
          <p:spPr>
            <a:xfrm>
              <a:off x="5366250" y="638885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2" name="pt1792"/>
            <p:cNvSpPr/>
            <p:nvPr/>
          </p:nvSpPr>
          <p:spPr>
            <a:xfrm>
              <a:off x="3554775" y="743713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3" name="pt1793"/>
            <p:cNvSpPr/>
            <p:nvPr/>
          </p:nvSpPr>
          <p:spPr>
            <a:xfrm>
              <a:off x="5047160" y="776291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4" name="pt1794"/>
            <p:cNvSpPr/>
            <p:nvPr/>
          </p:nvSpPr>
          <p:spPr>
            <a:xfrm>
              <a:off x="5013970" y="754964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5" name="pt1795"/>
            <p:cNvSpPr/>
            <p:nvPr/>
          </p:nvSpPr>
          <p:spPr>
            <a:xfrm>
              <a:off x="4500981" y="702756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6" name="pt1796"/>
            <p:cNvSpPr/>
            <p:nvPr/>
          </p:nvSpPr>
          <p:spPr>
            <a:xfrm>
              <a:off x="3940827" y="753925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7" name="pt1797"/>
            <p:cNvSpPr/>
            <p:nvPr/>
          </p:nvSpPr>
          <p:spPr>
            <a:xfrm>
              <a:off x="3710826" y="717913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8" name="pt1798"/>
            <p:cNvSpPr/>
            <p:nvPr/>
          </p:nvSpPr>
          <p:spPr>
            <a:xfrm>
              <a:off x="3662497" y="737772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9" name="pt1799"/>
            <p:cNvSpPr/>
            <p:nvPr/>
          </p:nvSpPr>
          <p:spPr>
            <a:xfrm>
              <a:off x="5708048" y="657472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0" name="pt1800"/>
            <p:cNvSpPr/>
            <p:nvPr/>
          </p:nvSpPr>
          <p:spPr>
            <a:xfrm>
              <a:off x="3981586" y="758958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1" name="pt1801"/>
            <p:cNvSpPr/>
            <p:nvPr/>
          </p:nvSpPr>
          <p:spPr>
            <a:xfrm>
              <a:off x="4013612" y="658686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2" name="pt1802"/>
            <p:cNvSpPr/>
            <p:nvPr/>
          </p:nvSpPr>
          <p:spPr>
            <a:xfrm>
              <a:off x="3558851" y="743892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3" name="pt1803"/>
            <p:cNvSpPr/>
            <p:nvPr/>
          </p:nvSpPr>
          <p:spPr>
            <a:xfrm>
              <a:off x="3669484" y="748518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4" name="pt1804"/>
            <p:cNvSpPr/>
            <p:nvPr/>
          </p:nvSpPr>
          <p:spPr>
            <a:xfrm>
              <a:off x="5172350" y="790714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5" name="pt1805"/>
            <p:cNvSpPr/>
            <p:nvPr/>
          </p:nvSpPr>
          <p:spPr>
            <a:xfrm>
              <a:off x="4986020" y="738096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6" name="pt1806"/>
            <p:cNvSpPr/>
            <p:nvPr/>
          </p:nvSpPr>
          <p:spPr>
            <a:xfrm>
              <a:off x="3877358" y="728892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7" name="pt1807"/>
            <p:cNvSpPr/>
            <p:nvPr/>
          </p:nvSpPr>
          <p:spPr>
            <a:xfrm>
              <a:off x="4721083" y="701873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8" name="pt1808"/>
            <p:cNvSpPr/>
            <p:nvPr/>
          </p:nvSpPr>
          <p:spPr>
            <a:xfrm>
              <a:off x="3590294" y="749131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9" name="pt1809"/>
            <p:cNvSpPr/>
            <p:nvPr/>
          </p:nvSpPr>
          <p:spPr>
            <a:xfrm>
              <a:off x="4382778" y="730943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0" name="pt1810"/>
            <p:cNvSpPr/>
            <p:nvPr/>
          </p:nvSpPr>
          <p:spPr>
            <a:xfrm>
              <a:off x="3730624" y="720890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1" name="pt1811"/>
            <p:cNvSpPr/>
            <p:nvPr/>
          </p:nvSpPr>
          <p:spPr>
            <a:xfrm>
              <a:off x="4121916" y="706687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2" name="pt1812"/>
            <p:cNvSpPr/>
            <p:nvPr/>
          </p:nvSpPr>
          <p:spPr>
            <a:xfrm>
              <a:off x="3696269" y="750884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3" name="pt1813"/>
            <p:cNvSpPr/>
            <p:nvPr/>
          </p:nvSpPr>
          <p:spPr>
            <a:xfrm>
              <a:off x="3637459" y="750423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4" name="pt1814"/>
            <p:cNvSpPr/>
            <p:nvPr/>
          </p:nvSpPr>
          <p:spPr>
            <a:xfrm>
              <a:off x="4128903" y="675052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5" name="pt1815"/>
            <p:cNvSpPr/>
            <p:nvPr/>
          </p:nvSpPr>
          <p:spPr>
            <a:xfrm>
              <a:off x="4031663" y="736357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6" name="pt1816"/>
            <p:cNvSpPr/>
            <p:nvPr/>
          </p:nvSpPr>
          <p:spPr>
            <a:xfrm>
              <a:off x="3557686" y="750608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7" name="pt1817"/>
            <p:cNvSpPr/>
            <p:nvPr/>
          </p:nvSpPr>
          <p:spPr>
            <a:xfrm>
              <a:off x="3635130" y="701705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8" name="pt1818"/>
            <p:cNvSpPr/>
            <p:nvPr/>
          </p:nvSpPr>
          <p:spPr>
            <a:xfrm>
              <a:off x="3688699" y="723691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9" name="pt1819"/>
            <p:cNvSpPr/>
            <p:nvPr/>
          </p:nvSpPr>
          <p:spPr>
            <a:xfrm>
              <a:off x="3555357" y="747859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0" name="pt1820"/>
            <p:cNvSpPr/>
            <p:nvPr/>
          </p:nvSpPr>
          <p:spPr>
            <a:xfrm>
              <a:off x="3516927" y="747007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1" name="pt1821"/>
            <p:cNvSpPr/>
            <p:nvPr/>
          </p:nvSpPr>
          <p:spPr>
            <a:xfrm>
              <a:off x="3610674" y="748491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2" name="pt1822"/>
            <p:cNvSpPr/>
            <p:nvPr/>
          </p:nvSpPr>
          <p:spPr>
            <a:xfrm>
              <a:off x="3670649" y="748787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3" name="pt1823"/>
            <p:cNvSpPr/>
            <p:nvPr/>
          </p:nvSpPr>
          <p:spPr>
            <a:xfrm>
              <a:off x="3586218" y="739976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4" name="pt1824"/>
            <p:cNvSpPr/>
            <p:nvPr/>
          </p:nvSpPr>
          <p:spPr>
            <a:xfrm>
              <a:off x="4283790" y="748680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5" name="pt1825"/>
            <p:cNvSpPr/>
            <p:nvPr/>
          </p:nvSpPr>
          <p:spPr>
            <a:xfrm>
              <a:off x="3785358" y="691320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6" name="pt1826"/>
            <p:cNvSpPr/>
            <p:nvPr/>
          </p:nvSpPr>
          <p:spPr>
            <a:xfrm>
              <a:off x="5458250" y="602235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7" name="pt1827"/>
            <p:cNvSpPr/>
            <p:nvPr/>
          </p:nvSpPr>
          <p:spPr>
            <a:xfrm>
              <a:off x="3518091" y="743096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8" name="pt1828"/>
            <p:cNvSpPr/>
            <p:nvPr/>
          </p:nvSpPr>
          <p:spPr>
            <a:xfrm>
              <a:off x="3655509" y="737658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9" name="pt1829"/>
            <p:cNvSpPr/>
            <p:nvPr/>
          </p:nvSpPr>
          <p:spPr>
            <a:xfrm>
              <a:off x="3592041" y="749863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0" name="pt1830"/>
            <p:cNvSpPr/>
            <p:nvPr/>
          </p:nvSpPr>
          <p:spPr>
            <a:xfrm>
              <a:off x="3642117" y="750353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1" name="pt1831"/>
            <p:cNvSpPr/>
            <p:nvPr/>
          </p:nvSpPr>
          <p:spPr>
            <a:xfrm>
              <a:off x="5673111" y="813273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2" name="pt1832"/>
            <p:cNvSpPr/>
            <p:nvPr/>
          </p:nvSpPr>
          <p:spPr>
            <a:xfrm>
              <a:off x="3659585" y="751794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3" name="pt1833"/>
            <p:cNvSpPr/>
            <p:nvPr/>
          </p:nvSpPr>
          <p:spPr>
            <a:xfrm>
              <a:off x="3621155" y="752272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4" name="pt1834"/>
            <p:cNvSpPr/>
            <p:nvPr/>
          </p:nvSpPr>
          <p:spPr>
            <a:xfrm>
              <a:off x="3639205" y="766238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5" name="pt1835"/>
            <p:cNvSpPr/>
            <p:nvPr/>
          </p:nvSpPr>
          <p:spPr>
            <a:xfrm>
              <a:off x="3580395" y="740068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6" name="pt1836"/>
            <p:cNvSpPr/>
            <p:nvPr/>
          </p:nvSpPr>
          <p:spPr>
            <a:xfrm>
              <a:off x="4606373" y="695315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7" name="pt1837"/>
            <p:cNvSpPr/>
            <p:nvPr/>
          </p:nvSpPr>
          <p:spPr>
            <a:xfrm>
              <a:off x="3661332" y="750927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8" name="pt1838"/>
            <p:cNvSpPr/>
            <p:nvPr/>
          </p:nvSpPr>
          <p:spPr>
            <a:xfrm>
              <a:off x="3667737" y="747361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9" name="pt1839"/>
            <p:cNvSpPr/>
            <p:nvPr/>
          </p:nvSpPr>
          <p:spPr>
            <a:xfrm>
              <a:off x="5373819" y="722069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0" name="pt1840"/>
            <p:cNvSpPr/>
            <p:nvPr/>
          </p:nvSpPr>
          <p:spPr>
            <a:xfrm>
              <a:off x="4648298" y="725921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1" name="pt1841"/>
            <p:cNvSpPr/>
            <p:nvPr/>
          </p:nvSpPr>
          <p:spPr>
            <a:xfrm>
              <a:off x="3911131" y="751703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2" name="pt1842"/>
            <p:cNvSpPr/>
            <p:nvPr/>
          </p:nvSpPr>
          <p:spPr>
            <a:xfrm>
              <a:off x="3555939" y="736831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3" name="pt1843"/>
            <p:cNvSpPr/>
            <p:nvPr/>
          </p:nvSpPr>
          <p:spPr>
            <a:xfrm>
              <a:off x="3629889" y="755684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4" name="pt1844"/>
            <p:cNvSpPr/>
            <p:nvPr/>
          </p:nvSpPr>
          <p:spPr>
            <a:xfrm>
              <a:off x="4010118" y="700021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5" name="pt1845"/>
            <p:cNvSpPr/>
            <p:nvPr/>
          </p:nvSpPr>
          <p:spPr>
            <a:xfrm>
              <a:off x="3664244" y="749039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6" name="pt1846"/>
            <p:cNvSpPr/>
            <p:nvPr/>
          </p:nvSpPr>
          <p:spPr>
            <a:xfrm>
              <a:off x="4303005" y="723641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7" name="pt1847"/>
            <p:cNvSpPr/>
            <p:nvPr/>
          </p:nvSpPr>
          <p:spPr>
            <a:xfrm>
              <a:off x="3614167" y="749142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8" name="pt1848"/>
            <p:cNvSpPr/>
            <p:nvPr/>
          </p:nvSpPr>
          <p:spPr>
            <a:xfrm>
              <a:off x="3555357" y="741265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9" name="pt1849"/>
            <p:cNvSpPr/>
            <p:nvPr/>
          </p:nvSpPr>
          <p:spPr>
            <a:xfrm>
              <a:off x="4149283" y="729217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0" name="pt1850"/>
            <p:cNvSpPr/>
            <p:nvPr/>
          </p:nvSpPr>
          <p:spPr>
            <a:xfrm>
              <a:off x="3464521" y="729074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1" name="pt1851"/>
            <p:cNvSpPr/>
            <p:nvPr/>
          </p:nvSpPr>
          <p:spPr>
            <a:xfrm>
              <a:off x="3561762" y="755833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2" name="pt1852"/>
            <p:cNvSpPr/>
            <p:nvPr/>
          </p:nvSpPr>
          <p:spPr>
            <a:xfrm>
              <a:off x="4046802" y="751758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3" name="pt1853"/>
            <p:cNvSpPr/>
            <p:nvPr/>
          </p:nvSpPr>
          <p:spPr>
            <a:xfrm>
              <a:off x="4275056" y="740998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4" name="pt1854"/>
            <p:cNvSpPr/>
            <p:nvPr/>
          </p:nvSpPr>
          <p:spPr>
            <a:xfrm>
              <a:off x="3597864" y="73956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5" name="pt1855"/>
            <p:cNvSpPr/>
            <p:nvPr/>
          </p:nvSpPr>
          <p:spPr>
            <a:xfrm>
              <a:off x="3652016" y="749225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6" name="pt1856"/>
            <p:cNvSpPr/>
            <p:nvPr/>
          </p:nvSpPr>
          <p:spPr>
            <a:xfrm>
              <a:off x="3593205" y="748351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7" name="pt1857"/>
            <p:cNvSpPr/>
            <p:nvPr/>
          </p:nvSpPr>
          <p:spPr>
            <a:xfrm>
              <a:off x="3930928" y="757134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8" name="pt1858"/>
            <p:cNvSpPr/>
            <p:nvPr/>
          </p:nvSpPr>
          <p:spPr>
            <a:xfrm>
              <a:off x="4078827" y="665592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9" name="pt1859"/>
            <p:cNvSpPr/>
            <p:nvPr/>
          </p:nvSpPr>
          <p:spPr>
            <a:xfrm>
              <a:off x="3599028" y="745728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0" name="pt1860"/>
            <p:cNvSpPr/>
            <p:nvPr/>
          </p:nvSpPr>
          <p:spPr>
            <a:xfrm>
              <a:off x="3580977" y="747642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1" name="pt1861"/>
            <p:cNvSpPr/>
            <p:nvPr/>
          </p:nvSpPr>
          <p:spPr>
            <a:xfrm>
              <a:off x="3726548" y="720523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2" name="pt1862"/>
            <p:cNvSpPr/>
            <p:nvPr/>
          </p:nvSpPr>
          <p:spPr>
            <a:xfrm>
              <a:off x="5237566" y="753143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3" name="pt1863"/>
            <p:cNvSpPr/>
            <p:nvPr/>
          </p:nvSpPr>
          <p:spPr>
            <a:xfrm>
              <a:off x="5155464" y="842750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4" name="pt1864"/>
            <p:cNvSpPr/>
            <p:nvPr/>
          </p:nvSpPr>
          <p:spPr>
            <a:xfrm>
              <a:off x="3614167" y="74366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5" name="pt1865"/>
            <p:cNvSpPr/>
            <p:nvPr/>
          </p:nvSpPr>
          <p:spPr>
            <a:xfrm>
              <a:off x="3599610" y="752462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6" name="pt1866"/>
            <p:cNvSpPr/>
            <p:nvPr/>
          </p:nvSpPr>
          <p:spPr>
            <a:xfrm>
              <a:off x="3839510" y="727552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7" name="pt1867"/>
            <p:cNvSpPr/>
            <p:nvPr/>
          </p:nvSpPr>
          <p:spPr>
            <a:xfrm>
              <a:off x="3766143" y="726587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8" name="pt1868"/>
            <p:cNvSpPr/>
            <p:nvPr/>
          </p:nvSpPr>
          <p:spPr>
            <a:xfrm>
              <a:off x="5654478" y="739345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9" name="pt1869"/>
            <p:cNvSpPr/>
            <p:nvPr/>
          </p:nvSpPr>
          <p:spPr>
            <a:xfrm>
              <a:off x="3640952" y="752200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0" name="pt1870"/>
            <p:cNvSpPr/>
            <p:nvPr/>
          </p:nvSpPr>
          <p:spPr>
            <a:xfrm>
              <a:off x="3980422" y="749842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1" name="pt1871"/>
            <p:cNvSpPr/>
            <p:nvPr/>
          </p:nvSpPr>
          <p:spPr>
            <a:xfrm>
              <a:off x="3632800" y="75325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2" name="pt1872"/>
            <p:cNvSpPr/>
            <p:nvPr/>
          </p:nvSpPr>
          <p:spPr>
            <a:xfrm>
              <a:off x="3594952" y="743520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3" name="pt1873"/>
            <p:cNvSpPr/>
            <p:nvPr/>
          </p:nvSpPr>
          <p:spPr>
            <a:xfrm>
              <a:off x="3583889" y="742980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4" name="pt1874"/>
            <p:cNvSpPr/>
            <p:nvPr/>
          </p:nvSpPr>
          <p:spPr>
            <a:xfrm>
              <a:off x="3656674" y="765101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5" name="pt1875"/>
            <p:cNvSpPr/>
            <p:nvPr/>
          </p:nvSpPr>
          <p:spPr>
            <a:xfrm>
              <a:off x="3621155" y="748574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6" name="pt1876"/>
            <p:cNvSpPr/>
            <p:nvPr/>
          </p:nvSpPr>
          <p:spPr>
            <a:xfrm>
              <a:off x="3586800" y="749053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7" name="pt1877"/>
            <p:cNvSpPr/>
            <p:nvPr/>
          </p:nvSpPr>
          <p:spPr>
            <a:xfrm>
              <a:off x="4085232" y="751775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8" name="pt1878"/>
            <p:cNvSpPr/>
            <p:nvPr/>
          </p:nvSpPr>
          <p:spPr>
            <a:xfrm>
              <a:off x="3830194" y="728362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9" name="pt1879"/>
            <p:cNvSpPr/>
            <p:nvPr/>
          </p:nvSpPr>
          <p:spPr>
            <a:xfrm>
              <a:off x="3652016" y="744791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0" name="pt1880"/>
            <p:cNvSpPr/>
            <p:nvPr/>
          </p:nvSpPr>
          <p:spPr>
            <a:xfrm>
              <a:off x="3694522" y="750929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1" name="pt1881"/>
            <p:cNvSpPr/>
            <p:nvPr/>
          </p:nvSpPr>
          <p:spPr>
            <a:xfrm>
              <a:off x="3600775" y="74873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2" name="pt1882"/>
            <p:cNvSpPr/>
            <p:nvPr/>
          </p:nvSpPr>
          <p:spPr>
            <a:xfrm>
              <a:off x="3617661" y="747365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3" name="pt1883"/>
            <p:cNvSpPr/>
            <p:nvPr/>
          </p:nvSpPr>
          <p:spPr>
            <a:xfrm>
              <a:off x="3621155" y="749935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4" name="pt1884"/>
            <p:cNvSpPr/>
            <p:nvPr/>
          </p:nvSpPr>
          <p:spPr>
            <a:xfrm>
              <a:off x="4252347" y="742481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5" name="pt1885"/>
            <p:cNvSpPr/>
            <p:nvPr/>
          </p:nvSpPr>
          <p:spPr>
            <a:xfrm>
              <a:off x="4492829" y="634411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6" name="pt1886"/>
            <p:cNvSpPr/>
            <p:nvPr/>
          </p:nvSpPr>
          <p:spPr>
            <a:xfrm>
              <a:off x="3553028" y="746193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7" name="pt1887"/>
            <p:cNvSpPr/>
            <p:nvPr/>
          </p:nvSpPr>
          <p:spPr>
            <a:xfrm>
              <a:off x="3639205" y="751830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8" name="pt1888"/>
            <p:cNvSpPr/>
            <p:nvPr/>
          </p:nvSpPr>
          <p:spPr>
            <a:xfrm>
              <a:off x="3616497" y="751178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9" name="pt1889"/>
            <p:cNvSpPr/>
            <p:nvPr/>
          </p:nvSpPr>
          <p:spPr>
            <a:xfrm>
              <a:off x="3621155" y="741778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0" name="pt1890"/>
            <p:cNvSpPr/>
            <p:nvPr/>
          </p:nvSpPr>
          <p:spPr>
            <a:xfrm>
              <a:off x="3612421" y="752635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1" name="pt1891"/>
            <p:cNvSpPr/>
            <p:nvPr/>
          </p:nvSpPr>
          <p:spPr>
            <a:xfrm>
              <a:off x="3567003" y="735546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2" name="pt1892"/>
            <p:cNvSpPr/>
            <p:nvPr/>
          </p:nvSpPr>
          <p:spPr>
            <a:xfrm>
              <a:off x="4017106" y="707030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3" name="pt1893"/>
            <p:cNvSpPr/>
            <p:nvPr/>
          </p:nvSpPr>
          <p:spPr>
            <a:xfrm>
              <a:off x="3573990" y="749748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4" name="pt1894"/>
            <p:cNvSpPr/>
            <p:nvPr/>
          </p:nvSpPr>
          <p:spPr>
            <a:xfrm>
              <a:off x="3587383" y="745629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5" name="pt1895"/>
            <p:cNvSpPr/>
            <p:nvPr/>
          </p:nvSpPr>
          <p:spPr>
            <a:xfrm>
              <a:off x="3676471" y="717847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6" name="pt1896"/>
            <p:cNvSpPr/>
            <p:nvPr/>
          </p:nvSpPr>
          <p:spPr>
            <a:xfrm>
              <a:off x="3617661" y="748709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7" name="pt1897"/>
            <p:cNvSpPr/>
            <p:nvPr/>
          </p:nvSpPr>
          <p:spPr>
            <a:xfrm>
              <a:off x="3547205" y="744823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8" name="pt1898"/>
            <p:cNvSpPr/>
            <p:nvPr/>
          </p:nvSpPr>
          <p:spPr>
            <a:xfrm>
              <a:off x="4519614" y="787674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9" name="pt1899"/>
            <p:cNvSpPr/>
            <p:nvPr/>
          </p:nvSpPr>
          <p:spPr>
            <a:xfrm>
              <a:off x="3636876" y="753188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0" name="pt1900"/>
            <p:cNvSpPr/>
            <p:nvPr/>
          </p:nvSpPr>
          <p:spPr>
            <a:xfrm>
              <a:off x="3686370" y="722839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1" name="pt1901"/>
            <p:cNvSpPr/>
            <p:nvPr/>
          </p:nvSpPr>
          <p:spPr>
            <a:xfrm>
              <a:off x="5634681" y="776221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2" name="pt1902"/>
            <p:cNvSpPr/>
            <p:nvPr/>
          </p:nvSpPr>
          <p:spPr>
            <a:xfrm>
              <a:off x="3835434" y="728474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3" name="pt1903"/>
            <p:cNvSpPr/>
            <p:nvPr/>
          </p:nvSpPr>
          <p:spPr>
            <a:xfrm>
              <a:off x="3495382" y="744143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4" name="pt1904"/>
            <p:cNvSpPr/>
            <p:nvPr/>
          </p:nvSpPr>
          <p:spPr>
            <a:xfrm>
              <a:off x="3596117" y="747137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5" name="pt1905"/>
            <p:cNvSpPr/>
            <p:nvPr/>
          </p:nvSpPr>
          <p:spPr>
            <a:xfrm>
              <a:off x="4870729" y="756806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6" name="pt1906"/>
            <p:cNvSpPr/>
            <p:nvPr/>
          </p:nvSpPr>
          <p:spPr>
            <a:xfrm>
              <a:off x="3583889" y="738141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7" name="pt1907"/>
            <p:cNvSpPr/>
            <p:nvPr/>
          </p:nvSpPr>
          <p:spPr>
            <a:xfrm>
              <a:off x="3837181" y="700120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8" name="pt1908"/>
            <p:cNvSpPr/>
            <p:nvPr/>
          </p:nvSpPr>
          <p:spPr>
            <a:xfrm>
              <a:off x="3715484" y="761874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9" name="pt1909"/>
            <p:cNvSpPr/>
            <p:nvPr/>
          </p:nvSpPr>
          <p:spPr>
            <a:xfrm>
              <a:off x="3597281" y="751252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0" name="pt1910"/>
            <p:cNvSpPr/>
            <p:nvPr/>
          </p:nvSpPr>
          <p:spPr>
            <a:xfrm>
              <a:off x="3582142" y="745008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1" name="pt1911"/>
            <p:cNvSpPr/>
            <p:nvPr/>
          </p:nvSpPr>
          <p:spPr>
            <a:xfrm>
              <a:off x="5094325" y="720312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2" name="pt1912"/>
            <p:cNvSpPr/>
            <p:nvPr/>
          </p:nvSpPr>
          <p:spPr>
            <a:xfrm>
              <a:off x="3586218" y="747868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3" name="pt1913"/>
            <p:cNvSpPr/>
            <p:nvPr/>
          </p:nvSpPr>
          <p:spPr>
            <a:xfrm>
              <a:off x="3494800" y="736184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4" name="pt1914"/>
            <p:cNvSpPr/>
            <p:nvPr/>
          </p:nvSpPr>
          <p:spPr>
            <a:xfrm>
              <a:off x="3635130" y="749790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5" name="pt1915"/>
            <p:cNvSpPr/>
            <p:nvPr/>
          </p:nvSpPr>
          <p:spPr>
            <a:xfrm>
              <a:off x="3633965" y="750783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6" name="pt1916"/>
            <p:cNvSpPr/>
            <p:nvPr/>
          </p:nvSpPr>
          <p:spPr>
            <a:xfrm>
              <a:off x="3477331" y="738166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7" name="pt1917"/>
            <p:cNvSpPr/>
            <p:nvPr/>
          </p:nvSpPr>
          <p:spPr>
            <a:xfrm>
              <a:off x="3572243" y="745665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8" name="pt1918"/>
            <p:cNvSpPr/>
            <p:nvPr/>
          </p:nvSpPr>
          <p:spPr>
            <a:xfrm>
              <a:off x="3751003" y="742254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9" name="pt1919"/>
            <p:cNvSpPr/>
            <p:nvPr/>
          </p:nvSpPr>
          <p:spPr>
            <a:xfrm>
              <a:off x="3629307" y="751388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0" name="pt1920"/>
            <p:cNvSpPr/>
            <p:nvPr/>
          </p:nvSpPr>
          <p:spPr>
            <a:xfrm>
              <a:off x="3570496" y="747749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1" name="pt1921"/>
            <p:cNvSpPr/>
            <p:nvPr/>
          </p:nvSpPr>
          <p:spPr>
            <a:xfrm>
              <a:off x="3630471" y="748746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2" name="pt1922"/>
            <p:cNvSpPr/>
            <p:nvPr/>
          </p:nvSpPr>
          <p:spPr>
            <a:xfrm>
              <a:off x="4240119" y="667198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3" name="pt1923"/>
            <p:cNvSpPr/>
            <p:nvPr/>
          </p:nvSpPr>
          <p:spPr>
            <a:xfrm>
              <a:off x="3870953" y="756608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4" name="pt1924"/>
            <p:cNvSpPr/>
            <p:nvPr/>
          </p:nvSpPr>
          <p:spPr>
            <a:xfrm>
              <a:off x="3536142" y="736085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5" name="pt1925"/>
            <p:cNvSpPr/>
            <p:nvPr/>
          </p:nvSpPr>
          <p:spPr>
            <a:xfrm>
              <a:off x="3598446" y="747663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6" name="pt1926"/>
            <p:cNvSpPr/>
            <p:nvPr/>
          </p:nvSpPr>
          <p:spPr>
            <a:xfrm>
              <a:off x="3553610" y="752200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7" name="pt1927"/>
            <p:cNvSpPr/>
            <p:nvPr/>
          </p:nvSpPr>
          <p:spPr>
            <a:xfrm>
              <a:off x="3603686" y="752151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8" name="pt1928"/>
            <p:cNvSpPr/>
            <p:nvPr/>
          </p:nvSpPr>
          <p:spPr>
            <a:xfrm>
              <a:off x="3611838" y="754501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9" name="pt1929"/>
            <p:cNvSpPr/>
            <p:nvPr/>
          </p:nvSpPr>
          <p:spPr>
            <a:xfrm>
              <a:off x="3635712" y="771257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0" name="pt1930"/>
            <p:cNvSpPr/>
            <p:nvPr/>
          </p:nvSpPr>
          <p:spPr>
            <a:xfrm>
              <a:off x="3607762" y="755423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1" name="pt1931"/>
            <p:cNvSpPr/>
            <p:nvPr/>
          </p:nvSpPr>
          <p:spPr>
            <a:xfrm>
              <a:off x="4786298" y="707361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2" name="pt1932"/>
            <p:cNvSpPr/>
            <p:nvPr/>
          </p:nvSpPr>
          <p:spPr>
            <a:xfrm>
              <a:off x="5139742" y="703831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3" name="pt1933"/>
            <p:cNvSpPr/>
            <p:nvPr/>
          </p:nvSpPr>
          <p:spPr>
            <a:xfrm>
              <a:off x="3891915" y="714607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4" name="pt1934"/>
            <p:cNvSpPr/>
            <p:nvPr/>
          </p:nvSpPr>
          <p:spPr>
            <a:xfrm>
              <a:off x="3596699" y="747374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5" name="pt1935"/>
            <p:cNvSpPr/>
            <p:nvPr/>
          </p:nvSpPr>
          <p:spPr>
            <a:xfrm>
              <a:off x="3592623" y="751240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6" name="pt1936"/>
            <p:cNvSpPr/>
            <p:nvPr/>
          </p:nvSpPr>
          <p:spPr>
            <a:xfrm>
              <a:off x="3667155" y="748728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7" name="pt1937"/>
            <p:cNvSpPr/>
            <p:nvPr/>
          </p:nvSpPr>
          <p:spPr>
            <a:xfrm>
              <a:off x="3651433" y="737685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8" name="pt1938"/>
            <p:cNvSpPr/>
            <p:nvPr/>
          </p:nvSpPr>
          <p:spPr>
            <a:xfrm>
              <a:off x="4325714" y="751804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9" name="pt1939"/>
            <p:cNvSpPr/>
            <p:nvPr/>
          </p:nvSpPr>
          <p:spPr>
            <a:xfrm>
              <a:off x="4008954" y="736295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0" name="pt1940"/>
            <p:cNvSpPr/>
            <p:nvPr/>
          </p:nvSpPr>
          <p:spPr>
            <a:xfrm>
              <a:off x="3596699" y="669966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1" name="pt1941"/>
            <p:cNvSpPr/>
            <p:nvPr/>
          </p:nvSpPr>
          <p:spPr>
            <a:xfrm>
              <a:off x="3598446" y="754248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2" name="pt1942"/>
            <p:cNvSpPr/>
            <p:nvPr/>
          </p:nvSpPr>
          <p:spPr>
            <a:xfrm>
              <a:off x="4225562" y="697069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3" name="pt1943"/>
            <p:cNvSpPr/>
            <p:nvPr/>
          </p:nvSpPr>
          <p:spPr>
            <a:xfrm>
              <a:off x="4068346" y="714605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4" name="pt1944"/>
            <p:cNvSpPr/>
            <p:nvPr/>
          </p:nvSpPr>
          <p:spPr>
            <a:xfrm>
              <a:off x="5688833" y="649781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5" name="pt1945"/>
            <p:cNvSpPr/>
            <p:nvPr/>
          </p:nvSpPr>
          <p:spPr>
            <a:xfrm>
              <a:off x="4547563" y="716418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6" name="pt1946"/>
            <p:cNvSpPr/>
            <p:nvPr/>
          </p:nvSpPr>
          <p:spPr>
            <a:xfrm>
              <a:off x="4131233" y="745215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7" name="pt1947"/>
            <p:cNvSpPr/>
            <p:nvPr/>
          </p:nvSpPr>
          <p:spPr>
            <a:xfrm>
              <a:off x="5808201" y="692236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8" name="pt1948"/>
            <p:cNvSpPr/>
            <p:nvPr/>
          </p:nvSpPr>
          <p:spPr>
            <a:xfrm>
              <a:off x="3621737" y="749998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9" name="pt1949"/>
            <p:cNvSpPr/>
            <p:nvPr/>
          </p:nvSpPr>
          <p:spPr>
            <a:xfrm>
              <a:off x="3651433" y="732774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0" name="pt1950"/>
            <p:cNvSpPr/>
            <p:nvPr/>
          </p:nvSpPr>
          <p:spPr>
            <a:xfrm>
              <a:off x="3547205" y="740850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1" name="pt1951"/>
            <p:cNvSpPr/>
            <p:nvPr/>
          </p:nvSpPr>
          <p:spPr>
            <a:xfrm>
              <a:off x="4315815" y="771256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2" name="pt1952"/>
            <p:cNvSpPr/>
            <p:nvPr/>
          </p:nvSpPr>
          <p:spPr>
            <a:xfrm>
              <a:off x="3729459" y="698921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3" name="pt1953"/>
            <p:cNvSpPr/>
            <p:nvPr/>
          </p:nvSpPr>
          <p:spPr>
            <a:xfrm>
              <a:off x="3578066" y="709278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4" name="pt1954"/>
            <p:cNvSpPr/>
            <p:nvPr/>
          </p:nvSpPr>
          <p:spPr>
            <a:xfrm>
              <a:off x="3633383" y="764870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5" name="pt1955"/>
            <p:cNvSpPr/>
            <p:nvPr/>
          </p:nvSpPr>
          <p:spPr>
            <a:xfrm>
              <a:off x="4015941" y="733682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6" name="pt1956"/>
            <p:cNvSpPr/>
            <p:nvPr/>
          </p:nvSpPr>
          <p:spPr>
            <a:xfrm>
              <a:off x="4219739" y="649188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7" name="pt1957"/>
            <p:cNvSpPr/>
            <p:nvPr/>
          </p:nvSpPr>
          <p:spPr>
            <a:xfrm>
              <a:off x="3939080" y="722919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8" name="pt1958"/>
            <p:cNvSpPr/>
            <p:nvPr/>
          </p:nvSpPr>
          <p:spPr>
            <a:xfrm>
              <a:off x="3579813" y="747693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9" name="pt1959"/>
            <p:cNvSpPr/>
            <p:nvPr/>
          </p:nvSpPr>
          <p:spPr>
            <a:xfrm>
              <a:off x="3672978" y="752827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0" name="pt1960"/>
            <p:cNvSpPr/>
            <p:nvPr/>
          </p:nvSpPr>
          <p:spPr>
            <a:xfrm>
              <a:off x="3568750" y="749341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1" name="pt1961"/>
            <p:cNvSpPr/>
            <p:nvPr/>
          </p:nvSpPr>
          <p:spPr>
            <a:xfrm>
              <a:off x="3616497" y="746644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2" name="pt1962"/>
            <p:cNvSpPr/>
            <p:nvPr/>
          </p:nvSpPr>
          <p:spPr>
            <a:xfrm>
              <a:off x="3964118" y="678836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3" name="pt1963"/>
            <p:cNvSpPr/>
            <p:nvPr/>
          </p:nvSpPr>
          <p:spPr>
            <a:xfrm>
              <a:off x="3548952" y="748957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4" name="pt1964"/>
            <p:cNvSpPr/>
            <p:nvPr/>
          </p:nvSpPr>
          <p:spPr>
            <a:xfrm>
              <a:off x="3609509" y="753831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5" name="pt1965"/>
            <p:cNvSpPr/>
            <p:nvPr/>
          </p:nvSpPr>
          <p:spPr>
            <a:xfrm>
              <a:off x="3593788" y="746645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6" name="pt1966"/>
            <p:cNvSpPr/>
            <p:nvPr/>
          </p:nvSpPr>
          <p:spPr>
            <a:xfrm>
              <a:off x="4328626" y="738602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7" name="pt1967"/>
            <p:cNvSpPr/>
            <p:nvPr/>
          </p:nvSpPr>
          <p:spPr>
            <a:xfrm>
              <a:off x="3608927" y="753813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8" name="pt1968"/>
            <p:cNvSpPr/>
            <p:nvPr/>
          </p:nvSpPr>
          <p:spPr>
            <a:xfrm>
              <a:off x="4897514" y="654838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9" name="pt1969"/>
            <p:cNvSpPr/>
            <p:nvPr/>
          </p:nvSpPr>
          <p:spPr>
            <a:xfrm>
              <a:off x="3671813" y="748347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0" name="pt1970"/>
            <p:cNvSpPr/>
            <p:nvPr/>
          </p:nvSpPr>
          <p:spPr>
            <a:xfrm>
              <a:off x="3628142" y="742475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1" name="pt1971"/>
            <p:cNvSpPr/>
            <p:nvPr/>
          </p:nvSpPr>
          <p:spPr>
            <a:xfrm>
              <a:off x="3640952" y="749973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2" name="pt1972"/>
            <p:cNvSpPr/>
            <p:nvPr/>
          </p:nvSpPr>
          <p:spPr>
            <a:xfrm>
              <a:off x="3658421" y="750659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3" name="pt1973"/>
            <p:cNvSpPr/>
            <p:nvPr/>
          </p:nvSpPr>
          <p:spPr>
            <a:xfrm>
              <a:off x="4189461" y="738619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4" name="pt1974"/>
            <p:cNvSpPr/>
            <p:nvPr/>
          </p:nvSpPr>
          <p:spPr>
            <a:xfrm>
              <a:off x="4084650" y="731788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5" name="pt1975"/>
            <p:cNvSpPr/>
            <p:nvPr/>
          </p:nvSpPr>
          <p:spPr>
            <a:xfrm>
              <a:off x="3560015" y="736846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6" name="pt1976"/>
            <p:cNvSpPr/>
            <p:nvPr/>
          </p:nvSpPr>
          <p:spPr>
            <a:xfrm>
              <a:off x="4290777" y="771686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7" name="pt1977"/>
            <p:cNvSpPr/>
            <p:nvPr/>
          </p:nvSpPr>
          <p:spPr>
            <a:xfrm>
              <a:off x="3562927" y="751737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8" name="pt1978"/>
            <p:cNvSpPr/>
            <p:nvPr/>
          </p:nvSpPr>
          <p:spPr>
            <a:xfrm>
              <a:off x="4155688" y="736504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9" name="pt1979"/>
            <p:cNvSpPr/>
            <p:nvPr/>
          </p:nvSpPr>
          <p:spPr>
            <a:xfrm>
              <a:off x="4733311" y="708710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0" name="pt1980"/>
            <p:cNvSpPr/>
            <p:nvPr/>
          </p:nvSpPr>
          <p:spPr>
            <a:xfrm>
              <a:off x="3579231" y="719788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1" name="pt1981"/>
            <p:cNvSpPr/>
            <p:nvPr/>
          </p:nvSpPr>
          <p:spPr>
            <a:xfrm>
              <a:off x="3593205" y="750991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2" name="pt1982"/>
            <p:cNvSpPr/>
            <p:nvPr/>
          </p:nvSpPr>
          <p:spPr>
            <a:xfrm>
              <a:off x="3659585" y="764423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3" name="pt1983"/>
            <p:cNvSpPr/>
            <p:nvPr/>
          </p:nvSpPr>
          <p:spPr>
            <a:xfrm>
              <a:off x="4807260" y="722328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4" name="pt1984"/>
            <p:cNvSpPr/>
            <p:nvPr/>
          </p:nvSpPr>
          <p:spPr>
            <a:xfrm>
              <a:off x="4597639" y="780805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5" name="pt1985"/>
            <p:cNvSpPr/>
            <p:nvPr/>
          </p:nvSpPr>
          <p:spPr>
            <a:xfrm>
              <a:off x="3788269" y="742528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6" name="pt1986"/>
            <p:cNvSpPr/>
            <p:nvPr/>
          </p:nvSpPr>
          <p:spPr>
            <a:xfrm>
              <a:off x="4226144" y="612910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7" name="pt1987"/>
            <p:cNvSpPr/>
            <p:nvPr/>
          </p:nvSpPr>
          <p:spPr>
            <a:xfrm>
              <a:off x="3742851" y="724514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8" name="pt1988"/>
            <p:cNvSpPr/>
            <p:nvPr/>
          </p:nvSpPr>
          <p:spPr>
            <a:xfrm>
              <a:off x="4102701" y="767146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9" name="pt1989"/>
            <p:cNvSpPr/>
            <p:nvPr/>
          </p:nvSpPr>
          <p:spPr>
            <a:xfrm>
              <a:off x="3847080" y="659496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0" name="pt1990"/>
            <p:cNvSpPr/>
            <p:nvPr/>
          </p:nvSpPr>
          <p:spPr>
            <a:xfrm>
              <a:off x="3610674" y="755209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1" name="pt1991"/>
            <p:cNvSpPr/>
            <p:nvPr/>
          </p:nvSpPr>
          <p:spPr>
            <a:xfrm>
              <a:off x="3590294" y="749630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2" name="pt1992"/>
            <p:cNvSpPr/>
            <p:nvPr/>
          </p:nvSpPr>
          <p:spPr>
            <a:xfrm>
              <a:off x="4151612" y="704168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3" name="pt1993"/>
            <p:cNvSpPr/>
            <p:nvPr/>
          </p:nvSpPr>
          <p:spPr>
            <a:xfrm>
              <a:off x="4382778" y="553830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4" name="pt1994"/>
            <p:cNvSpPr/>
            <p:nvPr/>
          </p:nvSpPr>
          <p:spPr>
            <a:xfrm>
              <a:off x="3625813" y="746059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5" name="pt1995"/>
            <p:cNvSpPr/>
            <p:nvPr/>
          </p:nvSpPr>
          <p:spPr>
            <a:xfrm>
              <a:off x="3721889" y="701999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6" name="pt1996"/>
            <p:cNvSpPr/>
            <p:nvPr/>
          </p:nvSpPr>
          <p:spPr>
            <a:xfrm>
              <a:off x="3633383" y="711799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7" name="pt1997"/>
            <p:cNvSpPr/>
            <p:nvPr/>
          </p:nvSpPr>
          <p:spPr>
            <a:xfrm>
              <a:off x="4301841" y="75163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8" name="pt1998"/>
            <p:cNvSpPr/>
            <p:nvPr/>
          </p:nvSpPr>
          <p:spPr>
            <a:xfrm>
              <a:off x="4814830" y="723829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9" name="pt1999"/>
            <p:cNvSpPr/>
            <p:nvPr/>
          </p:nvSpPr>
          <p:spPr>
            <a:xfrm>
              <a:off x="5733086" y="707706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0" name="pt2000"/>
            <p:cNvSpPr/>
            <p:nvPr/>
          </p:nvSpPr>
          <p:spPr>
            <a:xfrm>
              <a:off x="3626395" y="74698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1" name="pt2001"/>
            <p:cNvSpPr/>
            <p:nvPr/>
          </p:nvSpPr>
          <p:spPr>
            <a:xfrm>
              <a:off x="3586218" y="757511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2" name="pt2002"/>
            <p:cNvSpPr/>
            <p:nvPr/>
          </p:nvSpPr>
          <p:spPr>
            <a:xfrm>
              <a:off x="3613585" y="744229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3" name="pt2003"/>
            <p:cNvSpPr/>
            <p:nvPr/>
          </p:nvSpPr>
          <p:spPr>
            <a:xfrm>
              <a:off x="3611256" y="743928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4" name="pt2004"/>
            <p:cNvSpPr/>
            <p:nvPr/>
          </p:nvSpPr>
          <p:spPr>
            <a:xfrm>
              <a:off x="3625813" y="725096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5" name="pt2005"/>
            <p:cNvSpPr/>
            <p:nvPr/>
          </p:nvSpPr>
          <p:spPr>
            <a:xfrm>
              <a:off x="3839510" y="734629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6" name="pt2006"/>
            <p:cNvSpPr/>
            <p:nvPr/>
          </p:nvSpPr>
          <p:spPr>
            <a:xfrm>
              <a:off x="3555939" y="746084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7" name="pt2007"/>
            <p:cNvSpPr/>
            <p:nvPr/>
          </p:nvSpPr>
          <p:spPr>
            <a:xfrm>
              <a:off x="4864324" y="698933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8" name="pt2008"/>
            <p:cNvSpPr/>
            <p:nvPr/>
          </p:nvSpPr>
          <p:spPr>
            <a:xfrm>
              <a:off x="3573990" y="754662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9" name="pt2009"/>
            <p:cNvSpPr/>
            <p:nvPr/>
          </p:nvSpPr>
          <p:spPr>
            <a:xfrm>
              <a:off x="3491306" y="746228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0" name="pt2010"/>
            <p:cNvSpPr/>
            <p:nvPr/>
          </p:nvSpPr>
          <p:spPr>
            <a:xfrm>
              <a:off x="3645028" y="778020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1" name="pt2011"/>
            <p:cNvSpPr/>
            <p:nvPr/>
          </p:nvSpPr>
          <p:spPr>
            <a:xfrm>
              <a:off x="4975539" y="717438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2" name="pt2012"/>
            <p:cNvSpPr/>
            <p:nvPr/>
          </p:nvSpPr>
          <p:spPr>
            <a:xfrm>
              <a:off x="5432630" y="612234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3" name="pt2013"/>
            <p:cNvSpPr/>
            <p:nvPr/>
          </p:nvSpPr>
          <p:spPr>
            <a:xfrm>
              <a:off x="3611838" y="745010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4" name="pt2014"/>
            <p:cNvSpPr/>
            <p:nvPr/>
          </p:nvSpPr>
          <p:spPr>
            <a:xfrm>
              <a:off x="4674500" y="710920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5" name="pt2015"/>
            <p:cNvSpPr/>
            <p:nvPr/>
          </p:nvSpPr>
          <p:spPr>
            <a:xfrm>
              <a:off x="3705003" y="766427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6" name="pt2016"/>
            <p:cNvSpPr/>
            <p:nvPr/>
          </p:nvSpPr>
          <p:spPr>
            <a:xfrm>
              <a:off x="3783611" y="701674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7" name="pt2017"/>
            <p:cNvSpPr/>
            <p:nvPr/>
          </p:nvSpPr>
          <p:spPr>
            <a:xfrm>
              <a:off x="3650269" y="746550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8" name="pt2018"/>
            <p:cNvSpPr/>
            <p:nvPr/>
          </p:nvSpPr>
          <p:spPr>
            <a:xfrm>
              <a:off x="3564091" y="749713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9" name="pt2019"/>
            <p:cNvSpPr/>
            <p:nvPr/>
          </p:nvSpPr>
          <p:spPr>
            <a:xfrm>
              <a:off x="4890526" y="722034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0" name="pt2020"/>
            <p:cNvSpPr/>
            <p:nvPr/>
          </p:nvSpPr>
          <p:spPr>
            <a:xfrm>
              <a:off x="3875029" y="709871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1" name="pt2021"/>
            <p:cNvSpPr/>
            <p:nvPr/>
          </p:nvSpPr>
          <p:spPr>
            <a:xfrm>
              <a:off x="3609509" y="747670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2" name="pt2022"/>
            <p:cNvSpPr/>
            <p:nvPr/>
          </p:nvSpPr>
          <p:spPr>
            <a:xfrm>
              <a:off x="3624066" y="723523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3" name="pt2023"/>
            <p:cNvSpPr/>
            <p:nvPr/>
          </p:nvSpPr>
          <p:spPr>
            <a:xfrm>
              <a:off x="3876194" y="726544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4" name="pt2024"/>
            <p:cNvSpPr/>
            <p:nvPr/>
          </p:nvSpPr>
          <p:spPr>
            <a:xfrm>
              <a:off x="3611838" y="747377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5" name="pt2025"/>
            <p:cNvSpPr/>
            <p:nvPr/>
          </p:nvSpPr>
          <p:spPr>
            <a:xfrm>
              <a:off x="3609509" y="745904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6" name="pt2026"/>
            <p:cNvSpPr/>
            <p:nvPr/>
          </p:nvSpPr>
          <p:spPr>
            <a:xfrm>
              <a:off x="3618826" y="738550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7" name="pt2027"/>
            <p:cNvSpPr/>
            <p:nvPr/>
          </p:nvSpPr>
          <p:spPr>
            <a:xfrm>
              <a:off x="3670649" y="746074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8" name="pt2028"/>
            <p:cNvSpPr/>
            <p:nvPr/>
          </p:nvSpPr>
          <p:spPr>
            <a:xfrm>
              <a:off x="5308604" y="795004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9" name="pt2029"/>
            <p:cNvSpPr/>
            <p:nvPr/>
          </p:nvSpPr>
          <p:spPr>
            <a:xfrm>
              <a:off x="3595534" y="720707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0" name="pt2030"/>
            <p:cNvSpPr/>
            <p:nvPr/>
          </p:nvSpPr>
          <p:spPr>
            <a:xfrm>
              <a:off x="3640952" y="755926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1" name="pt2031"/>
            <p:cNvSpPr/>
            <p:nvPr/>
          </p:nvSpPr>
          <p:spPr>
            <a:xfrm>
              <a:off x="3554775" y="702313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2" name="pt2032"/>
            <p:cNvSpPr/>
            <p:nvPr/>
          </p:nvSpPr>
          <p:spPr>
            <a:xfrm>
              <a:off x="3564674" y="754007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3" name="pt2033"/>
            <p:cNvSpPr/>
            <p:nvPr/>
          </p:nvSpPr>
          <p:spPr>
            <a:xfrm>
              <a:off x="3592623" y="755139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4" name="pt2034"/>
            <p:cNvSpPr/>
            <p:nvPr/>
          </p:nvSpPr>
          <p:spPr>
            <a:xfrm>
              <a:off x="3576901" y="748782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5" name="pt2035"/>
            <p:cNvSpPr/>
            <p:nvPr/>
          </p:nvSpPr>
          <p:spPr>
            <a:xfrm>
              <a:off x="3681712" y="758104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6" name="pt2036"/>
            <p:cNvSpPr/>
            <p:nvPr/>
          </p:nvSpPr>
          <p:spPr>
            <a:xfrm>
              <a:off x="3621737" y="752208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7" name="pt2037"/>
            <p:cNvSpPr/>
            <p:nvPr/>
          </p:nvSpPr>
          <p:spPr>
            <a:xfrm>
              <a:off x="3617661" y="747282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8" name="pt2038"/>
            <p:cNvSpPr/>
            <p:nvPr/>
          </p:nvSpPr>
          <p:spPr>
            <a:xfrm>
              <a:off x="3606598" y="749821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9" name="pt2039"/>
            <p:cNvSpPr/>
            <p:nvPr/>
          </p:nvSpPr>
          <p:spPr>
            <a:xfrm>
              <a:off x="3569332" y="749821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0" name="pt2040"/>
            <p:cNvSpPr/>
            <p:nvPr/>
          </p:nvSpPr>
          <p:spPr>
            <a:xfrm>
              <a:off x="3622319" y="736762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1" name="pt2041"/>
            <p:cNvSpPr/>
            <p:nvPr/>
          </p:nvSpPr>
          <p:spPr>
            <a:xfrm>
              <a:off x="3608927" y="750499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2" name="pt2042"/>
            <p:cNvSpPr/>
            <p:nvPr/>
          </p:nvSpPr>
          <p:spPr>
            <a:xfrm>
              <a:off x="3993232" y="707454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3" name="pt2043"/>
            <p:cNvSpPr/>
            <p:nvPr/>
          </p:nvSpPr>
          <p:spPr>
            <a:xfrm>
              <a:off x="3612421" y="749116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4" name="pt2044"/>
            <p:cNvSpPr/>
            <p:nvPr/>
          </p:nvSpPr>
          <p:spPr>
            <a:xfrm>
              <a:off x="3852320" y="733512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5" name="pt2045"/>
            <p:cNvSpPr/>
            <p:nvPr/>
          </p:nvSpPr>
          <p:spPr>
            <a:xfrm>
              <a:off x="3619408" y="746160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6" name="pt2046"/>
            <p:cNvSpPr/>
            <p:nvPr/>
          </p:nvSpPr>
          <p:spPr>
            <a:xfrm>
              <a:off x="3621155" y="752180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7" name="pt2047"/>
            <p:cNvSpPr/>
            <p:nvPr/>
          </p:nvSpPr>
          <p:spPr>
            <a:xfrm>
              <a:off x="3606015" y="747998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8" name="pt2048"/>
            <p:cNvSpPr/>
            <p:nvPr/>
          </p:nvSpPr>
          <p:spPr>
            <a:xfrm>
              <a:off x="4877716" y="650640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9" name="pt2049"/>
            <p:cNvSpPr/>
            <p:nvPr/>
          </p:nvSpPr>
          <p:spPr>
            <a:xfrm>
              <a:off x="3561762" y="760147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0" name="pt2050"/>
            <p:cNvSpPr/>
            <p:nvPr/>
          </p:nvSpPr>
          <p:spPr>
            <a:xfrm>
              <a:off x="3622319" y="746914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1" name="pt2051"/>
            <p:cNvSpPr/>
            <p:nvPr/>
          </p:nvSpPr>
          <p:spPr>
            <a:xfrm>
              <a:off x="3569332" y="746491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2" name="pt2052"/>
            <p:cNvSpPr/>
            <p:nvPr/>
          </p:nvSpPr>
          <p:spPr>
            <a:xfrm>
              <a:off x="4621513" y="715817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3" name="pt2053"/>
            <p:cNvSpPr/>
            <p:nvPr/>
          </p:nvSpPr>
          <p:spPr>
            <a:xfrm>
              <a:off x="3576319" y="746721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4" name="pt2054"/>
            <p:cNvSpPr/>
            <p:nvPr/>
          </p:nvSpPr>
          <p:spPr>
            <a:xfrm>
              <a:off x="3560598" y="747311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5" name="pt2055"/>
            <p:cNvSpPr/>
            <p:nvPr/>
          </p:nvSpPr>
          <p:spPr>
            <a:xfrm>
              <a:off x="3805155" y="752301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6" name="pt2056"/>
            <p:cNvSpPr/>
            <p:nvPr/>
          </p:nvSpPr>
          <p:spPr>
            <a:xfrm>
              <a:off x="3659003" y="746385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7" name="pl2057"/>
            <p:cNvSpPr/>
            <p:nvPr/>
          </p:nvSpPr>
          <p:spPr>
            <a:xfrm>
              <a:off x="3372163" y="7387784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8" name="pg2058"/>
            <p:cNvSpPr/>
            <p:nvPr/>
          </p:nvSpPr>
          <p:spPr>
            <a:xfrm>
              <a:off x="3489347" y="6893334"/>
              <a:ext cx="2343679" cy="683393"/>
            </a:xfrm>
            <a:custGeom>
              <a:avLst/>
              <a:pathLst>
                <a:path w="2343679" h="683393">
                  <a:moveTo>
                    <a:pt x="0" y="558561"/>
                  </a:moveTo>
                  <a:lnTo>
                    <a:pt x="29666" y="553395"/>
                  </a:lnTo>
                  <a:lnTo>
                    <a:pt x="59333" y="547453"/>
                  </a:lnTo>
                  <a:lnTo>
                    <a:pt x="89000" y="540583"/>
                  </a:lnTo>
                  <a:lnTo>
                    <a:pt x="118667" y="532674"/>
                  </a:lnTo>
                  <a:lnTo>
                    <a:pt x="148334" y="523577"/>
                  </a:lnTo>
                  <a:lnTo>
                    <a:pt x="178000" y="513251"/>
                  </a:lnTo>
                  <a:lnTo>
                    <a:pt x="207667" y="501801"/>
                  </a:lnTo>
                  <a:lnTo>
                    <a:pt x="237334" y="489494"/>
                  </a:lnTo>
                  <a:lnTo>
                    <a:pt x="267001" y="476591"/>
                  </a:lnTo>
                  <a:lnTo>
                    <a:pt x="296668" y="463412"/>
                  </a:lnTo>
                  <a:lnTo>
                    <a:pt x="326335" y="450307"/>
                  </a:lnTo>
                  <a:lnTo>
                    <a:pt x="356001" y="437420"/>
                  </a:lnTo>
                  <a:lnTo>
                    <a:pt x="385668" y="424787"/>
                  </a:lnTo>
                  <a:lnTo>
                    <a:pt x="415335" y="412423"/>
                  </a:lnTo>
                  <a:lnTo>
                    <a:pt x="445002" y="400360"/>
                  </a:lnTo>
                  <a:lnTo>
                    <a:pt x="474669" y="388658"/>
                  </a:lnTo>
                  <a:lnTo>
                    <a:pt x="504336" y="377396"/>
                  </a:lnTo>
                  <a:lnTo>
                    <a:pt x="534002" y="366659"/>
                  </a:lnTo>
                  <a:lnTo>
                    <a:pt x="563669" y="356467"/>
                  </a:lnTo>
                  <a:lnTo>
                    <a:pt x="593336" y="346747"/>
                  </a:lnTo>
                  <a:lnTo>
                    <a:pt x="623003" y="337413"/>
                  </a:lnTo>
                  <a:lnTo>
                    <a:pt x="652670" y="328402"/>
                  </a:lnTo>
                  <a:lnTo>
                    <a:pt x="682336" y="319678"/>
                  </a:lnTo>
                  <a:lnTo>
                    <a:pt x="712003" y="311246"/>
                  </a:lnTo>
                  <a:lnTo>
                    <a:pt x="741670" y="303146"/>
                  </a:lnTo>
                  <a:lnTo>
                    <a:pt x="771337" y="295445"/>
                  </a:lnTo>
                  <a:lnTo>
                    <a:pt x="801004" y="288197"/>
                  </a:lnTo>
                  <a:lnTo>
                    <a:pt x="830671" y="281402"/>
                  </a:lnTo>
                  <a:lnTo>
                    <a:pt x="860337" y="275041"/>
                  </a:lnTo>
                  <a:lnTo>
                    <a:pt x="890004" y="269081"/>
                  </a:lnTo>
                  <a:lnTo>
                    <a:pt x="919671" y="263478"/>
                  </a:lnTo>
                  <a:lnTo>
                    <a:pt x="949338" y="258185"/>
                  </a:lnTo>
                  <a:lnTo>
                    <a:pt x="979005" y="253153"/>
                  </a:lnTo>
                  <a:lnTo>
                    <a:pt x="1008672" y="248332"/>
                  </a:lnTo>
                  <a:lnTo>
                    <a:pt x="1038338" y="243676"/>
                  </a:lnTo>
                  <a:lnTo>
                    <a:pt x="1068005" y="239143"/>
                  </a:lnTo>
                  <a:lnTo>
                    <a:pt x="1097672" y="234696"/>
                  </a:lnTo>
                  <a:lnTo>
                    <a:pt x="1127339" y="230309"/>
                  </a:lnTo>
                  <a:lnTo>
                    <a:pt x="1157006" y="225959"/>
                  </a:lnTo>
                  <a:lnTo>
                    <a:pt x="1186673" y="221636"/>
                  </a:lnTo>
                  <a:lnTo>
                    <a:pt x="1216339" y="217335"/>
                  </a:lnTo>
                  <a:lnTo>
                    <a:pt x="1246006" y="213058"/>
                  </a:lnTo>
                  <a:lnTo>
                    <a:pt x="1275673" y="208813"/>
                  </a:lnTo>
                  <a:lnTo>
                    <a:pt x="1305340" y="204615"/>
                  </a:lnTo>
                  <a:lnTo>
                    <a:pt x="1335007" y="200478"/>
                  </a:lnTo>
                  <a:lnTo>
                    <a:pt x="1364673" y="196420"/>
                  </a:lnTo>
                  <a:lnTo>
                    <a:pt x="1394340" y="192458"/>
                  </a:lnTo>
                  <a:lnTo>
                    <a:pt x="1424007" y="188605"/>
                  </a:lnTo>
                  <a:lnTo>
                    <a:pt x="1453674" y="184861"/>
                  </a:lnTo>
                  <a:lnTo>
                    <a:pt x="1483341" y="181215"/>
                  </a:lnTo>
                  <a:lnTo>
                    <a:pt x="1513008" y="177649"/>
                  </a:lnTo>
                  <a:lnTo>
                    <a:pt x="1542674" y="174137"/>
                  </a:lnTo>
                  <a:lnTo>
                    <a:pt x="1572341" y="170652"/>
                  </a:lnTo>
                  <a:lnTo>
                    <a:pt x="1602008" y="167161"/>
                  </a:lnTo>
                  <a:lnTo>
                    <a:pt x="1631675" y="163625"/>
                  </a:lnTo>
                  <a:lnTo>
                    <a:pt x="1661342" y="160007"/>
                  </a:lnTo>
                  <a:lnTo>
                    <a:pt x="1691009" y="156264"/>
                  </a:lnTo>
                  <a:lnTo>
                    <a:pt x="1720675" y="152355"/>
                  </a:lnTo>
                  <a:lnTo>
                    <a:pt x="1750342" y="148241"/>
                  </a:lnTo>
                  <a:lnTo>
                    <a:pt x="1780009" y="143882"/>
                  </a:lnTo>
                  <a:lnTo>
                    <a:pt x="1809676" y="139243"/>
                  </a:lnTo>
                  <a:lnTo>
                    <a:pt x="1839343" y="134294"/>
                  </a:lnTo>
                  <a:lnTo>
                    <a:pt x="1869010" y="129010"/>
                  </a:lnTo>
                  <a:lnTo>
                    <a:pt x="1898676" y="123372"/>
                  </a:lnTo>
                  <a:lnTo>
                    <a:pt x="1928343" y="117369"/>
                  </a:lnTo>
                  <a:lnTo>
                    <a:pt x="1958010" y="110995"/>
                  </a:lnTo>
                  <a:lnTo>
                    <a:pt x="1987677" y="104251"/>
                  </a:lnTo>
                  <a:lnTo>
                    <a:pt x="2017344" y="97143"/>
                  </a:lnTo>
                  <a:lnTo>
                    <a:pt x="2047010" y="89683"/>
                  </a:lnTo>
                  <a:lnTo>
                    <a:pt x="2076677" y="81885"/>
                  </a:lnTo>
                  <a:lnTo>
                    <a:pt x="2106344" y="73768"/>
                  </a:lnTo>
                  <a:lnTo>
                    <a:pt x="2136011" y="65352"/>
                  </a:lnTo>
                  <a:lnTo>
                    <a:pt x="2165678" y="56660"/>
                  </a:lnTo>
                  <a:lnTo>
                    <a:pt x="2195345" y="47714"/>
                  </a:lnTo>
                  <a:lnTo>
                    <a:pt x="2225011" y="38537"/>
                  </a:lnTo>
                  <a:lnTo>
                    <a:pt x="2254678" y="29154"/>
                  </a:lnTo>
                  <a:lnTo>
                    <a:pt x="2284345" y="19588"/>
                  </a:lnTo>
                  <a:lnTo>
                    <a:pt x="2314012" y="9862"/>
                  </a:lnTo>
                  <a:lnTo>
                    <a:pt x="2343679" y="0"/>
                  </a:lnTo>
                  <a:lnTo>
                    <a:pt x="2343679" y="356941"/>
                  </a:lnTo>
                  <a:lnTo>
                    <a:pt x="2314012" y="353245"/>
                  </a:lnTo>
                  <a:lnTo>
                    <a:pt x="2284345" y="349687"/>
                  </a:lnTo>
                  <a:lnTo>
                    <a:pt x="2254678" y="346287"/>
                  </a:lnTo>
                  <a:lnTo>
                    <a:pt x="2225011" y="343068"/>
                  </a:lnTo>
                  <a:lnTo>
                    <a:pt x="2195345" y="340055"/>
                  </a:lnTo>
                  <a:lnTo>
                    <a:pt x="2165678" y="337269"/>
                  </a:lnTo>
                  <a:lnTo>
                    <a:pt x="2136011" y="334734"/>
                  </a:lnTo>
                  <a:lnTo>
                    <a:pt x="2106344" y="332472"/>
                  </a:lnTo>
                  <a:lnTo>
                    <a:pt x="2076677" y="330505"/>
                  </a:lnTo>
                  <a:lnTo>
                    <a:pt x="2047010" y="328853"/>
                  </a:lnTo>
                  <a:lnTo>
                    <a:pt x="2017344" y="327533"/>
                  </a:lnTo>
                  <a:lnTo>
                    <a:pt x="1987677" y="326561"/>
                  </a:lnTo>
                  <a:lnTo>
                    <a:pt x="1958010" y="325946"/>
                  </a:lnTo>
                  <a:lnTo>
                    <a:pt x="1928343" y="325695"/>
                  </a:lnTo>
                  <a:lnTo>
                    <a:pt x="1898676" y="325808"/>
                  </a:lnTo>
                  <a:lnTo>
                    <a:pt x="1869010" y="326280"/>
                  </a:lnTo>
                  <a:lnTo>
                    <a:pt x="1839343" y="327097"/>
                  </a:lnTo>
                  <a:lnTo>
                    <a:pt x="1809676" y="328241"/>
                  </a:lnTo>
                  <a:lnTo>
                    <a:pt x="1780009" y="329686"/>
                  </a:lnTo>
                  <a:lnTo>
                    <a:pt x="1750342" y="331402"/>
                  </a:lnTo>
                  <a:lnTo>
                    <a:pt x="1720675" y="333352"/>
                  </a:lnTo>
                  <a:lnTo>
                    <a:pt x="1691009" y="335499"/>
                  </a:lnTo>
                  <a:lnTo>
                    <a:pt x="1661342" y="337800"/>
                  </a:lnTo>
                  <a:lnTo>
                    <a:pt x="1631675" y="340214"/>
                  </a:lnTo>
                  <a:lnTo>
                    <a:pt x="1602008" y="342700"/>
                  </a:lnTo>
                  <a:lnTo>
                    <a:pt x="1572341" y="345217"/>
                  </a:lnTo>
                  <a:lnTo>
                    <a:pt x="1542674" y="347729"/>
                  </a:lnTo>
                  <a:lnTo>
                    <a:pt x="1513008" y="350201"/>
                  </a:lnTo>
                  <a:lnTo>
                    <a:pt x="1483341" y="352603"/>
                  </a:lnTo>
                  <a:lnTo>
                    <a:pt x="1453674" y="354912"/>
                  </a:lnTo>
                  <a:lnTo>
                    <a:pt x="1424007" y="357109"/>
                  </a:lnTo>
                  <a:lnTo>
                    <a:pt x="1394340" y="359182"/>
                  </a:lnTo>
                  <a:lnTo>
                    <a:pt x="1364673" y="361139"/>
                  </a:lnTo>
                  <a:lnTo>
                    <a:pt x="1335007" y="363022"/>
                  </a:lnTo>
                  <a:lnTo>
                    <a:pt x="1305340" y="364877"/>
                  </a:lnTo>
                  <a:lnTo>
                    <a:pt x="1275673" y="366752"/>
                  </a:lnTo>
                  <a:lnTo>
                    <a:pt x="1246006" y="368694"/>
                  </a:lnTo>
                  <a:lnTo>
                    <a:pt x="1216339" y="370745"/>
                  </a:lnTo>
                  <a:lnTo>
                    <a:pt x="1186673" y="372944"/>
                  </a:lnTo>
                  <a:lnTo>
                    <a:pt x="1157006" y="375324"/>
                  </a:lnTo>
                  <a:lnTo>
                    <a:pt x="1127339" y="377911"/>
                  </a:lnTo>
                  <a:lnTo>
                    <a:pt x="1097672" y="380723"/>
                  </a:lnTo>
                  <a:lnTo>
                    <a:pt x="1068005" y="383769"/>
                  </a:lnTo>
                  <a:lnTo>
                    <a:pt x="1038338" y="387052"/>
                  </a:lnTo>
                  <a:lnTo>
                    <a:pt x="1008672" y="390566"/>
                  </a:lnTo>
                  <a:lnTo>
                    <a:pt x="979005" y="394299"/>
                  </a:lnTo>
                  <a:lnTo>
                    <a:pt x="949338" y="398235"/>
                  </a:lnTo>
                  <a:lnTo>
                    <a:pt x="919671" y="402355"/>
                  </a:lnTo>
                  <a:lnTo>
                    <a:pt x="890004" y="406640"/>
                  </a:lnTo>
                  <a:lnTo>
                    <a:pt x="860337" y="411072"/>
                  </a:lnTo>
                  <a:lnTo>
                    <a:pt x="830671" y="415638"/>
                  </a:lnTo>
                  <a:lnTo>
                    <a:pt x="801004" y="420337"/>
                  </a:lnTo>
                  <a:lnTo>
                    <a:pt x="771337" y="425177"/>
                  </a:lnTo>
                  <a:lnTo>
                    <a:pt x="741670" y="430190"/>
                  </a:lnTo>
                  <a:lnTo>
                    <a:pt x="712003" y="435447"/>
                  </a:lnTo>
                  <a:lnTo>
                    <a:pt x="682336" y="441026"/>
                  </a:lnTo>
                  <a:lnTo>
                    <a:pt x="652670" y="446979"/>
                  </a:lnTo>
                  <a:lnTo>
                    <a:pt x="623003" y="453320"/>
                  </a:lnTo>
                  <a:lnTo>
                    <a:pt x="593336" y="460027"/>
                  </a:lnTo>
                  <a:lnTo>
                    <a:pt x="563669" y="467045"/>
                  </a:lnTo>
                  <a:lnTo>
                    <a:pt x="534002" y="474302"/>
                  </a:lnTo>
                  <a:lnTo>
                    <a:pt x="504336" y="481732"/>
                  </a:lnTo>
                  <a:lnTo>
                    <a:pt x="474669" y="489348"/>
                  </a:lnTo>
                  <a:lnTo>
                    <a:pt x="445002" y="497214"/>
                  </a:lnTo>
                  <a:lnTo>
                    <a:pt x="415335" y="505391"/>
                  </a:lnTo>
                  <a:lnTo>
                    <a:pt x="385668" y="513920"/>
                  </a:lnTo>
                  <a:lnTo>
                    <a:pt x="356001" y="522811"/>
                  </a:lnTo>
                  <a:lnTo>
                    <a:pt x="326335" y="532063"/>
                  </a:lnTo>
                  <a:lnTo>
                    <a:pt x="296668" y="541692"/>
                  </a:lnTo>
                  <a:lnTo>
                    <a:pt x="267001" y="551799"/>
                  </a:lnTo>
                  <a:lnTo>
                    <a:pt x="237334" y="562588"/>
                  </a:lnTo>
                  <a:lnTo>
                    <a:pt x="207667" y="574193"/>
                  </a:lnTo>
                  <a:lnTo>
                    <a:pt x="178000" y="586693"/>
                  </a:lnTo>
                  <a:lnTo>
                    <a:pt x="148334" y="600242"/>
                  </a:lnTo>
                  <a:lnTo>
                    <a:pt x="118667" y="614901"/>
                  </a:lnTo>
                  <a:lnTo>
                    <a:pt x="89000" y="630654"/>
                  </a:lnTo>
                  <a:lnTo>
                    <a:pt x="59333" y="647387"/>
                  </a:lnTo>
                  <a:lnTo>
                    <a:pt x="29666" y="665012"/>
                  </a:lnTo>
                  <a:lnTo>
                    <a:pt x="0" y="683393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059" name="pl2059"/>
            <p:cNvSpPr/>
            <p:nvPr/>
          </p:nvSpPr>
          <p:spPr>
            <a:xfrm>
              <a:off x="3489347" y="6893334"/>
              <a:ext cx="2343679" cy="558561"/>
            </a:xfrm>
            <a:custGeom>
              <a:avLst/>
              <a:pathLst>
                <a:path w="2343679" h="558561">
                  <a:moveTo>
                    <a:pt x="0" y="558561"/>
                  </a:moveTo>
                  <a:lnTo>
                    <a:pt x="29666" y="553395"/>
                  </a:lnTo>
                  <a:lnTo>
                    <a:pt x="59333" y="547453"/>
                  </a:lnTo>
                  <a:lnTo>
                    <a:pt x="89000" y="540583"/>
                  </a:lnTo>
                  <a:lnTo>
                    <a:pt x="118667" y="532674"/>
                  </a:lnTo>
                  <a:lnTo>
                    <a:pt x="148334" y="523577"/>
                  </a:lnTo>
                  <a:lnTo>
                    <a:pt x="178000" y="513251"/>
                  </a:lnTo>
                  <a:lnTo>
                    <a:pt x="207667" y="501801"/>
                  </a:lnTo>
                  <a:lnTo>
                    <a:pt x="237334" y="489494"/>
                  </a:lnTo>
                  <a:lnTo>
                    <a:pt x="267001" y="476591"/>
                  </a:lnTo>
                  <a:lnTo>
                    <a:pt x="296668" y="463412"/>
                  </a:lnTo>
                  <a:lnTo>
                    <a:pt x="326335" y="450307"/>
                  </a:lnTo>
                  <a:lnTo>
                    <a:pt x="356001" y="437420"/>
                  </a:lnTo>
                  <a:lnTo>
                    <a:pt x="385668" y="424787"/>
                  </a:lnTo>
                  <a:lnTo>
                    <a:pt x="415335" y="412423"/>
                  </a:lnTo>
                  <a:lnTo>
                    <a:pt x="445002" y="400360"/>
                  </a:lnTo>
                  <a:lnTo>
                    <a:pt x="474669" y="388658"/>
                  </a:lnTo>
                  <a:lnTo>
                    <a:pt x="504336" y="377396"/>
                  </a:lnTo>
                  <a:lnTo>
                    <a:pt x="534002" y="366659"/>
                  </a:lnTo>
                  <a:lnTo>
                    <a:pt x="563669" y="356467"/>
                  </a:lnTo>
                  <a:lnTo>
                    <a:pt x="593336" y="346747"/>
                  </a:lnTo>
                  <a:lnTo>
                    <a:pt x="623003" y="337413"/>
                  </a:lnTo>
                  <a:lnTo>
                    <a:pt x="652670" y="328402"/>
                  </a:lnTo>
                  <a:lnTo>
                    <a:pt x="682336" y="319678"/>
                  </a:lnTo>
                  <a:lnTo>
                    <a:pt x="712003" y="311246"/>
                  </a:lnTo>
                  <a:lnTo>
                    <a:pt x="741670" y="303146"/>
                  </a:lnTo>
                  <a:lnTo>
                    <a:pt x="771337" y="295445"/>
                  </a:lnTo>
                  <a:lnTo>
                    <a:pt x="801004" y="288197"/>
                  </a:lnTo>
                  <a:lnTo>
                    <a:pt x="830671" y="281402"/>
                  </a:lnTo>
                  <a:lnTo>
                    <a:pt x="860337" y="275041"/>
                  </a:lnTo>
                  <a:lnTo>
                    <a:pt x="890004" y="269081"/>
                  </a:lnTo>
                  <a:lnTo>
                    <a:pt x="919671" y="263478"/>
                  </a:lnTo>
                  <a:lnTo>
                    <a:pt x="949338" y="258185"/>
                  </a:lnTo>
                  <a:lnTo>
                    <a:pt x="979005" y="253153"/>
                  </a:lnTo>
                  <a:lnTo>
                    <a:pt x="1008672" y="248332"/>
                  </a:lnTo>
                  <a:lnTo>
                    <a:pt x="1038338" y="243676"/>
                  </a:lnTo>
                  <a:lnTo>
                    <a:pt x="1068005" y="239143"/>
                  </a:lnTo>
                  <a:lnTo>
                    <a:pt x="1097672" y="234696"/>
                  </a:lnTo>
                  <a:lnTo>
                    <a:pt x="1127339" y="230309"/>
                  </a:lnTo>
                  <a:lnTo>
                    <a:pt x="1157006" y="225959"/>
                  </a:lnTo>
                  <a:lnTo>
                    <a:pt x="1186673" y="221636"/>
                  </a:lnTo>
                  <a:lnTo>
                    <a:pt x="1216339" y="217335"/>
                  </a:lnTo>
                  <a:lnTo>
                    <a:pt x="1246006" y="213058"/>
                  </a:lnTo>
                  <a:lnTo>
                    <a:pt x="1275673" y="208813"/>
                  </a:lnTo>
                  <a:lnTo>
                    <a:pt x="1305340" y="204615"/>
                  </a:lnTo>
                  <a:lnTo>
                    <a:pt x="1335007" y="200478"/>
                  </a:lnTo>
                  <a:lnTo>
                    <a:pt x="1364673" y="196420"/>
                  </a:lnTo>
                  <a:lnTo>
                    <a:pt x="1394340" y="192458"/>
                  </a:lnTo>
                  <a:lnTo>
                    <a:pt x="1424007" y="188605"/>
                  </a:lnTo>
                  <a:lnTo>
                    <a:pt x="1453674" y="184861"/>
                  </a:lnTo>
                  <a:lnTo>
                    <a:pt x="1483341" y="181215"/>
                  </a:lnTo>
                  <a:lnTo>
                    <a:pt x="1513008" y="177649"/>
                  </a:lnTo>
                  <a:lnTo>
                    <a:pt x="1542674" y="174137"/>
                  </a:lnTo>
                  <a:lnTo>
                    <a:pt x="1572341" y="170652"/>
                  </a:lnTo>
                  <a:lnTo>
                    <a:pt x="1602008" y="167161"/>
                  </a:lnTo>
                  <a:lnTo>
                    <a:pt x="1631675" y="163625"/>
                  </a:lnTo>
                  <a:lnTo>
                    <a:pt x="1661342" y="160007"/>
                  </a:lnTo>
                  <a:lnTo>
                    <a:pt x="1691009" y="156264"/>
                  </a:lnTo>
                  <a:lnTo>
                    <a:pt x="1720675" y="152355"/>
                  </a:lnTo>
                  <a:lnTo>
                    <a:pt x="1750342" y="148241"/>
                  </a:lnTo>
                  <a:lnTo>
                    <a:pt x="1780009" y="143882"/>
                  </a:lnTo>
                  <a:lnTo>
                    <a:pt x="1809676" y="139243"/>
                  </a:lnTo>
                  <a:lnTo>
                    <a:pt x="1839343" y="134294"/>
                  </a:lnTo>
                  <a:lnTo>
                    <a:pt x="1869010" y="129010"/>
                  </a:lnTo>
                  <a:lnTo>
                    <a:pt x="1898676" y="123372"/>
                  </a:lnTo>
                  <a:lnTo>
                    <a:pt x="1928343" y="117369"/>
                  </a:lnTo>
                  <a:lnTo>
                    <a:pt x="1958010" y="110995"/>
                  </a:lnTo>
                  <a:lnTo>
                    <a:pt x="1987677" y="104251"/>
                  </a:lnTo>
                  <a:lnTo>
                    <a:pt x="2017344" y="97143"/>
                  </a:lnTo>
                  <a:lnTo>
                    <a:pt x="2047010" y="89683"/>
                  </a:lnTo>
                  <a:lnTo>
                    <a:pt x="2076677" y="81885"/>
                  </a:lnTo>
                  <a:lnTo>
                    <a:pt x="2106344" y="73768"/>
                  </a:lnTo>
                  <a:lnTo>
                    <a:pt x="2136011" y="65352"/>
                  </a:lnTo>
                  <a:lnTo>
                    <a:pt x="2165678" y="56660"/>
                  </a:lnTo>
                  <a:lnTo>
                    <a:pt x="2195345" y="47714"/>
                  </a:lnTo>
                  <a:lnTo>
                    <a:pt x="2225011" y="38537"/>
                  </a:lnTo>
                  <a:lnTo>
                    <a:pt x="2254678" y="29154"/>
                  </a:lnTo>
                  <a:lnTo>
                    <a:pt x="2284345" y="19588"/>
                  </a:lnTo>
                  <a:lnTo>
                    <a:pt x="2314012" y="9862"/>
                  </a:lnTo>
                  <a:lnTo>
                    <a:pt x="2343679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060" name="pl2060"/>
            <p:cNvSpPr/>
            <p:nvPr/>
          </p:nvSpPr>
          <p:spPr>
            <a:xfrm>
              <a:off x="3489347" y="7219030"/>
              <a:ext cx="2343679" cy="357697"/>
            </a:xfrm>
            <a:custGeom>
              <a:avLst/>
              <a:pathLst>
                <a:path w="2343679" h="357697">
                  <a:moveTo>
                    <a:pt x="2343679" y="31245"/>
                  </a:moveTo>
                  <a:lnTo>
                    <a:pt x="2314012" y="27550"/>
                  </a:lnTo>
                  <a:lnTo>
                    <a:pt x="2284345" y="23991"/>
                  </a:lnTo>
                  <a:lnTo>
                    <a:pt x="2254678" y="20591"/>
                  </a:lnTo>
                  <a:lnTo>
                    <a:pt x="2225011" y="17373"/>
                  </a:lnTo>
                  <a:lnTo>
                    <a:pt x="2195345" y="14359"/>
                  </a:lnTo>
                  <a:lnTo>
                    <a:pt x="2165678" y="11573"/>
                  </a:lnTo>
                  <a:lnTo>
                    <a:pt x="2136011" y="9038"/>
                  </a:lnTo>
                  <a:lnTo>
                    <a:pt x="2106344" y="6776"/>
                  </a:lnTo>
                  <a:lnTo>
                    <a:pt x="2076677" y="4809"/>
                  </a:lnTo>
                  <a:lnTo>
                    <a:pt x="2047010" y="3157"/>
                  </a:lnTo>
                  <a:lnTo>
                    <a:pt x="2017344" y="1838"/>
                  </a:lnTo>
                  <a:lnTo>
                    <a:pt x="1987677" y="865"/>
                  </a:lnTo>
                  <a:lnTo>
                    <a:pt x="1958010" y="250"/>
                  </a:lnTo>
                  <a:lnTo>
                    <a:pt x="1928343" y="0"/>
                  </a:lnTo>
                  <a:lnTo>
                    <a:pt x="1898676" y="113"/>
                  </a:lnTo>
                  <a:lnTo>
                    <a:pt x="1869010" y="584"/>
                  </a:lnTo>
                  <a:lnTo>
                    <a:pt x="1839343" y="1401"/>
                  </a:lnTo>
                  <a:lnTo>
                    <a:pt x="1809676" y="2545"/>
                  </a:lnTo>
                  <a:lnTo>
                    <a:pt x="1780009" y="3990"/>
                  </a:lnTo>
                  <a:lnTo>
                    <a:pt x="1750342" y="5706"/>
                  </a:lnTo>
                  <a:lnTo>
                    <a:pt x="1720675" y="7657"/>
                  </a:lnTo>
                  <a:lnTo>
                    <a:pt x="1691009" y="9803"/>
                  </a:lnTo>
                  <a:lnTo>
                    <a:pt x="1661342" y="12104"/>
                  </a:lnTo>
                  <a:lnTo>
                    <a:pt x="1631675" y="14519"/>
                  </a:lnTo>
                  <a:lnTo>
                    <a:pt x="1602008" y="17004"/>
                  </a:lnTo>
                  <a:lnTo>
                    <a:pt x="1572341" y="19522"/>
                  </a:lnTo>
                  <a:lnTo>
                    <a:pt x="1542674" y="22033"/>
                  </a:lnTo>
                  <a:lnTo>
                    <a:pt x="1513008" y="24505"/>
                  </a:lnTo>
                  <a:lnTo>
                    <a:pt x="1483341" y="26908"/>
                  </a:lnTo>
                  <a:lnTo>
                    <a:pt x="1453674" y="29217"/>
                  </a:lnTo>
                  <a:lnTo>
                    <a:pt x="1424007" y="31414"/>
                  </a:lnTo>
                  <a:lnTo>
                    <a:pt x="1394340" y="33486"/>
                  </a:lnTo>
                  <a:lnTo>
                    <a:pt x="1364673" y="35443"/>
                  </a:lnTo>
                  <a:lnTo>
                    <a:pt x="1335007" y="37326"/>
                  </a:lnTo>
                  <a:lnTo>
                    <a:pt x="1305340" y="39181"/>
                  </a:lnTo>
                  <a:lnTo>
                    <a:pt x="1275673" y="41057"/>
                  </a:lnTo>
                  <a:lnTo>
                    <a:pt x="1246006" y="42998"/>
                  </a:lnTo>
                  <a:lnTo>
                    <a:pt x="1216339" y="45049"/>
                  </a:lnTo>
                  <a:lnTo>
                    <a:pt x="1186673" y="47248"/>
                  </a:lnTo>
                  <a:lnTo>
                    <a:pt x="1157006" y="49628"/>
                  </a:lnTo>
                  <a:lnTo>
                    <a:pt x="1127339" y="52215"/>
                  </a:lnTo>
                  <a:lnTo>
                    <a:pt x="1097672" y="55027"/>
                  </a:lnTo>
                  <a:lnTo>
                    <a:pt x="1068005" y="58073"/>
                  </a:lnTo>
                  <a:lnTo>
                    <a:pt x="1038338" y="61356"/>
                  </a:lnTo>
                  <a:lnTo>
                    <a:pt x="1008672" y="64870"/>
                  </a:lnTo>
                  <a:lnTo>
                    <a:pt x="979005" y="68603"/>
                  </a:lnTo>
                  <a:lnTo>
                    <a:pt x="949338" y="72539"/>
                  </a:lnTo>
                  <a:lnTo>
                    <a:pt x="919671" y="76660"/>
                  </a:lnTo>
                  <a:lnTo>
                    <a:pt x="890004" y="80944"/>
                  </a:lnTo>
                  <a:lnTo>
                    <a:pt x="860337" y="85376"/>
                  </a:lnTo>
                  <a:lnTo>
                    <a:pt x="830671" y="89943"/>
                  </a:lnTo>
                  <a:lnTo>
                    <a:pt x="801004" y="94641"/>
                  </a:lnTo>
                  <a:lnTo>
                    <a:pt x="771337" y="99482"/>
                  </a:lnTo>
                  <a:lnTo>
                    <a:pt x="741670" y="104494"/>
                  </a:lnTo>
                  <a:lnTo>
                    <a:pt x="712003" y="109751"/>
                  </a:lnTo>
                  <a:lnTo>
                    <a:pt x="682336" y="115330"/>
                  </a:lnTo>
                  <a:lnTo>
                    <a:pt x="652670" y="121283"/>
                  </a:lnTo>
                  <a:lnTo>
                    <a:pt x="623003" y="127624"/>
                  </a:lnTo>
                  <a:lnTo>
                    <a:pt x="593336" y="134331"/>
                  </a:lnTo>
                  <a:lnTo>
                    <a:pt x="563669" y="141349"/>
                  </a:lnTo>
                  <a:lnTo>
                    <a:pt x="534002" y="148606"/>
                  </a:lnTo>
                  <a:lnTo>
                    <a:pt x="504336" y="156036"/>
                  </a:lnTo>
                  <a:lnTo>
                    <a:pt x="474669" y="163652"/>
                  </a:lnTo>
                  <a:lnTo>
                    <a:pt x="445002" y="171518"/>
                  </a:lnTo>
                  <a:lnTo>
                    <a:pt x="415335" y="179696"/>
                  </a:lnTo>
                  <a:lnTo>
                    <a:pt x="385668" y="188224"/>
                  </a:lnTo>
                  <a:lnTo>
                    <a:pt x="356001" y="197116"/>
                  </a:lnTo>
                  <a:lnTo>
                    <a:pt x="326335" y="206368"/>
                  </a:lnTo>
                  <a:lnTo>
                    <a:pt x="296668" y="215996"/>
                  </a:lnTo>
                  <a:lnTo>
                    <a:pt x="267001" y="226103"/>
                  </a:lnTo>
                  <a:lnTo>
                    <a:pt x="237334" y="236893"/>
                  </a:lnTo>
                  <a:lnTo>
                    <a:pt x="207667" y="248498"/>
                  </a:lnTo>
                  <a:lnTo>
                    <a:pt x="178000" y="260998"/>
                  </a:lnTo>
                  <a:lnTo>
                    <a:pt x="148334" y="274546"/>
                  </a:lnTo>
                  <a:lnTo>
                    <a:pt x="118667" y="289205"/>
                  </a:lnTo>
                  <a:lnTo>
                    <a:pt x="89000" y="304958"/>
                  </a:lnTo>
                  <a:lnTo>
                    <a:pt x="59333" y="321691"/>
                  </a:lnTo>
                  <a:lnTo>
                    <a:pt x="29666" y="339316"/>
                  </a:lnTo>
                  <a:lnTo>
                    <a:pt x="0" y="35769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061" name="pl2061"/>
            <p:cNvSpPr/>
            <p:nvPr/>
          </p:nvSpPr>
          <p:spPr>
            <a:xfrm>
              <a:off x="3489347" y="7071805"/>
              <a:ext cx="2343679" cy="442506"/>
            </a:xfrm>
            <a:custGeom>
              <a:avLst/>
              <a:pathLst>
                <a:path w="2343679" h="442506">
                  <a:moveTo>
                    <a:pt x="0" y="442506"/>
                  </a:moveTo>
                  <a:lnTo>
                    <a:pt x="29666" y="430733"/>
                  </a:lnTo>
                  <a:lnTo>
                    <a:pt x="59333" y="418950"/>
                  </a:lnTo>
                  <a:lnTo>
                    <a:pt x="89000" y="407148"/>
                  </a:lnTo>
                  <a:lnTo>
                    <a:pt x="118667" y="395317"/>
                  </a:lnTo>
                  <a:lnTo>
                    <a:pt x="148334" y="383439"/>
                  </a:lnTo>
                  <a:lnTo>
                    <a:pt x="178000" y="371502"/>
                  </a:lnTo>
                  <a:lnTo>
                    <a:pt x="207667" y="359526"/>
                  </a:lnTo>
                  <a:lnTo>
                    <a:pt x="237334" y="347571"/>
                  </a:lnTo>
                  <a:lnTo>
                    <a:pt x="267001" y="335724"/>
                  </a:lnTo>
                  <a:lnTo>
                    <a:pt x="296668" y="324081"/>
                  </a:lnTo>
                  <a:lnTo>
                    <a:pt x="326335" y="312715"/>
                  </a:lnTo>
                  <a:lnTo>
                    <a:pt x="356001" y="301645"/>
                  </a:lnTo>
                  <a:lnTo>
                    <a:pt x="385668" y="290883"/>
                  </a:lnTo>
                  <a:lnTo>
                    <a:pt x="415335" y="280436"/>
                  </a:lnTo>
                  <a:lnTo>
                    <a:pt x="445002" y="270316"/>
                  </a:lnTo>
                  <a:lnTo>
                    <a:pt x="474669" y="260532"/>
                  </a:lnTo>
                  <a:lnTo>
                    <a:pt x="504336" y="251093"/>
                  </a:lnTo>
                  <a:lnTo>
                    <a:pt x="534002" y="242010"/>
                  </a:lnTo>
                  <a:lnTo>
                    <a:pt x="563669" y="233285"/>
                  </a:lnTo>
                  <a:lnTo>
                    <a:pt x="593336" y="224916"/>
                  </a:lnTo>
                  <a:lnTo>
                    <a:pt x="623003" y="216896"/>
                  </a:lnTo>
                  <a:lnTo>
                    <a:pt x="652670" y="209219"/>
                  </a:lnTo>
                  <a:lnTo>
                    <a:pt x="682336" y="201881"/>
                  </a:lnTo>
                  <a:lnTo>
                    <a:pt x="712003" y="194876"/>
                  </a:lnTo>
                  <a:lnTo>
                    <a:pt x="741670" y="188197"/>
                  </a:lnTo>
                  <a:lnTo>
                    <a:pt x="771337" y="181841"/>
                  </a:lnTo>
                  <a:lnTo>
                    <a:pt x="801004" y="175796"/>
                  </a:lnTo>
                  <a:lnTo>
                    <a:pt x="830671" y="170050"/>
                  </a:lnTo>
                  <a:lnTo>
                    <a:pt x="860337" y="164586"/>
                  </a:lnTo>
                  <a:lnTo>
                    <a:pt x="890004" y="159390"/>
                  </a:lnTo>
                  <a:lnTo>
                    <a:pt x="919671" y="154446"/>
                  </a:lnTo>
                  <a:lnTo>
                    <a:pt x="949338" y="149740"/>
                  </a:lnTo>
                  <a:lnTo>
                    <a:pt x="979005" y="145255"/>
                  </a:lnTo>
                  <a:lnTo>
                    <a:pt x="1008672" y="140978"/>
                  </a:lnTo>
                  <a:lnTo>
                    <a:pt x="1038338" y="136893"/>
                  </a:lnTo>
                  <a:lnTo>
                    <a:pt x="1068005" y="132985"/>
                  </a:lnTo>
                  <a:lnTo>
                    <a:pt x="1097672" y="129239"/>
                  </a:lnTo>
                  <a:lnTo>
                    <a:pt x="1127339" y="125639"/>
                  </a:lnTo>
                  <a:lnTo>
                    <a:pt x="1157006" y="122171"/>
                  </a:lnTo>
                  <a:lnTo>
                    <a:pt x="1186673" y="118820"/>
                  </a:lnTo>
                  <a:lnTo>
                    <a:pt x="1216339" y="115569"/>
                  </a:lnTo>
                  <a:lnTo>
                    <a:pt x="1246006" y="112405"/>
                  </a:lnTo>
                  <a:lnTo>
                    <a:pt x="1275673" y="109312"/>
                  </a:lnTo>
                  <a:lnTo>
                    <a:pt x="1305340" y="106275"/>
                  </a:lnTo>
                  <a:lnTo>
                    <a:pt x="1335007" y="103279"/>
                  </a:lnTo>
                  <a:lnTo>
                    <a:pt x="1364673" y="100309"/>
                  </a:lnTo>
                  <a:lnTo>
                    <a:pt x="1394340" y="97349"/>
                  </a:lnTo>
                  <a:lnTo>
                    <a:pt x="1424007" y="94387"/>
                  </a:lnTo>
                  <a:lnTo>
                    <a:pt x="1453674" y="91416"/>
                  </a:lnTo>
                  <a:lnTo>
                    <a:pt x="1483341" y="88439"/>
                  </a:lnTo>
                  <a:lnTo>
                    <a:pt x="1513008" y="85454"/>
                  </a:lnTo>
                  <a:lnTo>
                    <a:pt x="1542674" y="82462"/>
                  </a:lnTo>
                  <a:lnTo>
                    <a:pt x="1572341" y="79464"/>
                  </a:lnTo>
                  <a:lnTo>
                    <a:pt x="1602008" y="76460"/>
                  </a:lnTo>
                  <a:lnTo>
                    <a:pt x="1631675" y="73449"/>
                  </a:lnTo>
                  <a:lnTo>
                    <a:pt x="1661342" y="70433"/>
                  </a:lnTo>
                  <a:lnTo>
                    <a:pt x="1691009" y="67411"/>
                  </a:lnTo>
                  <a:lnTo>
                    <a:pt x="1720675" y="64383"/>
                  </a:lnTo>
                  <a:lnTo>
                    <a:pt x="1750342" y="61351"/>
                  </a:lnTo>
                  <a:lnTo>
                    <a:pt x="1780009" y="58313"/>
                  </a:lnTo>
                  <a:lnTo>
                    <a:pt x="1809676" y="55271"/>
                  </a:lnTo>
                  <a:lnTo>
                    <a:pt x="1839343" y="52225"/>
                  </a:lnTo>
                  <a:lnTo>
                    <a:pt x="1869010" y="49174"/>
                  </a:lnTo>
                  <a:lnTo>
                    <a:pt x="1898676" y="46120"/>
                  </a:lnTo>
                  <a:lnTo>
                    <a:pt x="1928343" y="43061"/>
                  </a:lnTo>
                  <a:lnTo>
                    <a:pt x="1958010" y="40000"/>
                  </a:lnTo>
                  <a:lnTo>
                    <a:pt x="1987677" y="36935"/>
                  </a:lnTo>
                  <a:lnTo>
                    <a:pt x="2017344" y="33867"/>
                  </a:lnTo>
                  <a:lnTo>
                    <a:pt x="2047010" y="30797"/>
                  </a:lnTo>
                  <a:lnTo>
                    <a:pt x="2076677" y="27724"/>
                  </a:lnTo>
                  <a:lnTo>
                    <a:pt x="2106344" y="24649"/>
                  </a:lnTo>
                  <a:lnTo>
                    <a:pt x="2136011" y="21572"/>
                  </a:lnTo>
                  <a:lnTo>
                    <a:pt x="2165678" y="18494"/>
                  </a:lnTo>
                  <a:lnTo>
                    <a:pt x="2195345" y="15414"/>
                  </a:lnTo>
                  <a:lnTo>
                    <a:pt x="2225011" y="12332"/>
                  </a:lnTo>
                  <a:lnTo>
                    <a:pt x="2254678" y="9250"/>
                  </a:lnTo>
                  <a:lnTo>
                    <a:pt x="2284345" y="6167"/>
                  </a:lnTo>
                  <a:lnTo>
                    <a:pt x="2314012" y="3083"/>
                  </a:lnTo>
                  <a:lnTo>
                    <a:pt x="2343679" y="0"/>
                  </a:lnTo>
                </a:path>
              </a:pathLst>
            </a:custGeom>
            <a:ln w="27101" cap="flat">
              <a:solidFill>
                <a:srgbClr val="FFD7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2" name="rc2062"/>
            <p:cNvSpPr/>
            <p:nvPr/>
          </p:nvSpPr>
          <p:spPr>
            <a:xfrm>
              <a:off x="3372163" y="5418670"/>
              <a:ext cx="2578047" cy="31781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3" name="tx2063"/>
            <p:cNvSpPr/>
            <p:nvPr/>
          </p:nvSpPr>
          <p:spPr>
            <a:xfrm>
              <a:off x="3210161" y="8361025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2064" name="tx2064"/>
            <p:cNvSpPr/>
            <p:nvPr/>
          </p:nvSpPr>
          <p:spPr>
            <a:xfrm>
              <a:off x="3247378" y="7467606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065" name="tx2065"/>
            <p:cNvSpPr/>
            <p:nvPr/>
          </p:nvSpPr>
          <p:spPr>
            <a:xfrm>
              <a:off x="3247378" y="6576916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066" name="tx2066"/>
            <p:cNvSpPr/>
            <p:nvPr/>
          </p:nvSpPr>
          <p:spPr>
            <a:xfrm>
              <a:off x="3247378" y="5685189"/>
              <a:ext cx="62155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2067" name="pl2067"/>
            <p:cNvSpPr/>
            <p:nvPr/>
          </p:nvSpPr>
          <p:spPr>
            <a:xfrm>
              <a:off x="3337369" y="840135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8" name="pl2068"/>
            <p:cNvSpPr/>
            <p:nvPr/>
          </p:nvSpPr>
          <p:spPr>
            <a:xfrm>
              <a:off x="3337369" y="750929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9" name="pl2069"/>
            <p:cNvSpPr/>
            <p:nvPr/>
          </p:nvSpPr>
          <p:spPr>
            <a:xfrm>
              <a:off x="3337369" y="661724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0" name="pl2070"/>
            <p:cNvSpPr/>
            <p:nvPr/>
          </p:nvSpPr>
          <p:spPr>
            <a:xfrm>
              <a:off x="3337369" y="572518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1" name="pl2071"/>
            <p:cNvSpPr/>
            <p:nvPr/>
          </p:nvSpPr>
          <p:spPr>
            <a:xfrm>
              <a:off x="3637976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2" name="pl2072"/>
            <p:cNvSpPr/>
            <p:nvPr/>
          </p:nvSpPr>
          <p:spPr>
            <a:xfrm>
              <a:off x="4502431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3" name="pl2073"/>
            <p:cNvSpPr/>
            <p:nvPr/>
          </p:nvSpPr>
          <p:spPr>
            <a:xfrm>
              <a:off x="5366886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4" name="tx2074"/>
            <p:cNvSpPr/>
            <p:nvPr/>
          </p:nvSpPr>
          <p:spPr>
            <a:xfrm>
              <a:off x="3606898" y="86577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075" name="tx2075"/>
            <p:cNvSpPr/>
            <p:nvPr/>
          </p:nvSpPr>
          <p:spPr>
            <a:xfrm>
              <a:off x="4440275" y="865773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076" name="tx2076"/>
            <p:cNvSpPr/>
            <p:nvPr/>
          </p:nvSpPr>
          <p:spPr>
            <a:xfrm>
              <a:off x="5304730" y="865773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077" name="tx2077"/>
            <p:cNvSpPr/>
            <p:nvPr/>
          </p:nvSpPr>
          <p:spPr>
            <a:xfrm>
              <a:off x="3861561" y="8777412"/>
              <a:ext cx="1599251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Baseline Amyloid PET (Z)</a:t>
              </a:r>
            </a:p>
          </p:txBody>
        </p:sp>
        <p:sp>
          <p:nvSpPr>
            <p:cNvPr id="2078" name="tx2078"/>
            <p:cNvSpPr/>
            <p:nvPr/>
          </p:nvSpPr>
          <p:spPr>
            <a:xfrm rot="-5400000">
              <a:off x="2241388" y="6942179"/>
              <a:ext cx="1668896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ARC Amyloid PET (Z/year)</a:t>
              </a:r>
            </a:p>
          </p:txBody>
        </p:sp>
        <p:sp>
          <p:nvSpPr>
            <p:cNvPr id="2079" name="pl2079"/>
            <p:cNvSpPr/>
            <p:nvPr/>
          </p:nvSpPr>
          <p:spPr>
            <a:xfrm>
              <a:off x="6664435" y="7750895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0" name="pl2080"/>
            <p:cNvSpPr/>
            <p:nvPr/>
          </p:nvSpPr>
          <p:spPr>
            <a:xfrm>
              <a:off x="6664435" y="7224805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1" name="pl2081"/>
            <p:cNvSpPr/>
            <p:nvPr/>
          </p:nvSpPr>
          <p:spPr>
            <a:xfrm>
              <a:off x="6664435" y="6698715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2" name="pl2082"/>
            <p:cNvSpPr/>
            <p:nvPr/>
          </p:nvSpPr>
          <p:spPr>
            <a:xfrm>
              <a:off x="6664435" y="6172624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3" name="pl2083"/>
            <p:cNvSpPr/>
            <p:nvPr/>
          </p:nvSpPr>
          <p:spPr>
            <a:xfrm>
              <a:off x="7032698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4" name="pl2084"/>
            <p:cNvSpPr/>
            <p:nvPr/>
          </p:nvSpPr>
          <p:spPr>
            <a:xfrm>
              <a:off x="7558788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5" name="pl2085"/>
            <p:cNvSpPr/>
            <p:nvPr/>
          </p:nvSpPr>
          <p:spPr>
            <a:xfrm>
              <a:off x="8084878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6" name="pl2086"/>
            <p:cNvSpPr/>
            <p:nvPr/>
          </p:nvSpPr>
          <p:spPr>
            <a:xfrm>
              <a:off x="8610969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7" name="pl2087"/>
            <p:cNvSpPr/>
            <p:nvPr/>
          </p:nvSpPr>
          <p:spPr>
            <a:xfrm>
              <a:off x="6664435" y="8013940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8" name="pl2088"/>
            <p:cNvSpPr/>
            <p:nvPr/>
          </p:nvSpPr>
          <p:spPr>
            <a:xfrm>
              <a:off x="6664435" y="7487850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9" name="pl2089"/>
            <p:cNvSpPr/>
            <p:nvPr/>
          </p:nvSpPr>
          <p:spPr>
            <a:xfrm>
              <a:off x="6664435" y="6961760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0" name="pl2090"/>
            <p:cNvSpPr/>
            <p:nvPr/>
          </p:nvSpPr>
          <p:spPr>
            <a:xfrm>
              <a:off x="6664435" y="6435669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1" name="pl2091"/>
            <p:cNvSpPr/>
            <p:nvPr/>
          </p:nvSpPr>
          <p:spPr>
            <a:xfrm>
              <a:off x="6664435" y="5909579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2" name="pl2092"/>
            <p:cNvSpPr/>
            <p:nvPr/>
          </p:nvSpPr>
          <p:spPr>
            <a:xfrm>
              <a:off x="6769653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3" name="pl2093"/>
            <p:cNvSpPr/>
            <p:nvPr/>
          </p:nvSpPr>
          <p:spPr>
            <a:xfrm>
              <a:off x="7295743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4" name="pl2094"/>
            <p:cNvSpPr/>
            <p:nvPr/>
          </p:nvSpPr>
          <p:spPr>
            <a:xfrm>
              <a:off x="7821833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5" name="pl2095"/>
            <p:cNvSpPr/>
            <p:nvPr/>
          </p:nvSpPr>
          <p:spPr>
            <a:xfrm>
              <a:off x="8347924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6" name="pl2096"/>
            <p:cNvSpPr/>
            <p:nvPr/>
          </p:nvSpPr>
          <p:spPr>
            <a:xfrm>
              <a:off x="8874014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7" name="pl2097"/>
            <p:cNvSpPr/>
            <p:nvPr/>
          </p:nvSpPr>
          <p:spPr>
            <a:xfrm>
              <a:off x="6769653" y="5909579"/>
              <a:ext cx="2104360" cy="2104360"/>
            </a:xfrm>
            <a:custGeom>
              <a:avLst/>
              <a:pathLst>
                <a:path w="2104360" h="2104360">
                  <a:moveTo>
                    <a:pt x="0" y="2104360"/>
                  </a:moveTo>
                  <a:lnTo>
                    <a:pt x="0" y="2085054"/>
                  </a:lnTo>
                  <a:lnTo>
                    <a:pt x="0" y="2065748"/>
                  </a:lnTo>
                  <a:lnTo>
                    <a:pt x="0" y="2046442"/>
                  </a:lnTo>
                  <a:lnTo>
                    <a:pt x="0" y="2027136"/>
                  </a:lnTo>
                  <a:lnTo>
                    <a:pt x="0" y="2007830"/>
                  </a:lnTo>
                  <a:lnTo>
                    <a:pt x="9189" y="2007830"/>
                  </a:lnTo>
                  <a:lnTo>
                    <a:pt x="18378" y="2007830"/>
                  </a:lnTo>
                  <a:lnTo>
                    <a:pt x="27568" y="2007830"/>
                  </a:lnTo>
                  <a:lnTo>
                    <a:pt x="27568" y="1988524"/>
                  </a:lnTo>
                  <a:lnTo>
                    <a:pt x="27568" y="1969217"/>
                  </a:lnTo>
                  <a:lnTo>
                    <a:pt x="27568" y="1949911"/>
                  </a:lnTo>
                  <a:lnTo>
                    <a:pt x="27568" y="1930605"/>
                  </a:lnTo>
                  <a:lnTo>
                    <a:pt x="27568" y="1911299"/>
                  </a:lnTo>
                  <a:lnTo>
                    <a:pt x="36757" y="1911299"/>
                  </a:lnTo>
                  <a:lnTo>
                    <a:pt x="45946" y="1911299"/>
                  </a:lnTo>
                  <a:lnTo>
                    <a:pt x="55136" y="1911299"/>
                  </a:lnTo>
                  <a:lnTo>
                    <a:pt x="64325" y="1911299"/>
                  </a:lnTo>
                  <a:lnTo>
                    <a:pt x="64325" y="1891993"/>
                  </a:lnTo>
                  <a:lnTo>
                    <a:pt x="64325" y="1872687"/>
                  </a:lnTo>
                  <a:lnTo>
                    <a:pt x="64325" y="1853381"/>
                  </a:lnTo>
                  <a:lnTo>
                    <a:pt x="73514" y="1853381"/>
                  </a:lnTo>
                  <a:lnTo>
                    <a:pt x="82704" y="1853381"/>
                  </a:lnTo>
                  <a:lnTo>
                    <a:pt x="82704" y="1834075"/>
                  </a:lnTo>
                  <a:lnTo>
                    <a:pt x="91893" y="1834075"/>
                  </a:lnTo>
                  <a:lnTo>
                    <a:pt x="91893" y="1814769"/>
                  </a:lnTo>
                  <a:lnTo>
                    <a:pt x="101082" y="1814769"/>
                  </a:lnTo>
                  <a:lnTo>
                    <a:pt x="101082" y="1795463"/>
                  </a:lnTo>
                  <a:lnTo>
                    <a:pt x="101082" y="1776157"/>
                  </a:lnTo>
                  <a:lnTo>
                    <a:pt x="101082" y="1756851"/>
                  </a:lnTo>
                  <a:lnTo>
                    <a:pt x="110272" y="1756851"/>
                  </a:lnTo>
                  <a:lnTo>
                    <a:pt x="119461" y="1756851"/>
                  </a:lnTo>
                  <a:lnTo>
                    <a:pt x="119461" y="1737545"/>
                  </a:lnTo>
                  <a:lnTo>
                    <a:pt x="119461" y="1718239"/>
                  </a:lnTo>
                  <a:lnTo>
                    <a:pt x="119461" y="1698933"/>
                  </a:lnTo>
                  <a:lnTo>
                    <a:pt x="119461" y="1679627"/>
                  </a:lnTo>
                  <a:lnTo>
                    <a:pt x="119461" y="1660321"/>
                  </a:lnTo>
                  <a:lnTo>
                    <a:pt x="119461" y="1641014"/>
                  </a:lnTo>
                  <a:lnTo>
                    <a:pt x="119461" y="1621708"/>
                  </a:lnTo>
                  <a:lnTo>
                    <a:pt x="119461" y="1602402"/>
                  </a:lnTo>
                  <a:lnTo>
                    <a:pt x="119461" y="1583096"/>
                  </a:lnTo>
                  <a:lnTo>
                    <a:pt x="119461" y="1563790"/>
                  </a:lnTo>
                  <a:lnTo>
                    <a:pt x="128650" y="1563790"/>
                  </a:lnTo>
                  <a:lnTo>
                    <a:pt x="128650" y="1544484"/>
                  </a:lnTo>
                  <a:lnTo>
                    <a:pt x="128650" y="1525178"/>
                  </a:lnTo>
                  <a:lnTo>
                    <a:pt x="137840" y="1525178"/>
                  </a:lnTo>
                  <a:lnTo>
                    <a:pt x="137840" y="1505872"/>
                  </a:lnTo>
                  <a:lnTo>
                    <a:pt x="137840" y="1486566"/>
                  </a:lnTo>
                  <a:lnTo>
                    <a:pt x="147029" y="1486566"/>
                  </a:lnTo>
                  <a:lnTo>
                    <a:pt x="147029" y="1447954"/>
                  </a:lnTo>
                  <a:lnTo>
                    <a:pt x="156218" y="1447954"/>
                  </a:lnTo>
                  <a:lnTo>
                    <a:pt x="165408" y="1447954"/>
                  </a:lnTo>
                  <a:lnTo>
                    <a:pt x="174597" y="1447954"/>
                  </a:lnTo>
                  <a:lnTo>
                    <a:pt x="183786" y="1447954"/>
                  </a:lnTo>
                  <a:lnTo>
                    <a:pt x="183786" y="1428648"/>
                  </a:lnTo>
                  <a:lnTo>
                    <a:pt x="192976" y="1428648"/>
                  </a:lnTo>
                  <a:lnTo>
                    <a:pt x="202165" y="1428648"/>
                  </a:lnTo>
                  <a:lnTo>
                    <a:pt x="211354" y="1428648"/>
                  </a:lnTo>
                  <a:lnTo>
                    <a:pt x="220544" y="1428648"/>
                  </a:lnTo>
                  <a:lnTo>
                    <a:pt x="229733" y="1428648"/>
                  </a:lnTo>
                  <a:lnTo>
                    <a:pt x="238923" y="1428648"/>
                  </a:lnTo>
                  <a:lnTo>
                    <a:pt x="238923" y="1409342"/>
                  </a:lnTo>
                  <a:lnTo>
                    <a:pt x="238923" y="1390036"/>
                  </a:lnTo>
                  <a:lnTo>
                    <a:pt x="238923" y="1370730"/>
                  </a:lnTo>
                  <a:lnTo>
                    <a:pt x="238923" y="1351424"/>
                  </a:lnTo>
                  <a:lnTo>
                    <a:pt x="238923" y="1332118"/>
                  </a:lnTo>
                  <a:lnTo>
                    <a:pt x="248112" y="1332118"/>
                  </a:lnTo>
                  <a:lnTo>
                    <a:pt x="248112" y="1312811"/>
                  </a:lnTo>
                  <a:lnTo>
                    <a:pt x="257301" y="1312811"/>
                  </a:lnTo>
                  <a:lnTo>
                    <a:pt x="266491" y="1312811"/>
                  </a:lnTo>
                  <a:lnTo>
                    <a:pt x="266491" y="1293505"/>
                  </a:lnTo>
                  <a:lnTo>
                    <a:pt x="266491" y="1274199"/>
                  </a:lnTo>
                  <a:lnTo>
                    <a:pt x="275680" y="1274199"/>
                  </a:lnTo>
                  <a:lnTo>
                    <a:pt x="275680" y="1254893"/>
                  </a:lnTo>
                  <a:lnTo>
                    <a:pt x="275680" y="1235587"/>
                  </a:lnTo>
                  <a:lnTo>
                    <a:pt x="275680" y="1216281"/>
                  </a:lnTo>
                  <a:lnTo>
                    <a:pt x="284869" y="1216281"/>
                  </a:lnTo>
                  <a:lnTo>
                    <a:pt x="294059" y="1216281"/>
                  </a:lnTo>
                  <a:lnTo>
                    <a:pt x="294059" y="1196975"/>
                  </a:lnTo>
                  <a:lnTo>
                    <a:pt x="303248" y="1196975"/>
                  </a:lnTo>
                  <a:lnTo>
                    <a:pt x="303248" y="1177669"/>
                  </a:lnTo>
                  <a:lnTo>
                    <a:pt x="303248" y="1158363"/>
                  </a:lnTo>
                  <a:lnTo>
                    <a:pt x="312437" y="1158363"/>
                  </a:lnTo>
                  <a:lnTo>
                    <a:pt x="321627" y="1158363"/>
                  </a:lnTo>
                  <a:lnTo>
                    <a:pt x="330816" y="1158363"/>
                  </a:lnTo>
                  <a:lnTo>
                    <a:pt x="330816" y="1139057"/>
                  </a:lnTo>
                  <a:lnTo>
                    <a:pt x="330816" y="1119751"/>
                  </a:lnTo>
                  <a:lnTo>
                    <a:pt x="330816" y="1100445"/>
                  </a:lnTo>
                  <a:lnTo>
                    <a:pt x="330816" y="1081139"/>
                  </a:lnTo>
                  <a:lnTo>
                    <a:pt x="340005" y="1081139"/>
                  </a:lnTo>
                  <a:lnTo>
                    <a:pt x="340005" y="1061833"/>
                  </a:lnTo>
                  <a:lnTo>
                    <a:pt x="349195" y="1061833"/>
                  </a:lnTo>
                  <a:lnTo>
                    <a:pt x="358384" y="1061833"/>
                  </a:lnTo>
                  <a:lnTo>
                    <a:pt x="358384" y="1042527"/>
                  </a:lnTo>
                  <a:lnTo>
                    <a:pt x="367573" y="1042527"/>
                  </a:lnTo>
                  <a:lnTo>
                    <a:pt x="376763" y="1023221"/>
                  </a:lnTo>
                  <a:lnTo>
                    <a:pt x="376763" y="1003915"/>
                  </a:lnTo>
                  <a:lnTo>
                    <a:pt x="385952" y="1003915"/>
                  </a:lnTo>
                  <a:lnTo>
                    <a:pt x="385952" y="984608"/>
                  </a:lnTo>
                  <a:lnTo>
                    <a:pt x="395141" y="984608"/>
                  </a:lnTo>
                  <a:lnTo>
                    <a:pt x="395141" y="965302"/>
                  </a:lnTo>
                  <a:lnTo>
                    <a:pt x="404331" y="965302"/>
                  </a:lnTo>
                  <a:lnTo>
                    <a:pt x="413520" y="965302"/>
                  </a:lnTo>
                  <a:lnTo>
                    <a:pt x="413520" y="945996"/>
                  </a:lnTo>
                  <a:lnTo>
                    <a:pt x="413520" y="926690"/>
                  </a:lnTo>
                  <a:lnTo>
                    <a:pt x="413520" y="907384"/>
                  </a:lnTo>
                  <a:lnTo>
                    <a:pt x="413520" y="888078"/>
                  </a:lnTo>
                  <a:lnTo>
                    <a:pt x="413520" y="868772"/>
                  </a:lnTo>
                  <a:lnTo>
                    <a:pt x="422709" y="868772"/>
                  </a:lnTo>
                  <a:lnTo>
                    <a:pt x="422709" y="849466"/>
                  </a:lnTo>
                  <a:lnTo>
                    <a:pt x="422709" y="830160"/>
                  </a:lnTo>
                  <a:lnTo>
                    <a:pt x="422709" y="791548"/>
                  </a:lnTo>
                  <a:lnTo>
                    <a:pt x="422709" y="772242"/>
                  </a:lnTo>
                  <a:lnTo>
                    <a:pt x="422709" y="752936"/>
                  </a:lnTo>
                  <a:lnTo>
                    <a:pt x="422709" y="733630"/>
                  </a:lnTo>
                  <a:lnTo>
                    <a:pt x="422709" y="714324"/>
                  </a:lnTo>
                  <a:lnTo>
                    <a:pt x="431899" y="714324"/>
                  </a:lnTo>
                  <a:lnTo>
                    <a:pt x="431899" y="695018"/>
                  </a:lnTo>
                  <a:lnTo>
                    <a:pt x="441088" y="695018"/>
                  </a:lnTo>
                  <a:lnTo>
                    <a:pt x="441088" y="675712"/>
                  </a:lnTo>
                  <a:lnTo>
                    <a:pt x="450277" y="675712"/>
                  </a:lnTo>
                  <a:lnTo>
                    <a:pt x="450277" y="656405"/>
                  </a:lnTo>
                  <a:lnTo>
                    <a:pt x="450277" y="637099"/>
                  </a:lnTo>
                  <a:lnTo>
                    <a:pt x="450277" y="617793"/>
                  </a:lnTo>
                  <a:lnTo>
                    <a:pt x="450277" y="598487"/>
                  </a:lnTo>
                  <a:lnTo>
                    <a:pt x="459467" y="598487"/>
                  </a:lnTo>
                  <a:lnTo>
                    <a:pt x="459467" y="579181"/>
                  </a:lnTo>
                  <a:lnTo>
                    <a:pt x="468656" y="579181"/>
                  </a:lnTo>
                  <a:lnTo>
                    <a:pt x="468656" y="559875"/>
                  </a:lnTo>
                  <a:lnTo>
                    <a:pt x="468656" y="540569"/>
                  </a:lnTo>
                  <a:lnTo>
                    <a:pt x="477846" y="540569"/>
                  </a:lnTo>
                  <a:lnTo>
                    <a:pt x="477846" y="521263"/>
                  </a:lnTo>
                  <a:lnTo>
                    <a:pt x="477846" y="501957"/>
                  </a:lnTo>
                  <a:lnTo>
                    <a:pt x="487035" y="501957"/>
                  </a:lnTo>
                  <a:lnTo>
                    <a:pt x="496224" y="501957"/>
                  </a:lnTo>
                  <a:lnTo>
                    <a:pt x="496224" y="482651"/>
                  </a:lnTo>
                  <a:lnTo>
                    <a:pt x="505414" y="482651"/>
                  </a:lnTo>
                  <a:lnTo>
                    <a:pt x="514603" y="482651"/>
                  </a:lnTo>
                  <a:lnTo>
                    <a:pt x="514603" y="463345"/>
                  </a:lnTo>
                  <a:lnTo>
                    <a:pt x="523792" y="463345"/>
                  </a:lnTo>
                  <a:lnTo>
                    <a:pt x="532982" y="463345"/>
                  </a:lnTo>
                  <a:lnTo>
                    <a:pt x="542171" y="463345"/>
                  </a:lnTo>
                  <a:lnTo>
                    <a:pt x="542171" y="444039"/>
                  </a:lnTo>
                  <a:lnTo>
                    <a:pt x="542171" y="424733"/>
                  </a:lnTo>
                  <a:lnTo>
                    <a:pt x="551360" y="424733"/>
                  </a:lnTo>
                  <a:lnTo>
                    <a:pt x="551360" y="386121"/>
                  </a:lnTo>
                  <a:lnTo>
                    <a:pt x="560550" y="386121"/>
                  </a:lnTo>
                  <a:lnTo>
                    <a:pt x="569739" y="386121"/>
                  </a:lnTo>
                  <a:lnTo>
                    <a:pt x="588118" y="386121"/>
                  </a:lnTo>
                  <a:lnTo>
                    <a:pt x="597307" y="386121"/>
                  </a:lnTo>
                  <a:lnTo>
                    <a:pt x="606496" y="386121"/>
                  </a:lnTo>
                  <a:lnTo>
                    <a:pt x="615686" y="386121"/>
                  </a:lnTo>
                  <a:lnTo>
                    <a:pt x="624875" y="386121"/>
                  </a:lnTo>
                  <a:lnTo>
                    <a:pt x="634064" y="386121"/>
                  </a:lnTo>
                  <a:lnTo>
                    <a:pt x="643254" y="386121"/>
                  </a:lnTo>
                  <a:lnTo>
                    <a:pt x="652443" y="386121"/>
                  </a:lnTo>
                  <a:lnTo>
                    <a:pt x="661632" y="386121"/>
                  </a:lnTo>
                  <a:lnTo>
                    <a:pt x="680011" y="386121"/>
                  </a:lnTo>
                  <a:lnTo>
                    <a:pt x="689200" y="386121"/>
                  </a:lnTo>
                  <a:lnTo>
                    <a:pt x="698390" y="386121"/>
                  </a:lnTo>
                  <a:lnTo>
                    <a:pt x="707579" y="386121"/>
                  </a:lnTo>
                  <a:lnTo>
                    <a:pt x="716769" y="386121"/>
                  </a:lnTo>
                  <a:lnTo>
                    <a:pt x="725958" y="386121"/>
                  </a:lnTo>
                  <a:lnTo>
                    <a:pt x="744337" y="386121"/>
                  </a:lnTo>
                  <a:lnTo>
                    <a:pt x="753526" y="366815"/>
                  </a:lnTo>
                  <a:lnTo>
                    <a:pt x="762715" y="366815"/>
                  </a:lnTo>
                  <a:lnTo>
                    <a:pt x="771905" y="366815"/>
                  </a:lnTo>
                  <a:lnTo>
                    <a:pt x="781094" y="366815"/>
                  </a:lnTo>
                  <a:lnTo>
                    <a:pt x="781094" y="347509"/>
                  </a:lnTo>
                  <a:lnTo>
                    <a:pt x="781094" y="328202"/>
                  </a:lnTo>
                  <a:lnTo>
                    <a:pt x="790283" y="328202"/>
                  </a:lnTo>
                  <a:lnTo>
                    <a:pt x="799473" y="328202"/>
                  </a:lnTo>
                  <a:lnTo>
                    <a:pt x="827041" y="328202"/>
                  </a:lnTo>
                  <a:lnTo>
                    <a:pt x="845419" y="328202"/>
                  </a:lnTo>
                  <a:lnTo>
                    <a:pt x="854609" y="328202"/>
                  </a:lnTo>
                  <a:lnTo>
                    <a:pt x="863798" y="328202"/>
                  </a:lnTo>
                  <a:lnTo>
                    <a:pt x="872987" y="328202"/>
                  </a:lnTo>
                  <a:lnTo>
                    <a:pt x="882177" y="308896"/>
                  </a:lnTo>
                  <a:lnTo>
                    <a:pt x="900555" y="308896"/>
                  </a:lnTo>
                  <a:lnTo>
                    <a:pt x="909745" y="289590"/>
                  </a:lnTo>
                  <a:lnTo>
                    <a:pt x="918934" y="289590"/>
                  </a:lnTo>
                  <a:lnTo>
                    <a:pt x="928123" y="289590"/>
                  </a:lnTo>
                  <a:lnTo>
                    <a:pt x="937313" y="289590"/>
                  </a:lnTo>
                  <a:lnTo>
                    <a:pt x="946502" y="289590"/>
                  </a:lnTo>
                  <a:lnTo>
                    <a:pt x="955692" y="289590"/>
                  </a:lnTo>
                  <a:lnTo>
                    <a:pt x="964881" y="289590"/>
                  </a:lnTo>
                  <a:lnTo>
                    <a:pt x="974070" y="270284"/>
                  </a:lnTo>
                  <a:lnTo>
                    <a:pt x="974070" y="250978"/>
                  </a:lnTo>
                  <a:lnTo>
                    <a:pt x="992449" y="250978"/>
                  </a:lnTo>
                  <a:lnTo>
                    <a:pt x="1010828" y="231672"/>
                  </a:lnTo>
                  <a:lnTo>
                    <a:pt x="1065964" y="212366"/>
                  </a:lnTo>
                  <a:lnTo>
                    <a:pt x="1084342" y="212366"/>
                  </a:lnTo>
                  <a:lnTo>
                    <a:pt x="1093532" y="212366"/>
                  </a:lnTo>
                  <a:lnTo>
                    <a:pt x="1102721" y="212366"/>
                  </a:lnTo>
                  <a:lnTo>
                    <a:pt x="1130289" y="212366"/>
                  </a:lnTo>
                  <a:lnTo>
                    <a:pt x="1148668" y="212366"/>
                  </a:lnTo>
                  <a:lnTo>
                    <a:pt x="1167047" y="212366"/>
                  </a:lnTo>
                  <a:lnTo>
                    <a:pt x="1194615" y="212366"/>
                  </a:lnTo>
                  <a:lnTo>
                    <a:pt x="1212993" y="212366"/>
                  </a:lnTo>
                  <a:lnTo>
                    <a:pt x="1240561" y="212366"/>
                  </a:lnTo>
                  <a:lnTo>
                    <a:pt x="1258940" y="212366"/>
                  </a:lnTo>
                  <a:lnTo>
                    <a:pt x="1286508" y="212366"/>
                  </a:lnTo>
                  <a:lnTo>
                    <a:pt x="1286508" y="193060"/>
                  </a:lnTo>
                  <a:lnTo>
                    <a:pt x="1314076" y="193060"/>
                  </a:lnTo>
                  <a:lnTo>
                    <a:pt x="1341644" y="193060"/>
                  </a:lnTo>
                  <a:lnTo>
                    <a:pt x="1350833" y="193060"/>
                  </a:lnTo>
                  <a:lnTo>
                    <a:pt x="1360023" y="193060"/>
                  </a:lnTo>
                  <a:lnTo>
                    <a:pt x="1369212" y="193060"/>
                  </a:lnTo>
                  <a:lnTo>
                    <a:pt x="1378401" y="193060"/>
                  </a:lnTo>
                  <a:lnTo>
                    <a:pt x="1387591" y="193060"/>
                  </a:lnTo>
                  <a:lnTo>
                    <a:pt x="1396780" y="193060"/>
                  </a:lnTo>
                  <a:lnTo>
                    <a:pt x="1405970" y="193060"/>
                  </a:lnTo>
                  <a:lnTo>
                    <a:pt x="1415159" y="193060"/>
                  </a:lnTo>
                  <a:lnTo>
                    <a:pt x="1424348" y="193060"/>
                  </a:lnTo>
                  <a:lnTo>
                    <a:pt x="1433538" y="193060"/>
                  </a:lnTo>
                  <a:lnTo>
                    <a:pt x="1451916" y="193060"/>
                  </a:lnTo>
                  <a:lnTo>
                    <a:pt x="1470295" y="193060"/>
                  </a:lnTo>
                  <a:lnTo>
                    <a:pt x="1479484" y="193060"/>
                  </a:lnTo>
                  <a:lnTo>
                    <a:pt x="1488674" y="173754"/>
                  </a:lnTo>
                  <a:lnTo>
                    <a:pt x="1497863" y="173754"/>
                  </a:lnTo>
                  <a:lnTo>
                    <a:pt x="1497863" y="154448"/>
                  </a:lnTo>
                  <a:lnTo>
                    <a:pt x="1507052" y="154448"/>
                  </a:lnTo>
                  <a:lnTo>
                    <a:pt x="1516242" y="154448"/>
                  </a:lnTo>
                  <a:lnTo>
                    <a:pt x="1525431" y="154448"/>
                  </a:lnTo>
                  <a:lnTo>
                    <a:pt x="1543810" y="154448"/>
                  </a:lnTo>
                  <a:lnTo>
                    <a:pt x="1562188" y="154448"/>
                  </a:lnTo>
                  <a:lnTo>
                    <a:pt x="1571378" y="154448"/>
                  </a:lnTo>
                  <a:lnTo>
                    <a:pt x="1580567" y="154448"/>
                  </a:lnTo>
                  <a:lnTo>
                    <a:pt x="1598946" y="154448"/>
                  </a:lnTo>
                  <a:lnTo>
                    <a:pt x="1617324" y="154448"/>
                  </a:lnTo>
                  <a:lnTo>
                    <a:pt x="1626514" y="154448"/>
                  </a:lnTo>
                  <a:lnTo>
                    <a:pt x="1654082" y="154448"/>
                  </a:lnTo>
                  <a:lnTo>
                    <a:pt x="1672461" y="154448"/>
                  </a:lnTo>
                  <a:lnTo>
                    <a:pt x="1681650" y="154448"/>
                  </a:lnTo>
                  <a:lnTo>
                    <a:pt x="1690839" y="154448"/>
                  </a:lnTo>
                  <a:lnTo>
                    <a:pt x="1700029" y="154448"/>
                  </a:lnTo>
                  <a:lnTo>
                    <a:pt x="1709218" y="154448"/>
                  </a:lnTo>
                  <a:lnTo>
                    <a:pt x="1718407" y="154448"/>
                  </a:lnTo>
                  <a:lnTo>
                    <a:pt x="1718407" y="135142"/>
                  </a:lnTo>
                  <a:lnTo>
                    <a:pt x="1718407" y="115836"/>
                  </a:lnTo>
                  <a:lnTo>
                    <a:pt x="1727597" y="115836"/>
                  </a:lnTo>
                  <a:lnTo>
                    <a:pt x="1736786" y="115836"/>
                  </a:lnTo>
                  <a:lnTo>
                    <a:pt x="1755165" y="115836"/>
                  </a:lnTo>
                  <a:lnTo>
                    <a:pt x="1764354" y="115836"/>
                  </a:lnTo>
                  <a:lnTo>
                    <a:pt x="1773543" y="115836"/>
                  </a:lnTo>
                  <a:lnTo>
                    <a:pt x="1782733" y="115836"/>
                  </a:lnTo>
                  <a:lnTo>
                    <a:pt x="1801111" y="115836"/>
                  </a:lnTo>
                  <a:lnTo>
                    <a:pt x="1810301" y="115836"/>
                  </a:lnTo>
                  <a:lnTo>
                    <a:pt x="1819490" y="96530"/>
                  </a:lnTo>
                  <a:lnTo>
                    <a:pt x="1828679" y="96530"/>
                  </a:lnTo>
                  <a:lnTo>
                    <a:pt x="1837869" y="96530"/>
                  </a:lnTo>
                  <a:lnTo>
                    <a:pt x="1847058" y="96530"/>
                  </a:lnTo>
                  <a:lnTo>
                    <a:pt x="1865437" y="96530"/>
                  </a:lnTo>
                  <a:lnTo>
                    <a:pt x="1874626" y="96530"/>
                  </a:lnTo>
                  <a:lnTo>
                    <a:pt x="1893005" y="96530"/>
                  </a:lnTo>
                  <a:lnTo>
                    <a:pt x="1902194" y="96530"/>
                  </a:lnTo>
                  <a:lnTo>
                    <a:pt x="1911384" y="96530"/>
                  </a:lnTo>
                  <a:lnTo>
                    <a:pt x="1920573" y="96530"/>
                  </a:lnTo>
                  <a:lnTo>
                    <a:pt x="1929762" y="96530"/>
                  </a:lnTo>
                  <a:lnTo>
                    <a:pt x="1948141" y="96530"/>
                  </a:lnTo>
                  <a:lnTo>
                    <a:pt x="1966520" y="96530"/>
                  </a:lnTo>
                  <a:lnTo>
                    <a:pt x="1975709" y="77224"/>
                  </a:lnTo>
                  <a:lnTo>
                    <a:pt x="1984898" y="77224"/>
                  </a:lnTo>
                  <a:lnTo>
                    <a:pt x="1994088" y="77224"/>
                  </a:lnTo>
                  <a:lnTo>
                    <a:pt x="2003277" y="77224"/>
                  </a:lnTo>
                  <a:lnTo>
                    <a:pt x="2012466" y="77224"/>
                  </a:lnTo>
                  <a:lnTo>
                    <a:pt x="2030845" y="77224"/>
                  </a:lnTo>
                  <a:lnTo>
                    <a:pt x="2040034" y="77224"/>
                  </a:lnTo>
                  <a:lnTo>
                    <a:pt x="2040034" y="57918"/>
                  </a:lnTo>
                  <a:lnTo>
                    <a:pt x="2049224" y="57918"/>
                  </a:lnTo>
                  <a:lnTo>
                    <a:pt x="2049224" y="38612"/>
                  </a:lnTo>
                  <a:lnTo>
                    <a:pt x="2058413" y="38612"/>
                  </a:lnTo>
                  <a:lnTo>
                    <a:pt x="2067602" y="38612"/>
                  </a:lnTo>
                  <a:lnTo>
                    <a:pt x="2076792" y="38612"/>
                  </a:lnTo>
                  <a:lnTo>
                    <a:pt x="2085981" y="38612"/>
                  </a:lnTo>
                  <a:lnTo>
                    <a:pt x="2085981" y="19306"/>
                  </a:lnTo>
                  <a:lnTo>
                    <a:pt x="2095171" y="19306"/>
                  </a:lnTo>
                  <a:lnTo>
                    <a:pt x="2104360" y="19306"/>
                  </a:lnTo>
                  <a:lnTo>
                    <a:pt x="2104360" y="0"/>
                  </a:lnTo>
                </a:path>
              </a:pathLst>
            </a:custGeom>
            <a:ln w="32521" cap="flat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8" name="pl2098"/>
            <p:cNvSpPr/>
            <p:nvPr/>
          </p:nvSpPr>
          <p:spPr>
            <a:xfrm>
              <a:off x="6664435" y="5804361"/>
              <a:ext cx="2314796" cy="2314796"/>
            </a:xfrm>
            <a:custGeom>
              <a:avLst/>
              <a:pathLst>
                <a:path w="2314796" h="2314796">
                  <a:moveTo>
                    <a:pt x="0" y="2314796"/>
                  </a:moveTo>
                  <a:lnTo>
                    <a:pt x="0" y="2314796"/>
                  </a:lnTo>
                  <a:lnTo>
                    <a:pt x="2314796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099" name="pg2099"/>
            <p:cNvSpPr/>
            <p:nvPr/>
          </p:nvSpPr>
          <p:spPr>
            <a:xfrm>
              <a:off x="7295743" y="7165402"/>
              <a:ext cx="1683488" cy="855331"/>
            </a:xfrm>
            <a:custGeom>
              <a:avLst/>
              <a:pathLst>
                <a:path w="1683488" h="855331">
                  <a:moveTo>
                    <a:pt x="27318" y="855331"/>
                  </a:moveTo>
                  <a:lnTo>
                    <a:pt x="1683488" y="855331"/>
                  </a:lnTo>
                  <a:lnTo>
                    <a:pt x="1683488" y="0"/>
                  </a:lnTo>
                  <a:lnTo>
                    <a:pt x="27318" y="0"/>
                  </a:lnTo>
                  <a:lnTo>
                    <a:pt x="30610" y="199"/>
                  </a:lnTo>
                  <a:lnTo>
                    <a:pt x="26218" y="22"/>
                  </a:lnTo>
                  <a:lnTo>
                    <a:pt x="21853" y="552"/>
                  </a:lnTo>
                  <a:lnTo>
                    <a:pt x="17630" y="1775"/>
                  </a:lnTo>
                  <a:lnTo>
                    <a:pt x="13659" y="3659"/>
                  </a:lnTo>
                  <a:lnTo>
                    <a:pt x="10040" y="6157"/>
                  </a:lnTo>
                  <a:lnTo>
                    <a:pt x="6870" y="9202"/>
                  </a:lnTo>
                  <a:lnTo>
                    <a:pt x="4229" y="12717"/>
                  </a:lnTo>
                  <a:lnTo>
                    <a:pt x="2186" y="16610"/>
                  </a:lnTo>
                  <a:lnTo>
                    <a:pt x="793" y="20780"/>
                  </a:lnTo>
                  <a:lnTo>
                    <a:pt x="88" y="25119"/>
                  </a:lnTo>
                  <a:lnTo>
                    <a:pt x="0" y="27318"/>
                  </a:lnTo>
                  <a:lnTo>
                    <a:pt x="0" y="828013"/>
                  </a:lnTo>
                  <a:lnTo>
                    <a:pt x="88" y="825815"/>
                  </a:lnTo>
                  <a:lnTo>
                    <a:pt x="88" y="830211"/>
                  </a:lnTo>
                  <a:lnTo>
                    <a:pt x="793" y="834551"/>
                  </a:lnTo>
                  <a:lnTo>
                    <a:pt x="2186" y="838721"/>
                  </a:lnTo>
                  <a:lnTo>
                    <a:pt x="4229" y="842614"/>
                  </a:lnTo>
                  <a:lnTo>
                    <a:pt x="6870" y="846128"/>
                  </a:lnTo>
                  <a:lnTo>
                    <a:pt x="10040" y="849174"/>
                  </a:lnTo>
                  <a:lnTo>
                    <a:pt x="13659" y="851671"/>
                  </a:lnTo>
                  <a:lnTo>
                    <a:pt x="17630" y="853556"/>
                  </a:lnTo>
                  <a:lnTo>
                    <a:pt x="21853" y="854779"/>
                  </a:lnTo>
                  <a:lnTo>
                    <a:pt x="26218" y="855309"/>
                  </a:ln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0" name="tx2100"/>
            <p:cNvSpPr/>
            <p:nvPr/>
          </p:nvSpPr>
          <p:spPr>
            <a:xfrm>
              <a:off x="7341273" y="7180327"/>
              <a:ext cx="2113622" cy="1392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Threshold = 0.73 [0.733, 1.312]</a:t>
              </a:r>
            </a:p>
          </p:txBody>
        </p:sp>
        <p:sp>
          <p:nvSpPr>
            <p:cNvPr id="2101" name="tx2101"/>
            <p:cNvSpPr/>
            <p:nvPr/>
          </p:nvSpPr>
          <p:spPr>
            <a:xfrm>
              <a:off x="7341273" y="7425771"/>
              <a:ext cx="873178" cy="112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AUC = 0.774</a:t>
              </a:r>
            </a:p>
          </p:txBody>
        </p:sp>
        <p:sp>
          <p:nvSpPr>
            <p:cNvPr id="2102" name="tx2102"/>
            <p:cNvSpPr/>
            <p:nvPr/>
          </p:nvSpPr>
          <p:spPr>
            <a:xfrm>
              <a:off x="7341273" y="7645724"/>
              <a:ext cx="1176935" cy="1109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Precision = 0.597</a:t>
              </a:r>
            </a:p>
          </p:txBody>
        </p:sp>
        <p:sp>
          <p:nvSpPr>
            <p:cNvPr id="2103" name="tx2103"/>
            <p:cNvSpPr/>
            <p:nvPr/>
          </p:nvSpPr>
          <p:spPr>
            <a:xfrm>
              <a:off x="7341273" y="7864268"/>
              <a:ext cx="974480" cy="1109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Recall = 0.817</a:t>
              </a:r>
            </a:p>
          </p:txBody>
        </p:sp>
        <p:sp>
          <p:nvSpPr>
            <p:cNvPr id="2104" name="tx2104"/>
            <p:cNvSpPr/>
            <p:nvPr/>
          </p:nvSpPr>
          <p:spPr>
            <a:xfrm>
              <a:off x="6307884" y="7960878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2105" name="tx2105"/>
            <p:cNvSpPr/>
            <p:nvPr/>
          </p:nvSpPr>
          <p:spPr>
            <a:xfrm>
              <a:off x="6307884" y="743478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2106" name="tx2106"/>
            <p:cNvSpPr/>
            <p:nvPr/>
          </p:nvSpPr>
          <p:spPr>
            <a:xfrm>
              <a:off x="6307884" y="690869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2107" name="tx2107"/>
            <p:cNvSpPr/>
            <p:nvPr/>
          </p:nvSpPr>
          <p:spPr>
            <a:xfrm>
              <a:off x="6307884" y="638260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2108" name="tx2108"/>
            <p:cNvSpPr/>
            <p:nvPr/>
          </p:nvSpPr>
          <p:spPr>
            <a:xfrm>
              <a:off x="6307884" y="585651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2109" name="tx2109"/>
            <p:cNvSpPr/>
            <p:nvPr/>
          </p:nvSpPr>
          <p:spPr>
            <a:xfrm>
              <a:off x="6631233" y="8196716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2110" name="tx2110"/>
            <p:cNvSpPr/>
            <p:nvPr/>
          </p:nvSpPr>
          <p:spPr>
            <a:xfrm>
              <a:off x="7157323" y="8196716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2111" name="tx2111"/>
            <p:cNvSpPr/>
            <p:nvPr/>
          </p:nvSpPr>
          <p:spPr>
            <a:xfrm>
              <a:off x="7683413" y="8196716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2112" name="tx2112"/>
            <p:cNvSpPr/>
            <p:nvPr/>
          </p:nvSpPr>
          <p:spPr>
            <a:xfrm>
              <a:off x="8209503" y="8196716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2113" name="tx2113"/>
            <p:cNvSpPr/>
            <p:nvPr/>
          </p:nvSpPr>
          <p:spPr>
            <a:xfrm>
              <a:off x="8735594" y="8196716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2114" name="tx2114"/>
            <p:cNvSpPr/>
            <p:nvPr/>
          </p:nvSpPr>
          <p:spPr>
            <a:xfrm>
              <a:off x="6443449" y="8346439"/>
              <a:ext cx="2756768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False Positive Rate (1 - Specificity)</a:t>
              </a:r>
            </a:p>
          </p:txBody>
        </p:sp>
        <p:sp>
          <p:nvSpPr>
            <p:cNvPr id="2115" name="tx2115"/>
            <p:cNvSpPr/>
            <p:nvPr/>
          </p:nvSpPr>
          <p:spPr>
            <a:xfrm rot="-5400000">
              <a:off x="4936867" y="6878329"/>
              <a:ext cx="2430685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True Positive Rate (Sensitivity)</a:t>
              </a:r>
            </a:p>
          </p:txBody>
        </p:sp>
        <p:sp>
          <p:nvSpPr>
            <p:cNvPr id="2116" name="rc2116"/>
            <p:cNvSpPr/>
            <p:nvPr/>
          </p:nvSpPr>
          <p:spPr>
            <a:xfrm>
              <a:off x="9067800" y="5349081"/>
              <a:ext cx="15240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7" name="rc2117"/>
            <p:cNvSpPr/>
            <p:nvPr/>
          </p:nvSpPr>
          <p:spPr>
            <a:xfrm>
              <a:off x="9468163" y="5418670"/>
              <a:ext cx="1054047" cy="31781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18" name="pl2118"/>
            <p:cNvSpPr/>
            <p:nvPr/>
          </p:nvSpPr>
          <p:spPr>
            <a:xfrm>
              <a:off x="9468163" y="7955325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9" name="pl2119"/>
            <p:cNvSpPr/>
            <p:nvPr/>
          </p:nvSpPr>
          <p:spPr>
            <a:xfrm>
              <a:off x="9468163" y="7063271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0" name="pl2120"/>
            <p:cNvSpPr/>
            <p:nvPr/>
          </p:nvSpPr>
          <p:spPr>
            <a:xfrm>
              <a:off x="9468163" y="6171216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1" name="pl2121"/>
            <p:cNvSpPr/>
            <p:nvPr/>
          </p:nvSpPr>
          <p:spPr>
            <a:xfrm>
              <a:off x="9753560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2" name="pl2122"/>
            <p:cNvSpPr/>
            <p:nvPr/>
          </p:nvSpPr>
          <p:spPr>
            <a:xfrm>
              <a:off x="10106997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3" name="pl2123"/>
            <p:cNvSpPr/>
            <p:nvPr/>
          </p:nvSpPr>
          <p:spPr>
            <a:xfrm>
              <a:off x="10460434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4" name="pl2124"/>
            <p:cNvSpPr/>
            <p:nvPr/>
          </p:nvSpPr>
          <p:spPr>
            <a:xfrm>
              <a:off x="9468163" y="8401353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5" name="pl2125"/>
            <p:cNvSpPr/>
            <p:nvPr/>
          </p:nvSpPr>
          <p:spPr>
            <a:xfrm>
              <a:off x="9468163" y="7509298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6" name="pl2126"/>
            <p:cNvSpPr/>
            <p:nvPr/>
          </p:nvSpPr>
          <p:spPr>
            <a:xfrm>
              <a:off x="9468163" y="6617243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7" name="pl2127"/>
            <p:cNvSpPr/>
            <p:nvPr/>
          </p:nvSpPr>
          <p:spPr>
            <a:xfrm>
              <a:off x="9468163" y="5725189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8" name="pl2128"/>
            <p:cNvSpPr/>
            <p:nvPr/>
          </p:nvSpPr>
          <p:spPr>
            <a:xfrm>
              <a:off x="9576842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9" name="pl2129"/>
            <p:cNvSpPr/>
            <p:nvPr/>
          </p:nvSpPr>
          <p:spPr>
            <a:xfrm>
              <a:off x="9930279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0" name="pl2130"/>
            <p:cNvSpPr/>
            <p:nvPr/>
          </p:nvSpPr>
          <p:spPr>
            <a:xfrm>
              <a:off x="10283715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1" name="pt2131"/>
            <p:cNvSpPr/>
            <p:nvPr/>
          </p:nvSpPr>
          <p:spPr>
            <a:xfrm>
              <a:off x="9710509" y="765165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2" name="pt2132"/>
            <p:cNvSpPr/>
            <p:nvPr/>
          </p:nvSpPr>
          <p:spPr>
            <a:xfrm>
              <a:off x="9590999" y="740104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3" name="pt2133"/>
            <p:cNvSpPr/>
            <p:nvPr/>
          </p:nvSpPr>
          <p:spPr>
            <a:xfrm>
              <a:off x="9539576" y="749460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4" name="pt2134"/>
            <p:cNvSpPr/>
            <p:nvPr/>
          </p:nvSpPr>
          <p:spPr>
            <a:xfrm>
              <a:off x="9533149" y="746852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5" name="pt2135"/>
            <p:cNvSpPr/>
            <p:nvPr/>
          </p:nvSpPr>
          <p:spPr>
            <a:xfrm>
              <a:off x="9702177" y="674596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6" name="pt2136"/>
            <p:cNvSpPr/>
            <p:nvPr/>
          </p:nvSpPr>
          <p:spPr>
            <a:xfrm>
              <a:off x="10372101" y="687257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7" name="pt2137"/>
            <p:cNvSpPr/>
            <p:nvPr/>
          </p:nvSpPr>
          <p:spPr>
            <a:xfrm>
              <a:off x="9631709" y="719325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8" name="pt2138"/>
            <p:cNvSpPr/>
            <p:nvPr/>
          </p:nvSpPr>
          <p:spPr>
            <a:xfrm>
              <a:off x="9519579" y="748108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9" name="pt2139"/>
            <p:cNvSpPr/>
            <p:nvPr/>
          </p:nvSpPr>
          <p:spPr>
            <a:xfrm>
              <a:off x="9551242" y="751243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0" name="pt2140"/>
            <p:cNvSpPr/>
            <p:nvPr/>
          </p:nvSpPr>
          <p:spPr>
            <a:xfrm>
              <a:off x="9532434" y="739337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1" name="pt2141"/>
            <p:cNvSpPr/>
            <p:nvPr/>
          </p:nvSpPr>
          <p:spPr>
            <a:xfrm>
              <a:off x="9945721" y="725855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2" name="pt2142"/>
            <p:cNvSpPr/>
            <p:nvPr/>
          </p:nvSpPr>
          <p:spPr>
            <a:xfrm>
              <a:off x="9752886" y="734501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3" name="pt2143"/>
            <p:cNvSpPr/>
            <p:nvPr/>
          </p:nvSpPr>
          <p:spPr>
            <a:xfrm>
              <a:off x="9568621" y="752534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4" name="pt2144"/>
            <p:cNvSpPr/>
            <p:nvPr/>
          </p:nvSpPr>
          <p:spPr>
            <a:xfrm>
              <a:off x="9721699" y="740481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5" name="pt2145"/>
            <p:cNvSpPr/>
            <p:nvPr/>
          </p:nvSpPr>
          <p:spPr>
            <a:xfrm>
              <a:off x="9544338" y="742021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6" name="pt2146"/>
            <p:cNvSpPr/>
            <p:nvPr/>
          </p:nvSpPr>
          <p:spPr>
            <a:xfrm>
              <a:off x="9587428" y="718630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7" name="pt2147"/>
            <p:cNvSpPr/>
            <p:nvPr/>
          </p:nvSpPr>
          <p:spPr>
            <a:xfrm>
              <a:off x="9694797" y="788677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8" name="pt2148"/>
            <p:cNvSpPr/>
            <p:nvPr/>
          </p:nvSpPr>
          <p:spPr>
            <a:xfrm>
              <a:off x="9519817" y="731296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9" name="pt2149"/>
            <p:cNvSpPr/>
            <p:nvPr/>
          </p:nvSpPr>
          <p:spPr>
            <a:xfrm>
              <a:off x="10121891" y="624368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0" name="pt2150"/>
            <p:cNvSpPr/>
            <p:nvPr/>
          </p:nvSpPr>
          <p:spPr>
            <a:xfrm>
              <a:off x="9785739" y="727981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1" name="pt2151"/>
            <p:cNvSpPr/>
            <p:nvPr/>
          </p:nvSpPr>
          <p:spPr>
            <a:xfrm>
              <a:off x="9555051" y="751433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2" name="pt2152"/>
            <p:cNvSpPr/>
            <p:nvPr/>
          </p:nvSpPr>
          <p:spPr>
            <a:xfrm>
              <a:off x="9612187" y="716200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3" name="pt2153"/>
            <p:cNvSpPr/>
            <p:nvPr/>
          </p:nvSpPr>
          <p:spPr>
            <a:xfrm>
              <a:off x="9592428" y="738759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4" name="pt2154"/>
            <p:cNvSpPr/>
            <p:nvPr/>
          </p:nvSpPr>
          <p:spPr>
            <a:xfrm>
              <a:off x="9692654" y="714433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5" name="pt2155"/>
            <p:cNvSpPr/>
            <p:nvPr/>
          </p:nvSpPr>
          <p:spPr>
            <a:xfrm>
              <a:off x="9584095" y="744952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6" name="pt2156"/>
            <p:cNvSpPr/>
            <p:nvPr/>
          </p:nvSpPr>
          <p:spPr>
            <a:xfrm>
              <a:off x="9566002" y="751940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7" name="pt2157"/>
            <p:cNvSpPr/>
            <p:nvPr/>
          </p:nvSpPr>
          <p:spPr>
            <a:xfrm>
              <a:off x="9555289" y="724813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8" name="pt2158"/>
            <p:cNvSpPr/>
            <p:nvPr/>
          </p:nvSpPr>
          <p:spPr>
            <a:xfrm>
              <a:off x="9546718" y="747641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9" name="pt2159"/>
            <p:cNvSpPr/>
            <p:nvPr/>
          </p:nvSpPr>
          <p:spPr>
            <a:xfrm>
              <a:off x="9535529" y="748866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0" name="pt2160"/>
            <p:cNvSpPr/>
            <p:nvPr/>
          </p:nvSpPr>
          <p:spPr>
            <a:xfrm>
              <a:off x="9743125" y="776018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1" name="pt2161"/>
            <p:cNvSpPr/>
            <p:nvPr/>
          </p:nvSpPr>
          <p:spPr>
            <a:xfrm>
              <a:off x="9799547" y="699851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2" name="pt2162"/>
            <p:cNvSpPr/>
            <p:nvPr/>
          </p:nvSpPr>
          <p:spPr>
            <a:xfrm>
              <a:off x="9776930" y="755478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3" name="pt2163"/>
            <p:cNvSpPr/>
            <p:nvPr/>
          </p:nvSpPr>
          <p:spPr>
            <a:xfrm>
              <a:off x="9833829" y="758231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4" name="pt2164"/>
            <p:cNvSpPr/>
            <p:nvPr/>
          </p:nvSpPr>
          <p:spPr>
            <a:xfrm>
              <a:off x="9531720" y="744661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5" name="pt2165"/>
            <p:cNvSpPr/>
            <p:nvPr/>
          </p:nvSpPr>
          <p:spPr>
            <a:xfrm>
              <a:off x="9577905" y="723803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6" name="pt2166"/>
            <p:cNvSpPr/>
            <p:nvPr/>
          </p:nvSpPr>
          <p:spPr>
            <a:xfrm>
              <a:off x="9550766" y="712696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7" name="pt2167"/>
            <p:cNvSpPr/>
            <p:nvPr/>
          </p:nvSpPr>
          <p:spPr>
            <a:xfrm>
              <a:off x="9531720" y="745584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8" name="pt2168"/>
            <p:cNvSpPr/>
            <p:nvPr/>
          </p:nvSpPr>
          <p:spPr>
            <a:xfrm>
              <a:off x="9550290" y="759490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9" name="pt2169"/>
            <p:cNvSpPr/>
            <p:nvPr/>
          </p:nvSpPr>
          <p:spPr>
            <a:xfrm>
              <a:off x="9547909" y="751462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0" name="pt2170"/>
            <p:cNvSpPr/>
            <p:nvPr/>
          </p:nvSpPr>
          <p:spPr>
            <a:xfrm>
              <a:off x="9712176" y="728958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1" name="pt2171"/>
            <p:cNvSpPr/>
            <p:nvPr/>
          </p:nvSpPr>
          <p:spPr>
            <a:xfrm>
              <a:off x="10089514" y="739044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2" name="pt2172"/>
            <p:cNvSpPr/>
            <p:nvPr/>
          </p:nvSpPr>
          <p:spPr>
            <a:xfrm>
              <a:off x="9624329" y="679803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3" name="pt2173"/>
            <p:cNvSpPr/>
            <p:nvPr/>
          </p:nvSpPr>
          <p:spPr>
            <a:xfrm>
              <a:off x="9552194" y="763268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4" name="pt2174"/>
            <p:cNvSpPr/>
            <p:nvPr/>
          </p:nvSpPr>
          <p:spPr>
            <a:xfrm>
              <a:off x="9571954" y="757603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5" name="pt2175"/>
            <p:cNvSpPr/>
            <p:nvPr/>
          </p:nvSpPr>
          <p:spPr>
            <a:xfrm>
              <a:off x="9524578" y="742458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6" name="pt2176"/>
            <p:cNvSpPr/>
            <p:nvPr/>
          </p:nvSpPr>
          <p:spPr>
            <a:xfrm>
              <a:off x="9548385" y="746850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7" name="pt2177"/>
            <p:cNvSpPr/>
            <p:nvPr/>
          </p:nvSpPr>
          <p:spPr>
            <a:xfrm>
              <a:off x="9555051" y="753490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8" name="pt2178"/>
            <p:cNvSpPr/>
            <p:nvPr/>
          </p:nvSpPr>
          <p:spPr>
            <a:xfrm>
              <a:off x="9545766" y="747276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9" name="pt2179"/>
            <p:cNvSpPr/>
            <p:nvPr/>
          </p:nvSpPr>
          <p:spPr>
            <a:xfrm>
              <a:off x="9542909" y="751674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0" name="pt2180"/>
            <p:cNvSpPr/>
            <p:nvPr/>
          </p:nvSpPr>
          <p:spPr>
            <a:xfrm>
              <a:off x="9564336" y="761078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1" name="pt2181"/>
            <p:cNvSpPr/>
            <p:nvPr/>
          </p:nvSpPr>
          <p:spPr>
            <a:xfrm>
              <a:off x="9564574" y="717091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2" name="pt2182"/>
            <p:cNvSpPr/>
            <p:nvPr/>
          </p:nvSpPr>
          <p:spPr>
            <a:xfrm>
              <a:off x="9555527" y="735488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3" name="pt2183"/>
            <p:cNvSpPr/>
            <p:nvPr/>
          </p:nvSpPr>
          <p:spPr>
            <a:xfrm>
              <a:off x="9555289" y="739253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4" name="pt2184"/>
            <p:cNvSpPr/>
            <p:nvPr/>
          </p:nvSpPr>
          <p:spPr>
            <a:xfrm>
              <a:off x="9526959" y="748748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5" name="pt2185"/>
            <p:cNvSpPr/>
            <p:nvPr/>
          </p:nvSpPr>
          <p:spPr>
            <a:xfrm>
              <a:off x="9602426" y="750374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6" name="pt2186"/>
            <p:cNvSpPr/>
            <p:nvPr/>
          </p:nvSpPr>
          <p:spPr>
            <a:xfrm>
              <a:off x="10423048" y="691570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7" name="pt2187"/>
            <p:cNvSpPr/>
            <p:nvPr/>
          </p:nvSpPr>
          <p:spPr>
            <a:xfrm>
              <a:off x="9710986" y="737671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8" name="pt2188"/>
            <p:cNvSpPr/>
            <p:nvPr/>
          </p:nvSpPr>
          <p:spPr>
            <a:xfrm>
              <a:off x="9611711" y="700605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9" name="pt2189"/>
            <p:cNvSpPr/>
            <p:nvPr/>
          </p:nvSpPr>
          <p:spPr>
            <a:xfrm>
              <a:off x="9658611" y="713192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0" name="pt2190"/>
            <p:cNvSpPr/>
            <p:nvPr/>
          </p:nvSpPr>
          <p:spPr>
            <a:xfrm>
              <a:off x="9541481" y="745033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1" name="pt2191"/>
            <p:cNvSpPr/>
            <p:nvPr/>
          </p:nvSpPr>
          <p:spPr>
            <a:xfrm>
              <a:off x="9560526" y="748025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2" name="pt2192"/>
            <p:cNvSpPr/>
            <p:nvPr/>
          </p:nvSpPr>
          <p:spPr>
            <a:xfrm>
              <a:off x="9564812" y="728521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3" name="pt2193"/>
            <p:cNvSpPr/>
            <p:nvPr/>
          </p:nvSpPr>
          <p:spPr>
            <a:xfrm>
              <a:off x="9599332" y="737212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4" name="pt2194"/>
            <p:cNvSpPr/>
            <p:nvPr/>
          </p:nvSpPr>
          <p:spPr>
            <a:xfrm>
              <a:off x="9551004" y="736658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5" name="pt2195"/>
            <p:cNvSpPr/>
            <p:nvPr/>
          </p:nvSpPr>
          <p:spPr>
            <a:xfrm>
              <a:off x="9552194" y="750150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6" name="pt2196"/>
            <p:cNvSpPr/>
            <p:nvPr/>
          </p:nvSpPr>
          <p:spPr>
            <a:xfrm>
              <a:off x="10065469" y="740664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7" name="pt2197"/>
            <p:cNvSpPr/>
            <p:nvPr/>
          </p:nvSpPr>
          <p:spPr>
            <a:xfrm>
              <a:off x="9621948" y="762702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8" name="pt2198"/>
            <p:cNvSpPr/>
            <p:nvPr/>
          </p:nvSpPr>
          <p:spPr>
            <a:xfrm>
              <a:off x="9574572" y="755260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9" name="pt2199"/>
            <p:cNvSpPr/>
            <p:nvPr/>
          </p:nvSpPr>
          <p:spPr>
            <a:xfrm>
              <a:off x="10146174" y="588020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0" name="pt2200"/>
            <p:cNvSpPr/>
            <p:nvPr/>
          </p:nvSpPr>
          <p:spPr>
            <a:xfrm>
              <a:off x="9520293" y="744274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1" name="pt2201"/>
            <p:cNvSpPr/>
            <p:nvPr/>
          </p:nvSpPr>
          <p:spPr>
            <a:xfrm>
              <a:off x="9868587" y="740038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2" name="pt2202"/>
            <p:cNvSpPr/>
            <p:nvPr/>
          </p:nvSpPr>
          <p:spPr>
            <a:xfrm>
              <a:off x="9842399" y="778628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3" name="pt2203"/>
            <p:cNvSpPr/>
            <p:nvPr/>
          </p:nvSpPr>
          <p:spPr>
            <a:xfrm>
              <a:off x="10268779" y="638885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4" name="pt2204"/>
            <p:cNvSpPr/>
            <p:nvPr/>
          </p:nvSpPr>
          <p:spPr>
            <a:xfrm>
              <a:off x="9528149" y="743713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5" name="pt2205"/>
            <p:cNvSpPr/>
            <p:nvPr/>
          </p:nvSpPr>
          <p:spPr>
            <a:xfrm>
              <a:off x="10138318" y="776291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6" name="pt2206"/>
            <p:cNvSpPr/>
            <p:nvPr/>
          </p:nvSpPr>
          <p:spPr>
            <a:xfrm>
              <a:off x="10124748" y="754964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7" name="pt2207"/>
            <p:cNvSpPr/>
            <p:nvPr/>
          </p:nvSpPr>
          <p:spPr>
            <a:xfrm>
              <a:off x="9915010" y="702756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8" name="pt2208"/>
            <p:cNvSpPr/>
            <p:nvPr/>
          </p:nvSpPr>
          <p:spPr>
            <a:xfrm>
              <a:off x="9685988" y="753925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9" name="pt2209"/>
            <p:cNvSpPr/>
            <p:nvPr/>
          </p:nvSpPr>
          <p:spPr>
            <a:xfrm>
              <a:off x="9591951" y="717913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0" name="pt2210"/>
            <p:cNvSpPr/>
            <p:nvPr/>
          </p:nvSpPr>
          <p:spPr>
            <a:xfrm>
              <a:off x="9572192" y="737772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1" name="pt2211"/>
            <p:cNvSpPr/>
            <p:nvPr/>
          </p:nvSpPr>
          <p:spPr>
            <a:xfrm>
              <a:off x="10408526" y="657472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2" name="pt2212"/>
            <p:cNvSpPr/>
            <p:nvPr/>
          </p:nvSpPr>
          <p:spPr>
            <a:xfrm>
              <a:off x="9702653" y="758958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3" name="pt2213"/>
            <p:cNvSpPr/>
            <p:nvPr/>
          </p:nvSpPr>
          <p:spPr>
            <a:xfrm>
              <a:off x="9715747" y="658686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4" name="pt2214"/>
            <p:cNvSpPr/>
            <p:nvPr/>
          </p:nvSpPr>
          <p:spPr>
            <a:xfrm>
              <a:off x="9529816" y="743892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5" name="pt2215"/>
            <p:cNvSpPr/>
            <p:nvPr/>
          </p:nvSpPr>
          <p:spPr>
            <a:xfrm>
              <a:off x="9575049" y="748518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6" name="pt2216"/>
            <p:cNvSpPr/>
            <p:nvPr/>
          </p:nvSpPr>
          <p:spPr>
            <a:xfrm>
              <a:off x="10189503" y="790714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7" name="pt2217"/>
            <p:cNvSpPr/>
            <p:nvPr/>
          </p:nvSpPr>
          <p:spPr>
            <a:xfrm>
              <a:off x="10113321" y="738096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8" name="pt2218"/>
            <p:cNvSpPr/>
            <p:nvPr/>
          </p:nvSpPr>
          <p:spPr>
            <a:xfrm>
              <a:off x="9660039" y="728892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9" name="pt2219"/>
            <p:cNvSpPr/>
            <p:nvPr/>
          </p:nvSpPr>
          <p:spPr>
            <a:xfrm>
              <a:off x="10005000" y="701873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0" name="pt2220"/>
            <p:cNvSpPr/>
            <p:nvPr/>
          </p:nvSpPr>
          <p:spPr>
            <a:xfrm>
              <a:off x="9542671" y="749131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1" name="pt2221"/>
            <p:cNvSpPr/>
            <p:nvPr/>
          </p:nvSpPr>
          <p:spPr>
            <a:xfrm>
              <a:off x="9866682" y="730943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2" name="pt2222"/>
            <p:cNvSpPr/>
            <p:nvPr/>
          </p:nvSpPr>
          <p:spPr>
            <a:xfrm>
              <a:off x="9600046" y="720890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3" name="pt2223"/>
            <p:cNvSpPr/>
            <p:nvPr/>
          </p:nvSpPr>
          <p:spPr>
            <a:xfrm>
              <a:off x="9760028" y="706687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4" name="pt2224"/>
            <p:cNvSpPr/>
            <p:nvPr/>
          </p:nvSpPr>
          <p:spPr>
            <a:xfrm>
              <a:off x="9586000" y="750884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5" name="pt2225"/>
            <p:cNvSpPr/>
            <p:nvPr/>
          </p:nvSpPr>
          <p:spPr>
            <a:xfrm>
              <a:off x="9561955" y="750423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6" name="pt2226"/>
            <p:cNvSpPr/>
            <p:nvPr/>
          </p:nvSpPr>
          <p:spPr>
            <a:xfrm>
              <a:off x="9762884" y="675052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7" name="pt2227"/>
            <p:cNvSpPr/>
            <p:nvPr/>
          </p:nvSpPr>
          <p:spPr>
            <a:xfrm>
              <a:off x="9723127" y="736357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8" name="pt2228"/>
            <p:cNvSpPr/>
            <p:nvPr/>
          </p:nvSpPr>
          <p:spPr>
            <a:xfrm>
              <a:off x="9529340" y="750608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9" name="pt2229"/>
            <p:cNvSpPr/>
            <p:nvPr/>
          </p:nvSpPr>
          <p:spPr>
            <a:xfrm>
              <a:off x="9561003" y="701705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0" name="pt2230"/>
            <p:cNvSpPr/>
            <p:nvPr/>
          </p:nvSpPr>
          <p:spPr>
            <a:xfrm>
              <a:off x="9582905" y="723691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1" name="pt2231"/>
            <p:cNvSpPr/>
            <p:nvPr/>
          </p:nvSpPr>
          <p:spPr>
            <a:xfrm>
              <a:off x="9528387" y="747859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2" name="pt2232"/>
            <p:cNvSpPr/>
            <p:nvPr/>
          </p:nvSpPr>
          <p:spPr>
            <a:xfrm>
              <a:off x="9512675" y="747007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3" name="pt2233"/>
            <p:cNvSpPr/>
            <p:nvPr/>
          </p:nvSpPr>
          <p:spPr>
            <a:xfrm>
              <a:off x="9551004" y="748491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4" name="pt2234"/>
            <p:cNvSpPr/>
            <p:nvPr/>
          </p:nvSpPr>
          <p:spPr>
            <a:xfrm>
              <a:off x="9575525" y="748787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5" name="pt2235"/>
            <p:cNvSpPr/>
            <p:nvPr/>
          </p:nvSpPr>
          <p:spPr>
            <a:xfrm>
              <a:off x="9541005" y="739976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6" name="pt2236"/>
            <p:cNvSpPr/>
            <p:nvPr/>
          </p:nvSpPr>
          <p:spPr>
            <a:xfrm>
              <a:off x="9826211" y="748680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7" name="pt2237"/>
            <p:cNvSpPr/>
            <p:nvPr/>
          </p:nvSpPr>
          <p:spPr>
            <a:xfrm>
              <a:off x="9622424" y="691320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8" name="pt2238"/>
            <p:cNvSpPr/>
            <p:nvPr/>
          </p:nvSpPr>
          <p:spPr>
            <a:xfrm>
              <a:off x="10306394" y="602235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9" name="pt2239"/>
            <p:cNvSpPr/>
            <p:nvPr/>
          </p:nvSpPr>
          <p:spPr>
            <a:xfrm>
              <a:off x="9513151" y="743096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0" name="pt2240"/>
            <p:cNvSpPr/>
            <p:nvPr/>
          </p:nvSpPr>
          <p:spPr>
            <a:xfrm>
              <a:off x="9569335" y="737658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1" name="pt2241"/>
            <p:cNvSpPr/>
            <p:nvPr/>
          </p:nvSpPr>
          <p:spPr>
            <a:xfrm>
              <a:off x="9543386" y="749863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2" name="pt2242"/>
            <p:cNvSpPr/>
            <p:nvPr/>
          </p:nvSpPr>
          <p:spPr>
            <a:xfrm>
              <a:off x="9563859" y="750353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3" name="pt2243"/>
            <p:cNvSpPr/>
            <p:nvPr/>
          </p:nvSpPr>
          <p:spPr>
            <a:xfrm>
              <a:off x="10394241" y="813273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4" name="pt2244"/>
            <p:cNvSpPr/>
            <p:nvPr/>
          </p:nvSpPr>
          <p:spPr>
            <a:xfrm>
              <a:off x="9571001" y="751794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5" name="pt2245"/>
            <p:cNvSpPr/>
            <p:nvPr/>
          </p:nvSpPr>
          <p:spPr>
            <a:xfrm>
              <a:off x="9555289" y="752272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6" name="pt2246"/>
            <p:cNvSpPr/>
            <p:nvPr/>
          </p:nvSpPr>
          <p:spPr>
            <a:xfrm>
              <a:off x="9562669" y="766238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7" name="pt2247"/>
            <p:cNvSpPr/>
            <p:nvPr/>
          </p:nvSpPr>
          <p:spPr>
            <a:xfrm>
              <a:off x="9538624" y="740068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8" name="pt2248"/>
            <p:cNvSpPr/>
            <p:nvPr/>
          </p:nvSpPr>
          <p:spPr>
            <a:xfrm>
              <a:off x="9958100" y="695315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9" name="pt2249"/>
            <p:cNvSpPr/>
            <p:nvPr/>
          </p:nvSpPr>
          <p:spPr>
            <a:xfrm>
              <a:off x="9571716" y="750927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0" name="pt2250"/>
            <p:cNvSpPr/>
            <p:nvPr/>
          </p:nvSpPr>
          <p:spPr>
            <a:xfrm>
              <a:off x="9574334" y="747361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1" name="pt2251"/>
            <p:cNvSpPr/>
            <p:nvPr/>
          </p:nvSpPr>
          <p:spPr>
            <a:xfrm>
              <a:off x="10271874" y="722069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2" name="pt2252"/>
            <p:cNvSpPr/>
            <p:nvPr/>
          </p:nvSpPr>
          <p:spPr>
            <a:xfrm>
              <a:off x="9975241" y="725921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3" name="pt2253"/>
            <p:cNvSpPr/>
            <p:nvPr/>
          </p:nvSpPr>
          <p:spPr>
            <a:xfrm>
              <a:off x="9673847" y="751703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4" name="pt2254"/>
            <p:cNvSpPr/>
            <p:nvPr/>
          </p:nvSpPr>
          <p:spPr>
            <a:xfrm>
              <a:off x="9528625" y="736831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5" name="pt2255"/>
            <p:cNvSpPr/>
            <p:nvPr/>
          </p:nvSpPr>
          <p:spPr>
            <a:xfrm>
              <a:off x="9558860" y="755684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6" name="pt2256"/>
            <p:cNvSpPr/>
            <p:nvPr/>
          </p:nvSpPr>
          <p:spPr>
            <a:xfrm>
              <a:off x="9714319" y="700021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7" name="pt2257"/>
            <p:cNvSpPr/>
            <p:nvPr/>
          </p:nvSpPr>
          <p:spPr>
            <a:xfrm>
              <a:off x="9572906" y="749039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8" name="pt2258"/>
            <p:cNvSpPr/>
            <p:nvPr/>
          </p:nvSpPr>
          <p:spPr>
            <a:xfrm>
              <a:off x="9834067" y="723641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9" name="pt2259"/>
            <p:cNvSpPr/>
            <p:nvPr/>
          </p:nvSpPr>
          <p:spPr>
            <a:xfrm>
              <a:off x="9552432" y="749142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0" name="pt2260"/>
            <p:cNvSpPr/>
            <p:nvPr/>
          </p:nvSpPr>
          <p:spPr>
            <a:xfrm>
              <a:off x="9528387" y="741265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1" name="pt2261"/>
            <p:cNvSpPr/>
            <p:nvPr/>
          </p:nvSpPr>
          <p:spPr>
            <a:xfrm>
              <a:off x="9771217" y="729217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2" name="pt2262"/>
            <p:cNvSpPr/>
            <p:nvPr/>
          </p:nvSpPr>
          <p:spPr>
            <a:xfrm>
              <a:off x="9491249" y="729074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3" name="pt2263"/>
            <p:cNvSpPr/>
            <p:nvPr/>
          </p:nvSpPr>
          <p:spPr>
            <a:xfrm>
              <a:off x="9531006" y="755833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4" name="pt2264"/>
            <p:cNvSpPr/>
            <p:nvPr/>
          </p:nvSpPr>
          <p:spPr>
            <a:xfrm>
              <a:off x="9729317" y="751758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5" name="pt2265"/>
            <p:cNvSpPr/>
            <p:nvPr/>
          </p:nvSpPr>
          <p:spPr>
            <a:xfrm>
              <a:off x="9822640" y="740998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6" name="pt2266"/>
            <p:cNvSpPr/>
            <p:nvPr/>
          </p:nvSpPr>
          <p:spPr>
            <a:xfrm>
              <a:off x="9545766" y="73956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7" name="pt2267"/>
            <p:cNvSpPr/>
            <p:nvPr/>
          </p:nvSpPr>
          <p:spPr>
            <a:xfrm>
              <a:off x="9567907" y="749225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8" name="pt2268"/>
            <p:cNvSpPr/>
            <p:nvPr/>
          </p:nvSpPr>
          <p:spPr>
            <a:xfrm>
              <a:off x="9543862" y="748351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9" name="pt2269"/>
            <p:cNvSpPr/>
            <p:nvPr/>
          </p:nvSpPr>
          <p:spPr>
            <a:xfrm>
              <a:off x="9681941" y="757134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0" name="pt2270"/>
            <p:cNvSpPr/>
            <p:nvPr/>
          </p:nvSpPr>
          <p:spPr>
            <a:xfrm>
              <a:off x="9742411" y="665592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1" name="pt2271"/>
            <p:cNvSpPr/>
            <p:nvPr/>
          </p:nvSpPr>
          <p:spPr>
            <a:xfrm>
              <a:off x="9546242" y="745728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2" name="pt2272"/>
            <p:cNvSpPr/>
            <p:nvPr/>
          </p:nvSpPr>
          <p:spPr>
            <a:xfrm>
              <a:off x="9538862" y="747642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3" name="pt2273"/>
            <p:cNvSpPr/>
            <p:nvPr/>
          </p:nvSpPr>
          <p:spPr>
            <a:xfrm>
              <a:off x="9598379" y="720523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4" name="pt2274"/>
            <p:cNvSpPr/>
            <p:nvPr/>
          </p:nvSpPr>
          <p:spPr>
            <a:xfrm>
              <a:off x="10216166" y="753143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5" name="pt2275"/>
            <p:cNvSpPr/>
            <p:nvPr/>
          </p:nvSpPr>
          <p:spPr>
            <a:xfrm>
              <a:off x="10182599" y="842750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6" name="pt2276"/>
            <p:cNvSpPr/>
            <p:nvPr/>
          </p:nvSpPr>
          <p:spPr>
            <a:xfrm>
              <a:off x="9552432" y="74366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7" name="pt2277"/>
            <p:cNvSpPr/>
            <p:nvPr/>
          </p:nvSpPr>
          <p:spPr>
            <a:xfrm>
              <a:off x="9546480" y="752462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8" name="pt2278"/>
            <p:cNvSpPr/>
            <p:nvPr/>
          </p:nvSpPr>
          <p:spPr>
            <a:xfrm>
              <a:off x="9644565" y="727552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9" name="pt2279"/>
            <p:cNvSpPr/>
            <p:nvPr/>
          </p:nvSpPr>
          <p:spPr>
            <a:xfrm>
              <a:off x="9614568" y="726587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0" name="pt2280"/>
            <p:cNvSpPr/>
            <p:nvPr/>
          </p:nvSpPr>
          <p:spPr>
            <a:xfrm>
              <a:off x="10386623" y="739345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1" name="pt2281"/>
            <p:cNvSpPr/>
            <p:nvPr/>
          </p:nvSpPr>
          <p:spPr>
            <a:xfrm>
              <a:off x="9563383" y="752200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2" name="pt2282"/>
            <p:cNvSpPr/>
            <p:nvPr/>
          </p:nvSpPr>
          <p:spPr>
            <a:xfrm>
              <a:off x="9702177" y="749842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3" name="pt2283"/>
            <p:cNvSpPr/>
            <p:nvPr/>
          </p:nvSpPr>
          <p:spPr>
            <a:xfrm>
              <a:off x="9560050" y="75325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4" name="pt2284"/>
            <p:cNvSpPr/>
            <p:nvPr/>
          </p:nvSpPr>
          <p:spPr>
            <a:xfrm>
              <a:off x="9544576" y="743520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5" name="pt2285"/>
            <p:cNvSpPr/>
            <p:nvPr/>
          </p:nvSpPr>
          <p:spPr>
            <a:xfrm>
              <a:off x="9540053" y="742980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6" name="pt2286"/>
            <p:cNvSpPr/>
            <p:nvPr/>
          </p:nvSpPr>
          <p:spPr>
            <a:xfrm>
              <a:off x="9569811" y="765101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7" name="pt2287"/>
            <p:cNvSpPr/>
            <p:nvPr/>
          </p:nvSpPr>
          <p:spPr>
            <a:xfrm>
              <a:off x="9555289" y="748574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8" name="pt2288"/>
            <p:cNvSpPr/>
            <p:nvPr/>
          </p:nvSpPr>
          <p:spPr>
            <a:xfrm>
              <a:off x="9541243" y="749053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9" name="pt2289"/>
            <p:cNvSpPr/>
            <p:nvPr/>
          </p:nvSpPr>
          <p:spPr>
            <a:xfrm>
              <a:off x="9745029" y="751775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0" name="pt2290"/>
            <p:cNvSpPr/>
            <p:nvPr/>
          </p:nvSpPr>
          <p:spPr>
            <a:xfrm>
              <a:off x="9640755" y="728362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1" name="pt2291"/>
            <p:cNvSpPr/>
            <p:nvPr/>
          </p:nvSpPr>
          <p:spPr>
            <a:xfrm>
              <a:off x="9567907" y="744791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2" name="pt2292"/>
            <p:cNvSpPr/>
            <p:nvPr/>
          </p:nvSpPr>
          <p:spPr>
            <a:xfrm>
              <a:off x="9585286" y="750929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3" name="pt2293"/>
            <p:cNvSpPr/>
            <p:nvPr/>
          </p:nvSpPr>
          <p:spPr>
            <a:xfrm>
              <a:off x="9546957" y="74873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4" name="pt2294"/>
            <p:cNvSpPr/>
            <p:nvPr/>
          </p:nvSpPr>
          <p:spPr>
            <a:xfrm>
              <a:off x="9553861" y="747365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5" name="pt2295"/>
            <p:cNvSpPr/>
            <p:nvPr/>
          </p:nvSpPr>
          <p:spPr>
            <a:xfrm>
              <a:off x="9555289" y="749935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6" name="pt2296"/>
            <p:cNvSpPr/>
            <p:nvPr/>
          </p:nvSpPr>
          <p:spPr>
            <a:xfrm>
              <a:off x="9813355" y="742481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7" name="pt2297"/>
            <p:cNvSpPr/>
            <p:nvPr/>
          </p:nvSpPr>
          <p:spPr>
            <a:xfrm>
              <a:off x="9911677" y="634411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8" name="pt2298"/>
            <p:cNvSpPr/>
            <p:nvPr/>
          </p:nvSpPr>
          <p:spPr>
            <a:xfrm>
              <a:off x="9527435" y="746193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9" name="pt2299"/>
            <p:cNvSpPr/>
            <p:nvPr/>
          </p:nvSpPr>
          <p:spPr>
            <a:xfrm>
              <a:off x="9562669" y="751830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0" name="pt2300"/>
            <p:cNvSpPr/>
            <p:nvPr/>
          </p:nvSpPr>
          <p:spPr>
            <a:xfrm>
              <a:off x="9553384" y="751178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1" name="pt2301"/>
            <p:cNvSpPr/>
            <p:nvPr/>
          </p:nvSpPr>
          <p:spPr>
            <a:xfrm>
              <a:off x="9555289" y="741778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2" name="pt2302"/>
            <p:cNvSpPr/>
            <p:nvPr/>
          </p:nvSpPr>
          <p:spPr>
            <a:xfrm>
              <a:off x="9551718" y="752635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3" name="pt2303"/>
            <p:cNvSpPr/>
            <p:nvPr/>
          </p:nvSpPr>
          <p:spPr>
            <a:xfrm>
              <a:off x="9533149" y="735546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4" name="pt2304"/>
            <p:cNvSpPr/>
            <p:nvPr/>
          </p:nvSpPr>
          <p:spPr>
            <a:xfrm>
              <a:off x="9717175" y="707030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5" name="pt2305"/>
            <p:cNvSpPr/>
            <p:nvPr/>
          </p:nvSpPr>
          <p:spPr>
            <a:xfrm>
              <a:off x="9536005" y="749748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6" name="pt2306"/>
            <p:cNvSpPr/>
            <p:nvPr/>
          </p:nvSpPr>
          <p:spPr>
            <a:xfrm>
              <a:off x="9541481" y="745629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7" name="pt2307"/>
            <p:cNvSpPr/>
            <p:nvPr/>
          </p:nvSpPr>
          <p:spPr>
            <a:xfrm>
              <a:off x="9577905" y="717847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8" name="pt2308"/>
            <p:cNvSpPr/>
            <p:nvPr/>
          </p:nvSpPr>
          <p:spPr>
            <a:xfrm>
              <a:off x="9553861" y="748709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9" name="pt2309"/>
            <p:cNvSpPr/>
            <p:nvPr/>
          </p:nvSpPr>
          <p:spPr>
            <a:xfrm>
              <a:off x="9525054" y="744823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0" name="pt2310"/>
            <p:cNvSpPr/>
            <p:nvPr/>
          </p:nvSpPr>
          <p:spPr>
            <a:xfrm>
              <a:off x="9922628" y="787674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1" name="pt2311"/>
            <p:cNvSpPr/>
            <p:nvPr/>
          </p:nvSpPr>
          <p:spPr>
            <a:xfrm>
              <a:off x="9561717" y="753188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2" name="pt2312"/>
            <p:cNvSpPr/>
            <p:nvPr/>
          </p:nvSpPr>
          <p:spPr>
            <a:xfrm>
              <a:off x="9581953" y="722839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3" name="pt2313"/>
            <p:cNvSpPr/>
            <p:nvPr/>
          </p:nvSpPr>
          <p:spPr>
            <a:xfrm>
              <a:off x="10378529" y="776221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4" name="pt2314"/>
            <p:cNvSpPr/>
            <p:nvPr/>
          </p:nvSpPr>
          <p:spPr>
            <a:xfrm>
              <a:off x="9642898" y="728474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5" name="pt2315"/>
            <p:cNvSpPr/>
            <p:nvPr/>
          </p:nvSpPr>
          <p:spPr>
            <a:xfrm>
              <a:off x="9503866" y="744143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6" name="pt2316"/>
            <p:cNvSpPr/>
            <p:nvPr/>
          </p:nvSpPr>
          <p:spPr>
            <a:xfrm>
              <a:off x="9545052" y="747137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7" name="pt2317"/>
            <p:cNvSpPr/>
            <p:nvPr/>
          </p:nvSpPr>
          <p:spPr>
            <a:xfrm>
              <a:off x="10066183" y="756806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8" name="pt2318"/>
            <p:cNvSpPr/>
            <p:nvPr/>
          </p:nvSpPr>
          <p:spPr>
            <a:xfrm>
              <a:off x="9540053" y="738141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9" name="pt2319"/>
            <p:cNvSpPr/>
            <p:nvPr/>
          </p:nvSpPr>
          <p:spPr>
            <a:xfrm>
              <a:off x="9643612" y="700120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0" name="pt2320"/>
            <p:cNvSpPr/>
            <p:nvPr/>
          </p:nvSpPr>
          <p:spPr>
            <a:xfrm>
              <a:off x="9593856" y="761874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1" name="pt2321"/>
            <p:cNvSpPr/>
            <p:nvPr/>
          </p:nvSpPr>
          <p:spPr>
            <a:xfrm>
              <a:off x="9545528" y="751252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2" name="pt2322"/>
            <p:cNvSpPr/>
            <p:nvPr/>
          </p:nvSpPr>
          <p:spPr>
            <a:xfrm>
              <a:off x="9539338" y="745008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3" name="pt2323"/>
            <p:cNvSpPr/>
            <p:nvPr/>
          </p:nvSpPr>
          <p:spPr>
            <a:xfrm>
              <a:off x="10157602" y="720312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4" name="pt2324"/>
            <p:cNvSpPr/>
            <p:nvPr/>
          </p:nvSpPr>
          <p:spPr>
            <a:xfrm>
              <a:off x="9541005" y="747868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5" name="pt2325"/>
            <p:cNvSpPr/>
            <p:nvPr/>
          </p:nvSpPr>
          <p:spPr>
            <a:xfrm>
              <a:off x="9503628" y="736184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6" name="pt2326"/>
            <p:cNvSpPr/>
            <p:nvPr/>
          </p:nvSpPr>
          <p:spPr>
            <a:xfrm>
              <a:off x="9561003" y="749790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7" name="pt2327"/>
            <p:cNvSpPr/>
            <p:nvPr/>
          </p:nvSpPr>
          <p:spPr>
            <a:xfrm>
              <a:off x="9560526" y="750783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8" name="pt2328"/>
            <p:cNvSpPr/>
            <p:nvPr/>
          </p:nvSpPr>
          <p:spPr>
            <a:xfrm>
              <a:off x="9496486" y="738166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9" name="pt2329"/>
            <p:cNvSpPr/>
            <p:nvPr/>
          </p:nvSpPr>
          <p:spPr>
            <a:xfrm>
              <a:off x="9535291" y="745665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0" name="pt2330"/>
            <p:cNvSpPr/>
            <p:nvPr/>
          </p:nvSpPr>
          <p:spPr>
            <a:xfrm>
              <a:off x="9608378" y="742254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1" name="pt2331"/>
            <p:cNvSpPr/>
            <p:nvPr/>
          </p:nvSpPr>
          <p:spPr>
            <a:xfrm>
              <a:off x="9558622" y="751388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2" name="pt2332"/>
            <p:cNvSpPr/>
            <p:nvPr/>
          </p:nvSpPr>
          <p:spPr>
            <a:xfrm>
              <a:off x="9534577" y="747749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3" name="pt2333"/>
            <p:cNvSpPr/>
            <p:nvPr/>
          </p:nvSpPr>
          <p:spPr>
            <a:xfrm>
              <a:off x="9559098" y="748746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4" name="pt2334"/>
            <p:cNvSpPr/>
            <p:nvPr/>
          </p:nvSpPr>
          <p:spPr>
            <a:xfrm>
              <a:off x="9808355" y="667198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5" name="pt2335"/>
            <p:cNvSpPr/>
            <p:nvPr/>
          </p:nvSpPr>
          <p:spPr>
            <a:xfrm>
              <a:off x="9657420" y="756608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6" name="pt2336"/>
            <p:cNvSpPr/>
            <p:nvPr/>
          </p:nvSpPr>
          <p:spPr>
            <a:xfrm>
              <a:off x="9520531" y="736085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7" name="pt2337"/>
            <p:cNvSpPr/>
            <p:nvPr/>
          </p:nvSpPr>
          <p:spPr>
            <a:xfrm>
              <a:off x="9546004" y="747663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8" name="pt2338"/>
            <p:cNvSpPr/>
            <p:nvPr/>
          </p:nvSpPr>
          <p:spPr>
            <a:xfrm>
              <a:off x="9527673" y="752200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9" name="pt2339"/>
            <p:cNvSpPr/>
            <p:nvPr/>
          </p:nvSpPr>
          <p:spPr>
            <a:xfrm>
              <a:off x="9548147" y="752151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0" name="pt2340"/>
            <p:cNvSpPr/>
            <p:nvPr/>
          </p:nvSpPr>
          <p:spPr>
            <a:xfrm>
              <a:off x="9551480" y="754501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1" name="pt2341"/>
            <p:cNvSpPr/>
            <p:nvPr/>
          </p:nvSpPr>
          <p:spPr>
            <a:xfrm>
              <a:off x="9561241" y="771257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2" name="pt2342"/>
            <p:cNvSpPr/>
            <p:nvPr/>
          </p:nvSpPr>
          <p:spPr>
            <a:xfrm>
              <a:off x="9549813" y="755423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3" name="pt2343"/>
            <p:cNvSpPr/>
            <p:nvPr/>
          </p:nvSpPr>
          <p:spPr>
            <a:xfrm>
              <a:off x="10031664" y="707361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4" name="pt2344"/>
            <p:cNvSpPr/>
            <p:nvPr/>
          </p:nvSpPr>
          <p:spPr>
            <a:xfrm>
              <a:off x="10176171" y="703831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5" name="pt2345"/>
            <p:cNvSpPr/>
            <p:nvPr/>
          </p:nvSpPr>
          <p:spPr>
            <a:xfrm>
              <a:off x="9665991" y="714607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6" name="pt2346"/>
            <p:cNvSpPr/>
            <p:nvPr/>
          </p:nvSpPr>
          <p:spPr>
            <a:xfrm>
              <a:off x="9545290" y="747374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7" name="pt2347"/>
            <p:cNvSpPr/>
            <p:nvPr/>
          </p:nvSpPr>
          <p:spPr>
            <a:xfrm>
              <a:off x="9543624" y="751240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8" name="pt2348"/>
            <p:cNvSpPr/>
            <p:nvPr/>
          </p:nvSpPr>
          <p:spPr>
            <a:xfrm>
              <a:off x="9574096" y="748728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9" name="pt2349"/>
            <p:cNvSpPr/>
            <p:nvPr/>
          </p:nvSpPr>
          <p:spPr>
            <a:xfrm>
              <a:off x="9567669" y="737685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0" name="pt2350"/>
            <p:cNvSpPr/>
            <p:nvPr/>
          </p:nvSpPr>
          <p:spPr>
            <a:xfrm>
              <a:off x="9843352" y="751804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1" name="pt2351"/>
            <p:cNvSpPr/>
            <p:nvPr/>
          </p:nvSpPr>
          <p:spPr>
            <a:xfrm>
              <a:off x="9713842" y="736295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2" name="pt2352"/>
            <p:cNvSpPr/>
            <p:nvPr/>
          </p:nvSpPr>
          <p:spPr>
            <a:xfrm>
              <a:off x="9545290" y="669966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3" name="pt2353"/>
            <p:cNvSpPr/>
            <p:nvPr/>
          </p:nvSpPr>
          <p:spPr>
            <a:xfrm>
              <a:off x="9546004" y="754248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4" name="pt2354"/>
            <p:cNvSpPr/>
            <p:nvPr/>
          </p:nvSpPr>
          <p:spPr>
            <a:xfrm>
              <a:off x="9802404" y="697069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5" name="pt2355"/>
            <p:cNvSpPr/>
            <p:nvPr/>
          </p:nvSpPr>
          <p:spPr>
            <a:xfrm>
              <a:off x="9738125" y="714605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6" name="pt2356"/>
            <p:cNvSpPr/>
            <p:nvPr/>
          </p:nvSpPr>
          <p:spPr>
            <a:xfrm>
              <a:off x="10400669" y="649781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7" name="pt2357"/>
            <p:cNvSpPr/>
            <p:nvPr/>
          </p:nvSpPr>
          <p:spPr>
            <a:xfrm>
              <a:off x="9934056" y="716418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8" name="pt2358"/>
            <p:cNvSpPr/>
            <p:nvPr/>
          </p:nvSpPr>
          <p:spPr>
            <a:xfrm>
              <a:off x="9763837" y="745215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9" name="pt2359"/>
            <p:cNvSpPr/>
            <p:nvPr/>
          </p:nvSpPr>
          <p:spPr>
            <a:xfrm>
              <a:off x="10449473" y="692236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0" name="pt2360"/>
            <p:cNvSpPr/>
            <p:nvPr/>
          </p:nvSpPr>
          <p:spPr>
            <a:xfrm>
              <a:off x="9555527" y="749998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1" name="pt2361"/>
            <p:cNvSpPr/>
            <p:nvPr/>
          </p:nvSpPr>
          <p:spPr>
            <a:xfrm>
              <a:off x="9567669" y="732774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2" name="pt2362"/>
            <p:cNvSpPr/>
            <p:nvPr/>
          </p:nvSpPr>
          <p:spPr>
            <a:xfrm>
              <a:off x="9525054" y="740850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3" name="pt2363"/>
            <p:cNvSpPr/>
            <p:nvPr/>
          </p:nvSpPr>
          <p:spPr>
            <a:xfrm>
              <a:off x="9839304" y="771256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4" name="pt2364"/>
            <p:cNvSpPr/>
            <p:nvPr/>
          </p:nvSpPr>
          <p:spPr>
            <a:xfrm>
              <a:off x="9599570" y="698921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5" name="pt2365"/>
            <p:cNvSpPr/>
            <p:nvPr/>
          </p:nvSpPr>
          <p:spPr>
            <a:xfrm>
              <a:off x="9537672" y="709278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6" name="pt2366"/>
            <p:cNvSpPr/>
            <p:nvPr/>
          </p:nvSpPr>
          <p:spPr>
            <a:xfrm>
              <a:off x="9560288" y="764870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7" name="pt2367"/>
            <p:cNvSpPr/>
            <p:nvPr/>
          </p:nvSpPr>
          <p:spPr>
            <a:xfrm>
              <a:off x="9716699" y="733682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8" name="pt2368"/>
            <p:cNvSpPr/>
            <p:nvPr/>
          </p:nvSpPr>
          <p:spPr>
            <a:xfrm>
              <a:off x="9800023" y="649188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9" name="pt2369"/>
            <p:cNvSpPr/>
            <p:nvPr/>
          </p:nvSpPr>
          <p:spPr>
            <a:xfrm>
              <a:off x="9685274" y="722919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0" name="pt2370"/>
            <p:cNvSpPr/>
            <p:nvPr/>
          </p:nvSpPr>
          <p:spPr>
            <a:xfrm>
              <a:off x="9538386" y="747693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1" name="pt2371"/>
            <p:cNvSpPr/>
            <p:nvPr/>
          </p:nvSpPr>
          <p:spPr>
            <a:xfrm>
              <a:off x="9576477" y="752827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2" name="pt2372"/>
            <p:cNvSpPr/>
            <p:nvPr/>
          </p:nvSpPr>
          <p:spPr>
            <a:xfrm>
              <a:off x="9533863" y="749341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3" name="pt2373"/>
            <p:cNvSpPr/>
            <p:nvPr/>
          </p:nvSpPr>
          <p:spPr>
            <a:xfrm>
              <a:off x="9553384" y="746644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4" name="pt2374"/>
            <p:cNvSpPr/>
            <p:nvPr/>
          </p:nvSpPr>
          <p:spPr>
            <a:xfrm>
              <a:off x="9695511" y="678836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5" name="pt2375"/>
            <p:cNvSpPr/>
            <p:nvPr/>
          </p:nvSpPr>
          <p:spPr>
            <a:xfrm>
              <a:off x="9525768" y="748957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6" name="pt2376"/>
            <p:cNvSpPr/>
            <p:nvPr/>
          </p:nvSpPr>
          <p:spPr>
            <a:xfrm>
              <a:off x="9550528" y="753831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7" name="pt2377"/>
            <p:cNvSpPr/>
            <p:nvPr/>
          </p:nvSpPr>
          <p:spPr>
            <a:xfrm>
              <a:off x="9544100" y="746645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8" name="pt2378"/>
            <p:cNvSpPr/>
            <p:nvPr/>
          </p:nvSpPr>
          <p:spPr>
            <a:xfrm>
              <a:off x="9844542" y="738602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9" name="pt2379"/>
            <p:cNvSpPr/>
            <p:nvPr/>
          </p:nvSpPr>
          <p:spPr>
            <a:xfrm>
              <a:off x="9550290" y="753813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0" name="pt2380"/>
            <p:cNvSpPr/>
            <p:nvPr/>
          </p:nvSpPr>
          <p:spPr>
            <a:xfrm>
              <a:off x="10077135" y="654838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1" name="pt2381"/>
            <p:cNvSpPr/>
            <p:nvPr/>
          </p:nvSpPr>
          <p:spPr>
            <a:xfrm>
              <a:off x="9576001" y="748347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2" name="pt2382"/>
            <p:cNvSpPr/>
            <p:nvPr/>
          </p:nvSpPr>
          <p:spPr>
            <a:xfrm>
              <a:off x="9558146" y="742475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3" name="pt2383"/>
            <p:cNvSpPr/>
            <p:nvPr/>
          </p:nvSpPr>
          <p:spPr>
            <a:xfrm>
              <a:off x="9563383" y="749973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4" name="pt2384"/>
            <p:cNvSpPr/>
            <p:nvPr/>
          </p:nvSpPr>
          <p:spPr>
            <a:xfrm>
              <a:off x="9570525" y="750659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5" name="pt2385"/>
            <p:cNvSpPr/>
            <p:nvPr/>
          </p:nvSpPr>
          <p:spPr>
            <a:xfrm>
              <a:off x="9787644" y="738619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6" name="pt2386"/>
            <p:cNvSpPr/>
            <p:nvPr/>
          </p:nvSpPr>
          <p:spPr>
            <a:xfrm>
              <a:off x="9744791" y="731788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7" name="pt2387"/>
            <p:cNvSpPr/>
            <p:nvPr/>
          </p:nvSpPr>
          <p:spPr>
            <a:xfrm>
              <a:off x="9530292" y="736846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8" name="pt2388"/>
            <p:cNvSpPr/>
            <p:nvPr/>
          </p:nvSpPr>
          <p:spPr>
            <a:xfrm>
              <a:off x="9829067" y="771686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9" name="pt2389"/>
            <p:cNvSpPr/>
            <p:nvPr/>
          </p:nvSpPr>
          <p:spPr>
            <a:xfrm>
              <a:off x="9531482" y="751737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0" name="pt2390"/>
            <p:cNvSpPr/>
            <p:nvPr/>
          </p:nvSpPr>
          <p:spPr>
            <a:xfrm>
              <a:off x="9773836" y="736504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1" name="pt2391"/>
            <p:cNvSpPr/>
            <p:nvPr/>
          </p:nvSpPr>
          <p:spPr>
            <a:xfrm>
              <a:off x="10009999" y="708710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2" name="pt2392"/>
            <p:cNvSpPr/>
            <p:nvPr/>
          </p:nvSpPr>
          <p:spPr>
            <a:xfrm>
              <a:off x="9538148" y="719788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3" name="pt2393"/>
            <p:cNvSpPr/>
            <p:nvPr/>
          </p:nvSpPr>
          <p:spPr>
            <a:xfrm>
              <a:off x="9543862" y="750991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4" name="pt2394"/>
            <p:cNvSpPr/>
            <p:nvPr/>
          </p:nvSpPr>
          <p:spPr>
            <a:xfrm>
              <a:off x="9571001" y="764423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5" name="pt2395"/>
            <p:cNvSpPr/>
            <p:nvPr/>
          </p:nvSpPr>
          <p:spPr>
            <a:xfrm>
              <a:off x="10040234" y="722328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6" name="pt2396"/>
            <p:cNvSpPr/>
            <p:nvPr/>
          </p:nvSpPr>
          <p:spPr>
            <a:xfrm>
              <a:off x="9954529" y="780805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7" name="pt2397"/>
            <p:cNvSpPr/>
            <p:nvPr/>
          </p:nvSpPr>
          <p:spPr>
            <a:xfrm>
              <a:off x="9623615" y="742528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8" name="pt2398"/>
            <p:cNvSpPr/>
            <p:nvPr/>
          </p:nvSpPr>
          <p:spPr>
            <a:xfrm>
              <a:off x="9802642" y="612910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9" name="pt2399"/>
            <p:cNvSpPr/>
            <p:nvPr/>
          </p:nvSpPr>
          <p:spPr>
            <a:xfrm>
              <a:off x="9605045" y="724514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0" name="pt2400"/>
            <p:cNvSpPr/>
            <p:nvPr/>
          </p:nvSpPr>
          <p:spPr>
            <a:xfrm>
              <a:off x="9752171" y="767146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1" name="pt2401"/>
            <p:cNvSpPr/>
            <p:nvPr/>
          </p:nvSpPr>
          <p:spPr>
            <a:xfrm>
              <a:off x="9647659" y="659496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2" name="pt2402"/>
            <p:cNvSpPr/>
            <p:nvPr/>
          </p:nvSpPr>
          <p:spPr>
            <a:xfrm>
              <a:off x="9551004" y="755209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3" name="pt2403"/>
            <p:cNvSpPr/>
            <p:nvPr/>
          </p:nvSpPr>
          <p:spPr>
            <a:xfrm>
              <a:off x="9542671" y="749630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4" name="pt2404"/>
            <p:cNvSpPr/>
            <p:nvPr/>
          </p:nvSpPr>
          <p:spPr>
            <a:xfrm>
              <a:off x="9772169" y="704168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5" name="pt2405"/>
            <p:cNvSpPr/>
            <p:nvPr/>
          </p:nvSpPr>
          <p:spPr>
            <a:xfrm>
              <a:off x="9866682" y="553830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6" name="pt2406"/>
            <p:cNvSpPr/>
            <p:nvPr/>
          </p:nvSpPr>
          <p:spPr>
            <a:xfrm>
              <a:off x="9557193" y="746059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7" name="pt2407"/>
            <p:cNvSpPr/>
            <p:nvPr/>
          </p:nvSpPr>
          <p:spPr>
            <a:xfrm>
              <a:off x="9596475" y="701999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8" name="pt2408"/>
            <p:cNvSpPr/>
            <p:nvPr/>
          </p:nvSpPr>
          <p:spPr>
            <a:xfrm>
              <a:off x="9560288" y="711799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9" name="pt2409"/>
            <p:cNvSpPr/>
            <p:nvPr/>
          </p:nvSpPr>
          <p:spPr>
            <a:xfrm>
              <a:off x="9833591" y="75163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0" name="pt2410"/>
            <p:cNvSpPr/>
            <p:nvPr/>
          </p:nvSpPr>
          <p:spPr>
            <a:xfrm>
              <a:off x="10043329" y="723829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1" name="pt2411"/>
            <p:cNvSpPr/>
            <p:nvPr/>
          </p:nvSpPr>
          <p:spPr>
            <a:xfrm>
              <a:off x="10418762" y="707706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2" name="pt2412"/>
            <p:cNvSpPr/>
            <p:nvPr/>
          </p:nvSpPr>
          <p:spPr>
            <a:xfrm>
              <a:off x="9557432" y="74698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3" name="pt2413"/>
            <p:cNvSpPr/>
            <p:nvPr/>
          </p:nvSpPr>
          <p:spPr>
            <a:xfrm>
              <a:off x="9541005" y="757511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4" name="pt2414"/>
            <p:cNvSpPr/>
            <p:nvPr/>
          </p:nvSpPr>
          <p:spPr>
            <a:xfrm>
              <a:off x="9552194" y="744229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5" name="pt2415"/>
            <p:cNvSpPr/>
            <p:nvPr/>
          </p:nvSpPr>
          <p:spPr>
            <a:xfrm>
              <a:off x="9551242" y="743928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6" name="pt2416"/>
            <p:cNvSpPr/>
            <p:nvPr/>
          </p:nvSpPr>
          <p:spPr>
            <a:xfrm>
              <a:off x="9557193" y="725096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7" name="pt2417"/>
            <p:cNvSpPr/>
            <p:nvPr/>
          </p:nvSpPr>
          <p:spPr>
            <a:xfrm>
              <a:off x="9644565" y="734629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8" name="pt2418"/>
            <p:cNvSpPr/>
            <p:nvPr/>
          </p:nvSpPr>
          <p:spPr>
            <a:xfrm>
              <a:off x="9528625" y="746084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9" name="pt2419"/>
            <p:cNvSpPr/>
            <p:nvPr/>
          </p:nvSpPr>
          <p:spPr>
            <a:xfrm>
              <a:off x="10063565" y="698933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0" name="pt2420"/>
            <p:cNvSpPr/>
            <p:nvPr/>
          </p:nvSpPr>
          <p:spPr>
            <a:xfrm>
              <a:off x="9536005" y="754662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1" name="pt2421"/>
            <p:cNvSpPr/>
            <p:nvPr/>
          </p:nvSpPr>
          <p:spPr>
            <a:xfrm>
              <a:off x="9502200" y="746228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2" name="pt2422"/>
            <p:cNvSpPr/>
            <p:nvPr/>
          </p:nvSpPr>
          <p:spPr>
            <a:xfrm>
              <a:off x="9565050" y="778020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3" name="pt2423"/>
            <p:cNvSpPr/>
            <p:nvPr/>
          </p:nvSpPr>
          <p:spPr>
            <a:xfrm>
              <a:off x="10109036" y="717438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4" name="pt2424"/>
            <p:cNvSpPr/>
            <p:nvPr/>
          </p:nvSpPr>
          <p:spPr>
            <a:xfrm>
              <a:off x="10295919" y="612234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5" name="pt2425"/>
            <p:cNvSpPr/>
            <p:nvPr/>
          </p:nvSpPr>
          <p:spPr>
            <a:xfrm>
              <a:off x="9551480" y="745010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6" name="pt2426"/>
            <p:cNvSpPr/>
            <p:nvPr/>
          </p:nvSpPr>
          <p:spPr>
            <a:xfrm>
              <a:off x="9985954" y="710920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7" name="pt2427"/>
            <p:cNvSpPr/>
            <p:nvPr/>
          </p:nvSpPr>
          <p:spPr>
            <a:xfrm>
              <a:off x="9589571" y="766427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8" name="pt2428"/>
            <p:cNvSpPr/>
            <p:nvPr/>
          </p:nvSpPr>
          <p:spPr>
            <a:xfrm>
              <a:off x="9621710" y="701674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9" name="pt2429"/>
            <p:cNvSpPr/>
            <p:nvPr/>
          </p:nvSpPr>
          <p:spPr>
            <a:xfrm>
              <a:off x="9567192" y="746550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0" name="pt2430"/>
            <p:cNvSpPr/>
            <p:nvPr/>
          </p:nvSpPr>
          <p:spPr>
            <a:xfrm>
              <a:off x="9531958" y="749713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1" name="pt2431"/>
            <p:cNvSpPr/>
            <p:nvPr/>
          </p:nvSpPr>
          <p:spPr>
            <a:xfrm>
              <a:off x="10074278" y="722034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2" name="pt2432"/>
            <p:cNvSpPr/>
            <p:nvPr/>
          </p:nvSpPr>
          <p:spPr>
            <a:xfrm>
              <a:off x="9659087" y="709871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3" name="pt2433"/>
            <p:cNvSpPr/>
            <p:nvPr/>
          </p:nvSpPr>
          <p:spPr>
            <a:xfrm>
              <a:off x="9550528" y="747670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4" name="pt2434"/>
            <p:cNvSpPr/>
            <p:nvPr/>
          </p:nvSpPr>
          <p:spPr>
            <a:xfrm>
              <a:off x="9556479" y="723523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5" name="pt2435"/>
            <p:cNvSpPr/>
            <p:nvPr/>
          </p:nvSpPr>
          <p:spPr>
            <a:xfrm>
              <a:off x="9659563" y="726544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6" name="pt2436"/>
            <p:cNvSpPr/>
            <p:nvPr/>
          </p:nvSpPr>
          <p:spPr>
            <a:xfrm>
              <a:off x="9551480" y="747377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7" name="pt2437"/>
            <p:cNvSpPr/>
            <p:nvPr/>
          </p:nvSpPr>
          <p:spPr>
            <a:xfrm>
              <a:off x="9550528" y="745904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8" name="pt2438"/>
            <p:cNvSpPr/>
            <p:nvPr/>
          </p:nvSpPr>
          <p:spPr>
            <a:xfrm>
              <a:off x="9554337" y="738550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9" name="pt2439"/>
            <p:cNvSpPr/>
            <p:nvPr/>
          </p:nvSpPr>
          <p:spPr>
            <a:xfrm>
              <a:off x="9575525" y="746074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0" name="pt2440"/>
            <p:cNvSpPr/>
            <p:nvPr/>
          </p:nvSpPr>
          <p:spPr>
            <a:xfrm>
              <a:off x="10245211" y="795004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1" name="pt2441"/>
            <p:cNvSpPr/>
            <p:nvPr/>
          </p:nvSpPr>
          <p:spPr>
            <a:xfrm>
              <a:off x="9544814" y="720707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2" name="pt2442"/>
            <p:cNvSpPr/>
            <p:nvPr/>
          </p:nvSpPr>
          <p:spPr>
            <a:xfrm>
              <a:off x="9563383" y="755926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3" name="pt2443"/>
            <p:cNvSpPr/>
            <p:nvPr/>
          </p:nvSpPr>
          <p:spPr>
            <a:xfrm>
              <a:off x="9528149" y="702313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4" name="pt2444"/>
            <p:cNvSpPr/>
            <p:nvPr/>
          </p:nvSpPr>
          <p:spPr>
            <a:xfrm>
              <a:off x="9532196" y="754007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5" name="pt2445"/>
            <p:cNvSpPr/>
            <p:nvPr/>
          </p:nvSpPr>
          <p:spPr>
            <a:xfrm>
              <a:off x="9543624" y="755139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6" name="pt2446"/>
            <p:cNvSpPr/>
            <p:nvPr/>
          </p:nvSpPr>
          <p:spPr>
            <a:xfrm>
              <a:off x="9537196" y="748782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7" name="pt2447"/>
            <p:cNvSpPr/>
            <p:nvPr/>
          </p:nvSpPr>
          <p:spPr>
            <a:xfrm>
              <a:off x="9580048" y="758104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8" name="pt2448"/>
            <p:cNvSpPr/>
            <p:nvPr/>
          </p:nvSpPr>
          <p:spPr>
            <a:xfrm>
              <a:off x="9555527" y="752208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9" name="pt2449"/>
            <p:cNvSpPr/>
            <p:nvPr/>
          </p:nvSpPr>
          <p:spPr>
            <a:xfrm>
              <a:off x="9553861" y="747282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0" name="pt2450"/>
            <p:cNvSpPr/>
            <p:nvPr/>
          </p:nvSpPr>
          <p:spPr>
            <a:xfrm>
              <a:off x="9549337" y="749821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1" name="pt2451"/>
            <p:cNvSpPr/>
            <p:nvPr/>
          </p:nvSpPr>
          <p:spPr>
            <a:xfrm>
              <a:off x="9534101" y="749821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2" name="pt2452"/>
            <p:cNvSpPr/>
            <p:nvPr/>
          </p:nvSpPr>
          <p:spPr>
            <a:xfrm>
              <a:off x="9555765" y="736762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3" name="pt2453"/>
            <p:cNvSpPr/>
            <p:nvPr/>
          </p:nvSpPr>
          <p:spPr>
            <a:xfrm>
              <a:off x="9550290" y="750499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4" name="pt2454"/>
            <p:cNvSpPr/>
            <p:nvPr/>
          </p:nvSpPr>
          <p:spPr>
            <a:xfrm>
              <a:off x="9707415" y="707454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5" name="pt2455"/>
            <p:cNvSpPr/>
            <p:nvPr/>
          </p:nvSpPr>
          <p:spPr>
            <a:xfrm>
              <a:off x="9551718" y="749116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6" name="pt2456"/>
            <p:cNvSpPr/>
            <p:nvPr/>
          </p:nvSpPr>
          <p:spPr>
            <a:xfrm>
              <a:off x="9649802" y="733512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7" name="pt2457"/>
            <p:cNvSpPr/>
            <p:nvPr/>
          </p:nvSpPr>
          <p:spPr>
            <a:xfrm>
              <a:off x="9554575" y="746160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8" name="pt2458"/>
            <p:cNvSpPr/>
            <p:nvPr/>
          </p:nvSpPr>
          <p:spPr>
            <a:xfrm>
              <a:off x="9555289" y="752180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9" name="pt2459"/>
            <p:cNvSpPr/>
            <p:nvPr/>
          </p:nvSpPr>
          <p:spPr>
            <a:xfrm>
              <a:off x="9549099" y="747998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0" name="pt2460"/>
            <p:cNvSpPr/>
            <p:nvPr/>
          </p:nvSpPr>
          <p:spPr>
            <a:xfrm>
              <a:off x="10069040" y="650640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1" name="pt2461"/>
            <p:cNvSpPr/>
            <p:nvPr/>
          </p:nvSpPr>
          <p:spPr>
            <a:xfrm>
              <a:off x="9531006" y="760147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2" name="pt2462"/>
            <p:cNvSpPr/>
            <p:nvPr/>
          </p:nvSpPr>
          <p:spPr>
            <a:xfrm>
              <a:off x="9555765" y="746914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3" name="pt2463"/>
            <p:cNvSpPr/>
            <p:nvPr/>
          </p:nvSpPr>
          <p:spPr>
            <a:xfrm>
              <a:off x="9534101" y="746491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4" name="pt2464"/>
            <p:cNvSpPr/>
            <p:nvPr/>
          </p:nvSpPr>
          <p:spPr>
            <a:xfrm>
              <a:off x="9964290" y="715817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5" name="pt2465"/>
            <p:cNvSpPr/>
            <p:nvPr/>
          </p:nvSpPr>
          <p:spPr>
            <a:xfrm>
              <a:off x="9536958" y="746721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6" name="pt2466"/>
            <p:cNvSpPr/>
            <p:nvPr/>
          </p:nvSpPr>
          <p:spPr>
            <a:xfrm>
              <a:off x="9530530" y="747311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7" name="pt2467"/>
            <p:cNvSpPr/>
            <p:nvPr/>
          </p:nvSpPr>
          <p:spPr>
            <a:xfrm>
              <a:off x="9630519" y="752301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8" name="pt2468"/>
            <p:cNvSpPr/>
            <p:nvPr/>
          </p:nvSpPr>
          <p:spPr>
            <a:xfrm>
              <a:off x="9570763" y="746385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9" name="pl2469"/>
            <p:cNvSpPr/>
            <p:nvPr/>
          </p:nvSpPr>
          <p:spPr>
            <a:xfrm>
              <a:off x="9468163" y="7387784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0" name="pg2470"/>
            <p:cNvSpPr/>
            <p:nvPr/>
          </p:nvSpPr>
          <p:spPr>
            <a:xfrm>
              <a:off x="9516075" y="6893334"/>
              <a:ext cx="958224" cy="683393"/>
            </a:xfrm>
            <a:custGeom>
              <a:avLst/>
              <a:pathLst>
                <a:path w="958224" h="683393">
                  <a:moveTo>
                    <a:pt x="0" y="558561"/>
                  </a:moveTo>
                  <a:lnTo>
                    <a:pt x="12129" y="553395"/>
                  </a:lnTo>
                  <a:lnTo>
                    <a:pt x="24258" y="547453"/>
                  </a:lnTo>
                  <a:lnTo>
                    <a:pt x="36388" y="540583"/>
                  </a:lnTo>
                  <a:lnTo>
                    <a:pt x="48517" y="532674"/>
                  </a:lnTo>
                  <a:lnTo>
                    <a:pt x="60647" y="523577"/>
                  </a:lnTo>
                  <a:lnTo>
                    <a:pt x="72776" y="513251"/>
                  </a:lnTo>
                  <a:lnTo>
                    <a:pt x="84905" y="501801"/>
                  </a:lnTo>
                  <a:lnTo>
                    <a:pt x="97035" y="489494"/>
                  </a:lnTo>
                  <a:lnTo>
                    <a:pt x="109164" y="476591"/>
                  </a:lnTo>
                  <a:lnTo>
                    <a:pt x="121294" y="463412"/>
                  </a:lnTo>
                  <a:lnTo>
                    <a:pt x="133423" y="450307"/>
                  </a:lnTo>
                  <a:lnTo>
                    <a:pt x="145553" y="437420"/>
                  </a:lnTo>
                  <a:lnTo>
                    <a:pt x="157682" y="424787"/>
                  </a:lnTo>
                  <a:lnTo>
                    <a:pt x="169811" y="412423"/>
                  </a:lnTo>
                  <a:lnTo>
                    <a:pt x="181941" y="400360"/>
                  </a:lnTo>
                  <a:lnTo>
                    <a:pt x="194070" y="388658"/>
                  </a:lnTo>
                  <a:lnTo>
                    <a:pt x="206200" y="377396"/>
                  </a:lnTo>
                  <a:lnTo>
                    <a:pt x="218329" y="366659"/>
                  </a:lnTo>
                  <a:lnTo>
                    <a:pt x="230459" y="356467"/>
                  </a:lnTo>
                  <a:lnTo>
                    <a:pt x="242588" y="346747"/>
                  </a:lnTo>
                  <a:lnTo>
                    <a:pt x="254717" y="337413"/>
                  </a:lnTo>
                  <a:lnTo>
                    <a:pt x="266847" y="328402"/>
                  </a:lnTo>
                  <a:lnTo>
                    <a:pt x="278976" y="319678"/>
                  </a:lnTo>
                  <a:lnTo>
                    <a:pt x="291106" y="311246"/>
                  </a:lnTo>
                  <a:lnTo>
                    <a:pt x="303235" y="303146"/>
                  </a:lnTo>
                  <a:lnTo>
                    <a:pt x="315365" y="295445"/>
                  </a:lnTo>
                  <a:lnTo>
                    <a:pt x="327494" y="288197"/>
                  </a:lnTo>
                  <a:lnTo>
                    <a:pt x="339623" y="281402"/>
                  </a:lnTo>
                  <a:lnTo>
                    <a:pt x="351753" y="275041"/>
                  </a:lnTo>
                  <a:lnTo>
                    <a:pt x="363882" y="269081"/>
                  </a:lnTo>
                  <a:lnTo>
                    <a:pt x="376012" y="263478"/>
                  </a:lnTo>
                  <a:lnTo>
                    <a:pt x="388141" y="258185"/>
                  </a:lnTo>
                  <a:lnTo>
                    <a:pt x="400271" y="253153"/>
                  </a:lnTo>
                  <a:lnTo>
                    <a:pt x="412400" y="248332"/>
                  </a:lnTo>
                  <a:lnTo>
                    <a:pt x="424529" y="243676"/>
                  </a:lnTo>
                  <a:lnTo>
                    <a:pt x="436659" y="239143"/>
                  </a:lnTo>
                  <a:lnTo>
                    <a:pt x="448788" y="234696"/>
                  </a:lnTo>
                  <a:lnTo>
                    <a:pt x="460918" y="230309"/>
                  </a:lnTo>
                  <a:lnTo>
                    <a:pt x="473047" y="225959"/>
                  </a:lnTo>
                  <a:lnTo>
                    <a:pt x="485177" y="221636"/>
                  </a:lnTo>
                  <a:lnTo>
                    <a:pt x="497306" y="217335"/>
                  </a:lnTo>
                  <a:lnTo>
                    <a:pt x="509435" y="213058"/>
                  </a:lnTo>
                  <a:lnTo>
                    <a:pt x="521565" y="208813"/>
                  </a:lnTo>
                  <a:lnTo>
                    <a:pt x="533694" y="204615"/>
                  </a:lnTo>
                  <a:lnTo>
                    <a:pt x="545824" y="200478"/>
                  </a:lnTo>
                  <a:lnTo>
                    <a:pt x="557953" y="196420"/>
                  </a:lnTo>
                  <a:lnTo>
                    <a:pt x="570083" y="192458"/>
                  </a:lnTo>
                  <a:lnTo>
                    <a:pt x="582212" y="188605"/>
                  </a:lnTo>
                  <a:lnTo>
                    <a:pt x="594341" y="184861"/>
                  </a:lnTo>
                  <a:lnTo>
                    <a:pt x="606471" y="181215"/>
                  </a:lnTo>
                  <a:lnTo>
                    <a:pt x="618600" y="177649"/>
                  </a:lnTo>
                  <a:lnTo>
                    <a:pt x="630730" y="174137"/>
                  </a:lnTo>
                  <a:lnTo>
                    <a:pt x="642859" y="170652"/>
                  </a:lnTo>
                  <a:lnTo>
                    <a:pt x="654989" y="167161"/>
                  </a:lnTo>
                  <a:lnTo>
                    <a:pt x="667118" y="163625"/>
                  </a:lnTo>
                  <a:lnTo>
                    <a:pt x="679247" y="160007"/>
                  </a:lnTo>
                  <a:lnTo>
                    <a:pt x="691377" y="156264"/>
                  </a:lnTo>
                  <a:lnTo>
                    <a:pt x="703506" y="152355"/>
                  </a:lnTo>
                  <a:lnTo>
                    <a:pt x="715636" y="148241"/>
                  </a:lnTo>
                  <a:lnTo>
                    <a:pt x="727765" y="143882"/>
                  </a:lnTo>
                  <a:lnTo>
                    <a:pt x="739895" y="139243"/>
                  </a:lnTo>
                  <a:lnTo>
                    <a:pt x="752024" y="134294"/>
                  </a:lnTo>
                  <a:lnTo>
                    <a:pt x="764153" y="129010"/>
                  </a:lnTo>
                  <a:lnTo>
                    <a:pt x="776283" y="123372"/>
                  </a:lnTo>
                  <a:lnTo>
                    <a:pt x="788412" y="117369"/>
                  </a:lnTo>
                  <a:lnTo>
                    <a:pt x="800542" y="110995"/>
                  </a:lnTo>
                  <a:lnTo>
                    <a:pt x="812671" y="104251"/>
                  </a:lnTo>
                  <a:lnTo>
                    <a:pt x="824801" y="97143"/>
                  </a:lnTo>
                  <a:lnTo>
                    <a:pt x="836930" y="89683"/>
                  </a:lnTo>
                  <a:lnTo>
                    <a:pt x="849059" y="81885"/>
                  </a:lnTo>
                  <a:lnTo>
                    <a:pt x="861189" y="73768"/>
                  </a:lnTo>
                  <a:lnTo>
                    <a:pt x="873318" y="65352"/>
                  </a:lnTo>
                  <a:lnTo>
                    <a:pt x="885448" y="56660"/>
                  </a:lnTo>
                  <a:lnTo>
                    <a:pt x="897577" y="47714"/>
                  </a:lnTo>
                  <a:lnTo>
                    <a:pt x="909706" y="38537"/>
                  </a:lnTo>
                  <a:lnTo>
                    <a:pt x="921836" y="29154"/>
                  </a:lnTo>
                  <a:lnTo>
                    <a:pt x="933965" y="19588"/>
                  </a:lnTo>
                  <a:lnTo>
                    <a:pt x="946095" y="9862"/>
                  </a:lnTo>
                  <a:lnTo>
                    <a:pt x="958224" y="0"/>
                  </a:lnTo>
                  <a:lnTo>
                    <a:pt x="958224" y="356941"/>
                  </a:lnTo>
                  <a:lnTo>
                    <a:pt x="946095" y="353245"/>
                  </a:lnTo>
                  <a:lnTo>
                    <a:pt x="933965" y="349687"/>
                  </a:lnTo>
                  <a:lnTo>
                    <a:pt x="921836" y="346287"/>
                  </a:lnTo>
                  <a:lnTo>
                    <a:pt x="909706" y="343068"/>
                  </a:lnTo>
                  <a:lnTo>
                    <a:pt x="897577" y="340055"/>
                  </a:lnTo>
                  <a:lnTo>
                    <a:pt x="885448" y="337269"/>
                  </a:lnTo>
                  <a:lnTo>
                    <a:pt x="873318" y="334734"/>
                  </a:lnTo>
                  <a:lnTo>
                    <a:pt x="861189" y="332472"/>
                  </a:lnTo>
                  <a:lnTo>
                    <a:pt x="849059" y="330505"/>
                  </a:lnTo>
                  <a:lnTo>
                    <a:pt x="836930" y="328853"/>
                  </a:lnTo>
                  <a:lnTo>
                    <a:pt x="824801" y="327533"/>
                  </a:lnTo>
                  <a:lnTo>
                    <a:pt x="812671" y="326561"/>
                  </a:lnTo>
                  <a:lnTo>
                    <a:pt x="800542" y="325946"/>
                  </a:lnTo>
                  <a:lnTo>
                    <a:pt x="788412" y="325695"/>
                  </a:lnTo>
                  <a:lnTo>
                    <a:pt x="776283" y="325808"/>
                  </a:lnTo>
                  <a:lnTo>
                    <a:pt x="764153" y="326280"/>
                  </a:lnTo>
                  <a:lnTo>
                    <a:pt x="752024" y="327097"/>
                  </a:lnTo>
                  <a:lnTo>
                    <a:pt x="739895" y="328241"/>
                  </a:lnTo>
                  <a:lnTo>
                    <a:pt x="727765" y="329686"/>
                  </a:lnTo>
                  <a:lnTo>
                    <a:pt x="715636" y="331402"/>
                  </a:lnTo>
                  <a:lnTo>
                    <a:pt x="703506" y="333352"/>
                  </a:lnTo>
                  <a:lnTo>
                    <a:pt x="691377" y="335499"/>
                  </a:lnTo>
                  <a:lnTo>
                    <a:pt x="679247" y="337800"/>
                  </a:lnTo>
                  <a:lnTo>
                    <a:pt x="667118" y="340214"/>
                  </a:lnTo>
                  <a:lnTo>
                    <a:pt x="654989" y="342700"/>
                  </a:lnTo>
                  <a:lnTo>
                    <a:pt x="642859" y="345217"/>
                  </a:lnTo>
                  <a:lnTo>
                    <a:pt x="630730" y="347729"/>
                  </a:lnTo>
                  <a:lnTo>
                    <a:pt x="618600" y="350201"/>
                  </a:lnTo>
                  <a:lnTo>
                    <a:pt x="606471" y="352603"/>
                  </a:lnTo>
                  <a:lnTo>
                    <a:pt x="594341" y="354912"/>
                  </a:lnTo>
                  <a:lnTo>
                    <a:pt x="582212" y="357109"/>
                  </a:lnTo>
                  <a:lnTo>
                    <a:pt x="570083" y="359182"/>
                  </a:lnTo>
                  <a:lnTo>
                    <a:pt x="557953" y="361139"/>
                  </a:lnTo>
                  <a:lnTo>
                    <a:pt x="545824" y="363022"/>
                  </a:lnTo>
                  <a:lnTo>
                    <a:pt x="533694" y="364877"/>
                  </a:lnTo>
                  <a:lnTo>
                    <a:pt x="521565" y="366752"/>
                  </a:lnTo>
                  <a:lnTo>
                    <a:pt x="509435" y="368694"/>
                  </a:lnTo>
                  <a:lnTo>
                    <a:pt x="497306" y="370745"/>
                  </a:lnTo>
                  <a:lnTo>
                    <a:pt x="485177" y="372944"/>
                  </a:lnTo>
                  <a:lnTo>
                    <a:pt x="473047" y="375324"/>
                  </a:lnTo>
                  <a:lnTo>
                    <a:pt x="460918" y="377911"/>
                  </a:lnTo>
                  <a:lnTo>
                    <a:pt x="448788" y="380723"/>
                  </a:lnTo>
                  <a:lnTo>
                    <a:pt x="436659" y="383769"/>
                  </a:lnTo>
                  <a:lnTo>
                    <a:pt x="424529" y="387052"/>
                  </a:lnTo>
                  <a:lnTo>
                    <a:pt x="412400" y="390566"/>
                  </a:lnTo>
                  <a:lnTo>
                    <a:pt x="400271" y="394299"/>
                  </a:lnTo>
                  <a:lnTo>
                    <a:pt x="388141" y="398235"/>
                  </a:lnTo>
                  <a:lnTo>
                    <a:pt x="376012" y="402355"/>
                  </a:lnTo>
                  <a:lnTo>
                    <a:pt x="363882" y="406640"/>
                  </a:lnTo>
                  <a:lnTo>
                    <a:pt x="351753" y="411072"/>
                  </a:lnTo>
                  <a:lnTo>
                    <a:pt x="339623" y="415638"/>
                  </a:lnTo>
                  <a:lnTo>
                    <a:pt x="327494" y="420337"/>
                  </a:lnTo>
                  <a:lnTo>
                    <a:pt x="315365" y="425177"/>
                  </a:lnTo>
                  <a:lnTo>
                    <a:pt x="303235" y="430190"/>
                  </a:lnTo>
                  <a:lnTo>
                    <a:pt x="291106" y="435447"/>
                  </a:lnTo>
                  <a:lnTo>
                    <a:pt x="278976" y="441026"/>
                  </a:lnTo>
                  <a:lnTo>
                    <a:pt x="266847" y="446979"/>
                  </a:lnTo>
                  <a:lnTo>
                    <a:pt x="254717" y="453320"/>
                  </a:lnTo>
                  <a:lnTo>
                    <a:pt x="242588" y="460027"/>
                  </a:lnTo>
                  <a:lnTo>
                    <a:pt x="230459" y="467045"/>
                  </a:lnTo>
                  <a:lnTo>
                    <a:pt x="218329" y="474302"/>
                  </a:lnTo>
                  <a:lnTo>
                    <a:pt x="206200" y="481732"/>
                  </a:lnTo>
                  <a:lnTo>
                    <a:pt x="194070" y="489348"/>
                  </a:lnTo>
                  <a:lnTo>
                    <a:pt x="181941" y="497214"/>
                  </a:lnTo>
                  <a:lnTo>
                    <a:pt x="169811" y="505391"/>
                  </a:lnTo>
                  <a:lnTo>
                    <a:pt x="157682" y="513920"/>
                  </a:lnTo>
                  <a:lnTo>
                    <a:pt x="145553" y="522811"/>
                  </a:lnTo>
                  <a:lnTo>
                    <a:pt x="133423" y="532063"/>
                  </a:lnTo>
                  <a:lnTo>
                    <a:pt x="121294" y="541692"/>
                  </a:lnTo>
                  <a:lnTo>
                    <a:pt x="109164" y="551799"/>
                  </a:lnTo>
                  <a:lnTo>
                    <a:pt x="97035" y="562588"/>
                  </a:lnTo>
                  <a:lnTo>
                    <a:pt x="84905" y="574193"/>
                  </a:lnTo>
                  <a:lnTo>
                    <a:pt x="72776" y="586693"/>
                  </a:lnTo>
                  <a:lnTo>
                    <a:pt x="60647" y="600242"/>
                  </a:lnTo>
                  <a:lnTo>
                    <a:pt x="48517" y="614901"/>
                  </a:lnTo>
                  <a:lnTo>
                    <a:pt x="36388" y="630654"/>
                  </a:lnTo>
                  <a:lnTo>
                    <a:pt x="24258" y="647387"/>
                  </a:lnTo>
                  <a:lnTo>
                    <a:pt x="12129" y="665012"/>
                  </a:lnTo>
                  <a:lnTo>
                    <a:pt x="0" y="683393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471" name="pl2471"/>
            <p:cNvSpPr/>
            <p:nvPr/>
          </p:nvSpPr>
          <p:spPr>
            <a:xfrm>
              <a:off x="9516075" y="6893334"/>
              <a:ext cx="958224" cy="558561"/>
            </a:xfrm>
            <a:custGeom>
              <a:avLst/>
              <a:pathLst>
                <a:path w="958224" h="558561">
                  <a:moveTo>
                    <a:pt x="0" y="558561"/>
                  </a:moveTo>
                  <a:lnTo>
                    <a:pt x="12129" y="553395"/>
                  </a:lnTo>
                  <a:lnTo>
                    <a:pt x="24258" y="547453"/>
                  </a:lnTo>
                  <a:lnTo>
                    <a:pt x="36388" y="540583"/>
                  </a:lnTo>
                  <a:lnTo>
                    <a:pt x="48517" y="532674"/>
                  </a:lnTo>
                  <a:lnTo>
                    <a:pt x="60647" y="523577"/>
                  </a:lnTo>
                  <a:lnTo>
                    <a:pt x="72776" y="513251"/>
                  </a:lnTo>
                  <a:lnTo>
                    <a:pt x="84905" y="501801"/>
                  </a:lnTo>
                  <a:lnTo>
                    <a:pt x="97035" y="489494"/>
                  </a:lnTo>
                  <a:lnTo>
                    <a:pt x="109164" y="476591"/>
                  </a:lnTo>
                  <a:lnTo>
                    <a:pt x="121294" y="463412"/>
                  </a:lnTo>
                  <a:lnTo>
                    <a:pt x="133423" y="450307"/>
                  </a:lnTo>
                  <a:lnTo>
                    <a:pt x="145553" y="437420"/>
                  </a:lnTo>
                  <a:lnTo>
                    <a:pt x="157682" y="424787"/>
                  </a:lnTo>
                  <a:lnTo>
                    <a:pt x="169811" y="412423"/>
                  </a:lnTo>
                  <a:lnTo>
                    <a:pt x="181941" y="400360"/>
                  </a:lnTo>
                  <a:lnTo>
                    <a:pt x="194070" y="388658"/>
                  </a:lnTo>
                  <a:lnTo>
                    <a:pt x="206200" y="377396"/>
                  </a:lnTo>
                  <a:lnTo>
                    <a:pt x="218329" y="366659"/>
                  </a:lnTo>
                  <a:lnTo>
                    <a:pt x="230459" y="356467"/>
                  </a:lnTo>
                  <a:lnTo>
                    <a:pt x="242588" y="346747"/>
                  </a:lnTo>
                  <a:lnTo>
                    <a:pt x="254717" y="337413"/>
                  </a:lnTo>
                  <a:lnTo>
                    <a:pt x="266847" y="328402"/>
                  </a:lnTo>
                  <a:lnTo>
                    <a:pt x="278976" y="319678"/>
                  </a:lnTo>
                  <a:lnTo>
                    <a:pt x="291106" y="311246"/>
                  </a:lnTo>
                  <a:lnTo>
                    <a:pt x="303235" y="303146"/>
                  </a:lnTo>
                  <a:lnTo>
                    <a:pt x="315365" y="295445"/>
                  </a:lnTo>
                  <a:lnTo>
                    <a:pt x="327494" y="288197"/>
                  </a:lnTo>
                  <a:lnTo>
                    <a:pt x="339623" y="281402"/>
                  </a:lnTo>
                  <a:lnTo>
                    <a:pt x="351753" y="275041"/>
                  </a:lnTo>
                  <a:lnTo>
                    <a:pt x="363882" y="269081"/>
                  </a:lnTo>
                  <a:lnTo>
                    <a:pt x="376012" y="263478"/>
                  </a:lnTo>
                  <a:lnTo>
                    <a:pt x="388141" y="258185"/>
                  </a:lnTo>
                  <a:lnTo>
                    <a:pt x="400271" y="253153"/>
                  </a:lnTo>
                  <a:lnTo>
                    <a:pt x="412400" y="248332"/>
                  </a:lnTo>
                  <a:lnTo>
                    <a:pt x="424529" y="243676"/>
                  </a:lnTo>
                  <a:lnTo>
                    <a:pt x="436659" y="239143"/>
                  </a:lnTo>
                  <a:lnTo>
                    <a:pt x="448788" y="234696"/>
                  </a:lnTo>
                  <a:lnTo>
                    <a:pt x="460918" y="230309"/>
                  </a:lnTo>
                  <a:lnTo>
                    <a:pt x="473047" y="225959"/>
                  </a:lnTo>
                  <a:lnTo>
                    <a:pt x="485177" y="221636"/>
                  </a:lnTo>
                  <a:lnTo>
                    <a:pt x="497306" y="217335"/>
                  </a:lnTo>
                  <a:lnTo>
                    <a:pt x="509435" y="213058"/>
                  </a:lnTo>
                  <a:lnTo>
                    <a:pt x="521565" y="208813"/>
                  </a:lnTo>
                  <a:lnTo>
                    <a:pt x="533694" y="204615"/>
                  </a:lnTo>
                  <a:lnTo>
                    <a:pt x="545824" y="200478"/>
                  </a:lnTo>
                  <a:lnTo>
                    <a:pt x="557953" y="196420"/>
                  </a:lnTo>
                  <a:lnTo>
                    <a:pt x="570083" y="192458"/>
                  </a:lnTo>
                  <a:lnTo>
                    <a:pt x="582212" y="188605"/>
                  </a:lnTo>
                  <a:lnTo>
                    <a:pt x="594341" y="184861"/>
                  </a:lnTo>
                  <a:lnTo>
                    <a:pt x="606471" y="181215"/>
                  </a:lnTo>
                  <a:lnTo>
                    <a:pt x="618600" y="177649"/>
                  </a:lnTo>
                  <a:lnTo>
                    <a:pt x="630730" y="174137"/>
                  </a:lnTo>
                  <a:lnTo>
                    <a:pt x="642859" y="170652"/>
                  </a:lnTo>
                  <a:lnTo>
                    <a:pt x="654989" y="167161"/>
                  </a:lnTo>
                  <a:lnTo>
                    <a:pt x="667118" y="163625"/>
                  </a:lnTo>
                  <a:lnTo>
                    <a:pt x="679247" y="160007"/>
                  </a:lnTo>
                  <a:lnTo>
                    <a:pt x="691377" y="156264"/>
                  </a:lnTo>
                  <a:lnTo>
                    <a:pt x="703506" y="152355"/>
                  </a:lnTo>
                  <a:lnTo>
                    <a:pt x="715636" y="148241"/>
                  </a:lnTo>
                  <a:lnTo>
                    <a:pt x="727765" y="143882"/>
                  </a:lnTo>
                  <a:lnTo>
                    <a:pt x="739895" y="139243"/>
                  </a:lnTo>
                  <a:lnTo>
                    <a:pt x="752024" y="134294"/>
                  </a:lnTo>
                  <a:lnTo>
                    <a:pt x="764153" y="129010"/>
                  </a:lnTo>
                  <a:lnTo>
                    <a:pt x="776283" y="123372"/>
                  </a:lnTo>
                  <a:lnTo>
                    <a:pt x="788412" y="117369"/>
                  </a:lnTo>
                  <a:lnTo>
                    <a:pt x="800542" y="110995"/>
                  </a:lnTo>
                  <a:lnTo>
                    <a:pt x="812671" y="104251"/>
                  </a:lnTo>
                  <a:lnTo>
                    <a:pt x="824801" y="97143"/>
                  </a:lnTo>
                  <a:lnTo>
                    <a:pt x="836930" y="89683"/>
                  </a:lnTo>
                  <a:lnTo>
                    <a:pt x="849059" y="81885"/>
                  </a:lnTo>
                  <a:lnTo>
                    <a:pt x="861189" y="73768"/>
                  </a:lnTo>
                  <a:lnTo>
                    <a:pt x="873318" y="65352"/>
                  </a:lnTo>
                  <a:lnTo>
                    <a:pt x="885448" y="56660"/>
                  </a:lnTo>
                  <a:lnTo>
                    <a:pt x="897577" y="47714"/>
                  </a:lnTo>
                  <a:lnTo>
                    <a:pt x="909706" y="38537"/>
                  </a:lnTo>
                  <a:lnTo>
                    <a:pt x="921836" y="29154"/>
                  </a:lnTo>
                  <a:lnTo>
                    <a:pt x="933965" y="19588"/>
                  </a:lnTo>
                  <a:lnTo>
                    <a:pt x="946095" y="9862"/>
                  </a:lnTo>
                  <a:lnTo>
                    <a:pt x="95822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72" name="pl2472"/>
            <p:cNvSpPr/>
            <p:nvPr/>
          </p:nvSpPr>
          <p:spPr>
            <a:xfrm>
              <a:off x="9516075" y="7219030"/>
              <a:ext cx="958224" cy="357697"/>
            </a:xfrm>
            <a:custGeom>
              <a:avLst/>
              <a:pathLst>
                <a:path w="958224" h="357697">
                  <a:moveTo>
                    <a:pt x="958224" y="31245"/>
                  </a:moveTo>
                  <a:lnTo>
                    <a:pt x="946095" y="27550"/>
                  </a:lnTo>
                  <a:lnTo>
                    <a:pt x="933965" y="23991"/>
                  </a:lnTo>
                  <a:lnTo>
                    <a:pt x="921836" y="20591"/>
                  </a:lnTo>
                  <a:lnTo>
                    <a:pt x="909706" y="17373"/>
                  </a:lnTo>
                  <a:lnTo>
                    <a:pt x="897577" y="14359"/>
                  </a:lnTo>
                  <a:lnTo>
                    <a:pt x="885448" y="11573"/>
                  </a:lnTo>
                  <a:lnTo>
                    <a:pt x="873318" y="9038"/>
                  </a:lnTo>
                  <a:lnTo>
                    <a:pt x="861189" y="6776"/>
                  </a:lnTo>
                  <a:lnTo>
                    <a:pt x="849059" y="4809"/>
                  </a:lnTo>
                  <a:lnTo>
                    <a:pt x="836930" y="3157"/>
                  </a:lnTo>
                  <a:lnTo>
                    <a:pt x="824801" y="1838"/>
                  </a:lnTo>
                  <a:lnTo>
                    <a:pt x="812671" y="865"/>
                  </a:lnTo>
                  <a:lnTo>
                    <a:pt x="800542" y="250"/>
                  </a:lnTo>
                  <a:lnTo>
                    <a:pt x="788412" y="0"/>
                  </a:lnTo>
                  <a:lnTo>
                    <a:pt x="776283" y="113"/>
                  </a:lnTo>
                  <a:lnTo>
                    <a:pt x="764153" y="584"/>
                  </a:lnTo>
                  <a:lnTo>
                    <a:pt x="752024" y="1401"/>
                  </a:lnTo>
                  <a:lnTo>
                    <a:pt x="739895" y="2545"/>
                  </a:lnTo>
                  <a:lnTo>
                    <a:pt x="727765" y="3990"/>
                  </a:lnTo>
                  <a:lnTo>
                    <a:pt x="715636" y="5706"/>
                  </a:lnTo>
                  <a:lnTo>
                    <a:pt x="703506" y="7657"/>
                  </a:lnTo>
                  <a:lnTo>
                    <a:pt x="691377" y="9803"/>
                  </a:lnTo>
                  <a:lnTo>
                    <a:pt x="679247" y="12104"/>
                  </a:lnTo>
                  <a:lnTo>
                    <a:pt x="667118" y="14519"/>
                  </a:lnTo>
                  <a:lnTo>
                    <a:pt x="654989" y="17004"/>
                  </a:lnTo>
                  <a:lnTo>
                    <a:pt x="642859" y="19522"/>
                  </a:lnTo>
                  <a:lnTo>
                    <a:pt x="630730" y="22033"/>
                  </a:lnTo>
                  <a:lnTo>
                    <a:pt x="618600" y="24505"/>
                  </a:lnTo>
                  <a:lnTo>
                    <a:pt x="606471" y="26908"/>
                  </a:lnTo>
                  <a:lnTo>
                    <a:pt x="594341" y="29217"/>
                  </a:lnTo>
                  <a:lnTo>
                    <a:pt x="582212" y="31414"/>
                  </a:lnTo>
                  <a:lnTo>
                    <a:pt x="570083" y="33486"/>
                  </a:lnTo>
                  <a:lnTo>
                    <a:pt x="557953" y="35443"/>
                  </a:lnTo>
                  <a:lnTo>
                    <a:pt x="545824" y="37326"/>
                  </a:lnTo>
                  <a:lnTo>
                    <a:pt x="533694" y="39181"/>
                  </a:lnTo>
                  <a:lnTo>
                    <a:pt x="521565" y="41057"/>
                  </a:lnTo>
                  <a:lnTo>
                    <a:pt x="509435" y="42998"/>
                  </a:lnTo>
                  <a:lnTo>
                    <a:pt x="497306" y="45049"/>
                  </a:lnTo>
                  <a:lnTo>
                    <a:pt x="485177" y="47248"/>
                  </a:lnTo>
                  <a:lnTo>
                    <a:pt x="473047" y="49628"/>
                  </a:lnTo>
                  <a:lnTo>
                    <a:pt x="460918" y="52215"/>
                  </a:lnTo>
                  <a:lnTo>
                    <a:pt x="448788" y="55027"/>
                  </a:lnTo>
                  <a:lnTo>
                    <a:pt x="436659" y="58073"/>
                  </a:lnTo>
                  <a:lnTo>
                    <a:pt x="424529" y="61356"/>
                  </a:lnTo>
                  <a:lnTo>
                    <a:pt x="412400" y="64870"/>
                  </a:lnTo>
                  <a:lnTo>
                    <a:pt x="400271" y="68603"/>
                  </a:lnTo>
                  <a:lnTo>
                    <a:pt x="388141" y="72539"/>
                  </a:lnTo>
                  <a:lnTo>
                    <a:pt x="376012" y="76660"/>
                  </a:lnTo>
                  <a:lnTo>
                    <a:pt x="363882" y="80944"/>
                  </a:lnTo>
                  <a:lnTo>
                    <a:pt x="351753" y="85376"/>
                  </a:lnTo>
                  <a:lnTo>
                    <a:pt x="339623" y="89943"/>
                  </a:lnTo>
                  <a:lnTo>
                    <a:pt x="327494" y="94641"/>
                  </a:lnTo>
                  <a:lnTo>
                    <a:pt x="315365" y="99482"/>
                  </a:lnTo>
                  <a:lnTo>
                    <a:pt x="303235" y="104494"/>
                  </a:lnTo>
                  <a:lnTo>
                    <a:pt x="291106" y="109751"/>
                  </a:lnTo>
                  <a:lnTo>
                    <a:pt x="278976" y="115330"/>
                  </a:lnTo>
                  <a:lnTo>
                    <a:pt x="266847" y="121283"/>
                  </a:lnTo>
                  <a:lnTo>
                    <a:pt x="254717" y="127624"/>
                  </a:lnTo>
                  <a:lnTo>
                    <a:pt x="242588" y="134331"/>
                  </a:lnTo>
                  <a:lnTo>
                    <a:pt x="230459" y="141349"/>
                  </a:lnTo>
                  <a:lnTo>
                    <a:pt x="218329" y="148606"/>
                  </a:lnTo>
                  <a:lnTo>
                    <a:pt x="206200" y="156036"/>
                  </a:lnTo>
                  <a:lnTo>
                    <a:pt x="194070" y="163652"/>
                  </a:lnTo>
                  <a:lnTo>
                    <a:pt x="181941" y="171518"/>
                  </a:lnTo>
                  <a:lnTo>
                    <a:pt x="169811" y="179696"/>
                  </a:lnTo>
                  <a:lnTo>
                    <a:pt x="157682" y="188224"/>
                  </a:lnTo>
                  <a:lnTo>
                    <a:pt x="145553" y="197116"/>
                  </a:lnTo>
                  <a:lnTo>
                    <a:pt x="133423" y="206368"/>
                  </a:lnTo>
                  <a:lnTo>
                    <a:pt x="121294" y="215996"/>
                  </a:lnTo>
                  <a:lnTo>
                    <a:pt x="109164" y="226103"/>
                  </a:lnTo>
                  <a:lnTo>
                    <a:pt x="97035" y="236893"/>
                  </a:lnTo>
                  <a:lnTo>
                    <a:pt x="84905" y="248498"/>
                  </a:lnTo>
                  <a:lnTo>
                    <a:pt x="72776" y="260998"/>
                  </a:lnTo>
                  <a:lnTo>
                    <a:pt x="60647" y="274546"/>
                  </a:lnTo>
                  <a:lnTo>
                    <a:pt x="48517" y="289205"/>
                  </a:lnTo>
                  <a:lnTo>
                    <a:pt x="36388" y="304958"/>
                  </a:lnTo>
                  <a:lnTo>
                    <a:pt x="24258" y="321691"/>
                  </a:lnTo>
                  <a:lnTo>
                    <a:pt x="12129" y="339316"/>
                  </a:lnTo>
                  <a:lnTo>
                    <a:pt x="0" y="35769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73" name="pl2473"/>
            <p:cNvSpPr/>
            <p:nvPr/>
          </p:nvSpPr>
          <p:spPr>
            <a:xfrm>
              <a:off x="9516075" y="7071805"/>
              <a:ext cx="958224" cy="442506"/>
            </a:xfrm>
            <a:custGeom>
              <a:avLst/>
              <a:pathLst>
                <a:path w="958224" h="442506">
                  <a:moveTo>
                    <a:pt x="0" y="442506"/>
                  </a:moveTo>
                  <a:lnTo>
                    <a:pt x="12129" y="430733"/>
                  </a:lnTo>
                  <a:lnTo>
                    <a:pt x="24258" y="418950"/>
                  </a:lnTo>
                  <a:lnTo>
                    <a:pt x="36388" y="407148"/>
                  </a:lnTo>
                  <a:lnTo>
                    <a:pt x="48517" y="395317"/>
                  </a:lnTo>
                  <a:lnTo>
                    <a:pt x="60647" y="383439"/>
                  </a:lnTo>
                  <a:lnTo>
                    <a:pt x="72776" y="371502"/>
                  </a:lnTo>
                  <a:lnTo>
                    <a:pt x="84905" y="359526"/>
                  </a:lnTo>
                  <a:lnTo>
                    <a:pt x="97035" y="347571"/>
                  </a:lnTo>
                  <a:lnTo>
                    <a:pt x="109164" y="335724"/>
                  </a:lnTo>
                  <a:lnTo>
                    <a:pt x="121294" y="324081"/>
                  </a:lnTo>
                  <a:lnTo>
                    <a:pt x="133423" y="312715"/>
                  </a:lnTo>
                  <a:lnTo>
                    <a:pt x="145553" y="301645"/>
                  </a:lnTo>
                  <a:lnTo>
                    <a:pt x="157682" y="290883"/>
                  </a:lnTo>
                  <a:lnTo>
                    <a:pt x="169811" y="280436"/>
                  </a:lnTo>
                  <a:lnTo>
                    <a:pt x="181941" y="270316"/>
                  </a:lnTo>
                  <a:lnTo>
                    <a:pt x="194070" y="260532"/>
                  </a:lnTo>
                  <a:lnTo>
                    <a:pt x="206200" y="251093"/>
                  </a:lnTo>
                  <a:lnTo>
                    <a:pt x="218329" y="242010"/>
                  </a:lnTo>
                  <a:lnTo>
                    <a:pt x="230459" y="233285"/>
                  </a:lnTo>
                  <a:lnTo>
                    <a:pt x="242588" y="224916"/>
                  </a:lnTo>
                  <a:lnTo>
                    <a:pt x="254717" y="216896"/>
                  </a:lnTo>
                  <a:lnTo>
                    <a:pt x="266847" y="209219"/>
                  </a:lnTo>
                  <a:lnTo>
                    <a:pt x="278976" y="201881"/>
                  </a:lnTo>
                  <a:lnTo>
                    <a:pt x="291106" y="194876"/>
                  </a:lnTo>
                  <a:lnTo>
                    <a:pt x="303235" y="188197"/>
                  </a:lnTo>
                  <a:lnTo>
                    <a:pt x="315365" y="181841"/>
                  </a:lnTo>
                  <a:lnTo>
                    <a:pt x="327494" y="175796"/>
                  </a:lnTo>
                  <a:lnTo>
                    <a:pt x="339623" y="170050"/>
                  </a:lnTo>
                  <a:lnTo>
                    <a:pt x="351753" y="164586"/>
                  </a:lnTo>
                  <a:lnTo>
                    <a:pt x="363882" y="159390"/>
                  </a:lnTo>
                  <a:lnTo>
                    <a:pt x="376012" y="154446"/>
                  </a:lnTo>
                  <a:lnTo>
                    <a:pt x="388141" y="149740"/>
                  </a:lnTo>
                  <a:lnTo>
                    <a:pt x="400271" y="145255"/>
                  </a:lnTo>
                  <a:lnTo>
                    <a:pt x="412400" y="140978"/>
                  </a:lnTo>
                  <a:lnTo>
                    <a:pt x="424529" y="136893"/>
                  </a:lnTo>
                  <a:lnTo>
                    <a:pt x="436659" y="132985"/>
                  </a:lnTo>
                  <a:lnTo>
                    <a:pt x="448788" y="129239"/>
                  </a:lnTo>
                  <a:lnTo>
                    <a:pt x="460918" y="125639"/>
                  </a:lnTo>
                  <a:lnTo>
                    <a:pt x="473047" y="122171"/>
                  </a:lnTo>
                  <a:lnTo>
                    <a:pt x="485177" y="118820"/>
                  </a:lnTo>
                  <a:lnTo>
                    <a:pt x="497306" y="115569"/>
                  </a:lnTo>
                  <a:lnTo>
                    <a:pt x="509435" y="112405"/>
                  </a:lnTo>
                  <a:lnTo>
                    <a:pt x="521565" y="109312"/>
                  </a:lnTo>
                  <a:lnTo>
                    <a:pt x="533694" y="106275"/>
                  </a:lnTo>
                  <a:lnTo>
                    <a:pt x="545824" y="103279"/>
                  </a:lnTo>
                  <a:lnTo>
                    <a:pt x="557953" y="100309"/>
                  </a:lnTo>
                  <a:lnTo>
                    <a:pt x="570083" y="97349"/>
                  </a:lnTo>
                  <a:lnTo>
                    <a:pt x="582212" y="94387"/>
                  </a:lnTo>
                  <a:lnTo>
                    <a:pt x="594341" y="91416"/>
                  </a:lnTo>
                  <a:lnTo>
                    <a:pt x="606471" y="88439"/>
                  </a:lnTo>
                  <a:lnTo>
                    <a:pt x="618600" y="85454"/>
                  </a:lnTo>
                  <a:lnTo>
                    <a:pt x="630730" y="82462"/>
                  </a:lnTo>
                  <a:lnTo>
                    <a:pt x="642859" y="79464"/>
                  </a:lnTo>
                  <a:lnTo>
                    <a:pt x="654989" y="76460"/>
                  </a:lnTo>
                  <a:lnTo>
                    <a:pt x="667118" y="73449"/>
                  </a:lnTo>
                  <a:lnTo>
                    <a:pt x="679247" y="70433"/>
                  </a:lnTo>
                  <a:lnTo>
                    <a:pt x="691377" y="67411"/>
                  </a:lnTo>
                  <a:lnTo>
                    <a:pt x="703506" y="64383"/>
                  </a:lnTo>
                  <a:lnTo>
                    <a:pt x="715636" y="61351"/>
                  </a:lnTo>
                  <a:lnTo>
                    <a:pt x="727765" y="58313"/>
                  </a:lnTo>
                  <a:lnTo>
                    <a:pt x="739895" y="55271"/>
                  </a:lnTo>
                  <a:lnTo>
                    <a:pt x="752024" y="52225"/>
                  </a:lnTo>
                  <a:lnTo>
                    <a:pt x="764153" y="49174"/>
                  </a:lnTo>
                  <a:lnTo>
                    <a:pt x="776283" y="46120"/>
                  </a:lnTo>
                  <a:lnTo>
                    <a:pt x="788412" y="43061"/>
                  </a:lnTo>
                  <a:lnTo>
                    <a:pt x="800542" y="40000"/>
                  </a:lnTo>
                  <a:lnTo>
                    <a:pt x="812671" y="36935"/>
                  </a:lnTo>
                  <a:lnTo>
                    <a:pt x="824801" y="33867"/>
                  </a:lnTo>
                  <a:lnTo>
                    <a:pt x="836930" y="30797"/>
                  </a:lnTo>
                  <a:lnTo>
                    <a:pt x="849059" y="27724"/>
                  </a:lnTo>
                  <a:lnTo>
                    <a:pt x="861189" y="24649"/>
                  </a:lnTo>
                  <a:lnTo>
                    <a:pt x="873318" y="21572"/>
                  </a:lnTo>
                  <a:lnTo>
                    <a:pt x="885448" y="18494"/>
                  </a:lnTo>
                  <a:lnTo>
                    <a:pt x="897577" y="15414"/>
                  </a:lnTo>
                  <a:lnTo>
                    <a:pt x="909706" y="12332"/>
                  </a:lnTo>
                  <a:lnTo>
                    <a:pt x="921836" y="9250"/>
                  </a:lnTo>
                  <a:lnTo>
                    <a:pt x="933965" y="6167"/>
                  </a:lnTo>
                  <a:lnTo>
                    <a:pt x="946095" y="3083"/>
                  </a:lnTo>
                  <a:lnTo>
                    <a:pt x="958224" y="0"/>
                  </a:lnTo>
                </a:path>
              </a:pathLst>
            </a:custGeom>
            <a:ln w="27101" cap="flat">
              <a:solidFill>
                <a:srgbClr val="FFD7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4" name="pl2474"/>
            <p:cNvSpPr/>
            <p:nvPr/>
          </p:nvSpPr>
          <p:spPr>
            <a:xfrm>
              <a:off x="9672380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75" name="rc2475"/>
            <p:cNvSpPr/>
            <p:nvPr/>
          </p:nvSpPr>
          <p:spPr>
            <a:xfrm>
              <a:off x="9468163" y="5418670"/>
              <a:ext cx="1054047" cy="31781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6" name="tx2476"/>
            <p:cNvSpPr/>
            <p:nvPr/>
          </p:nvSpPr>
          <p:spPr>
            <a:xfrm>
              <a:off x="9306161" y="8361025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2477" name="tx2477"/>
            <p:cNvSpPr/>
            <p:nvPr/>
          </p:nvSpPr>
          <p:spPr>
            <a:xfrm>
              <a:off x="9343378" y="7467606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478" name="tx2478"/>
            <p:cNvSpPr/>
            <p:nvPr/>
          </p:nvSpPr>
          <p:spPr>
            <a:xfrm>
              <a:off x="9343378" y="6576916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479" name="tx2479"/>
            <p:cNvSpPr/>
            <p:nvPr/>
          </p:nvSpPr>
          <p:spPr>
            <a:xfrm>
              <a:off x="9343378" y="5685189"/>
              <a:ext cx="62155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2480" name="pl2480"/>
            <p:cNvSpPr/>
            <p:nvPr/>
          </p:nvSpPr>
          <p:spPr>
            <a:xfrm>
              <a:off x="9433369" y="840135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1" name="pl2481"/>
            <p:cNvSpPr/>
            <p:nvPr/>
          </p:nvSpPr>
          <p:spPr>
            <a:xfrm>
              <a:off x="9433369" y="750929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2" name="pl2482"/>
            <p:cNvSpPr/>
            <p:nvPr/>
          </p:nvSpPr>
          <p:spPr>
            <a:xfrm>
              <a:off x="9433369" y="661724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3" name="pl2483"/>
            <p:cNvSpPr/>
            <p:nvPr/>
          </p:nvSpPr>
          <p:spPr>
            <a:xfrm>
              <a:off x="9433369" y="572518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4" name="pl2484"/>
            <p:cNvSpPr/>
            <p:nvPr/>
          </p:nvSpPr>
          <p:spPr>
            <a:xfrm>
              <a:off x="9576842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5" name="pl2485"/>
            <p:cNvSpPr/>
            <p:nvPr/>
          </p:nvSpPr>
          <p:spPr>
            <a:xfrm>
              <a:off x="9930279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6" name="pl2486"/>
            <p:cNvSpPr/>
            <p:nvPr/>
          </p:nvSpPr>
          <p:spPr>
            <a:xfrm>
              <a:off x="10283715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7" name="tx2487"/>
            <p:cNvSpPr/>
            <p:nvPr/>
          </p:nvSpPr>
          <p:spPr>
            <a:xfrm>
              <a:off x="9545764" y="86577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488" name="tx2488"/>
            <p:cNvSpPr/>
            <p:nvPr/>
          </p:nvSpPr>
          <p:spPr>
            <a:xfrm>
              <a:off x="9868123" y="865773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489" name="tx2489"/>
            <p:cNvSpPr/>
            <p:nvPr/>
          </p:nvSpPr>
          <p:spPr>
            <a:xfrm>
              <a:off x="10221560" y="865773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490" name="tx2490"/>
            <p:cNvSpPr/>
            <p:nvPr/>
          </p:nvSpPr>
          <p:spPr>
            <a:xfrm>
              <a:off x="9824382" y="8779049"/>
              <a:ext cx="341610" cy="1294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CL_Z</a:t>
              </a:r>
            </a:p>
          </p:txBody>
        </p:sp>
        <p:sp>
          <p:nvSpPr>
            <p:cNvPr id="2491" name="tx2491"/>
            <p:cNvSpPr/>
            <p:nvPr/>
          </p:nvSpPr>
          <p:spPr>
            <a:xfrm rot="-5400000">
              <a:off x="8799939" y="6942997"/>
              <a:ext cx="745430" cy="1294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RofC_pib_Z</a:t>
              </a:r>
            </a:p>
          </p:txBody>
        </p:sp>
        <p:sp>
          <p:nvSpPr>
            <p:cNvPr id="2492" name="rc2492"/>
            <p:cNvSpPr/>
            <p:nvPr/>
          </p:nvSpPr>
          <p:spPr>
            <a:xfrm>
              <a:off x="10591800" y="5349081"/>
              <a:ext cx="1523999" cy="1828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3" name="rc2493"/>
            <p:cNvSpPr/>
            <p:nvPr/>
          </p:nvSpPr>
          <p:spPr>
            <a:xfrm>
              <a:off x="11020738" y="5418670"/>
              <a:ext cx="1025472" cy="13493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94" name="pl2494"/>
            <p:cNvSpPr/>
            <p:nvPr/>
          </p:nvSpPr>
          <p:spPr>
            <a:xfrm>
              <a:off x="11020738" y="6490007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5" name="pl2495"/>
            <p:cNvSpPr/>
            <p:nvPr/>
          </p:nvSpPr>
          <p:spPr>
            <a:xfrm>
              <a:off x="11020738" y="6167574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6" name="pl2496"/>
            <p:cNvSpPr/>
            <p:nvPr/>
          </p:nvSpPr>
          <p:spPr>
            <a:xfrm>
              <a:off x="11020738" y="5845142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7" name="pl2497"/>
            <p:cNvSpPr/>
            <p:nvPr/>
          </p:nvSpPr>
          <p:spPr>
            <a:xfrm>
              <a:off x="11020738" y="5522710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8" name="pl2498"/>
            <p:cNvSpPr/>
            <p:nvPr/>
          </p:nvSpPr>
          <p:spPr>
            <a:xfrm>
              <a:off x="11232659" y="54186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9" name="pl2499"/>
            <p:cNvSpPr/>
            <p:nvPr/>
          </p:nvSpPr>
          <p:spPr>
            <a:xfrm>
              <a:off x="11563275" y="54186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0" name="pl2500"/>
            <p:cNvSpPr/>
            <p:nvPr/>
          </p:nvSpPr>
          <p:spPr>
            <a:xfrm>
              <a:off x="11893891" y="54186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1" name="pl2501"/>
            <p:cNvSpPr/>
            <p:nvPr/>
          </p:nvSpPr>
          <p:spPr>
            <a:xfrm>
              <a:off x="11020738" y="6651223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2" name="pl2502"/>
            <p:cNvSpPr/>
            <p:nvPr/>
          </p:nvSpPr>
          <p:spPr>
            <a:xfrm>
              <a:off x="11020738" y="6328790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3" name="pl2503"/>
            <p:cNvSpPr/>
            <p:nvPr/>
          </p:nvSpPr>
          <p:spPr>
            <a:xfrm>
              <a:off x="11020738" y="6006358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4" name="pl2504"/>
            <p:cNvSpPr/>
            <p:nvPr/>
          </p:nvSpPr>
          <p:spPr>
            <a:xfrm>
              <a:off x="11020738" y="5683926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5" name="pl2505"/>
            <p:cNvSpPr/>
            <p:nvPr/>
          </p:nvSpPr>
          <p:spPr>
            <a:xfrm>
              <a:off x="11067351" y="54186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6" name="pl2506"/>
            <p:cNvSpPr/>
            <p:nvPr/>
          </p:nvSpPr>
          <p:spPr>
            <a:xfrm>
              <a:off x="11397967" y="54186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7" name="pl2507"/>
            <p:cNvSpPr/>
            <p:nvPr/>
          </p:nvSpPr>
          <p:spPr>
            <a:xfrm>
              <a:off x="11728583" y="54186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8" name="pt2508"/>
            <p:cNvSpPr/>
            <p:nvPr/>
          </p:nvSpPr>
          <p:spPr>
            <a:xfrm>
              <a:off x="11042525" y="66251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9" name="pt2509"/>
            <p:cNvSpPr/>
            <p:nvPr/>
          </p:nvSpPr>
          <p:spPr>
            <a:xfrm>
              <a:off x="11042525" y="66316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0" name="pt2510"/>
            <p:cNvSpPr/>
            <p:nvPr/>
          </p:nvSpPr>
          <p:spPr>
            <a:xfrm>
              <a:off x="11042525" y="66377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1" name="pt2511"/>
            <p:cNvSpPr/>
            <p:nvPr/>
          </p:nvSpPr>
          <p:spPr>
            <a:xfrm>
              <a:off x="11258286" y="66401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2" name="pt2512"/>
            <p:cNvSpPr/>
            <p:nvPr/>
          </p:nvSpPr>
          <p:spPr>
            <a:xfrm>
              <a:off x="11042525" y="66062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3" name="pt2513"/>
            <p:cNvSpPr/>
            <p:nvPr/>
          </p:nvSpPr>
          <p:spPr>
            <a:xfrm>
              <a:off x="11376221" y="66436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4" name="pt2514"/>
            <p:cNvSpPr/>
            <p:nvPr/>
          </p:nvSpPr>
          <p:spPr>
            <a:xfrm>
              <a:off x="11557380" y="66481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5" name="pt2515"/>
            <p:cNvSpPr/>
            <p:nvPr/>
          </p:nvSpPr>
          <p:spPr>
            <a:xfrm>
              <a:off x="11643612" y="66368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6" name="pt2516"/>
            <p:cNvSpPr/>
            <p:nvPr/>
          </p:nvSpPr>
          <p:spPr>
            <a:xfrm>
              <a:off x="11042525" y="66357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7" name="pt2517"/>
            <p:cNvSpPr/>
            <p:nvPr/>
          </p:nvSpPr>
          <p:spPr>
            <a:xfrm>
              <a:off x="11042525" y="66403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8" name="pt2518"/>
            <p:cNvSpPr/>
            <p:nvPr/>
          </p:nvSpPr>
          <p:spPr>
            <a:xfrm>
              <a:off x="11042525" y="66559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9" name="pt2519"/>
            <p:cNvSpPr/>
            <p:nvPr/>
          </p:nvSpPr>
          <p:spPr>
            <a:xfrm>
              <a:off x="11170171" y="66644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0" name="pt2520"/>
            <p:cNvSpPr/>
            <p:nvPr/>
          </p:nvSpPr>
          <p:spPr>
            <a:xfrm>
              <a:off x="11440099" y="66564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1" name="pt2521"/>
            <p:cNvSpPr/>
            <p:nvPr/>
          </p:nvSpPr>
          <p:spPr>
            <a:xfrm>
              <a:off x="11042525" y="66255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2" name="pt2522"/>
            <p:cNvSpPr/>
            <p:nvPr/>
          </p:nvSpPr>
          <p:spPr>
            <a:xfrm>
              <a:off x="11042525" y="66271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3" name="pt2523"/>
            <p:cNvSpPr/>
            <p:nvPr/>
          </p:nvSpPr>
          <p:spPr>
            <a:xfrm>
              <a:off x="11317525" y="66486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4" name="pt2524"/>
            <p:cNvSpPr/>
            <p:nvPr/>
          </p:nvSpPr>
          <p:spPr>
            <a:xfrm>
              <a:off x="11456991" y="66347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5" name="pt2525"/>
            <p:cNvSpPr/>
            <p:nvPr/>
          </p:nvSpPr>
          <p:spPr>
            <a:xfrm>
              <a:off x="11716967" y="66514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6" name="pt2526"/>
            <p:cNvSpPr/>
            <p:nvPr/>
          </p:nvSpPr>
          <p:spPr>
            <a:xfrm>
              <a:off x="11042525" y="66442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7" name="pt2527"/>
            <p:cNvSpPr/>
            <p:nvPr/>
          </p:nvSpPr>
          <p:spPr>
            <a:xfrm>
              <a:off x="11116442" y="66210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8" name="pt2528"/>
            <p:cNvSpPr/>
            <p:nvPr/>
          </p:nvSpPr>
          <p:spPr>
            <a:xfrm>
              <a:off x="11182022" y="66310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9" name="pt2529"/>
            <p:cNvSpPr/>
            <p:nvPr/>
          </p:nvSpPr>
          <p:spPr>
            <a:xfrm>
              <a:off x="11042525" y="66299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0" name="pt2530"/>
            <p:cNvSpPr/>
            <p:nvPr/>
          </p:nvSpPr>
          <p:spPr>
            <a:xfrm>
              <a:off x="11042525" y="66112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1" name="pt2531"/>
            <p:cNvSpPr/>
            <p:nvPr/>
          </p:nvSpPr>
          <p:spPr>
            <a:xfrm>
              <a:off x="11509096" y="66320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2" name="pt2532"/>
            <p:cNvSpPr/>
            <p:nvPr/>
          </p:nvSpPr>
          <p:spPr>
            <a:xfrm>
              <a:off x="11042525" y="66112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3" name="pt2533"/>
            <p:cNvSpPr/>
            <p:nvPr/>
          </p:nvSpPr>
          <p:spPr>
            <a:xfrm>
              <a:off x="11042525" y="66334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4" name="pt2534"/>
            <p:cNvSpPr/>
            <p:nvPr/>
          </p:nvSpPr>
          <p:spPr>
            <a:xfrm>
              <a:off x="11196712" y="66253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5" name="pt2535"/>
            <p:cNvSpPr/>
            <p:nvPr/>
          </p:nvSpPr>
          <p:spPr>
            <a:xfrm>
              <a:off x="11381857" y="66097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6" name="pt2536"/>
            <p:cNvSpPr/>
            <p:nvPr/>
          </p:nvSpPr>
          <p:spPr>
            <a:xfrm>
              <a:off x="11042525" y="66557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7" name="pt2537"/>
            <p:cNvSpPr/>
            <p:nvPr/>
          </p:nvSpPr>
          <p:spPr>
            <a:xfrm>
              <a:off x="11266076" y="66138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8" name="pt2538"/>
            <p:cNvSpPr/>
            <p:nvPr/>
          </p:nvSpPr>
          <p:spPr>
            <a:xfrm>
              <a:off x="11042525" y="66477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9" name="pt2539"/>
            <p:cNvSpPr/>
            <p:nvPr/>
          </p:nvSpPr>
          <p:spPr>
            <a:xfrm>
              <a:off x="11042525" y="66453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0" name="pt2540"/>
            <p:cNvSpPr/>
            <p:nvPr/>
          </p:nvSpPr>
          <p:spPr>
            <a:xfrm>
              <a:off x="11042525" y="66195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1" name="pt2541"/>
            <p:cNvSpPr/>
            <p:nvPr/>
          </p:nvSpPr>
          <p:spPr>
            <a:xfrm>
              <a:off x="11042525" y="66236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2" name="pt2542"/>
            <p:cNvSpPr/>
            <p:nvPr/>
          </p:nvSpPr>
          <p:spPr>
            <a:xfrm>
              <a:off x="11255387" y="66305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3" name="pt2543"/>
            <p:cNvSpPr/>
            <p:nvPr/>
          </p:nvSpPr>
          <p:spPr>
            <a:xfrm>
              <a:off x="11042525" y="66386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4" name="pt2544"/>
            <p:cNvSpPr/>
            <p:nvPr/>
          </p:nvSpPr>
          <p:spPr>
            <a:xfrm>
              <a:off x="11042525" y="66136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5" name="pt2545"/>
            <p:cNvSpPr/>
            <p:nvPr/>
          </p:nvSpPr>
          <p:spPr>
            <a:xfrm>
              <a:off x="11188721" y="66221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6" name="pt2546"/>
            <p:cNvSpPr/>
            <p:nvPr/>
          </p:nvSpPr>
          <p:spPr>
            <a:xfrm>
              <a:off x="11315895" y="66177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7" name="pt2547"/>
            <p:cNvSpPr/>
            <p:nvPr/>
          </p:nvSpPr>
          <p:spPr>
            <a:xfrm>
              <a:off x="11446511" y="66307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8" name="pt2548"/>
            <p:cNvSpPr/>
            <p:nvPr/>
          </p:nvSpPr>
          <p:spPr>
            <a:xfrm>
              <a:off x="11573866" y="66344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9" name="pt2549"/>
            <p:cNvSpPr/>
            <p:nvPr/>
          </p:nvSpPr>
          <p:spPr>
            <a:xfrm>
              <a:off x="11042525" y="66234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0" name="pt2550"/>
            <p:cNvSpPr/>
            <p:nvPr/>
          </p:nvSpPr>
          <p:spPr>
            <a:xfrm>
              <a:off x="11841076" y="64170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1" name="pt2551"/>
            <p:cNvSpPr/>
            <p:nvPr/>
          </p:nvSpPr>
          <p:spPr>
            <a:xfrm>
              <a:off x="11042525" y="66312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2" name="pt2552"/>
            <p:cNvSpPr/>
            <p:nvPr/>
          </p:nvSpPr>
          <p:spPr>
            <a:xfrm>
              <a:off x="11042525" y="66312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3" name="pt2553"/>
            <p:cNvSpPr/>
            <p:nvPr/>
          </p:nvSpPr>
          <p:spPr>
            <a:xfrm>
              <a:off x="11112177" y="66527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4" name="pt2554"/>
            <p:cNvSpPr/>
            <p:nvPr/>
          </p:nvSpPr>
          <p:spPr>
            <a:xfrm>
              <a:off x="11183467" y="66503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5" name="pt2555"/>
            <p:cNvSpPr/>
            <p:nvPr/>
          </p:nvSpPr>
          <p:spPr>
            <a:xfrm>
              <a:off x="11275677" y="66522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6" name="pt2556"/>
            <p:cNvSpPr/>
            <p:nvPr/>
          </p:nvSpPr>
          <p:spPr>
            <a:xfrm>
              <a:off x="11371070" y="66581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7" name="pt2557"/>
            <p:cNvSpPr/>
            <p:nvPr/>
          </p:nvSpPr>
          <p:spPr>
            <a:xfrm>
              <a:off x="11505388" y="66273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8" name="pt2558"/>
            <p:cNvSpPr/>
            <p:nvPr/>
          </p:nvSpPr>
          <p:spPr>
            <a:xfrm>
              <a:off x="11042525" y="66414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9" name="pt2559"/>
            <p:cNvSpPr/>
            <p:nvPr/>
          </p:nvSpPr>
          <p:spPr>
            <a:xfrm>
              <a:off x="11195800" y="66344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0" name="pt2560"/>
            <p:cNvSpPr/>
            <p:nvPr/>
          </p:nvSpPr>
          <p:spPr>
            <a:xfrm>
              <a:off x="11273503" y="66121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1" name="pt2561"/>
            <p:cNvSpPr/>
            <p:nvPr/>
          </p:nvSpPr>
          <p:spPr>
            <a:xfrm>
              <a:off x="11379844" y="66297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2" name="pt2562"/>
            <p:cNvSpPr/>
            <p:nvPr/>
          </p:nvSpPr>
          <p:spPr>
            <a:xfrm>
              <a:off x="11519156" y="66564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3" name="pt2563"/>
            <p:cNvSpPr/>
            <p:nvPr/>
          </p:nvSpPr>
          <p:spPr>
            <a:xfrm>
              <a:off x="11644699" y="66362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4" name="pt2564"/>
            <p:cNvSpPr/>
            <p:nvPr/>
          </p:nvSpPr>
          <p:spPr>
            <a:xfrm>
              <a:off x="11777489" y="66301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5" name="pt2565"/>
            <p:cNvSpPr/>
            <p:nvPr/>
          </p:nvSpPr>
          <p:spPr>
            <a:xfrm>
              <a:off x="11042525" y="66449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6" name="pt2566"/>
            <p:cNvSpPr/>
            <p:nvPr/>
          </p:nvSpPr>
          <p:spPr>
            <a:xfrm>
              <a:off x="11252851" y="66386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7" name="pt2567"/>
            <p:cNvSpPr/>
            <p:nvPr/>
          </p:nvSpPr>
          <p:spPr>
            <a:xfrm>
              <a:off x="11378164" y="66305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8" name="pt2568"/>
            <p:cNvSpPr/>
            <p:nvPr/>
          </p:nvSpPr>
          <p:spPr>
            <a:xfrm>
              <a:off x="11042525" y="66327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9" name="pt2569"/>
            <p:cNvSpPr/>
            <p:nvPr/>
          </p:nvSpPr>
          <p:spPr>
            <a:xfrm>
              <a:off x="11042525" y="66275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0" name="pt2570"/>
            <p:cNvSpPr/>
            <p:nvPr/>
          </p:nvSpPr>
          <p:spPr>
            <a:xfrm>
              <a:off x="11182001" y="65730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1" name="pt2571"/>
            <p:cNvSpPr/>
            <p:nvPr/>
          </p:nvSpPr>
          <p:spPr>
            <a:xfrm>
              <a:off x="11042525" y="66449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2" name="pt2572"/>
            <p:cNvSpPr/>
            <p:nvPr/>
          </p:nvSpPr>
          <p:spPr>
            <a:xfrm>
              <a:off x="11112271" y="66466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3" name="pt2573"/>
            <p:cNvSpPr/>
            <p:nvPr/>
          </p:nvSpPr>
          <p:spPr>
            <a:xfrm>
              <a:off x="11245424" y="66286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4" name="pt2574"/>
            <p:cNvSpPr/>
            <p:nvPr/>
          </p:nvSpPr>
          <p:spPr>
            <a:xfrm>
              <a:off x="11381112" y="66301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5" name="pt2575"/>
            <p:cNvSpPr/>
            <p:nvPr/>
          </p:nvSpPr>
          <p:spPr>
            <a:xfrm>
              <a:off x="11512815" y="66221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6" name="pt2576"/>
            <p:cNvSpPr/>
            <p:nvPr/>
          </p:nvSpPr>
          <p:spPr>
            <a:xfrm>
              <a:off x="11646330" y="66316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7" name="pt2577"/>
            <p:cNvSpPr/>
            <p:nvPr/>
          </p:nvSpPr>
          <p:spPr>
            <a:xfrm>
              <a:off x="11042525" y="66279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8" name="pt2578"/>
            <p:cNvSpPr/>
            <p:nvPr/>
          </p:nvSpPr>
          <p:spPr>
            <a:xfrm>
              <a:off x="11247597" y="66527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9" name="pt2579"/>
            <p:cNvSpPr/>
            <p:nvPr/>
          </p:nvSpPr>
          <p:spPr>
            <a:xfrm>
              <a:off x="11042525" y="66301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0" name="pt2580"/>
            <p:cNvSpPr/>
            <p:nvPr/>
          </p:nvSpPr>
          <p:spPr>
            <a:xfrm>
              <a:off x="11273141" y="66377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1" name="pt2581"/>
            <p:cNvSpPr/>
            <p:nvPr/>
          </p:nvSpPr>
          <p:spPr>
            <a:xfrm>
              <a:off x="11042525" y="66262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2" name="pt2582"/>
            <p:cNvSpPr/>
            <p:nvPr/>
          </p:nvSpPr>
          <p:spPr>
            <a:xfrm>
              <a:off x="11254300" y="66605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3" name="pt2583"/>
            <p:cNvSpPr/>
            <p:nvPr/>
          </p:nvSpPr>
          <p:spPr>
            <a:xfrm>
              <a:off x="11042525" y="66110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4" name="pt2584"/>
            <p:cNvSpPr/>
            <p:nvPr/>
          </p:nvSpPr>
          <p:spPr>
            <a:xfrm>
              <a:off x="11042525" y="66294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5" name="pt2585"/>
            <p:cNvSpPr/>
            <p:nvPr/>
          </p:nvSpPr>
          <p:spPr>
            <a:xfrm>
              <a:off x="11042525" y="66299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6" name="pt2586"/>
            <p:cNvSpPr/>
            <p:nvPr/>
          </p:nvSpPr>
          <p:spPr>
            <a:xfrm>
              <a:off x="11042525" y="66303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7" name="pt2587"/>
            <p:cNvSpPr/>
            <p:nvPr/>
          </p:nvSpPr>
          <p:spPr>
            <a:xfrm>
              <a:off x="11042525" y="66082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8" name="pt2588"/>
            <p:cNvSpPr/>
            <p:nvPr/>
          </p:nvSpPr>
          <p:spPr>
            <a:xfrm>
              <a:off x="11252980" y="66292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9" name="pt2589"/>
            <p:cNvSpPr/>
            <p:nvPr/>
          </p:nvSpPr>
          <p:spPr>
            <a:xfrm>
              <a:off x="11042525" y="66514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0" name="pt2590"/>
            <p:cNvSpPr/>
            <p:nvPr/>
          </p:nvSpPr>
          <p:spPr>
            <a:xfrm>
              <a:off x="11400759" y="66279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1" name="pt2591"/>
            <p:cNvSpPr/>
            <p:nvPr/>
          </p:nvSpPr>
          <p:spPr>
            <a:xfrm>
              <a:off x="11042525" y="66297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2" name="pt2592"/>
            <p:cNvSpPr/>
            <p:nvPr/>
          </p:nvSpPr>
          <p:spPr>
            <a:xfrm>
              <a:off x="11254059" y="66260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3" name="pt2593"/>
            <p:cNvSpPr/>
            <p:nvPr/>
          </p:nvSpPr>
          <p:spPr>
            <a:xfrm>
              <a:off x="11042525" y="66223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4" name="pt2594"/>
            <p:cNvSpPr/>
            <p:nvPr/>
          </p:nvSpPr>
          <p:spPr>
            <a:xfrm>
              <a:off x="11042525" y="66236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5" name="pt2595"/>
            <p:cNvSpPr/>
            <p:nvPr/>
          </p:nvSpPr>
          <p:spPr>
            <a:xfrm>
              <a:off x="11259192" y="66357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6" name="pt2596"/>
            <p:cNvSpPr/>
            <p:nvPr/>
          </p:nvSpPr>
          <p:spPr>
            <a:xfrm>
              <a:off x="11457675" y="66625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7" name="pt2597"/>
            <p:cNvSpPr/>
            <p:nvPr/>
          </p:nvSpPr>
          <p:spPr>
            <a:xfrm>
              <a:off x="11582380" y="66455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8" name="pt2598"/>
            <p:cNvSpPr/>
            <p:nvPr/>
          </p:nvSpPr>
          <p:spPr>
            <a:xfrm>
              <a:off x="11705908" y="66622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9" name="pt2599"/>
            <p:cNvSpPr/>
            <p:nvPr/>
          </p:nvSpPr>
          <p:spPr>
            <a:xfrm>
              <a:off x="11042525" y="66320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0" name="pt2600"/>
            <p:cNvSpPr/>
            <p:nvPr/>
          </p:nvSpPr>
          <p:spPr>
            <a:xfrm>
              <a:off x="11310992" y="66418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1" name="pt2601"/>
            <p:cNvSpPr/>
            <p:nvPr/>
          </p:nvSpPr>
          <p:spPr>
            <a:xfrm>
              <a:off x="11454166" y="66238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2" name="pt2602"/>
            <p:cNvSpPr/>
            <p:nvPr/>
          </p:nvSpPr>
          <p:spPr>
            <a:xfrm>
              <a:off x="11042525" y="66347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3" name="pt2603"/>
            <p:cNvSpPr/>
            <p:nvPr/>
          </p:nvSpPr>
          <p:spPr>
            <a:xfrm>
              <a:off x="11187067" y="66273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4" name="pt2604"/>
            <p:cNvSpPr/>
            <p:nvPr/>
          </p:nvSpPr>
          <p:spPr>
            <a:xfrm>
              <a:off x="11346487" y="66464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5" name="pt2605"/>
            <p:cNvSpPr/>
            <p:nvPr/>
          </p:nvSpPr>
          <p:spPr>
            <a:xfrm>
              <a:off x="11469857" y="66449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6" name="pt2606"/>
            <p:cNvSpPr/>
            <p:nvPr/>
          </p:nvSpPr>
          <p:spPr>
            <a:xfrm>
              <a:off x="11042525" y="66151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7" name="pt2607"/>
            <p:cNvSpPr/>
            <p:nvPr/>
          </p:nvSpPr>
          <p:spPr>
            <a:xfrm>
              <a:off x="11254844" y="66444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8" name="pt2608"/>
            <p:cNvSpPr/>
            <p:nvPr/>
          </p:nvSpPr>
          <p:spPr>
            <a:xfrm>
              <a:off x="11042525" y="66045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9" name="pt2609"/>
            <p:cNvSpPr/>
            <p:nvPr/>
          </p:nvSpPr>
          <p:spPr>
            <a:xfrm>
              <a:off x="11042525" y="66149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0" name="pt2610"/>
            <p:cNvSpPr/>
            <p:nvPr/>
          </p:nvSpPr>
          <p:spPr>
            <a:xfrm>
              <a:off x="11245685" y="65367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1" name="pt2611"/>
            <p:cNvSpPr/>
            <p:nvPr/>
          </p:nvSpPr>
          <p:spPr>
            <a:xfrm>
              <a:off x="11376120" y="64755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2" name="pt2612"/>
            <p:cNvSpPr/>
            <p:nvPr/>
          </p:nvSpPr>
          <p:spPr>
            <a:xfrm>
              <a:off x="11513076" y="64479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3" name="pt2613"/>
            <p:cNvSpPr/>
            <p:nvPr/>
          </p:nvSpPr>
          <p:spPr>
            <a:xfrm>
              <a:off x="11638077" y="64114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4" name="pt2614"/>
            <p:cNvSpPr/>
            <p:nvPr/>
          </p:nvSpPr>
          <p:spPr>
            <a:xfrm>
              <a:off x="11042525" y="66231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5" name="pt2615"/>
            <p:cNvSpPr/>
            <p:nvPr/>
          </p:nvSpPr>
          <p:spPr>
            <a:xfrm>
              <a:off x="11180500" y="66036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6" name="pt2616"/>
            <p:cNvSpPr/>
            <p:nvPr/>
          </p:nvSpPr>
          <p:spPr>
            <a:xfrm>
              <a:off x="11042525" y="66234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7" name="pt2617"/>
            <p:cNvSpPr/>
            <p:nvPr/>
          </p:nvSpPr>
          <p:spPr>
            <a:xfrm>
              <a:off x="11115988" y="66160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8" name="pt2618"/>
            <p:cNvSpPr/>
            <p:nvPr/>
          </p:nvSpPr>
          <p:spPr>
            <a:xfrm>
              <a:off x="11042525" y="66392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9" name="pt2619"/>
            <p:cNvSpPr/>
            <p:nvPr/>
          </p:nvSpPr>
          <p:spPr>
            <a:xfrm>
              <a:off x="11042525" y="66492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0" name="pt2620"/>
            <p:cNvSpPr/>
            <p:nvPr/>
          </p:nvSpPr>
          <p:spPr>
            <a:xfrm>
              <a:off x="11177194" y="66468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1" name="pt2621"/>
            <p:cNvSpPr/>
            <p:nvPr/>
          </p:nvSpPr>
          <p:spPr>
            <a:xfrm>
              <a:off x="11299771" y="66477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2" name="pt2622"/>
            <p:cNvSpPr/>
            <p:nvPr/>
          </p:nvSpPr>
          <p:spPr>
            <a:xfrm>
              <a:off x="11439158" y="66451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3" name="pt2623"/>
            <p:cNvSpPr/>
            <p:nvPr/>
          </p:nvSpPr>
          <p:spPr>
            <a:xfrm>
              <a:off x="11570967" y="66522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4" name="pt2624"/>
            <p:cNvSpPr/>
            <p:nvPr/>
          </p:nvSpPr>
          <p:spPr>
            <a:xfrm>
              <a:off x="11042525" y="66099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5" name="pt2625"/>
            <p:cNvSpPr/>
            <p:nvPr/>
          </p:nvSpPr>
          <p:spPr>
            <a:xfrm>
              <a:off x="11042525" y="66360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6" name="pt2626"/>
            <p:cNvSpPr/>
            <p:nvPr/>
          </p:nvSpPr>
          <p:spPr>
            <a:xfrm>
              <a:off x="11241598" y="66446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7" name="pt2627"/>
            <p:cNvSpPr/>
            <p:nvPr/>
          </p:nvSpPr>
          <p:spPr>
            <a:xfrm>
              <a:off x="11373301" y="66425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8" name="pt2628"/>
            <p:cNvSpPr/>
            <p:nvPr/>
          </p:nvSpPr>
          <p:spPr>
            <a:xfrm>
              <a:off x="11505185" y="66151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9" name="pt2629"/>
            <p:cNvSpPr/>
            <p:nvPr/>
          </p:nvSpPr>
          <p:spPr>
            <a:xfrm>
              <a:off x="11042525" y="66132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0" name="pt2630"/>
            <p:cNvSpPr/>
            <p:nvPr/>
          </p:nvSpPr>
          <p:spPr>
            <a:xfrm>
              <a:off x="11042525" y="66186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1" name="pt2631"/>
            <p:cNvSpPr/>
            <p:nvPr/>
          </p:nvSpPr>
          <p:spPr>
            <a:xfrm>
              <a:off x="11372054" y="66171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2" name="pt2632"/>
            <p:cNvSpPr/>
            <p:nvPr/>
          </p:nvSpPr>
          <p:spPr>
            <a:xfrm>
              <a:off x="11042525" y="66147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3" name="pt2633"/>
            <p:cNvSpPr/>
            <p:nvPr/>
          </p:nvSpPr>
          <p:spPr>
            <a:xfrm>
              <a:off x="11448308" y="65263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4" name="pt2634"/>
            <p:cNvSpPr/>
            <p:nvPr/>
          </p:nvSpPr>
          <p:spPr>
            <a:xfrm>
              <a:off x="11042525" y="66273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5" name="pt2635"/>
            <p:cNvSpPr/>
            <p:nvPr/>
          </p:nvSpPr>
          <p:spPr>
            <a:xfrm>
              <a:off x="11170592" y="66108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6" name="pt2636"/>
            <p:cNvSpPr/>
            <p:nvPr/>
          </p:nvSpPr>
          <p:spPr>
            <a:xfrm>
              <a:off x="11042525" y="66581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7" name="pt2637"/>
            <p:cNvSpPr/>
            <p:nvPr/>
          </p:nvSpPr>
          <p:spPr>
            <a:xfrm>
              <a:off x="11042525" y="66314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8" name="pt2638"/>
            <p:cNvSpPr/>
            <p:nvPr/>
          </p:nvSpPr>
          <p:spPr>
            <a:xfrm>
              <a:off x="11042525" y="66186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9" name="pt2639"/>
            <p:cNvSpPr/>
            <p:nvPr/>
          </p:nvSpPr>
          <p:spPr>
            <a:xfrm>
              <a:off x="11042525" y="66262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0" name="pt2640"/>
            <p:cNvSpPr/>
            <p:nvPr/>
          </p:nvSpPr>
          <p:spPr>
            <a:xfrm>
              <a:off x="11252489" y="66301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1" name="pt2641"/>
            <p:cNvSpPr/>
            <p:nvPr/>
          </p:nvSpPr>
          <p:spPr>
            <a:xfrm>
              <a:off x="11042525" y="66327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2" name="pt2642"/>
            <p:cNvSpPr/>
            <p:nvPr/>
          </p:nvSpPr>
          <p:spPr>
            <a:xfrm>
              <a:off x="11042525" y="66058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3" name="pt2643"/>
            <p:cNvSpPr/>
            <p:nvPr/>
          </p:nvSpPr>
          <p:spPr>
            <a:xfrm>
              <a:off x="11241575" y="65825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4" name="pt2644"/>
            <p:cNvSpPr/>
            <p:nvPr/>
          </p:nvSpPr>
          <p:spPr>
            <a:xfrm>
              <a:off x="11379256" y="66527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5" name="pt2645"/>
            <p:cNvSpPr/>
            <p:nvPr/>
          </p:nvSpPr>
          <p:spPr>
            <a:xfrm>
              <a:off x="11511140" y="66410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6" name="pt2646"/>
            <p:cNvSpPr/>
            <p:nvPr/>
          </p:nvSpPr>
          <p:spPr>
            <a:xfrm>
              <a:off x="11800052" y="66486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7" name="pt2647"/>
            <p:cNvSpPr/>
            <p:nvPr/>
          </p:nvSpPr>
          <p:spPr>
            <a:xfrm>
              <a:off x="11042525" y="66553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8" name="pt2648"/>
            <p:cNvSpPr/>
            <p:nvPr/>
          </p:nvSpPr>
          <p:spPr>
            <a:xfrm>
              <a:off x="11120102" y="66583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9" name="pt2649"/>
            <p:cNvSpPr/>
            <p:nvPr/>
          </p:nvSpPr>
          <p:spPr>
            <a:xfrm>
              <a:off x="11190713" y="66577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0" name="pt2650"/>
            <p:cNvSpPr/>
            <p:nvPr/>
          </p:nvSpPr>
          <p:spPr>
            <a:xfrm>
              <a:off x="11257924" y="66442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1" name="pt2651"/>
            <p:cNvSpPr/>
            <p:nvPr/>
          </p:nvSpPr>
          <p:spPr>
            <a:xfrm>
              <a:off x="11042525" y="66279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2" name="pt2652"/>
            <p:cNvSpPr/>
            <p:nvPr/>
          </p:nvSpPr>
          <p:spPr>
            <a:xfrm>
              <a:off x="11042525" y="66032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3" name="pt2653"/>
            <p:cNvSpPr/>
            <p:nvPr/>
          </p:nvSpPr>
          <p:spPr>
            <a:xfrm>
              <a:off x="11042525" y="66481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4" name="pt2654"/>
            <p:cNvSpPr/>
            <p:nvPr/>
          </p:nvSpPr>
          <p:spPr>
            <a:xfrm>
              <a:off x="11181006" y="66410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5" name="pt2655"/>
            <p:cNvSpPr/>
            <p:nvPr/>
          </p:nvSpPr>
          <p:spPr>
            <a:xfrm>
              <a:off x="11042525" y="66483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6" name="pt2656"/>
            <p:cNvSpPr/>
            <p:nvPr/>
          </p:nvSpPr>
          <p:spPr>
            <a:xfrm>
              <a:off x="11042525" y="66568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7" name="pt2657"/>
            <p:cNvSpPr/>
            <p:nvPr/>
          </p:nvSpPr>
          <p:spPr>
            <a:xfrm>
              <a:off x="11042525" y="66705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8" name="pt2658"/>
            <p:cNvSpPr/>
            <p:nvPr/>
          </p:nvSpPr>
          <p:spPr>
            <a:xfrm>
              <a:off x="11042525" y="66079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9" name="pt2659"/>
            <p:cNvSpPr/>
            <p:nvPr/>
          </p:nvSpPr>
          <p:spPr>
            <a:xfrm>
              <a:off x="11185822" y="65912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0" name="pt2660"/>
            <p:cNvSpPr/>
            <p:nvPr/>
          </p:nvSpPr>
          <p:spPr>
            <a:xfrm>
              <a:off x="11042525" y="66071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1" name="pt2661"/>
            <p:cNvSpPr/>
            <p:nvPr/>
          </p:nvSpPr>
          <p:spPr>
            <a:xfrm>
              <a:off x="11042525" y="66488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2" name="pt2662"/>
            <p:cNvSpPr/>
            <p:nvPr/>
          </p:nvSpPr>
          <p:spPr>
            <a:xfrm>
              <a:off x="11042525" y="66381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3" name="pt2663"/>
            <p:cNvSpPr/>
            <p:nvPr/>
          </p:nvSpPr>
          <p:spPr>
            <a:xfrm>
              <a:off x="11042525" y="66466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4" name="pt2664"/>
            <p:cNvSpPr/>
            <p:nvPr/>
          </p:nvSpPr>
          <p:spPr>
            <a:xfrm>
              <a:off x="11456863" y="66260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5" name="pt2665"/>
            <p:cNvSpPr/>
            <p:nvPr/>
          </p:nvSpPr>
          <p:spPr>
            <a:xfrm>
              <a:off x="11042525" y="66053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6" name="pt2666"/>
            <p:cNvSpPr/>
            <p:nvPr/>
          </p:nvSpPr>
          <p:spPr>
            <a:xfrm>
              <a:off x="11131268" y="66116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7" name="pt2667"/>
            <p:cNvSpPr/>
            <p:nvPr/>
          </p:nvSpPr>
          <p:spPr>
            <a:xfrm>
              <a:off x="11181854" y="66023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8" name="pt2668"/>
            <p:cNvSpPr/>
            <p:nvPr/>
          </p:nvSpPr>
          <p:spPr>
            <a:xfrm>
              <a:off x="11247779" y="65966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9" name="pt2669"/>
            <p:cNvSpPr/>
            <p:nvPr/>
          </p:nvSpPr>
          <p:spPr>
            <a:xfrm>
              <a:off x="11314989" y="66077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0" name="pt2670"/>
            <p:cNvSpPr/>
            <p:nvPr/>
          </p:nvSpPr>
          <p:spPr>
            <a:xfrm>
              <a:off x="11436772" y="66127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1" name="pt2671"/>
            <p:cNvSpPr/>
            <p:nvPr/>
          </p:nvSpPr>
          <p:spPr>
            <a:xfrm>
              <a:off x="11572598" y="66019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2" name="pt2672"/>
            <p:cNvSpPr/>
            <p:nvPr/>
          </p:nvSpPr>
          <p:spPr>
            <a:xfrm>
              <a:off x="11638540" y="66066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3" name="pt2673"/>
            <p:cNvSpPr/>
            <p:nvPr/>
          </p:nvSpPr>
          <p:spPr>
            <a:xfrm>
              <a:off x="11042525" y="66266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4" name="pt2674"/>
            <p:cNvSpPr/>
            <p:nvPr/>
          </p:nvSpPr>
          <p:spPr>
            <a:xfrm>
              <a:off x="11042525" y="66249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5" name="pt2675"/>
            <p:cNvSpPr/>
            <p:nvPr/>
          </p:nvSpPr>
          <p:spPr>
            <a:xfrm>
              <a:off x="11108689" y="66192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6" name="pt2676"/>
            <p:cNvSpPr/>
            <p:nvPr/>
          </p:nvSpPr>
          <p:spPr>
            <a:xfrm>
              <a:off x="11042525" y="66349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7" name="pt2677"/>
            <p:cNvSpPr/>
            <p:nvPr/>
          </p:nvSpPr>
          <p:spPr>
            <a:xfrm>
              <a:off x="11175496" y="66253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8" name="pt2678"/>
            <p:cNvSpPr/>
            <p:nvPr/>
          </p:nvSpPr>
          <p:spPr>
            <a:xfrm>
              <a:off x="11322570" y="66368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9" name="pt2679"/>
            <p:cNvSpPr/>
            <p:nvPr/>
          </p:nvSpPr>
          <p:spPr>
            <a:xfrm>
              <a:off x="11451402" y="66342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0" name="pt2680"/>
            <p:cNvSpPr/>
            <p:nvPr/>
          </p:nvSpPr>
          <p:spPr>
            <a:xfrm>
              <a:off x="11042525" y="66347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1" name="pt2681"/>
            <p:cNvSpPr/>
            <p:nvPr/>
          </p:nvSpPr>
          <p:spPr>
            <a:xfrm>
              <a:off x="11042525" y="66455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2" name="pt2682"/>
            <p:cNvSpPr/>
            <p:nvPr/>
          </p:nvSpPr>
          <p:spPr>
            <a:xfrm>
              <a:off x="11042525" y="66173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3" name="pt2683"/>
            <p:cNvSpPr/>
            <p:nvPr/>
          </p:nvSpPr>
          <p:spPr>
            <a:xfrm>
              <a:off x="11186909" y="66040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4" name="pt2684"/>
            <p:cNvSpPr/>
            <p:nvPr/>
          </p:nvSpPr>
          <p:spPr>
            <a:xfrm>
              <a:off x="11242706" y="66273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5" name="pt2685"/>
            <p:cNvSpPr/>
            <p:nvPr/>
          </p:nvSpPr>
          <p:spPr>
            <a:xfrm>
              <a:off x="11042525" y="66312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6" name="pt2686"/>
            <p:cNvSpPr/>
            <p:nvPr/>
          </p:nvSpPr>
          <p:spPr>
            <a:xfrm>
              <a:off x="11042525" y="66327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7" name="pt2687"/>
            <p:cNvSpPr/>
            <p:nvPr/>
          </p:nvSpPr>
          <p:spPr>
            <a:xfrm>
              <a:off x="11042525" y="66470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8" name="pt2688"/>
            <p:cNvSpPr/>
            <p:nvPr/>
          </p:nvSpPr>
          <p:spPr>
            <a:xfrm>
              <a:off x="11376221" y="66255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9" name="pt2689"/>
            <p:cNvSpPr/>
            <p:nvPr/>
          </p:nvSpPr>
          <p:spPr>
            <a:xfrm>
              <a:off x="11511728" y="66429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0" name="pt2690"/>
            <p:cNvSpPr/>
            <p:nvPr/>
          </p:nvSpPr>
          <p:spPr>
            <a:xfrm>
              <a:off x="11660098" y="66501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1" name="pt2691"/>
            <p:cNvSpPr/>
            <p:nvPr/>
          </p:nvSpPr>
          <p:spPr>
            <a:xfrm>
              <a:off x="11837091" y="66635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2" name="pt2692"/>
            <p:cNvSpPr/>
            <p:nvPr/>
          </p:nvSpPr>
          <p:spPr>
            <a:xfrm>
              <a:off x="11042525" y="66320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3" name="pt2693"/>
            <p:cNvSpPr/>
            <p:nvPr/>
          </p:nvSpPr>
          <p:spPr>
            <a:xfrm>
              <a:off x="11042525" y="66181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4" name="pt2694"/>
            <p:cNvSpPr/>
            <p:nvPr/>
          </p:nvSpPr>
          <p:spPr>
            <a:xfrm>
              <a:off x="11244880" y="65489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5" name="pt2695"/>
            <p:cNvSpPr/>
            <p:nvPr/>
          </p:nvSpPr>
          <p:spPr>
            <a:xfrm>
              <a:off x="11441376" y="64140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6" name="pt2696"/>
            <p:cNvSpPr/>
            <p:nvPr/>
          </p:nvSpPr>
          <p:spPr>
            <a:xfrm>
              <a:off x="11042525" y="66479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7" name="pt2697"/>
            <p:cNvSpPr/>
            <p:nvPr/>
          </p:nvSpPr>
          <p:spPr>
            <a:xfrm>
              <a:off x="11110097" y="66475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8" name="pt2698"/>
            <p:cNvSpPr/>
            <p:nvPr/>
          </p:nvSpPr>
          <p:spPr>
            <a:xfrm>
              <a:off x="11042525" y="66255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9" name="pt2699"/>
            <p:cNvSpPr/>
            <p:nvPr/>
          </p:nvSpPr>
          <p:spPr>
            <a:xfrm>
              <a:off x="11042525" y="66622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0" name="pt2700"/>
            <p:cNvSpPr/>
            <p:nvPr/>
          </p:nvSpPr>
          <p:spPr>
            <a:xfrm>
              <a:off x="11306112" y="66605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1" name="pt2701"/>
            <p:cNvSpPr/>
            <p:nvPr/>
          </p:nvSpPr>
          <p:spPr>
            <a:xfrm>
              <a:off x="11473322" y="66551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2" name="pt2702"/>
            <p:cNvSpPr/>
            <p:nvPr/>
          </p:nvSpPr>
          <p:spPr>
            <a:xfrm>
              <a:off x="11042525" y="66142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3" name="pt2703"/>
            <p:cNvSpPr/>
            <p:nvPr/>
          </p:nvSpPr>
          <p:spPr>
            <a:xfrm>
              <a:off x="11042525" y="66273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4" name="pt2704"/>
            <p:cNvSpPr/>
            <p:nvPr/>
          </p:nvSpPr>
          <p:spPr>
            <a:xfrm>
              <a:off x="11265351" y="66249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5" name="pt2705"/>
            <p:cNvSpPr/>
            <p:nvPr/>
          </p:nvSpPr>
          <p:spPr>
            <a:xfrm>
              <a:off x="11432894" y="66277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6" name="pt2706"/>
            <p:cNvSpPr/>
            <p:nvPr/>
          </p:nvSpPr>
          <p:spPr>
            <a:xfrm>
              <a:off x="11042525" y="66049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7" name="pt2707"/>
            <p:cNvSpPr/>
            <p:nvPr/>
          </p:nvSpPr>
          <p:spPr>
            <a:xfrm>
              <a:off x="11451583" y="66064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8" name="pt2708"/>
            <p:cNvSpPr/>
            <p:nvPr/>
          </p:nvSpPr>
          <p:spPr>
            <a:xfrm>
              <a:off x="11042525" y="66364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9" name="pt2709"/>
            <p:cNvSpPr/>
            <p:nvPr/>
          </p:nvSpPr>
          <p:spPr>
            <a:xfrm>
              <a:off x="11181507" y="66299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0" name="pt2710"/>
            <p:cNvSpPr/>
            <p:nvPr/>
          </p:nvSpPr>
          <p:spPr>
            <a:xfrm>
              <a:off x="11313358" y="66112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1" name="pt2711"/>
            <p:cNvSpPr/>
            <p:nvPr/>
          </p:nvSpPr>
          <p:spPr>
            <a:xfrm>
              <a:off x="11042525" y="66214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2" name="pt2712"/>
            <p:cNvSpPr/>
            <p:nvPr/>
          </p:nvSpPr>
          <p:spPr>
            <a:xfrm>
              <a:off x="11042525" y="66618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3" name="pt2713"/>
            <p:cNvSpPr/>
            <p:nvPr/>
          </p:nvSpPr>
          <p:spPr>
            <a:xfrm>
              <a:off x="11313540" y="66459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4" name="pt2714"/>
            <p:cNvSpPr/>
            <p:nvPr/>
          </p:nvSpPr>
          <p:spPr>
            <a:xfrm>
              <a:off x="11314626" y="66105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5" name="pt2715"/>
            <p:cNvSpPr/>
            <p:nvPr/>
          </p:nvSpPr>
          <p:spPr>
            <a:xfrm>
              <a:off x="11449047" y="65947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6" name="pt2716"/>
            <p:cNvSpPr/>
            <p:nvPr/>
          </p:nvSpPr>
          <p:spPr>
            <a:xfrm>
              <a:off x="11042525" y="66342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7" name="pt2717"/>
            <p:cNvSpPr/>
            <p:nvPr/>
          </p:nvSpPr>
          <p:spPr>
            <a:xfrm>
              <a:off x="11113508" y="66249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8" name="pt2718"/>
            <p:cNvSpPr/>
            <p:nvPr/>
          </p:nvSpPr>
          <p:spPr>
            <a:xfrm>
              <a:off x="11181986" y="66297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9" name="pt2719"/>
            <p:cNvSpPr/>
            <p:nvPr/>
          </p:nvSpPr>
          <p:spPr>
            <a:xfrm>
              <a:off x="11308644" y="66277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0" name="pt2720"/>
            <p:cNvSpPr/>
            <p:nvPr/>
          </p:nvSpPr>
          <p:spPr>
            <a:xfrm>
              <a:off x="11364595" y="66375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1" name="pt2721"/>
            <p:cNvSpPr/>
            <p:nvPr/>
          </p:nvSpPr>
          <p:spPr>
            <a:xfrm>
              <a:off x="11466044" y="66334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2" name="pt2722"/>
            <p:cNvSpPr/>
            <p:nvPr/>
          </p:nvSpPr>
          <p:spPr>
            <a:xfrm>
              <a:off x="11515320" y="66383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3" name="pt2723"/>
            <p:cNvSpPr/>
            <p:nvPr/>
          </p:nvSpPr>
          <p:spPr>
            <a:xfrm>
              <a:off x="11042525" y="66205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4" name="pt2724"/>
            <p:cNvSpPr/>
            <p:nvPr/>
          </p:nvSpPr>
          <p:spPr>
            <a:xfrm>
              <a:off x="11042525" y="66155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5" name="pt2725"/>
            <p:cNvSpPr/>
            <p:nvPr/>
          </p:nvSpPr>
          <p:spPr>
            <a:xfrm>
              <a:off x="11242039" y="66197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6" name="pt2726"/>
            <p:cNvSpPr/>
            <p:nvPr/>
          </p:nvSpPr>
          <p:spPr>
            <a:xfrm>
              <a:off x="11435641" y="66284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7" name="pt2727"/>
            <p:cNvSpPr/>
            <p:nvPr/>
          </p:nvSpPr>
          <p:spPr>
            <a:xfrm>
              <a:off x="11570062" y="66164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8" name="pt2728"/>
            <p:cNvSpPr/>
            <p:nvPr/>
          </p:nvSpPr>
          <p:spPr>
            <a:xfrm>
              <a:off x="11704301" y="66344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9" name="pt2729"/>
            <p:cNvSpPr/>
            <p:nvPr/>
          </p:nvSpPr>
          <p:spPr>
            <a:xfrm>
              <a:off x="11042525" y="66347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0" name="pt2730"/>
            <p:cNvSpPr/>
            <p:nvPr/>
          </p:nvSpPr>
          <p:spPr>
            <a:xfrm>
              <a:off x="11109154" y="66490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1" name="pt2731"/>
            <p:cNvSpPr/>
            <p:nvPr/>
          </p:nvSpPr>
          <p:spPr>
            <a:xfrm>
              <a:off x="11042525" y="66090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2" name="pt2732"/>
            <p:cNvSpPr/>
            <p:nvPr/>
          </p:nvSpPr>
          <p:spPr>
            <a:xfrm>
              <a:off x="11256655" y="66490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3" name="pt2733"/>
            <p:cNvSpPr/>
            <p:nvPr/>
          </p:nvSpPr>
          <p:spPr>
            <a:xfrm>
              <a:off x="11572235" y="66323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4" name="pt2734"/>
            <p:cNvSpPr/>
            <p:nvPr/>
          </p:nvSpPr>
          <p:spPr>
            <a:xfrm>
              <a:off x="11042525" y="66234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5" name="pt2735"/>
            <p:cNvSpPr/>
            <p:nvPr/>
          </p:nvSpPr>
          <p:spPr>
            <a:xfrm>
              <a:off x="11249047" y="66379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6" name="pt2736"/>
            <p:cNvSpPr/>
            <p:nvPr/>
          </p:nvSpPr>
          <p:spPr>
            <a:xfrm>
              <a:off x="11377851" y="66364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7" name="pt2737"/>
            <p:cNvSpPr/>
            <p:nvPr/>
          </p:nvSpPr>
          <p:spPr>
            <a:xfrm>
              <a:off x="11042525" y="66166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8" name="pt2738"/>
            <p:cNvSpPr/>
            <p:nvPr/>
          </p:nvSpPr>
          <p:spPr>
            <a:xfrm>
              <a:off x="11233467" y="66538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9" name="pt2739"/>
            <p:cNvSpPr/>
            <p:nvPr/>
          </p:nvSpPr>
          <p:spPr>
            <a:xfrm>
              <a:off x="11042525" y="66195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0" name="pt2740"/>
            <p:cNvSpPr/>
            <p:nvPr/>
          </p:nvSpPr>
          <p:spPr>
            <a:xfrm>
              <a:off x="11042525" y="66386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1" name="pt2741"/>
            <p:cNvSpPr/>
            <p:nvPr/>
          </p:nvSpPr>
          <p:spPr>
            <a:xfrm>
              <a:off x="11177670" y="66262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2" name="pt2742"/>
            <p:cNvSpPr/>
            <p:nvPr/>
          </p:nvSpPr>
          <p:spPr>
            <a:xfrm>
              <a:off x="11042525" y="66084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3" name="pt2743"/>
            <p:cNvSpPr/>
            <p:nvPr/>
          </p:nvSpPr>
          <p:spPr>
            <a:xfrm>
              <a:off x="11236366" y="66077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4" name="pt2744"/>
            <p:cNvSpPr/>
            <p:nvPr/>
          </p:nvSpPr>
          <p:spPr>
            <a:xfrm>
              <a:off x="11379588" y="66286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5" name="pt2745"/>
            <p:cNvSpPr/>
            <p:nvPr/>
          </p:nvSpPr>
          <p:spPr>
            <a:xfrm>
              <a:off x="11577308" y="66184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6" name="pt2746"/>
            <p:cNvSpPr/>
            <p:nvPr/>
          </p:nvSpPr>
          <p:spPr>
            <a:xfrm>
              <a:off x="11042525" y="66336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7" name="pt2747"/>
            <p:cNvSpPr/>
            <p:nvPr/>
          </p:nvSpPr>
          <p:spPr>
            <a:xfrm>
              <a:off x="11042525" y="66060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8" name="pt2748"/>
            <p:cNvSpPr/>
            <p:nvPr/>
          </p:nvSpPr>
          <p:spPr>
            <a:xfrm>
              <a:off x="11253576" y="66331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9" name="pt2749"/>
            <p:cNvSpPr/>
            <p:nvPr/>
          </p:nvSpPr>
          <p:spPr>
            <a:xfrm>
              <a:off x="11455696" y="66242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0" name="pt2750"/>
            <p:cNvSpPr/>
            <p:nvPr/>
          </p:nvSpPr>
          <p:spPr>
            <a:xfrm>
              <a:off x="11709350" y="66160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1" name="pt2751"/>
            <p:cNvSpPr/>
            <p:nvPr/>
          </p:nvSpPr>
          <p:spPr>
            <a:xfrm>
              <a:off x="11841620" y="66012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2" name="pt2752"/>
            <p:cNvSpPr/>
            <p:nvPr/>
          </p:nvSpPr>
          <p:spPr>
            <a:xfrm>
              <a:off x="11042525" y="66423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3" name="pt2753"/>
            <p:cNvSpPr/>
            <p:nvPr/>
          </p:nvSpPr>
          <p:spPr>
            <a:xfrm>
              <a:off x="11110009" y="66477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4" name="pt2754"/>
            <p:cNvSpPr/>
            <p:nvPr/>
          </p:nvSpPr>
          <p:spPr>
            <a:xfrm>
              <a:off x="11181836" y="66386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5" name="pt2755"/>
            <p:cNvSpPr/>
            <p:nvPr/>
          </p:nvSpPr>
          <p:spPr>
            <a:xfrm>
              <a:off x="11042525" y="66201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6" name="pt2756"/>
            <p:cNvSpPr/>
            <p:nvPr/>
          </p:nvSpPr>
          <p:spPr>
            <a:xfrm>
              <a:off x="11188539" y="66208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7" name="pt2757"/>
            <p:cNvSpPr/>
            <p:nvPr/>
          </p:nvSpPr>
          <p:spPr>
            <a:xfrm>
              <a:off x="11444337" y="66501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8" name="pt2758"/>
            <p:cNvSpPr/>
            <p:nvPr/>
          </p:nvSpPr>
          <p:spPr>
            <a:xfrm>
              <a:off x="11042525" y="66073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9" name="pt2759"/>
            <p:cNvSpPr/>
            <p:nvPr/>
          </p:nvSpPr>
          <p:spPr>
            <a:xfrm>
              <a:off x="11241076" y="66201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0" name="pt2760"/>
            <p:cNvSpPr/>
            <p:nvPr/>
          </p:nvSpPr>
          <p:spPr>
            <a:xfrm>
              <a:off x="11373986" y="66251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1" name="pt2761"/>
            <p:cNvSpPr/>
            <p:nvPr/>
          </p:nvSpPr>
          <p:spPr>
            <a:xfrm>
              <a:off x="11507199" y="66190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2" name="pt2762"/>
            <p:cNvSpPr/>
            <p:nvPr/>
          </p:nvSpPr>
          <p:spPr>
            <a:xfrm>
              <a:off x="11645345" y="66110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3" name="pt2763"/>
            <p:cNvSpPr/>
            <p:nvPr/>
          </p:nvSpPr>
          <p:spPr>
            <a:xfrm>
              <a:off x="11042525" y="66260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4" name="pt2764"/>
            <p:cNvSpPr/>
            <p:nvPr/>
          </p:nvSpPr>
          <p:spPr>
            <a:xfrm>
              <a:off x="11198411" y="66247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5" name="pt2765"/>
            <p:cNvSpPr/>
            <p:nvPr/>
          </p:nvSpPr>
          <p:spPr>
            <a:xfrm>
              <a:off x="11422324" y="66286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6" name="pt2766"/>
            <p:cNvSpPr/>
            <p:nvPr/>
          </p:nvSpPr>
          <p:spPr>
            <a:xfrm>
              <a:off x="11042525" y="66479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7" name="pt2767"/>
            <p:cNvSpPr/>
            <p:nvPr/>
          </p:nvSpPr>
          <p:spPr>
            <a:xfrm>
              <a:off x="11114296" y="66403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8" name="pt2768"/>
            <p:cNvSpPr/>
            <p:nvPr/>
          </p:nvSpPr>
          <p:spPr>
            <a:xfrm>
              <a:off x="11171692" y="66379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9" name="pt2769"/>
            <p:cNvSpPr/>
            <p:nvPr/>
          </p:nvSpPr>
          <p:spPr>
            <a:xfrm>
              <a:off x="11042525" y="66214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0" name="pt2770"/>
            <p:cNvSpPr/>
            <p:nvPr/>
          </p:nvSpPr>
          <p:spPr>
            <a:xfrm>
              <a:off x="11042525" y="66160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1" name="pt2771"/>
            <p:cNvSpPr/>
            <p:nvPr/>
          </p:nvSpPr>
          <p:spPr>
            <a:xfrm>
              <a:off x="11042525" y="66818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2" name="pt2772"/>
            <p:cNvSpPr/>
            <p:nvPr/>
          </p:nvSpPr>
          <p:spPr>
            <a:xfrm>
              <a:off x="11266076" y="66344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3" name="pt2773"/>
            <p:cNvSpPr/>
            <p:nvPr/>
          </p:nvSpPr>
          <p:spPr>
            <a:xfrm>
              <a:off x="11042525" y="66455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4" name="pt2774"/>
            <p:cNvSpPr/>
            <p:nvPr/>
          </p:nvSpPr>
          <p:spPr>
            <a:xfrm>
              <a:off x="11133445" y="66438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5" name="pt2775"/>
            <p:cNvSpPr/>
            <p:nvPr/>
          </p:nvSpPr>
          <p:spPr>
            <a:xfrm>
              <a:off x="11265284" y="66625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6" name="pt2776"/>
            <p:cNvSpPr/>
            <p:nvPr/>
          </p:nvSpPr>
          <p:spPr>
            <a:xfrm>
              <a:off x="11042525" y="66414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7" name="pt2777"/>
            <p:cNvSpPr/>
            <p:nvPr/>
          </p:nvSpPr>
          <p:spPr>
            <a:xfrm>
              <a:off x="11042525" y="66344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8" name="pt2778"/>
            <p:cNvSpPr/>
            <p:nvPr/>
          </p:nvSpPr>
          <p:spPr>
            <a:xfrm>
              <a:off x="11042525" y="66320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9" name="pt2779"/>
            <p:cNvSpPr/>
            <p:nvPr/>
          </p:nvSpPr>
          <p:spPr>
            <a:xfrm>
              <a:off x="11185709" y="66181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0" name="pt2780"/>
            <p:cNvSpPr/>
            <p:nvPr/>
          </p:nvSpPr>
          <p:spPr>
            <a:xfrm>
              <a:off x="11042525" y="66134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1" name="pt2781"/>
            <p:cNvSpPr/>
            <p:nvPr/>
          </p:nvSpPr>
          <p:spPr>
            <a:xfrm>
              <a:off x="11042525" y="66119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2" name="pt2782"/>
            <p:cNvSpPr/>
            <p:nvPr/>
          </p:nvSpPr>
          <p:spPr>
            <a:xfrm>
              <a:off x="11450689" y="66153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3" name="pt2783"/>
            <p:cNvSpPr/>
            <p:nvPr/>
          </p:nvSpPr>
          <p:spPr>
            <a:xfrm>
              <a:off x="11042525" y="66338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4" name="pt2784"/>
            <p:cNvSpPr/>
            <p:nvPr/>
          </p:nvSpPr>
          <p:spPr>
            <a:xfrm>
              <a:off x="11120061" y="66334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5" name="pt2785"/>
            <p:cNvSpPr/>
            <p:nvPr/>
          </p:nvSpPr>
          <p:spPr>
            <a:xfrm>
              <a:off x="11188612" y="66281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6" name="pt2786"/>
            <p:cNvSpPr/>
            <p:nvPr/>
          </p:nvSpPr>
          <p:spPr>
            <a:xfrm>
              <a:off x="11277308" y="66349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7" name="pt2787"/>
            <p:cNvSpPr/>
            <p:nvPr/>
          </p:nvSpPr>
          <p:spPr>
            <a:xfrm>
              <a:off x="11042525" y="66449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8" name="pt2788"/>
            <p:cNvSpPr/>
            <p:nvPr/>
          </p:nvSpPr>
          <p:spPr>
            <a:xfrm>
              <a:off x="11042525" y="66062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9" name="pt2789"/>
            <p:cNvSpPr/>
            <p:nvPr/>
          </p:nvSpPr>
          <p:spPr>
            <a:xfrm>
              <a:off x="11042525" y="66316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0" name="pt2790"/>
            <p:cNvSpPr/>
            <p:nvPr/>
          </p:nvSpPr>
          <p:spPr>
            <a:xfrm>
              <a:off x="11322555" y="66225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1" name="pt2791"/>
            <p:cNvSpPr/>
            <p:nvPr/>
          </p:nvSpPr>
          <p:spPr>
            <a:xfrm>
              <a:off x="11445184" y="66199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2" name="pt2792"/>
            <p:cNvSpPr/>
            <p:nvPr/>
          </p:nvSpPr>
          <p:spPr>
            <a:xfrm>
              <a:off x="11042525" y="66383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3" name="pt2793"/>
            <p:cNvSpPr/>
            <p:nvPr/>
          </p:nvSpPr>
          <p:spPr>
            <a:xfrm>
              <a:off x="11511809" y="66342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4" name="pt2794"/>
            <p:cNvSpPr/>
            <p:nvPr/>
          </p:nvSpPr>
          <p:spPr>
            <a:xfrm>
              <a:off x="11042525" y="66260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5" name="pt2795"/>
            <p:cNvSpPr/>
            <p:nvPr/>
          </p:nvSpPr>
          <p:spPr>
            <a:xfrm>
              <a:off x="11337634" y="66105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6" name="pt2796"/>
            <p:cNvSpPr/>
            <p:nvPr/>
          </p:nvSpPr>
          <p:spPr>
            <a:xfrm>
              <a:off x="11042525" y="66088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7" name="pt2797"/>
            <p:cNvSpPr/>
            <p:nvPr/>
          </p:nvSpPr>
          <p:spPr>
            <a:xfrm>
              <a:off x="11042525" y="66314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8" name="pt2798"/>
            <p:cNvSpPr/>
            <p:nvPr/>
          </p:nvSpPr>
          <p:spPr>
            <a:xfrm>
              <a:off x="11314626" y="66433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9" name="pt2799"/>
            <p:cNvSpPr/>
            <p:nvPr/>
          </p:nvSpPr>
          <p:spPr>
            <a:xfrm>
              <a:off x="11042525" y="66551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0" name="pt2800"/>
            <p:cNvSpPr/>
            <p:nvPr/>
          </p:nvSpPr>
          <p:spPr>
            <a:xfrm>
              <a:off x="11042525" y="66168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1" name="pt2801"/>
            <p:cNvSpPr/>
            <p:nvPr/>
          </p:nvSpPr>
          <p:spPr>
            <a:xfrm>
              <a:off x="11042525" y="66160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2" name="pt2802"/>
            <p:cNvSpPr/>
            <p:nvPr/>
          </p:nvSpPr>
          <p:spPr>
            <a:xfrm>
              <a:off x="11190725" y="66221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3" name="pt2803"/>
            <p:cNvSpPr/>
            <p:nvPr/>
          </p:nvSpPr>
          <p:spPr>
            <a:xfrm>
              <a:off x="11042525" y="66190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4" name="pt2804"/>
            <p:cNvSpPr/>
            <p:nvPr/>
          </p:nvSpPr>
          <p:spPr>
            <a:xfrm>
              <a:off x="11176221" y="66240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5" name="pt2805"/>
            <p:cNvSpPr/>
            <p:nvPr/>
          </p:nvSpPr>
          <p:spPr>
            <a:xfrm>
              <a:off x="11312090" y="66203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6" name="pt2806"/>
            <p:cNvSpPr/>
            <p:nvPr/>
          </p:nvSpPr>
          <p:spPr>
            <a:xfrm>
              <a:off x="11460822" y="66442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7" name="pt2807"/>
            <p:cNvSpPr/>
            <p:nvPr/>
          </p:nvSpPr>
          <p:spPr>
            <a:xfrm>
              <a:off x="11042525" y="66342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8" name="pt2808"/>
            <p:cNvSpPr/>
            <p:nvPr/>
          </p:nvSpPr>
          <p:spPr>
            <a:xfrm>
              <a:off x="11042525" y="66331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9" name="pt2809"/>
            <p:cNvSpPr/>
            <p:nvPr/>
          </p:nvSpPr>
          <p:spPr>
            <a:xfrm>
              <a:off x="11244155" y="66223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0" name="pt2810"/>
            <p:cNvSpPr/>
            <p:nvPr/>
          </p:nvSpPr>
          <p:spPr>
            <a:xfrm>
              <a:off x="11042525" y="66179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1" name="pt2811"/>
            <p:cNvSpPr/>
            <p:nvPr/>
          </p:nvSpPr>
          <p:spPr>
            <a:xfrm>
              <a:off x="11042525" y="66373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2" name="pt2812"/>
            <p:cNvSpPr/>
            <p:nvPr/>
          </p:nvSpPr>
          <p:spPr>
            <a:xfrm>
              <a:off x="11170516" y="66331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3" name="pt2813"/>
            <p:cNvSpPr/>
            <p:nvPr/>
          </p:nvSpPr>
          <p:spPr>
            <a:xfrm>
              <a:off x="11330143" y="66203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4" name="pt2814"/>
            <p:cNvSpPr/>
            <p:nvPr/>
          </p:nvSpPr>
          <p:spPr>
            <a:xfrm>
              <a:off x="11042525" y="66101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5" name="pt2815"/>
            <p:cNvSpPr/>
            <p:nvPr/>
          </p:nvSpPr>
          <p:spPr>
            <a:xfrm>
              <a:off x="11185666" y="66362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6" name="pt2816"/>
            <p:cNvSpPr/>
            <p:nvPr/>
          </p:nvSpPr>
          <p:spPr>
            <a:xfrm>
              <a:off x="11042525" y="66234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7" name="pt2817"/>
            <p:cNvSpPr/>
            <p:nvPr/>
          </p:nvSpPr>
          <p:spPr>
            <a:xfrm>
              <a:off x="11241881" y="66175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8" name="pt2818"/>
            <p:cNvSpPr/>
            <p:nvPr/>
          </p:nvSpPr>
          <p:spPr>
            <a:xfrm>
              <a:off x="11392605" y="66195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9" name="pt2819"/>
            <p:cNvSpPr/>
            <p:nvPr/>
          </p:nvSpPr>
          <p:spPr>
            <a:xfrm>
              <a:off x="11504200" y="66242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0" name="pt2820"/>
            <p:cNvSpPr/>
            <p:nvPr/>
          </p:nvSpPr>
          <p:spPr>
            <a:xfrm>
              <a:off x="11676120" y="66218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1" name="pt2821"/>
            <p:cNvSpPr/>
            <p:nvPr/>
          </p:nvSpPr>
          <p:spPr>
            <a:xfrm>
              <a:off x="11042525" y="66362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2" name="pt2822"/>
            <p:cNvSpPr/>
            <p:nvPr/>
          </p:nvSpPr>
          <p:spPr>
            <a:xfrm>
              <a:off x="11185641" y="66251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3" name="pt2823"/>
            <p:cNvSpPr/>
            <p:nvPr/>
          </p:nvSpPr>
          <p:spPr>
            <a:xfrm>
              <a:off x="11250858" y="66362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4" name="pt2824"/>
            <p:cNvSpPr/>
            <p:nvPr/>
          </p:nvSpPr>
          <p:spPr>
            <a:xfrm>
              <a:off x="11382199" y="66307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5" name="pt2825"/>
            <p:cNvSpPr/>
            <p:nvPr/>
          </p:nvSpPr>
          <p:spPr>
            <a:xfrm>
              <a:off x="11501402" y="66429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6" name="pt2826"/>
            <p:cNvSpPr/>
            <p:nvPr/>
          </p:nvSpPr>
          <p:spPr>
            <a:xfrm>
              <a:off x="11653395" y="66334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7" name="pt2827"/>
            <p:cNvSpPr/>
            <p:nvPr/>
          </p:nvSpPr>
          <p:spPr>
            <a:xfrm>
              <a:off x="11042525" y="66119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8" name="pt2828"/>
            <p:cNvSpPr/>
            <p:nvPr/>
          </p:nvSpPr>
          <p:spPr>
            <a:xfrm>
              <a:off x="11170558" y="66008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9" name="pt2829"/>
            <p:cNvSpPr/>
            <p:nvPr/>
          </p:nvSpPr>
          <p:spPr>
            <a:xfrm>
              <a:off x="11345014" y="66056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0" name="pt2830"/>
            <p:cNvSpPr/>
            <p:nvPr/>
          </p:nvSpPr>
          <p:spPr>
            <a:xfrm>
              <a:off x="11506065" y="65890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1" name="pt2831"/>
            <p:cNvSpPr/>
            <p:nvPr/>
          </p:nvSpPr>
          <p:spPr>
            <a:xfrm>
              <a:off x="11042525" y="66349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2" name="pt2832"/>
            <p:cNvSpPr/>
            <p:nvPr/>
          </p:nvSpPr>
          <p:spPr>
            <a:xfrm>
              <a:off x="11042525" y="66310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3" name="pt2833"/>
            <p:cNvSpPr/>
            <p:nvPr/>
          </p:nvSpPr>
          <p:spPr>
            <a:xfrm>
              <a:off x="11179291" y="66314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4" name="pt2834"/>
            <p:cNvSpPr/>
            <p:nvPr/>
          </p:nvSpPr>
          <p:spPr>
            <a:xfrm>
              <a:off x="11042525" y="66247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5" name="pt2835"/>
            <p:cNvSpPr/>
            <p:nvPr/>
          </p:nvSpPr>
          <p:spPr>
            <a:xfrm>
              <a:off x="11409790" y="66203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6" name="pt2836"/>
            <p:cNvSpPr/>
            <p:nvPr/>
          </p:nvSpPr>
          <p:spPr>
            <a:xfrm>
              <a:off x="11042525" y="66160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7" name="pt2837"/>
            <p:cNvSpPr/>
            <p:nvPr/>
          </p:nvSpPr>
          <p:spPr>
            <a:xfrm>
              <a:off x="11042525" y="66231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8" name="pt2838"/>
            <p:cNvSpPr/>
            <p:nvPr/>
          </p:nvSpPr>
          <p:spPr>
            <a:xfrm>
              <a:off x="11042525" y="66397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9" name="pt2839"/>
            <p:cNvSpPr/>
            <p:nvPr/>
          </p:nvSpPr>
          <p:spPr>
            <a:xfrm>
              <a:off x="11042525" y="66234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0" name="pt2840"/>
            <p:cNvSpPr/>
            <p:nvPr/>
          </p:nvSpPr>
          <p:spPr>
            <a:xfrm>
              <a:off x="11181500" y="66307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1" name="pt2841"/>
            <p:cNvSpPr/>
            <p:nvPr/>
          </p:nvSpPr>
          <p:spPr>
            <a:xfrm>
              <a:off x="11307018" y="66275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2" name="pt2842"/>
            <p:cNvSpPr/>
            <p:nvPr/>
          </p:nvSpPr>
          <p:spPr>
            <a:xfrm>
              <a:off x="11042525" y="66751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3" name="pt2843"/>
            <p:cNvSpPr/>
            <p:nvPr/>
          </p:nvSpPr>
          <p:spPr>
            <a:xfrm>
              <a:off x="11042525" y="66260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4" name="pt2844"/>
            <p:cNvSpPr/>
            <p:nvPr/>
          </p:nvSpPr>
          <p:spPr>
            <a:xfrm>
              <a:off x="11042525" y="66329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5" name="pt2845"/>
            <p:cNvSpPr/>
            <p:nvPr/>
          </p:nvSpPr>
          <p:spPr>
            <a:xfrm>
              <a:off x="11042525" y="66488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6" name="pt2846"/>
            <p:cNvSpPr/>
            <p:nvPr/>
          </p:nvSpPr>
          <p:spPr>
            <a:xfrm>
              <a:off x="11241893" y="66390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7" name="pt2847"/>
            <p:cNvSpPr/>
            <p:nvPr/>
          </p:nvSpPr>
          <p:spPr>
            <a:xfrm>
              <a:off x="11509096" y="66368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8" name="pt2848"/>
            <p:cNvSpPr/>
            <p:nvPr/>
          </p:nvSpPr>
          <p:spPr>
            <a:xfrm>
              <a:off x="11042525" y="66166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9" name="pt2849"/>
            <p:cNvSpPr/>
            <p:nvPr/>
          </p:nvSpPr>
          <p:spPr>
            <a:xfrm>
              <a:off x="11171692" y="66214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0" name="pt2850"/>
            <p:cNvSpPr/>
            <p:nvPr/>
          </p:nvSpPr>
          <p:spPr>
            <a:xfrm>
              <a:off x="11042525" y="66527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1" name="pt2851"/>
            <p:cNvSpPr/>
            <p:nvPr/>
          </p:nvSpPr>
          <p:spPr>
            <a:xfrm>
              <a:off x="11042525" y="66258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2" name="pt2852"/>
            <p:cNvSpPr/>
            <p:nvPr/>
          </p:nvSpPr>
          <p:spPr>
            <a:xfrm>
              <a:off x="11042525" y="66251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3" name="pt2853"/>
            <p:cNvSpPr/>
            <p:nvPr/>
          </p:nvSpPr>
          <p:spPr>
            <a:xfrm>
              <a:off x="11181043" y="66373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4" name="pt2854"/>
            <p:cNvSpPr/>
            <p:nvPr/>
          </p:nvSpPr>
          <p:spPr>
            <a:xfrm>
              <a:off x="11319155" y="66334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5" name="pt2855"/>
            <p:cNvSpPr/>
            <p:nvPr/>
          </p:nvSpPr>
          <p:spPr>
            <a:xfrm>
              <a:off x="11042525" y="66234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6" name="pt2856"/>
            <p:cNvSpPr/>
            <p:nvPr/>
          </p:nvSpPr>
          <p:spPr>
            <a:xfrm>
              <a:off x="11246578" y="66175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7" name="pt2857"/>
            <p:cNvSpPr/>
            <p:nvPr/>
          </p:nvSpPr>
          <p:spPr>
            <a:xfrm>
              <a:off x="11378281" y="66158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8" name="pt2858"/>
            <p:cNvSpPr/>
            <p:nvPr/>
          </p:nvSpPr>
          <p:spPr>
            <a:xfrm>
              <a:off x="11510165" y="65847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9" name="pt2859"/>
            <p:cNvSpPr/>
            <p:nvPr/>
          </p:nvSpPr>
          <p:spPr>
            <a:xfrm>
              <a:off x="11042525" y="66266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0" name="pt2860"/>
            <p:cNvSpPr/>
            <p:nvPr/>
          </p:nvSpPr>
          <p:spPr>
            <a:xfrm>
              <a:off x="11245323" y="66195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1" name="pt2861"/>
            <p:cNvSpPr/>
            <p:nvPr/>
          </p:nvSpPr>
          <p:spPr>
            <a:xfrm>
              <a:off x="11382098" y="66397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2" name="pt2862"/>
            <p:cNvSpPr/>
            <p:nvPr/>
          </p:nvSpPr>
          <p:spPr>
            <a:xfrm>
              <a:off x="11505105" y="66451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3" name="pt2863"/>
            <p:cNvSpPr/>
            <p:nvPr/>
          </p:nvSpPr>
          <p:spPr>
            <a:xfrm>
              <a:off x="11042525" y="66218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4" name="pt2864"/>
            <p:cNvSpPr/>
            <p:nvPr/>
          </p:nvSpPr>
          <p:spPr>
            <a:xfrm>
              <a:off x="11042525" y="66125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5" name="pt2865"/>
            <p:cNvSpPr/>
            <p:nvPr/>
          </p:nvSpPr>
          <p:spPr>
            <a:xfrm>
              <a:off x="11042525" y="66436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6" name="pt2866"/>
            <p:cNvSpPr/>
            <p:nvPr/>
          </p:nvSpPr>
          <p:spPr>
            <a:xfrm>
              <a:off x="11181112" y="66240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7" name="pt2867"/>
            <p:cNvSpPr/>
            <p:nvPr/>
          </p:nvSpPr>
          <p:spPr>
            <a:xfrm>
              <a:off x="11042525" y="66410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8" name="pt2868"/>
            <p:cNvSpPr/>
            <p:nvPr/>
          </p:nvSpPr>
          <p:spPr>
            <a:xfrm>
              <a:off x="11259010" y="66520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9" name="pt2869"/>
            <p:cNvSpPr/>
            <p:nvPr/>
          </p:nvSpPr>
          <p:spPr>
            <a:xfrm>
              <a:off x="11398322" y="66477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0" name="pt2870"/>
            <p:cNvSpPr/>
            <p:nvPr/>
          </p:nvSpPr>
          <p:spPr>
            <a:xfrm>
              <a:off x="11503576" y="66590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1" name="pt2871"/>
            <p:cNvSpPr/>
            <p:nvPr/>
          </p:nvSpPr>
          <p:spPr>
            <a:xfrm>
              <a:off x="11639144" y="66433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2" name="pt2872"/>
            <p:cNvSpPr/>
            <p:nvPr/>
          </p:nvSpPr>
          <p:spPr>
            <a:xfrm>
              <a:off x="11762091" y="66570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3" name="pt2873"/>
            <p:cNvSpPr/>
            <p:nvPr/>
          </p:nvSpPr>
          <p:spPr>
            <a:xfrm>
              <a:off x="11042525" y="66360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4" name="pt2874"/>
            <p:cNvSpPr/>
            <p:nvPr/>
          </p:nvSpPr>
          <p:spPr>
            <a:xfrm>
              <a:off x="11175571" y="66349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5" name="pt2875"/>
            <p:cNvSpPr/>
            <p:nvPr/>
          </p:nvSpPr>
          <p:spPr>
            <a:xfrm>
              <a:off x="11376658" y="66218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6" name="pt2876"/>
            <p:cNvSpPr/>
            <p:nvPr/>
          </p:nvSpPr>
          <p:spPr>
            <a:xfrm>
              <a:off x="11506006" y="66247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7" name="pt2877"/>
            <p:cNvSpPr/>
            <p:nvPr/>
          </p:nvSpPr>
          <p:spPr>
            <a:xfrm>
              <a:off x="11042525" y="66436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8" name="pt2878"/>
            <p:cNvSpPr/>
            <p:nvPr/>
          </p:nvSpPr>
          <p:spPr>
            <a:xfrm>
              <a:off x="11042525" y="66247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9" name="pt2879"/>
            <p:cNvSpPr/>
            <p:nvPr/>
          </p:nvSpPr>
          <p:spPr>
            <a:xfrm>
              <a:off x="11307561" y="66210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0" name="pt2880"/>
            <p:cNvSpPr/>
            <p:nvPr/>
          </p:nvSpPr>
          <p:spPr>
            <a:xfrm>
              <a:off x="11513721" y="66264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1" name="pt2881"/>
            <p:cNvSpPr/>
            <p:nvPr/>
          </p:nvSpPr>
          <p:spPr>
            <a:xfrm>
              <a:off x="11042525" y="66509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2" name="pt2882"/>
            <p:cNvSpPr/>
            <p:nvPr/>
          </p:nvSpPr>
          <p:spPr>
            <a:xfrm>
              <a:off x="11236440" y="66414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3" name="pt2883"/>
            <p:cNvSpPr/>
            <p:nvPr/>
          </p:nvSpPr>
          <p:spPr>
            <a:xfrm>
              <a:off x="11368143" y="66288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4" name="pt2884"/>
            <p:cNvSpPr/>
            <p:nvPr/>
          </p:nvSpPr>
          <p:spPr>
            <a:xfrm>
              <a:off x="11630100" y="66223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5" name="pt2885"/>
            <p:cNvSpPr/>
            <p:nvPr/>
          </p:nvSpPr>
          <p:spPr>
            <a:xfrm>
              <a:off x="11797491" y="66221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6" name="pt2886"/>
            <p:cNvSpPr/>
            <p:nvPr/>
          </p:nvSpPr>
          <p:spPr>
            <a:xfrm>
              <a:off x="11123617" y="66307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7" name="pt2887"/>
            <p:cNvSpPr/>
            <p:nvPr/>
          </p:nvSpPr>
          <p:spPr>
            <a:xfrm>
              <a:off x="11042525" y="66175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8" name="pt2888"/>
            <p:cNvSpPr/>
            <p:nvPr/>
          </p:nvSpPr>
          <p:spPr>
            <a:xfrm>
              <a:off x="11182923" y="66188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9" name="pt2889"/>
            <p:cNvSpPr/>
            <p:nvPr/>
          </p:nvSpPr>
          <p:spPr>
            <a:xfrm>
              <a:off x="11440175" y="66370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0" name="pt2890"/>
            <p:cNvSpPr/>
            <p:nvPr/>
          </p:nvSpPr>
          <p:spPr>
            <a:xfrm>
              <a:off x="11042525" y="66410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1" name="pt2891"/>
            <p:cNvSpPr/>
            <p:nvPr/>
          </p:nvSpPr>
          <p:spPr>
            <a:xfrm>
              <a:off x="11042525" y="66244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2" name="pt2892"/>
            <p:cNvSpPr/>
            <p:nvPr/>
          </p:nvSpPr>
          <p:spPr>
            <a:xfrm>
              <a:off x="11042525" y="66703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3" name="pt2893"/>
            <p:cNvSpPr/>
            <p:nvPr/>
          </p:nvSpPr>
          <p:spPr>
            <a:xfrm>
              <a:off x="11242525" y="66531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4" name="pt2894"/>
            <p:cNvSpPr/>
            <p:nvPr/>
          </p:nvSpPr>
          <p:spPr>
            <a:xfrm>
              <a:off x="11381902" y="66553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5" name="pt2895"/>
            <p:cNvSpPr/>
            <p:nvPr/>
          </p:nvSpPr>
          <p:spPr>
            <a:xfrm>
              <a:off x="11042525" y="66327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6" name="pt2896"/>
            <p:cNvSpPr/>
            <p:nvPr/>
          </p:nvSpPr>
          <p:spPr>
            <a:xfrm>
              <a:off x="11195967" y="66503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7" name="pt2897"/>
            <p:cNvSpPr/>
            <p:nvPr/>
          </p:nvSpPr>
          <p:spPr>
            <a:xfrm>
              <a:off x="11704120" y="66292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8" name="pt2898"/>
            <p:cNvSpPr/>
            <p:nvPr/>
          </p:nvSpPr>
          <p:spPr>
            <a:xfrm>
              <a:off x="11042525" y="66401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9" name="pt2899"/>
            <p:cNvSpPr/>
            <p:nvPr/>
          </p:nvSpPr>
          <p:spPr>
            <a:xfrm>
              <a:off x="11242806" y="66412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0" name="pt2900"/>
            <p:cNvSpPr/>
            <p:nvPr/>
          </p:nvSpPr>
          <p:spPr>
            <a:xfrm>
              <a:off x="11042525" y="66373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1" name="pt2901"/>
            <p:cNvSpPr/>
            <p:nvPr/>
          </p:nvSpPr>
          <p:spPr>
            <a:xfrm>
              <a:off x="11268068" y="66119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2" name="pt2902"/>
            <p:cNvSpPr/>
            <p:nvPr/>
          </p:nvSpPr>
          <p:spPr>
            <a:xfrm>
              <a:off x="11042525" y="66427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3" name="pt2903"/>
            <p:cNvSpPr/>
            <p:nvPr/>
          </p:nvSpPr>
          <p:spPr>
            <a:xfrm>
              <a:off x="11042525" y="66329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4" name="pt2904"/>
            <p:cNvSpPr/>
            <p:nvPr/>
          </p:nvSpPr>
          <p:spPr>
            <a:xfrm>
              <a:off x="11042525" y="66598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5" name="pt2905"/>
            <p:cNvSpPr/>
            <p:nvPr/>
          </p:nvSpPr>
          <p:spPr>
            <a:xfrm>
              <a:off x="11042525" y="66323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6" name="pt2906"/>
            <p:cNvSpPr/>
            <p:nvPr/>
          </p:nvSpPr>
          <p:spPr>
            <a:xfrm>
              <a:off x="11432005" y="66442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7" name="pt2907"/>
            <p:cNvSpPr/>
            <p:nvPr/>
          </p:nvSpPr>
          <p:spPr>
            <a:xfrm>
              <a:off x="11042525" y="66379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8" name="pt2908"/>
            <p:cNvSpPr/>
            <p:nvPr/>
          </p:nvSpPr>
          <p:spPr>
            <a:xfrm>
              <a:off x="11308286" y="66279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9" name="pt2909"/>
            <p:cNvSpPr/>
            <p:nvPr/>
          </p:nvSpPr>
          <p:spPr>
            <a:xfrm>
              <a:off x="11042525" y="66364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0" name="pt2910"/>
            <p:cNvSpPr/>
            <p:nvPr/>
          </p:nvSpPr>
          <p:spPr>
            <a:xfrm>
              <a:off x="11268068" y="66459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1" name="pt2911"/>
            <p:cNvSpPr/>
            <p:nvPr/>
          </p:nvSpPr>
          <p:spPr>
            <a:xfrm>
              <a:off x="11522054" y="66338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2" name="pt2912"/>
            <p:cNvSpPr/>
            <p:nvPr/>
          </p:nvSpPr>
          <p:spPr>
            <a:xfrm>
              <a:off x="11042525" y="66705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3" name="pt2913"/>
            <p:cNvSpPr/>
            <p:nvPr/>
          </p:nvSpPr>
          <p:spPr>
            <a:xfrm>
              <a:off x="11113902" y="66353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4" name="pt2914"/>
            <p:cNvSpPr/>
            <p:nvPr/>
          </p:nvSpPr>
          <p:spPr>
            <a:xfrm>
              <a:off x="11242525" y="66392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5" name="pt2915"/>
            <p:cNvSpPr/>
            <p:nvPr/>
          </p:nvSpPr>
          <p:spPr>
            <a:xfrm>
              <a:off x="11042525" y="66181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6" name="pt2916"/>
            <p:cNvSpPr/>
            <p:nvPr/>
          </p:nvSpPr>
          <p:spPr>
            <a:xfrm>
              <a:off x="11308644" y="66221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7" name="pt2917"/>
            <p:cNvSpPr/>
            <p:nvPr/>
          </p:nvSpPr>
          <p:spPr>
            <a:xfrm>
              <a:off x="11042525" y="66186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8" name="pt2918"/>
            <p:cNvSpPr/>
            <p:nvPr/>
          </p:nvSpPr>
          <p:spPr>
            <a:xfrm>
              <a:off x="11450664" y="66290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9" name="pt2919"/>
            <p:cNvSpPr/>
            <p:nvPr/>
          </p:nvSpPr>
          <p:spPr>
            <a:xfrm>
              <a:off x="11042525" y="66770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0" name="pt2920"/>
            <p:cNvSpPr/>
            <p:nvPr/>
          </p:nvSpPr>
          <p:spPr>
            <a:xfrm>
              <a:off x="11179434" y="66720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1" name="pt2921"/>
            <p:cNvSpPr/>
            <p:nvPr/>
          </p:nvSpPr>
          <p:spPr>
            <a:xfrm>
              <a:off x="11338674" y="66160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2" name="pt2922"/>
            <p:cNvSpPr/>
            <p:nvPr/>
          </p:nvSpPr>
          <p:spPr>
            <a:xfrm>
              <a:off x="11508601" y="66366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3" name="pt2923"/>
            <p:cNvSpPr/>
            <p:nvPr/>
          </p:nvSpPr>
          <p:spPr>
            <a:xfrm>
              <a:off x="11042525" y="66416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4" name="pt2924"/>
            <p:cNvSpPr/>
            <p:nvPr/>
          </p:nvSpPr>
          <p:spPr>
            <a:xfrm>
              <a:off x="11121329" y="66305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5" name="pt2925"/>
            <p:cNvSpPr/>
            <p:nvPr/>
          </p:nvSpPr>
          <p:spPr>
            <a:xfrm>
              <a:off x="11278442" y="66327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6" name="pt2926"/>
            <p:cNvSpPr/>
            <p:nvPr/>
          </p:nvSpPr>
          <p:spPr>
            <a:xfrm>
              <a:off x="11042525" y="66203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7" name="pt2927"/>
            <p:cNvSpPr/>
            <p:nvPr/>
          </p:nvSpPr>
          <p:spPr>
            <a:xfrm>
              <a:off x="11285641" y="66281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8" name="pt2928"/>
            <p:cNvSpPr/>
            <p:nvPr/>
          </p:nvSpPr>
          <p:spPr>
            <a:xfrm>
              <a:off x="11042525" y="66512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9" name="pt2929"/>
            <p:cNvSpPr/>
            <p:nvPr/>
          </p:nvSpPr>
          <p:spPr>
            <a:xfrm>
              <a:off x="11042525" y="66423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0" name="pt2930"/>
            <p:cNvSpPr/>
            <p:nvPr/>
          </p:nvSpPr>
          <p:spPr>
            <a:xfrm>
              <a:off x="11378956" y="66370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1" name="pt2931"/>
            <p:cNvSpPr/>
            <p:nvPr/>
          </p:nvSpPr>
          <p:spPr>
            <a:xfrm>
              <a:off x="11515188" y="66453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2" name="pt2932"/>
            <p:cNvSpPr/>
            <p:nvPr/>
          </p:nvSpPr>
          <p:spPr>
            <a:xfrm>
              <a:off x="11686384" y="66353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3" name="pt2933"/>
            <p:cNvSpPr/>
            <p:nvPr/>
          </p:nvSpPr>
          <p:spPr>
            <a:xfrm>
              <a:off x="11775152" y="66364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4" name="pt2934"/>
            <p:cNvSpPr/>
            <p:nvPr/>
          </p:nvSpPr>
          <p:spPr>
            <a:xfrm>
              <a:off x="11185641" y="66199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5" name="pt2935"/>
            <p:cNvSpPr/>
            <p:nvPr/>
          </p:nvSpPr>
          <p:spPr>
            <a:xfrm>
              <a:off x="11318602" y="66203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6" name="pt2936"/>
            <p:cNvSpPr/>
            <p:nvPr/>
          </p:nvSpPr>
          <p:spPr>
            <a:xfrm>
              <a:off x="11042525" y="66551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7" name="pt2937"/>
            <p:cNvSpPr/>
            <p:nvPr/>
          </p:nvSpPr>
          <p:spPr>
            <a:xfrm>
              <a:off x="11265895" y="66249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8" name="pt2938"/>
            <p:cNvSpPr/>
            <p:nvPr/>
          </p:nvSpPr>
          <p:spPr>
            <a:xfrm>
              <a:off x="11042525" y="66318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9" name="pt2939"/>
            <p:cNvSpPr/>
            <p:nvPr/>
          </p:nvSpPr>
          <p:spPr>
            <a:xfrm>
              <a:off x="11245424" y="66301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0" name="pt2940"/>
            <p:cNvSpPr/>
            <p:nvPr/>
          </p:nvSpPr>
          <p:spPr>
            <a:xfrm>
              <a:off x="11042525" y="66486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1" name="pt2941"/>
            <p:cNvSpPr/>
            <p:nvPr/>
          </p:nvSpPr>
          <p:spPr>
            <a:xfrm>
              <a:off x="11307199" y="66594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2" name="pt2942"/>
            <p:cNvSpPr/>
            <p:nvPr/>
          </p:nvSpPr>
          <p:spPr>
            <a:xfrm>
              <a:off x="11042525" y="66299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3" name="pt2943"/>
            <p:cNvSpPr/>
            <p:nvPr/>
          </p:nvSpPr>
          <p:spPr>
            <a:xfrm>
              <a:off x="11193401" y="66590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4" name="pt2944"/>
            <p:cNvSpPr/>
            <p:nvPr/>
          </p:nvSpPr>
          <p:spPr>
            <a:xfrm>
              <a:off x="11440532" y="66494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5" name="pt2945"/>
            <p:cNvSpPr/>
            <p:nvPr/>
          </p:nvSpPr>
          <p:spPr>
            <a:xfrm>
              <a:off x="11042525" y="66268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6" name="pt2946"/>
            <p:cNvSpPr/>
            <p:nvPr/>
          </p:nvSpPr>
          <p:spPr>
            <a:xfrm>
              <a:off x="11275496" y="66423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7" name="pt2947"/>
            <p:cNvSpPr/>
            <p:nvPr/>
          </p:nvSpPr>
          <p:spPr>
            <a:xfrm>
              <a:off x="11042525" y="66360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8" name="pt2948"/>
            <p:cNvSpPr/>
            <p:nvPr/>
          </p:nvSpPr>
          <p:spPr>
            <a:xfrm>
              <a:off x="11042525" y="66179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9" name="pt2949"/>
            <p:cNvSpPr/>
            <p:nvPr/>
          </p:nvSpPr>
          <p:spPr>
            <a:xfrm>
              <a:off x="11115682" y="66362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0" name="pt2950"/>
            <p:cNvSpPr/>
            <p:nvPr/>
          </p:nvSpPr>
          <p:spPr>
            <a:xfrm>
              <a:off x="11042525" y="66077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1" name="pt2951"/>
            <p:cNvSpPr/>
            <p:nvPr/>
          </p:nvSpPr>
          <p:spPr>
            <a:xfrm>
              <a:off x="11042525" y="66284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2" name="pt2952"/>
            <p:cNvSpPr/>
            <p:nvPr/>
          </p:nvSpPr>
          <p:spPr>
            <a:xfrm>
              <a:off x="11258957" y="66449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3" name="pt2953"/>
            <p:cNvSpPr/>
            <p:nvPr/>
          </p:nvSpPr>
          <p:spPr>
            <a:xfrm>
              <a:off x="11042525" y="66622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4" name="pt2954"/>
            <p:cNvSpPr/>
            <p:nvPr/>
          </p:nvSpPr>
          <p:spPr>
            <a:xfrm>
              <a:off x="11042525" y="66327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5" name="pt2955"/>
            <p:cNvSpPr/>
            <p:nvPr/>
          </p:nvSpPr>
          <p:spPr>
            <a:xfrm>
              <a:off x="11042525" y="66218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6" name="pt2956"/>
            <p:cNvSpPr/>
            <p:nvPr/>
          </p:nvSpPr>
          <p:spPr>
            <a:xfrm>
              <a:off x="11124882" y="66305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7" name="pt2957"/>
            <p:cNvSpPr/>
            <p:nvPr/>
          </p:nvSpPr>
          <p:spPr>
            <a:xfrm>
              <a:off x="11042525" y="66325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8" name="pt2958"/>
            <p:cNvSpPr/>
            <p:nvPr/>
          </p:nvSpPr>
          <p:spPr>
            <a:xfrm>
              <a:off x="11441676" y="66266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9" name="pt2959"/>
            <p:cNvSpPr/>
            <p:nvPr/>
          </p:nvSpPr>
          <p:spPr>
            <a:xfrm>
              <a:off x="11581086" y="66266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0" name="pt2960"/>
            <p:cNvSpPr/>
            <p:nvPr/>
          </p:nvSpPr>
          <p:spPr>
            <a:xfrm>
              <a:off x="11042525" y="66340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1" name="pt2961"/>
            <p:cNvSpPr/>
            <p:nvPr/>
          </p:nvSpPr>
          <p:spPr>
            <a:xfrm>
              <a:off x="11241800" y="66249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2" name="pt2962"/>
            <p:cNvSpPr/>
            <p:nvPr/>
          </p:nvSpPr>
          <p:spPr>
            <a:xfrm>
              <a:off x="11373557" y="66527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3" name="pt2963"/>
            <p:cNvSpPr/>
            <p:nvPr/>
          </p:nvSpPr>
          <p:spPr>
            <a:xfrm>
              <a:off x="11506656" y="66457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4" name="pt2964"/>
            <p:cNvSpPr/>
            <p:nvPr/>
          </p:nvSpPr>
          <p:spPr>
            <a:xfrm>
              <a:off x="11705207" y="66483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5" name="pt2965"/>
            <p:cNvSpPr/>
            <p:nvPr/>
          </p:nvSpPr>
          <p:spPr>
            <a:xfrm>
              <a:off x="11835823" y="66559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6" name="pt2966"/>
            <p:cNvSpPr/>
            <p:nvPr/>
          </p:nvSpPr>
          <p:spPr>
            <a:xfrm>
              <a:off x="11042525" y="66062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7" name="pt2967"/>
            <p:cNvSpPr/>
            <p:nvPr/>
          </p:nvSpPr>
          <p:spPr>
            <a:xfrm>
              <a:off x="11254119" y="66069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8" name="pt2968"/>
            <p:cNvSpPr/>
            <p:nvPr/>
          </p:nvSpPr>
          <p:spPr>
            <a:xfrm>
              <a:off x="11124882" y="66429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9" name="pt2969"/>
            <p:cNvSpPr/>
            <p:nvPr/>
          </p:nvSpPr>
          <p:spPr>
            <a:xfrm>
              <a:off x="11184340" y="66121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0" name="pt2970"/>
            <p:cNvSpPr/>
            <p:nvPr/>
          </p:nvSpPr>
          <p:spPr>
            <a:xfrm>
              <a:off x="11439077" y="65821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1" name="pt2971"/>
            <p:cNvSpPr/>
            <p:nvPr/>
          </p:nvSpPr>
          <p:spPr>
            <a:xfrm>
              <a:off x="11042525" y="66325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2" name="pt2972"/>
            <p:cNvSpPr/>
            <p:nvPr/>
          </p:nvSpPr>
          <p:spPr>
            <a:xfrm>
              <a:off x="11265532" y="64411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3" name="pt2973"/>
            <p:cNvSpPr/>
            <p:nvPr/>
          </p:nvSpPr>
          <p:spPr>
            <a:xfrm>
              <a:off x="11042525" y="66318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4" name="pt2974"/>
            <p:cNvSpPr/>
            <p:nvPr/>
          </p:nvSpPr>
          <p:spPr>
            <a:xfrm>
              <a:off x="11182923" y="66407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5" name="pt2975"/>
            <p:cNvSpPr/>
            <p:nvPr/>
          </p:nvSpPr>
          <p:spPr>
            <a:xfrm>
              <a:off x="11042525" y="66231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6" name="pt2976"/>
            <p:cNvSpPr/>
            <p:nvPr/>
          </p:nvSpPr>
          <p:spPr>
            <a:xfrm>
              <a:off x="11247416" y="66266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7" name="pt2977"/>
            <p:cNvSpPr/>
            <p:nvPr/>
          </p:nvSpPr>
          <p:spPr>
            <a:xfrm>
              <a:off x="11042525" y="66121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8" name="pt2978"/>
            <p:cNvSpPr/>
            <p:nvPr/>
          </p:nvSpPr>
          <p:spPr>
            <a:xfrm>
              <a:off x="11129984" y="65971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9" name="pt2979"/>
            <p:cNvSpPr/>
            <p:nvPr/>
          </p:nvSpPr>
          <p:spPr>
            <a:xfrm>
              <a:off x="11042525" y="66509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0" name="pt2980"/>
            <p:cNvSpPr/>
            <p:nvPr/>
          </p:nvSpPr>
          <p:spPr>
            <a:xfrm>
              <a:off x="11111849" y="66268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1" name="pt2981"/>
            <p:cNvSpPr/>
            <p:nvPr/>
          </p:nvSpPr>
          <p:spPr>
            <a:xfrm>
              <a:off x="11251583" y="66299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2" name="pt2982"/>
            <p:cNvSpPr/>
            <p:nvPr/>
          </p:nvSpPr>
          <p:spPr>
            <a:xfrm>
              <a:off x="11042525" y="66108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3" name="pt2983"/>
            <p:cNvSpPr/>
            <p:nvPr/>
          </p:nvSpPr>
          <p:spPr>
            <a:xfrm>
              <a:off x="11042525" y="66394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4" name="pt2984"/>
            <p:cNvSpPr/>
            <p:nvPr/>
          </p:nvSpPr>
          <p:spPr>
            <a:xfrm>
              <a:off x="11511221" y="65289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5" name="pt2985"/>
            <p:cNvSpPr/>
            <p:nvPr/>
          </p:nvSpPr>
          <p:spPr>
            <a:xfrm>
              <a:off x="11652707" y="64255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6" name="pt2986"/>
            <p:cNvSpPr/>
            <p:nvPr/>
          </p:nvSpPr>
          <p:spPr>
            <a:xfrm>
              <a:off x="11773540" y="62943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7" name="pt2987"/>
            <p:cNvSpPr/>
            <p:nvPr/>
          </p:nvSpPr>
          <p:spPr>
            <a:xfrm>
              <a:off x="11042525" y="66362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8" name="pt2988"/>
            <p:cNvSpPr/>
            <p:nvPr/>
          </p:nvSpPr>
          <p:spPr>
            <a:xfrm>
              <a:off x="11042525" y="66188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9" name="pt2989"/>
            <p:cNvSpPr/>
            <p:nvPr/>
          </p:nvSpPr>
          <p:spPr>
            <a:xfrm>
              <a:off x="11121148" y="66329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0" name="pt2990"/>
            <p:cNvSpPr/>
            <p:nvPr/>
          </p:nvSpPr>
          <p:spPr>
            <a:xfrm>
              <a:off x="11042525" y="66312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1" name="pt2991"/>
            <p:cNvSpPr/>
            <p:nvPr/>
          </p:nvSpPr>
          <p:spPr>
            <a:xfrm>
              <a:off x="11042525" y="66320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2" name="pt2992"/>
            <p:cNvSpPr/>
            <p:nvPr/>
          </p:nvSpPr>
          <p:spPr>
            <a:xfrm>
              <a:off x="11042525" y="66114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3" name="pt2993"/>
            <p:cNvSpPr/>
            <p:nvPr/>
          </p:nvSpPr>
          <p:spPr>
            <a:xfrm>
              <a:off x="11042525" y="66388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4" name="pt2994"/>
            <p:cNvSpPr/>
            <p:nvPr/>
          </p:nvSpPr>
          <p:spPr>
            <a:xfrm>
              <a:off x="11174305" y="66377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5" name="pt2995"/>
            <p:cNvSpPr/>
            <p:nvPr/>
          </p:nvSpPr>
          <p:spPr>
            <a:xfrm>
              <a:off x="11042525" y="66040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6" name="pt2996"/>
            <p:cNvSpPr/>
            <p:nvPr/>
          </p:nvSpPr>
          <p:spPr>
            <a:xfrm>
              <a:off x="11205931" y="66177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7" name="pt2997"/>
            <p:cNvSpPr/>
            <p:nvPr/>
          </p:nvSpPr>
          <p:spPr>
            <a:xfrm>
              <a:off x="11434916" y="66151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8" name="pt2998"/>
            <p:cNvSpPr/>
            <p:nvPr/>
          </p:nvSpPr>
          <p:spPr>
            <a:xfrm>
              <a:off x="11582018" y="66357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9" name="pt2999"/>
            <p:cNvSpPr/>
            <p:nvPr/>
          </p:nvSpPr>
          <p:spPr>
            <a:xfrm>
              <a:off x="11042525" y="66429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0" name="pt3000"/>
            <p:cNvSpPr/>
            <p:nvPr/>
          </p:nvSpPr>
          <p:spPr>
            <a:xfrm>
              <a:off x="11246148" y="66366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1" name="pt3001"/>
            <p:cNvSpPr/>
            <p:nvPr/>
          </p:nvSpPr>
          <p:spPr>
            <a:xfrm>
              <a:off x="11379482" y="66459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2" name="pt3002"/>
            <p:cNvSpPr/>
            <p:nvPr/>
          </p:nvSpPr>
          <p:spPr>
            <a:xfrm>
              <a:off x="11505388" y="66444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3" name="pt3003"/>
            <p:cNvSpPr/>
            <p:nvPr/>
          </p:nvSpPr>
          <p:spPr>
            <a:xfrm>
              <a:off x="11639265" y="66468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4" name="pt3004"/>
            <p:cNvSpPr/>
            <p:nvPr/>
          </p:nvSpPr>
          <p:spPr>
            <a:xfrm>
              <a:off x="11042525" y="66251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5" name="pt3005"/>
            <p:cNvSpPr/>
            <p:nvPr/>
          </p:nvSpPr>
          <p:spPr>
            <a:xfrm>
              <a:off x="11252851" y="66231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6" name="pt3006"/>
            <p:cNvSpPr/>
            <p:nvPr/>
          </p:nvSpPr>
          <p:spPr>
            <a:xfrm>
              <a:off x="11635090" y="66138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7" name="pt3007"/>
            <p:cNvSpPr/>
            <p:nvPr/>
          </p:nvSpPr>
          <p:spPr>
            <a:xfrm>
              <a:off x="11042525" y="66427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8" name="pt3008"/>
            <p:cNvSpPr/>
            <p:nvPr/>
          </p:nvSpPr>
          <p:spPr>
            <a:xfrm>
              <a:off x="11042525" y="66503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9" name="pt3009"/>
            <p:cNvSpPr/>
            <p:nvPr/>
          </p:nvSpPr>
          <p:spPr>
            <a:xfrm>
              <a:off x="11170171" y="66386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0" name="pt3010"/>
            <p:cNvSpPr/>
            <p:nvPr/>
          </p:nvSpPr>
          <p:spPr>
            <a:xfrm>
              <a:off x="11440099" y="66499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1" name="pt3011"/>
            <p:cNvSpPr/>
            <p:nvPr/>
          </p:nvSpPr>
          <p:spPr>
            <a:xfrm>
              <a:off x="11042525" y="66129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2" name="pt3012"/>
            <p:cNvSpPr/>
            <p:nvPr/>
          </p:nvSpPr>
          <p:spPr>
            <a:xfrm>
              <a:off x="11042525" y="66277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3" name="pt3013"/>
            <p:cNvSpPr/>
            <p:nvPr/>
          </p:nvSpPr>
          <p:spPr>
            <a:xfrm>
              <a:off x="11252851" y="66401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4" name="pt3014"/>
            <p:cNvSpPr/>
            <p:nvPr/>
          </p:nvSpPr>
          <p:spPr>
            <a:xfrm>
              <a:off x="11042525" y="66377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5" name="pt3015"/>
            <p:cNvSpPr/>
            <p:nvPr/>
          </p:nvSpPr>
          <p:spPr>
            <a:xfrm>
              <a:off x="11042525" y="66288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6" name="pt3016"/>
            <p:cNvSpPr/>
            <p:nvPr/>
          </p:nvSpPr>
          <p:spPr>
            <a:xfrm>
              <a:off x="11042525" y="66225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7" name="pt3017"/>
            <p:cNvSpPr/>
            <p:nvPr/>
          </p:nvSpPr>
          <p:spPr>
            <a:xfrm>
              <a:off x="11042525" y="66336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8" name="pt3018"/>
            <p:cNvSpPr/>
            <p:nvPr/>
          </p:nvSpPr>
          <p:spPr>
            <a:xfrm>
              <a:off x="11935642" y="66160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9" name="pt3019"/>
            <p:cNvSpPr/>
            <p:nvPr/>
          </p:nvSpPr>
          <p:spPr>
            <a:xfrm>
              <a:off x="11042525" y="66622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0" name="pt3020"/>
            <p:cNvSpPr/>
            <p:nvPr/>
          </p:nvSpPr>
          <p:spPr>
            <a:xfrm>
              <a:off x="11042525" y="66279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1" name="pt3021"/>
            <p:cNvSpPr/>
            <p:nvPr/>
          </p:nvSpPr>
          <p:spPr>
            <a:xfrm>
              <a:off x="11249123" y="66383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2" name="pt3022"/>
            <p:cNvSpPr/>
            <p:nvPr/>
          </p:nvSpPr>
          <p:spPr>
            <a:xfrm>
              <a:off x="11320061" y="66449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3" name="pt3023"/>
            <p:cNvSpPr/>
            <p:nvPr/>
          </p:nvSpPr>
          <p:spPr>
            <a:xfrm>
              <a:off x="11042525" y="66045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4" name="pt3024"/>
            <p:cNvSpPr/>
            <p:nvPr/>
          </p:nvSpPr>
          <p:spPr>
            <a:xfrm>
              <a:off x="11241335" y="66042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5" name="pt3025"/>
            <p:cNvSpPr/>
            <p:nvPr/>
          </p:nvSpPr>
          <p:spPr>
            <a:xfrm>
              <a:off x="11042525" y="66208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6" name="pt3026"/>
            <p:cNvSpPr/>
            <p:nvPr/>
          </p:nvSpPr>
          <p:spPr>
            <a:xfrm>
              <a:off x="11185581" y="66114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7" name="pt3027"/>
            <p:cNvSpPr/>
            <p:nvPr/>
          </p:nvSpPr>
          <p:spPr>
            <a:xfrm>
              <a:off x="11042525" y="66160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8" name="pt3028"/>
            <p:cNvSpPr/>
            <p:nvPr/>
          </p:nvSpPr>
          <p:spPr>
            <a:xfrm>
              <a:off x="11255568" y="66186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9" name="pt3029"/>
            <p:cNvSpPr/>
            <p:nvPr/>
          </p:nvSpPr>
          <p:spPr>
            <a:xfrm>
              <a:off x="11379585" y="66073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0" name="pt3030"/>
            <p:cNvSpPr/>
            <p:nvPr/>
          </p:nvSpPr>
          <p:spPr>
            <a:xfrm>
              <a:off x="11509011" y="66110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1" name="pt3031"/>
            <p:cNvSpPr/>
            <p:nvPr/>
          </p:nvSpPr>
          <p:spPr>
            <a:xfrm>
              <a:off x="11643355" y="66329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2" name="pt3032"/>
            <p:cNvSpPr/>
            <p:nvPr/>
          </p:nvSpPr>
          <p:spPr>
            <a:xfrm>
              <a:off x="11042525" y="66095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3" name="pt3033"/>
            <p:cNvSpPr/>
            <p:nvPr/>
          </p:nvSpPr>
          <p:spPr>
            <a:xfrm>
              <a:off x="11168250" y="66125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4" name="pt3034"/>
            <p:cNvSpPr/>
            <p:nvPr/>
          </p:nvSpPr>
          <p:spPr>
            <a:xfrm>
              <a:off x="11042525" y="66340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5" name="pt3035"/>
            <p:cNvSpPr/>
            <p:nvPr/>
          </p:nvSpPr>
          <p:spPr>
            <a:xfrm>
              <a:off x="11042525" y="66462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6" name="pt3036"/>
            <p:cNvSpPr/>
            <p:nvPr/>
          </p:nvSpPr>
          <p:spPr>
            <a:xfrm>
              <a:off x="11415841" y="65988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7" name="pt3037"/>
            <p:cNvSpPr/>
            <p:nvPr/>
          </p:nvSpPr>
          <p:spPr>
            <a:xfrm>
              <a:off x="11042525" y="66451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8" name="pt3038"/>
            <p:cNvSpPr/>
            <p:nvPr/>
          </p:nvSpPr>
          <p:spPr>
            <a:xfrm>
              <a:off x="11114807" y="66275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9" name="pt3039"/>
            <p:cNvSpPr/>
            <p:nvPr/>
          </p:nvSpPr>
          <p:spPr>
            <a:xfrm>
              <a:off x="11188909" y="66225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0" name="pt3040"/>
            <p:cNvSpPr/>
            <p:nvPr/>
          </p:nvSpPr>
          <p:spPr>
            <a:xfrm>
              <a:off x="11247597" y="66366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1" name="pt3041"/>
            <p:cNvSpPr/>
            <p:nvPr/>
          </p:nvSpPr>
          <p:spPr>
            <a:xfrm>
              <a:off x="11314445" y="66407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2" name="pt3042"/>
            <p:cNvSpPr/>
            <p:nvPr/>
          </p:nvSpPr>
          <p:spPr>
            <a:xfrm>
              <a:off x="11444911" y="66520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3" name="pt3043"/>
            <p:cNvSpPr/>
            <p:nvPr/>
          </p:nvSpPr>
          <p:spPr>
            <a:xfrm>
              <a:off x="11042525" y="66373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4" name="pt3044"/>
            <p:cNvSpPr/>
            <p:nvPr/>
          </p:nvSpPr>
          <p:spPr>
            <a:xfrm>
              <a:off x="11042525" y="66390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5" name="pt3045"/>
            <p:cNvSpPr/>
            <p:nvPr/>
          </p:nvSpPr>
          <p:spPr>
            <a:xfrm>
              <a:off x="11182824" y="66003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6" name="pt3046"/>
            <p:cNvSpPr/>
            <p:nvPr/>
          </p:nvSpPr>
          <p:spPr>
            <a:xfrm>
              <a:off x="11449129" y="65126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7" name="pt3047"/>
            <p:cNvSpPr/>
            <p:nvPr/>
          </p:nvSpPr>
          <p:spPr>
            <a:xfrm>
              <a:off x="11042525" y="66184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8" name="pt3048"/>
            <p:cNvSpPr/>
            <p:nvPr/>
          </p:nvSpPr>
          <p:spPr>
            <a:xfrm>
              <a:off x="11042525" y="66338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9" name="pt3049"/>
            <p:cNvSpPr/>
            <p:nvPr/>
          </p:nvSpPr>
          <p:spPr>
            <a:xfrm>
              <a:off x="11257924" y="66440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0" name="pt3050"/>
            <p:cNvSpPr/>
            <p:nvPr/>
          </p:nvSpPr>
          <p:spPr>
            <a:xfrm>
              <a:off x="11444880" y="66231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1" name="pt3051"/>
            <p:cNvSpPr/>
            <p:nvPr/>
          </p:nvSpPr>
          <p:spPr>
            <a:xfrm>
              <a:off x="11516438" y="66622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2" name="pt3052"/>
            <p:cNvSpPr/>
            <p:nvPr/>
          </p:nvSpPr>
          <p:spPr>
            <a:xfrm>
              <a:off x="11042525" y="66090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3" name="pt3053"/>
            <p:cNvSpPr/>
            <p:nvPr/>
          </p:nvSpPr>
          <p:spPr>
            <a:xfrm>
              <a:off x="11190783" y="65951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4" name="pt3054"/>
            <p:cNvSpPr/>
            <p:nvPr/>
          </p:nvSpPr>
          <p:spPr>
            <a:xfrm>
              <a:off x="11320424" y="66592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5" name="pt3055"/>
            <p:cNvSpPr/>
            <p:nvPr/>
          </p:nvSpPr>
          <p:spPr>
            <a:xfrm>
              <a:off x="11435403" y="66651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6" name="pt3056"/>
            <p:cNvSpPr/>
            <p:nvPr/>
          </p:nvSpPr>
          <p:spPr>
            <a:xfrm>
              <a:off x="11042525" y="66101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7" name="pt3057"/>
            <p:cNvSpPr/>
            <p:nvPr/>
          </p:nvSpPr>
          <p:spPr>
            <a:xfrm>
              <a:off x="11042525" y="66488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8" name="pt3058"/>
            <p:cNvSpPr/>
            <p:nvPr/>
          </p:nvSpPr>
          <p:spPr>
            <a:xfrm>
              <a:off x="11042525" y="66383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9" name="pt3059"/>
            <p:cNvSpPr/>
            <p:nvPr/>
          </p:nvSpPr>
          <p:spPr>
            <a:xfrm>
              <a:off x="11576583" y="66347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0" name="pt3060"/>
            <p:cNvSpPr/>
            <p:nvPr/>
          </p:nvSpPr>
          <p:spPr>
            <a:xfrm>
              <a:off x="11042525" y="66383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1" name="pt3061"/>
            <p:cNvSpPr/>
            <p:nvPr/>
          </p:nvSpPr>
          <p:spPr>
            <a:xfrm>
              <a:off x="11042525" y="66088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2" name="pt3062"/>
            <p:cNvSpPr/>
            <p:nvPr/>
          </p:nvSpPr>
          <p:spPr>
            <a:xfrm>
              <a:off x="11042525" y="66173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3" name="pt3063"/>
            <p:cNvSpPr/>
            <p:nvPr/>
          </p:nvSpPr>
          <p:spPr>
            <a:xfrm>
              <a:off x="11042525" y="66353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4" name="pt3064"/>
            <p:cNvSpPr/>
            <p:nvPr/>
          </p:nvSpPr>
          <p:spPr>
            <a:xfrm>
              <a:off x="11042525" y="66273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5" name="pt3065"/>
            <p:cNvSpPr/>
            <p:nvPr/>
          </p:nvSpPr>
          <p:spPr>
            <a:xfrm>
              <a:off x="11245242" y="66423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6" name="pt3066"/>
            <p:cNvSpPr/>
            <p:nvPr/>
          </p:nvSpPr>
          <p:spPr>
            <a:xfrm>
              <a:off x="11042525" y="66349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7" name="pt3067"/>
            <p:cNvSpPr/>
            <p:nvPr/>
          </p:nvSpPr>
          <p:spPr>
            <a:xfrm>
              <a:off x="11250875" y="66168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8" name="pt3068"/>
            <p:cNvSpPr/>
            <p:nvPr/>
          </p:nvSpPr>
          <p:spPr>
            <a:xfrm>
              <a:off x="11459000" y="66334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9" name="pt3069"/>
            <p:cNvSpPr/>
            <p:nvPr/>
          </p:nvSpPr>
          <p:spPr>
            <a:xfrm>
              <a:off x="11570605" y="66490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0" name="pt3070"/>
            <p:cNvSpPr/>
            <p:nvPr/>
          </p:nvSpPr>
          <p:spPr>
            <a:xfrm>
              <a:off x="11709554" y="66334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1" name="pt3071"/>
            <p:cNvSpPr/>
            <p:nvPr/>
          </p:nvSpPr>
          <p:spPr>
            <a:xfrm>
              <a:off x="11841076" y="66364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2" name="pt3072"/>
            <p:cNvSpPr/>
            <p:nvPr/>
          </p:nvSpPr>
          <p:spPr>
            <a:xfrm>
              <a:off x="11042525" y="66381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3" name="pt3073"/>
            <p:cNvSpPr/>
            <p:nvPr/>
          </p:nvSpPr>
          <p:spPr>
            <a:xfrm>
              <a:off x="11042525" y="66323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4" name="pt3074"/>
            <p:cNvSpPr/>
            <p:nvPr/>
          </p:nvSpPr>
          <p:spPr>
            <a:xfrm>
              <a:off x="11042525" y="66216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5" name="pt3075"/>
            <p:cNvSpPr/>
            <p:nvPr/>
          </p:nvSpPr>
          <p:spPr>
            <a:xfrm>
              <a:off x="11184378" y="66199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6" name="pt3076"/>
            <p:cNvSpPr/>
            <p:nvPr/>
          </p:nvSpPr>
          <p:spPr>
            <a:xfrm>
              <a:off x="11314967" y="66145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7" name="pt3077"/>
            <p:cNvSpPr/>
            <p:nvPr/>
          </p:nvSpPr>
          <p:spPr>
            <a:xfrm>
              <a:off x="11042525" y="66188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8" name="pt3078"/>
            <p:cNvSpPr/>
            <p:nvPr/>
          </p:nvSpPr>
          <p:spPr>
            <a:xfrm>
              <a:off x="11245242" y="65791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9" name="pt3079"/>
            <p:cNvSpPr/>
            <p:nvPr/>
          </p:nvSpPr>
          <p:spPr>
            <a:xfrm>
              <a:off x="11388211" y="65204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0" name="pt3080"/>
            <p:cNvSpPr/>
            <p:nvPr/>
          </p:nvSpPr>
          <p:spPr>
            <a:xfrm>
              <a:off x="11505388" y="64255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1" name="pt3081"/>
            <p:cNvSpPr/>
            <p:nvPr/>
          </p:nvSpPr>
          <p:spPr>
            <a:xfrm>
              <a:off x="11042525" y="66214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2" name="pt3082"/>
            <p:cNvSpPr/>
            <p:nvPr/>
          </p:nvSpPr>
          <p:spPr>
            <a:xfrm>
              <a:off x="11192439" y="66273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3" name="pt3083"/>
            <p:cNvSpPr/>
            <p:nvPr/>
          </p:nvSpPr>
          <p:spPr>
            <a:xfrm>
              <a:off x="11306474" y="66164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4" name="pt3084"/>
            <p:cNvSpPr/>
            <p:nvPr/>
          </p:nvSpPr>
          <p:spPr>
            <a:xfrm>
              <a:off x="11042525" y="66273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5" name="pt3085"/>
            <p:cNvSpPr/>
            <p:nvPr/>
          </p:nvSpPr>
          <p:spPr>
            <a:xfrm>
              <a:off x="11042525" y="66364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6" name="pt3086"/>
            <p:cNvSpPr/>
            <p:nvPr/>
          </p:nvSpPr>
          <p:spPr>
            <a:xfrm>
              <a:off x="11351561" y="66670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7" name="pt3087"/>
            <p:cNvSpPr/>
            <p:nvPr/>
          </p:nvSpPr>
          <p:spPr>
            <a:xfrm>
              <a:off x="11164264" y="66299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8" name="pt3088"/>
            <p:cNvSpPr/>
            <p:nvPr/>
          </p:nvSpPr>
          <p:spPr>
            <a:xfrm>
              <a:off x="11042525" y="66401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9" name="pt3089"/>
            <p:cNvSpPr/>
            <p:nvPr/>
          </p:nvSpPr>
          <p:spPr>
            <a:xfrm>
              <a:off x="11042525" y="66262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0" name="pt3090"/>
            <p:cNvSpPr/>
            <p:nvPr/>
          </p:nvSpPr>
          <p:spPr>
            <a:xfrm>
              <a:off x="11188539" y="66195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1" name="pt3091"/>
            <p:cNvSpPr/>
            <p:nvPr/>
          </p:nvSpPr>
          <p:spPr>
            <a:xfrm>
              <a:off x="11042525" y="66271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2" name="pt3092"/>
            <p:cNvSpPr/>
            <p:nvPr/>
          </p:nvSpPr>
          <p:spPr>
            <a:xfrm>
              <a:off x="11108467" y="66238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3" name="pt3093"/>
            <p:cNvSpPr/>
            <p:nvPr/>
          </p:nvSpPr>
          <p:spPr>
            <a:xfrm>
              <a:off x="11042525" y="66216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4" name="pt3094"/>
            <p:cNvSpPr/>
            <p:nvPr/>
          </p:nvSpPr>
          <p:spPr>
            <a:xfrm>
              <a:off x="11277308" y="66073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5" name="pt3095"/>
            <p:cNvSpPr/>
            <p:nvPr/>
          </p:nvSpPr>
          <p:spPr>
            <a:xfrm>
              <a:off x="11504119" y="65033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6" name="pt3096"/>
            <p:cNvSpPr/>
            <p:nvPr/>
          </p:nvSpPr>
          <p:spPr>
            <a:xfrm>
              <a:off x="11042525" y="66316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7" name="pt3097"/>
            <p:cNvSpPr/>
            <p:nvPr/>
          </p:nvSpPr>
          <p:spPr>
            <a:xfrm>
              <a:off x="11307380" y="66231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8" name="pt3098"/>
            <p:cNvSpPr/>
            <p:nvPr/>
          </p:nvSpPr>
          <p:spPr>
            <a:xfrm>
              <a:off x="11042525" y="66247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9" name="pt3099"/>
            <p:cNvSpPr/>
            <p:nvPr/>
          </p:nvSpPr>
          <p:spPr>
            <a:xfrm>
              <a:off x="11042525" y="66477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0" name="pt3100"/>
            <p:cNvSpPr/>
            <p:nvPr/>
          </p:nvSpPr>
          <p:spPr>
            <a:xfrm>
              <a:off x="11188358" y="66401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1" name="pt3101"/>
            <p:cNvSpPr/>
            <p:nvPr/>
          </p:nvSpPr>
          <p:spPr>
            <a:xfrm>
              <a:off x="11342525" y="66399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2" name="pt3102"/>
            <p:cNvSpPr/>
            <p:nvPr/>
          </p:nvSpPr>
          <p:spPr>
            <a:xfrm>
              <a:off x="11042525" y="66040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3" name="pt3103"/>
            <p:cNvSpPr/>
            <p:nvPr/>
          </p:nvSpPr>
          <p:spPr>
            <a:xfrm>
              <a:off x="11042525" y="66442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4" name="pt3104"/>
            <p:cNvSpPr/>
            <p:nvPr/>
          </p:nvSpPr>
          <p:spPr>
            <a:xfrm>
              <a:off x="11042525" y="66410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5" name="pt3105"/>
            <p:cNvSpPr/>
            <p:nvPr/>
          </p:nvSpPr>
          <p:spPr>
            <a:xfrm>
              <a:off x="11240688" y="66544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6" name="pt3106"/>
            <p:cNvSpPr/>
            <p:nvPr/>
          </p:nvSpPr>
          <p:spPr>
            <a:xfrm>
              <a:off x="11042525" y="66718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7" name="pt3107"/>
            <p:cNvSpPr/>
            <p:nvPr/>
          </p:nvSpPr>
          <p:spPr>
            <a:xfrm>
              <a:off x="11454316" y="66618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8" name="pt3108"/>
            <p:cNvSpPr/>
            <p:nvPr/>
          </p:nvSpPr>
          <p:spPr>
            <a:xfrm>
              <a:off x="11042525" y="66538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9" name="pt3109"/>
            <p:cNvSpPr/>
            <p:nvPr/>
          </p:nvSpPr>
          <p:spPr>
            <a:xfrm>
              <a:off x="11042525" y="66325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0" name="pt3110"/>
            <p:cNvSpPr/>
            <p:nvPr/>
          </p:nvSpPr>
          <p:spPr>
            <a:xfrm>
              <a:off x="11042525" y="66145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1" name="pt3111"/>
            <p:cNvSpPr/>
            <p:nvPr/>
          </p:nvSpPr>
          <p:spPr>
            <a:xfrm>
              <a:off x="11109700" y="66362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2" name="pt3112"/>
            <p:cNvSpPr/>
            <p:nvPr/>
          </p:nvSpPr>
          <p:spPr>
            <a:xfrm>
              <a:off x="11042525" y="66138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3" name="pt3113"/>
            <p:cNvSpPr/>
            <p:nvPr/>
          </p:nvSpPr>
          <p:spPr>
            <a:xfrm>
              <a:off x="11042525" y="66268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4" name="pt3114"/>
            <p:cNvSpPr/>
            <p:nvPr/>
          </p:nvSpPr>
          <p:spPr>
            <a:xfrm>
              <a:off x="11175473" y="66218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5" name="pt3115"/>
            <p:cNvSpPr/>
            <p:nvPr/>
          </p:nvSpPr>
          <p:spPr>
            <a:xfrm>
              <a:off x="11042525" y="66125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6" name="pt3116"/>
            <p:cNvSpPr/>
            <p:nvPr/>
          </p:nvSpPr>
          <p:spPr>
            <a:xfrm>
              <a:off x="11235036" y="66166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7" name="pt3117"/>
            <p:cNvSpPr/>
            <p:nvPr/>
          </p:nvSpPr>
          <p:spPr>
            <a:xfrm>
              <a:off x="11501340" y="65949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8" name="pt3118"/>
            <p:cNvSpPr/>
            <p:nvPr/>
          </p:nvSpPr>
          <p:spPr>
            <a:xfrm>
              <a:off x="11633949" y="66027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9" name="pt3119"/>
            <p:cNvSpPr/>
            <p:nvPr/>
          </p:nvSpPr>
          <p:spPr>
            <a:xfrm>
              <a:off x="11767101" y="66025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0" name="pt3120"/>
            <p:cNvSpPr/>
            <p:nvPr/>
          </p:nvSpPr>
          <p:spPr>
            <a:xfrm>
              <a:off x="11042525" y="66195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1" name="pt3121"/>
            <p:cNvSpPr/>
            <p:nvPr/>
          </p:nvSpPr>
          <p:spPr>
            <a:xfrm>
              <a:off x="11042525" y="66255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2" name="pt3122"/>
            <p:cNvSpPr/>
            <p:nvPr/>
          </p:nvSpPr>
          <p:spPr>
            <a:xfrm>
              <a:off x="11042525" y="66349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3" name="pt3123"/>
            <p:cNvSpPr/>
            <p:nvPr/>
          </p:nvSpPr>
          <p:spPr>
            <a:xfrm>
              <a:off x="11042525" y="66446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4" name="pt3124"/>
            <p:cNvSpPr/>
            <p:nvPr/>
          </p:nvSpPr>
          <p:spPr>
            <a:xfrm>
              <a:off x="11242163" y="66525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5" name="pt3125"/>
            <p:cNvSpPr/>
            <p:nvPr/>
          </p:nvSpPr>
          <p:spPr>
            <a:xfrm>
              <a:off x="11378395" y="66488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6" name="pt3126"/>
            <p:cNvSpPr/>
            <p:nvPr/>
          </p:nvSpPr>
          <p:spPr>
            <a:xfrm>
              <a:off x="11509011" y="66598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7" name="pt3127"/>
            <p:cNvSpPr/>
            <p:nvPr/>
          </p:nvSpPr>
          <p:spPr>
            <a:xfrm>
              <a:off x="11639627" y="66505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8" name="pt3128"/>
            <p:cNvSpPr/>
            <p:nvPr/>
          </p:nvSpPr>
          <p:spPr>
            <a:xfrm>
              <a:off x="11042525" y="66468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9" name="pt3129"/>
            <p:cNvSpPr/>
            <p:nvPr/>
          </p:nvSpPr>
          <p:spPr>
            <a:xfrm>
              <a:off x="11042525" y="66277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0" name="pt3130"/>
            <p:cNvSpPr/>
            <p:nvPr/>
          </p:nvSpPr>
          <p:spPr>
            <a:xfrm>
              <a:off x="11257924" y="66314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1" name="pt3131"/>
            <p:cNvSpPr/>
            <p:nvPr/>
          </p:nvSpPr>
          <p:spPr>
            <a:xfrm>
              <a:off x="11383379" y="66201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2" name="pt3132"/>
            <p:cNvSpPr/>
            <p:nvPr/>
          </p:nvSpPr>
          <p:spPr>
            <a:xfrm>
              <a:off x="11506475" y="66379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3" name="pt3133"/>
            <p:cNvSpPr/>
            <p:nvPr/>
          </p:nvSpPr>
          <p:spPr>
            <a:xfrm>
              <a:off x="11644620" y="66179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4" name="pt3134"/>
            <p:cNvSpPr/>
            <p:nvPr/>
          </p:nvSpPr>
          <p:spPr>
            <a:xfrm>
              <a:off x="11042525" y="66223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5" name="pt3135"/>
            <p:cNvSpPr/>
            <p:nvPr/>
          </p:nvSpPr>
          <p:spPr>
            <a:xfrm>
              <a:off x="11738359" y="64327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6" name="pt3136"/>
            <p:cNvSpPr/>
            <p:nvPr/>
          </p:nvSpPr>
          <p:spPr>
            <a:xfrm>
              <a:off x="11042525" y="66268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7" name="pt3137"/>
            <p:cNvSpPr/>
            <p:nvPr/>
          </p:nvSpPr>
          <p:spPr>
            <a:xfrm>
              <a:off x="11241619" y="66327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8" name="pt3138"/>
            <p:cNvSpPr/>
            <p:nvPr/>
          </p:nvSpPr>
          <p:spPr>
            <a:xfrm>
              <a:off x="11393793" y="66301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9" name="pt3139"/>
            <p:cNvSpPr/>
            <p:nvPr/>
          </p:nvSpPr>
          <p:spPr>
            <a:xfrm>
              <a:off x="11523866" y="66199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0" name="pt3140"/>
            <p:cNvSpPr/>
            <p:nvPr/>
          </p:nvSpPr>
          <p:spPr>
            <a:xfrm>
              <a:off x="11635460" y="66238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1" name="pt3141"/>
            <p:cNvSpPr/>
            <p:nvPr/>
          </p:nvSpPr>
          <p:spPr>
            <a:xfrm>
              <a:off x="11042525" y="66277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2" name="pt3142"/>
            <p:cNvSpPr/>
            <p:nvPr/>
          </p:nvSpPr>
          <p:spPr>
            <a:xfrm>
              <a:off x="11255206" y="66360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3" name="pt3143"/>
            <p:cNvSpPr/>
            <p:nvPr/>
          </p:nvSpPr>
          <p:spPr>
            <a:xfrm>
              <a:off x="11427821" y="66160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4" name="pt3144"/>
            <p:cNvSpPr/>
            <p:nvPr/>
          </p:nvSpPr>
          <p:spPr>
            <a:xfrm>
              <a:off x="11042525" y="66373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5" name="pt3145"/>
            <p:cNvSpPr/>
            <p:nvPr/>
          </p:nvSpPr>
          <p:spPr>
            <a:xfrm>
              <a:off x="11042525" y="66242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6" name="pt3146"/>
            <p:cNvSpPr/>
            <p:nvPr/>
          </p:nvSpPr>
          <p:spPr>
            <a:xfrm>
              <a:off x="11317525" y="65945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7" name="pt3147"/>
            <p:cNvSpPr/>
            <p:nvPr/>
          </p:nvSpPr>
          <p:spPr>
            <a:xfrm>
              <a:off x="11042525" y="66049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8" name="pt3148"/>
            <p:cNvSpPr/>
            <p:nvPr/>
          </p:nvSpPr>
          <p:spPr>
            <a:xfrm>
              <a:off x="11385420" y="66019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9" name="pt3149"/>
            <p:cNvSpPr/>
            <p:nvPr/>
          </p:nvSpPr>
          <p:spPr>
            <a:xfrm>
              <a:off x="11515351" y="65906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0" name="pt3150"/>
            <p:cNvSpPr/>
            <p:nvPr/>
          </p:nvSpPr>
          <p:spPr>
            <a:xfrm>
              <a:off x="11042525" y="66329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1" name="pt3151"/>
            <p:cNvSpPr/>
            <p:nvPr/>
          </p:nvSpPr>
          <p:spPr>
            <a:xfrm>
              <a:off x="11179300" y="66242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2" name="pt3152"/>
            <p:cNvSpPr/>
            <p:nvPr/>
          </p:nvSpPr>
          <p:spPr>
            <a:xfrm>
              <a:off x="11308648" y="66086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3" name="pt3153"/>
            <p:cNvSpPr/>
            <p:nvPr/>
          </p:nvSpPr>
          <p:spPr>
            <a:xfrm>
              <a:off x="11445061" y="65528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4" name="pt3154"/>
            <p:cNvSpPr/>
            <p:nvPr/>
          </p:nvSpPr>
          <p:spPr>
            <a:xfrm>
              <a:off x="11569337" y="64676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5" name="pt3155"/>
            <p:cNvSpPr/>
            <p:nvPr/>
          </p:nvSpPr>
          <p:spPr>
            <a:xfrm>
              <a:off x="11042525" y="66160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6" name="pt3156"/>
            <p:cNvSpPr/>
            <p:nvPr/>
          </p:nvSpPr>
          <p:spPr>
            <a:xfrm>
              <a:off x="11371873" y="66429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7" name="pt3157"/>
            <p:cNvSpPr/>
            <p:nvPr/>
          </p:nvSpPr>
          <p:spPr>
            <a:xfrm>
              <a:off x="11042525" y="66281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8" name="pt3158"/>
            <p:cNvSpPr/>
            <p:nvPr/>
          </p:nvSpPr>
          <p:spPr>
            <a:xfrm>
              <a:off x="11042525" y="66481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9" name="pt3159"/>
            <p:cNvSpPr/>
            <p:nvPr/>
          </p:nvSpPr>
          <p:spPr>
            <a:xfrm>
              <a:off x="11241124" y="65927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0" name="pt3160"/>
            <p:cNvSpPr/>
            <p:nvPr/>
          </p:nvSpPr>
          <p:spPr>
            <a:xfrm>
              <a:off x="11444566" y="64457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1" name="pt3161"/>
            <p:cNvSpPr/>
            <p:nvPr/>
          </p:nvSpPr>
          <p:spPr>
            <a:xfrm>
              <a:off x="11042525" y="66444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2" name="pt3162"/>
            <p:cNvSpPr/>
            <p:nvPr/>
          </p:nvSpPr>
          <p:spPr>
            <a:xfrm>
              <a:off x="11239041" y="66564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3" name="pt3163"/>
            <p:cNvSpPr/>
            <p:nvPr/>
          </p:nvSpPr>
          <p:spPr>
            <a:xfrm>
              <a:off x="11042525" y="66483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4" name="pt3164"/>
            <p:cNvSpPr/>
            <p:nvPr/>
          </p:nvSpPr>
          <p:spPr>
            <a:xfrm>
              <a:off x="11186547" y="66340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5" name="pt3165"/>
            <p:cNvSpPr/>
            <p:nvPr/>
          </p:nvSpPr>
          <p:spPr>
            <a:xfrm>
              <a:off x="11323141" y="66444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6" name="pt3166"/>
            <p:cNvSpPr/>
            <p:nvPr/>
          </p:nvSpPr>
          <p:spPr>
            <a:xfrm>
              <a:off x="11450859" y="66533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7" name="pt3167"/>
            <p:cNvSpPr/>
            <p:nvPr/>
          </p:nvSpPr>
          <p:spPr>
            <a:xfrm>
              <a:off x="11042525" y="66399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8" name="pt3168"/>
            <p:cNvSpPr/>
            <p:nvPr/>
          </p:nvSpPr>
          <p:spPr>
            <a:xfrm>
              <a:off x="11177194" y="66390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9" name="pt3169"/>
            <p:cNvSpPr/>
            <p:nvPr/>
          </p:nvSpPr>
          <p:spPr>
            <a:xfrm>
              <a:off x="11299771" y="66379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0" name="pt3170"/>
            <p:cNvSpPr/>
            <p:nvPr/>
          </p:nvSpPr>
          <p:spPr>
            <a:xfrm>
              <a:off x="11439158" y="66329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1" name="pt3171"/>
            <p:cNvSpPr/>
            <p:nvPr/>
          </p:nvSpPr>
          <p:spPr>
            <a:xfrm>
              <a:off x="11570967" y="66453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2" name="pt3172"/>
            <p:cNvSpPr/>
            <p:nvPr/>
          </p:nvSpPr>
          <p:spPr>
            <a:xfrm>
              <a:off x="11042525" y="66231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3" name="pt3173"/>
            <p:cNvSpPr/>
            <p:nvPr/>
          </p:nvSpPr>
          <p:spPr>
            <a:xfrm>
              <a:off x="11317163" y="66344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4" name="pt3174"/>
            <p:cNvSpPr/>
            <p:nvPr/>
          </p:nvSpPr>
          <p:spPr>
            <a:xfrm>
              <a:off x="11042525" y="66247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5" name="pt3175"/>
            <p:cNvSpPr/>
            <p:nvPr/>
          </p:nvSpPr>
          <p:spPr>
            <a:xfrm>
              <a:off x="11178975" y="66229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6" name="pt3176"/>
            <p:cNvSpPr/>
            <p:nvPr/>
          </p:nvSpPr>
          <p:spPr>
            <a:xfrm>
              <a:off x="11042525" y="66288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7" name="pt3177"/>
            <p:cNvSpPr/>
            <p:nvPr/>
          </p:nvSpPr>
          <p:spPr>
            <a:xfrm>
              <a:off x="11461728" y="66351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8" name="pt3178"/>
            <p:cNvSpPr/>
            <p:nvPr/>
          </p:nvSpPr>
          <p:spPr>
            <a:xfrm>
              <a:off x="11042525" y="66538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9" name="pt3179"/>
            <p:cNvSpPr/>
            <p:nvPr/>
          </p:nvSpPr>
          <p:spPr>
            <a:xfrm>
              <a:off x="11042525" y="66277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0" name="pt3180"/>
            <p:cNvSpPr/>
            <p:nvPr/>
          </p:nvSpPr>
          <p:spPr>
            <a:xfrm>
              <a:off x="11042525" y="66427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1" name="pt3181"/>
            <p:cNvSpPr/>
            <p:nvPr/>
          </p:nvSpPr>
          <p:spPr>
            <a:xfrm>
              <a:off x="11187047" y="66449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2" name="pt3182"/>
            <p:cNvSpPr/>
            <p:nvPr/>
          </p:nvSpPr>
          <p:spPr>
            <a:xfrm>
              <a:off x="11042525" y="66229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3" name="pt3183"/>
            <p:cNvSpPr/>
            <p:nvPr/>
          </p:nvSpPr>
          <p:spPr>
            <a:xfrm>
              <a:off x="11394447" y="65780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4" name="pt3184"/>
            <p:cNvSpPr/>
            <p:nvPr/>
          </p:nvSpPr>
          <p:spPr>
            <a:xfrm>
              <a:off x="11042525" y="66279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5" name="pt3185"/>
            <p:cNvSpPr/>
            <p:nvPr/>
          </p:nvSpPr>
          <p:spPr>
            <a:xfrm>
              <a:off x="11449047" y="66370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6" name="pt3186"/>
            <p:cNvSpPr/>
            <p:nvPr/>
          </p:nvSpPr>
          <p:spPr>
            <a:xfrm>
              <a:off x="11042525" y="66266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7" name="pt3187"/>
            <p:cNvSpPr/>
            <p:nvPr/>
          </p:nvSpPr>
          <p:spPr>
            <a:xfrm>
              <a:off x="11180692" y="66338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8" name="pt3188"/>
            <p:cNvSpPr/>
            <p:nvPr/>
          </p:nvSpPr>
          <p:spPr>
            <a:xfrm>
              <a:off x="11499714" y="66314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9" name="pt3189"/>
            <p:cNvSpPr/>
            <p:nvPr/>
          </p:nvSpPr>
          <p:spPr>
            <a:xfrm>
              <a:off x="11042525" y="66325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0" name="pt3190"/>
            <p:cNvSpPr/>
            <p:nvPr/>
          </p:nvSpPr>
          <p:spPr>
            <a:xfrm>
              <a:off x="11042525" y="66240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1" name="pt3191"/>
            <p:cNvSpPr/>
            <p:nvPr/>
          </p:nvSpPr>
          <p:spPr>
            <a:xfrm>
              <a:off x="11175383" y="66238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2" name="pt3192"/>
            <p:cNvSpPr/>
            <p:nvPr/>
          </p:nvSpPr>
          <p:spPr>
            <a:xfrm>
              <a:off x="11313358" y="66173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3" name="pt3193"/>
            <p:cNvSpPr/>
            <p:nvPr/>
          </p:nvSpPr>
          <p:spPr>
            <a:xfrm>
              <a:off x="11042525" y="66234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4" name="pt3194"/>
            <p:cNvSpPr/>
            <p:nvPr/>
          </p:nvSpPr>
          <p:spPr>
            <a:xfrm>
              <a:off x="11175571" y="66288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5" name="pt3195"/>
            <p:cNvSpPr/>
            <p:nvPr/>
          </p:nvSpPr>
          <p:spPr>
            <a:xfrm>
              <a:off x="11042525" y="66162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6" name="pt3196"/>
            <p:cNvSpPr/>
            <p:nvPr/>
          </p:nvSpPr>
          <p:spPr>
            <a:xfrm>
              <a:off x="11177975" y="66403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7" name="pt3197"/>
            <p:cNvSpPr/>
            <p:nvPr/>
          </p:nvSpPr>
          <p:spPr>
            <a:xfrm>
              <a:off x="11042525" y="66290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8" name="pt3198"/>
            <p:cNvSpPr/>
            <p:nvPr/>
          </p:nvSpPr>
          <p:spPr>
            <a:xfrm>
              <a:off x="11239041" y="66097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9" name="pt3199"/>
            <p:cNvSpPr/>
            <p:nvPr/>
          </p:nvSpPr>
          <p:spPr>
            <a:xfrm>
              <a:off x="11374911" y="66192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0" name="pt3200"/>
            <p:cNvSpPr/>
            <p:nvPr/>
          </p:nvSpPr>
          <p:spPr>
            <a:xfrm>
              <a:off x="11506795" y="66086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1" name="pt3201"/>
            <p:cNvSpPr/>
            <p:nvPr/>
          </p:nvSpPr>
          <p:spPr>
            <a:xfrm>
              <a:off x="11640672" y="66082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2" name="pt3202"/>
            <p:cNvSpPr/>
            <p:nvPr/>
          </p:nvSpPr>
          <p:spPr>
            <a:xfrm>
              <a:off x="11773824" y="66290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3" name="pt3203"/>
            <p:cNvSpPr/>
            <p:nvPr/>
          </p:nvSpPr>
          <p:spPr>
            <a:xfrm>
              <a:off x="11042525" y="66438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4" name="pt3204"/>
            <p:cNvSpPr/>
            <p:nvPr/>
          </p:nvSpPr>
          <p:spPr>
            <a:xfrm>
              <a:off x="11042525" y="66323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5" name="pt3205"/>
            <p:cNvSpPr/>
            <p:nvPr/>
          </p:nvSpPr>
          <p:spPr>
            <a:xfrm>
              <a:off x="11042525" y="66455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6" name="pt3206"/>
            <p:cNvSpPr/>
            <p:nvPr/>
          </p:nvSpPr>
          <p:spPr>
            <a:xfrm>
              <a:off x="11188539" y="66642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7" name="pt3207"/>
            <p:cNvSpPr/>
            <p:nvPr/>
          </p:nvSpPr>
          <p:spPr>
            <a:xfrm>
              <a:off x="11042525" y="66229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8" name="pt3208"/>
            <p:cNvSpPr/>
            <p:nvPr/>
          </p:nvSpPr>
          <p:spPr>
            <a:xfrm>
              <a:off x="11245786" y="66199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9" name="pt3209"/>
            <p:cNvSpPr/>
            <p:nvPr/>
          </p:nvSpPr>
          <p:spPr>
            <a:xfrm>
              <a:off x="11384574" y="66212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0" name="pt3210"/>
            <p:cNvSpPr/>
            <p:nvPr/>
          </p:nvSpPr>
          <p:spPr>
            <a:xfrm>
              <a:off x="11498685" y="66136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1" name="pt3211"/>
            <p:cNvSpPr/>
            <p:nvPr/>
          </p:nvSpPr>
          <p:spPr>
            <a:xfrm>
              <a:off x="11042525" y="66427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2" name="pt3212"/>
            <p:cNvSpPr/>
            <p:nvPr/>
          </p:nvSpPr>
          <p:spPr>
            <a:xfrm>
              <a:off x="11093746" y="66364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3" name="pt3213"/>
            <p:cNvSpPr/>
            <p:nvPr/>
          </p:nvSpPr>
          <p:spPr>
            <a:xfrm>
              <a:off x="11253032" y="66086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4" name="pt3214"/>
            <p:cNvSpPr/>
            <p:nvPr/>
          </p:nvSpPr>
          <p:spPr>
            <a:xfrm>
              <a:off x="11382267" y="66290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5" name="pt3215"/>
            <p:cNvSpPr/>
            <p:nvPr/>
          </p:nvSpPr>
          <p:spPr>
            <a:xfrm>
              <a:off x="11502670" y="66323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6" name="pt3216"/>
            <p:cNvSpPr/>
            <p:nvPr/>
          </p:nvSpPr>
          <p:spPr>
            <a:xfrm>
              <a:off x="11706656" y="66203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7" name="pt3217"/>
            <p:cNvSpPr/>
            <p:nvPr/>
          </p:nvSpPr>
          <p:spPr>
            <a:xfrm>
              <a:off x="11042525" y="66401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8" name="pt3218"/>
            <p:cNvSpPr/>
            <p:nvPr/>
          </p:nvSpPr>
          <p:spPr>
            <a:xfrm>
              <a:off x="11698685" y="66277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9" name="pt3219"/>
            <p:cNvSpPr/>
            <p:nvPr/>
          </p:nvSpPr>
          <p:spPr>
            <a:xfrm>
              <a:off x="11042525" y="66381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0" name="pt3220"/>
            <p:cNvSpPr/>
            <p:nvPr/>
          </p:nvSpPr>
          <p:spPr>
            <a:xfrm>
              <a:off x="11042525" y="66459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1" name="pt3221"/>
            <p:cNvSpPr/>
            <p:nvPr/>
          </p:nvSpPr>
          <p:spPr>
            <a:xfrm>
              <a:off x="11252489" y="66433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2" name="pt3222"/>
            <p:cNvSpPr/>
            <p:nvPr/>
          </p:nvSpPr>
          <p:spPr>
            <a:xfrm>
              <a:off x="11042525" y="66092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3" name="pt3223"/>
            <p:cNvSpPr/>
            <p:nvPr/>
          </p:nvSpPr>
          <p:spPr>
            <a:xfrm>
              <a:off x="11187064" y="66060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4" name="pt3224"/>
            <p:cNvSpPr/>
            <p:nvPr/>
          </p:nvSpPr>
          <p:spPr>
            <a:xfrm>
              <a:off x="11042525" y="66129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5" name="pl3225"/>
            <p:cNvSpPr/>
            <p:nvPr/>
          </p:nvSpPr>
          <p:spPr>
            <a:xfrm>
              <a:off x="11067351" y="6662571"/>
              <a:ext cx="215761" cy="2389"/>
            </a:xfrm>
            <a:custGeom>
              <a:avLst/>
              <a:pathLst>
                <a:path w="215761" h="2389">
                  <a:moveTo>
                    <a:pt x="0" y="0"/>
                  </a:moveTo>
                  <a:lnTo>
                    <a:pt x="215761" y="238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6" name="pl3226"/>
            <p:cNvSpPr/>
            <p:nvPr/>
          </p:nvSpPr>
          <p:spPr>
            <a:xfrm>
              <a:off x="11401047" y="6661702"/>
              <a:ext cx="267391" cy="11293"/>
            </a:xfrm>
            <a:custGeom>
              <a:avLst/>
              <a:pathLst>
                <a:path w="267391" h="11293">
                  <a:moveTo>
                    <a:pt x="0" y="6732"/>
                  </a:moveTo>
                  <a:lnTo>
                    <a:pt x="181159" y="11293"/>
                  </a:lnTo>
                  <a:lnTo>
                    <a:pt x="26739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7" name="pl3227"/>
            <p:cNvSpPr/>
            <p:nvPr/>
          </p:nvSpPr>
          <p:spPr>
            <a:xfrm>
              <a:off x="11067351" y="6680814"/>
              <a:ext cx="127646" cy="8470"/>
            </a:xfrm>
            <a:custGeom>
              <a:avLst/>
              <a:pathLst>
                <a:path w="127646" h="8470">
                  <a:moveTo>
                    <a:pt x="0" y="0"/>
                  </a:moveTo>
                  <a:lnTo>
                    <a:pt x="127646" y="847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8" name="pl3228"/>
            <p:cNvSpPr/>
            <p:nvPr/>
          </p:nvSpPr>
          <p:spPr>
            <a:xfrm>
              <a:off x="11067351" y="6651929"/>
              <a:ext cx="414465" cy="21501"/>
            </a:xfrm>
            <a:custGeom>
              <a:avLst/>
              <a:pathLst>
                <a:path w="414465" h="21501">
                  <a:moveTo>
                    <a:pt x="0" y="0"/>
                  </a:moveTo>
                  <a:lnTo>
                    <a:pt x="275000" y="21501"/>
                  </a:lnTo>
                  <a:lnTo>
                    <a:pt x="414465" y="760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9" name="pl3229"/>
            <p:cNvSpPr/>
            <p:nvPr/>
          </p:nvSpPr>
          <p:spPr>
            <a:xfrm>
              <a:off x="11067351" y="6645848"/>
              <a:ext cx="139496" cy="23238"/>
            </a:xfrm>
            <a:custGeom>
              <a:avLst/>
              <a:pathLst>
                <a:path w="139496" h="23238">
                  <a:moveTo>
                    <a:pt x="0" y="23238"/>
                  </a:moveTo>
                  <a:lnTo>
                    <a:pt x="73917" y="0"/>
                  </a:lnTo>
                  <a:lnTo>
                    <a:pt x="139496" y="999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0" name="pl3230"/>
            <p:cNvSpPr/>
            <p:nvPr/>
          </p:nvSpPr>
          <p:spPr>
            <a:xfrm>
              <a:off x="11067351" y="6634554"/>
              <a:ext cx="339332" cy="23673"/>
            </a:xfrm>
            <a:custGeom>
              <a:avLst/>
              <a:pathLst>
                <a:path w="339332" h="23673">
                  <a:moveTo>
                    <a:pt x="0" y="23673"/>
                  </a:moveTo>
                  <a:lnTo>
                    <a:pt x="154187" y="15637"/>
                  </a:lnTo>
                  <a:lnTo>
                    <a:pt x="33933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1" name="pl3231"/>
            <p:cNvSpPr/>
            <p:nvPr/>
          </p:nvSpPr>
          <p:spPr>
            <a:xfrm>
              <a:off x="11067351" y="6638681"/>
              <a:ext cx="223550" cy="41916"/>
            </a:xfrm>
            <a:custGeom>
              <a:avLst/>
              <a:pathLst>
                <a:path w="223550" h="41916">
                  <a:moveTo>
                    <a:pt x="0" y="41916"/>
                  </a:moveTo>
                  <a:lnTo>
                    <a:pt x="22355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2" name="pl3232"/>
            <p:cNvSpPr/>
            <p:nvPr/>
          </p:nvSpPr>
          <p:spPr>
            <a:xfrm>
              <a:off x="11067351" y="6648454"/>
              <a:ext cx="212862" cy="6949"/>
            </a:xfrm>
            <a:custGeom>
              <a:avLst/>
              <a:pathLst>
                <a:path w="212862" h="6949">
                  <a:moveTo>
                    <a:pt x="0" y="0"/>
                  </a:moveTo>
                  <a:lnTo>
                    <a:pt x="212862" y="694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3" name="pl3233"/>
            <p:cNvSpPr/>
            <p:nvPr/>
          </p:nvSpPr>
          <p:spPr>
            <a:xfrm>
              <a:off x="11067351" y="6638464"/>
              <a:ext cx="531341" cy="20849"/>
            </a:xfrm>
            <a:custGeom>
              <a:avLst/>
              <a:pathLst>
                <a:path w="531341" h="20849">
                  <a:moveTo>
                    <a:pt x="0" y="0"/>
                  </a:moveTo>
                  <a:lnTo>
                    <a:pt x="146195" y="8470"/>
                  </a:lnTo>
                  <a:lnTo>
                    <a:pt x="273369" y="4126"/>
                  </a:lnTo>
                  <a:lnTo>
                    <a:pt x="403985" y="17157"/>
                  </a:lnTo>
                  <a:lnTo>
                    <a:pt x="531341" y="2084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4" name="pl3234"/>
            <p:cNvSpPr/>
            <p:nvPr/>
          </p:nvSpPr>
          <p:spPr>
            <a:xfrm>
              <a:off x="11067351" y="6441912"/>
              <a:ext cx="798551" cy="206325"/>
            </a:xfrm>
            <a:custGeom>
              <a:avLst/>
              <a:pathLst>
                <a:path w="798551" h="206325">
                  <a:moveTo>
                    <a:pt x="0" y="206325"/>
                  </a:moveTo>
                  <a:lnTo>
                    <a:pt x="79855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5" name="pl3235"/>
            <p:cNvSpPr/>
            <p:nvPr/>
          </p:nvSpPr>
          <p:spPr>
            <a:xfrm>
              <a:off x="11067351" y="6652146"/>
              <a:ext cx="462862" cy="30840"/>
            </a:xfrm>
            <a:custGeom>
              <a:avLst/>
              <a:pathLst>
                <a:path w="462862" h="30840">
                  <a:moveTo>
                    <a:pt x="0" y="3909"/>
                  </a:moveTo>
                  <a:lnTo>
                    <a:pt x="69652" y="25410"/>
                  </a:lnTo>
                  <a:lnTo>
                    <a:pt x="140942" y="23021"/>
                  </a:lnTo>
                  <a:lnTo>
                    <a:pt x="233152" y="24976"/>
                  </a:lnTo>
                  <a:lnTo>
                    <a:pt x="328544" y="30840"/>
                  </a:lnTo>
                  <a:lnTo>
                    <a:pt x="46286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6" name="pl3236"/>
            <p:cNvSpPr/>
            <p:nvPr/>
          </p:nvSpPr>
          <p:spPr>
            <a:xfrm>
              <a:off x="11067351" y="6636943"/>
              <a:ext cx="734964" cy="44305"/>
            </a:xfrm>
            <a:custGeom>
              <a:avLst/>
              <a:pathLst>
                <a:path w="734964" h="44305">
                  <a:moveTo>
                    <a:pt x="0" y="29319"/>
                  </a:moveTo>
                  <a:lnTo>
                    <a:pt x="153275" y="22369"/>
                  </a:lnTo>
                  <a:lnTo>
                    <a:pt x="230978" y="0"/>
                  </a:lnTo>
                  <a:lnTo>
                    <a:pt x="337319" y="17591"/>
                  </a:lnTo>
                  <a:lnTo>
                    <a:pt x="476630" y="44305"/>
                  </a:lnTo>
                  <a:lnTo>
                    <a:pt x="602174" y="24107"/>
                  </a:lnTo>
                  <a:lnTo>
                    <a:pt x="734964" y="1802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7" name="pl3237"/>
            <p:cNvSpPr/>
            <p:nvPr/>
          </p:nvSpPr>
          <p:spPr>
            <a:xfrm>
              <a:off x="11067351" y="6655404"/>
              <a:ext cx="335638" cy="14334"/>
            </a:xfrm>
            <a:custGeom>
              <a:avLst/>
              <a:pathLst>
                <a:path w="335638" h="14334">
                  <a:moveTo>
                    <a:pt x="0" y="14334"/>
                  </a:moveTo>
                  <a:lnTo>
                    <a:pt x="210326" y="8035"/>
                  </a:lnTo>
                  <a:lnTo>
                    <a:pt x="33563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8" name="pl3238"/>
            <p:cNvSpPr/>
            <p:nvPr/>
          </p:nvSpPr>
          <p:spPr>
            <a:xfrm>
              <a:off x="11067351" y="6597850"/>
              <a:ext cx="139476" cy="54513"/>
            </a:xfrm>
            <a:custGeom>
              <a:avLst/>
              <a:pathLst>
                <a:path w="139476" h="54513">
                  <a:moveTo>
                    <a:pt x="0" y="54513"/>
                  </a:moveTo>
                  <a:lnTo>
                    <a:pt x="13947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9" name="pl3239"/>
            <p:cNvSpPr/>
            <p:nvPr/>
          </p:nvSpPr>
          <p:spPr>
            <a:xfrm>
              <a:off x="11067351" y="6646934"/>
              <a:ext cx="603805" cy="24541"/>
            </a:xfrm>
            <a:custGeom>
              <a:avLst/>
              <a:pathLst>
                <a:path w="603805" h="24541">
                  <a:moveTo>
                    <a:pt x="0" y="22804"/>
                  </a:moveTo>
                  <a:lnTo>
                    <a:pt x="69746" y="24541"/>
                  </a:lnTo>
                  <a:lnTo>
                    <a:pt x="202898" y="6515"/>
                  </a:lnTo>
                  <a:lnTo>
                    <a:pt x="338587" y="8035"/>
                  </a:lnTo>
                  <a:lnTo>
                    <a:pt x="470290" y="0"/>
                  </a:lnTo>
                  <a:lnTo>
                    <a:pt x="603805" y="955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0" name="pl3240"/>
            <p:cNvSpPr/>
            <p:nvPr/>
          </p:nvSpPr>
          <p:spPr>
            <a:xfrm>
              <a:off x="11067351" y="6652798"/>
              <a:ext cx="205072" cy="24759"/>
            </a:xfrm>
            <a:custGeom>
              <a:avLst/>
              <a:pathLst>
                <a:path w="205072" h="24759">
                  <a:moveTo>
                    <a:pt x="0" y="0"/>
                  </a:moveTo>
                  <a:lnTo>
                    <a:pt x="205072" y="2475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1" name="pl3241"/>
            <p:cNvSpPr/>
            <p:nvPr/>
          </p:nvSpPr>
          <p:spPr>
            <a:xfrm>
              <a:off x="11067351" y="6654970"/>
              <a:ext cx="230616" cy="7601"/>
            </a:xfrm>
            <a:custGeom>
              <a:avLst/>
              <a:pathLst>
                <a:path w="230616" h="7601">
                  <a:moveTo>
                    <a:pt x="0" y="0"/>
                  </a:moveTo>
                  <a:lnTo>
                    <a:pt x="230616" y="760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2" name="pl3242"/>
            <p:cNvSpPr/>
            <p:nvPr/>
          </p:nvSpPr>
          <p:spPr>
            <a:xfrm>
              <a:off x="11067351" y="6651060"/>
              <a:ext cx="211775" cy="34315"/>
            </a:xfrm>
            <a:custGeom>
              <a:avLst/>
              <a:pathLst>
                <a:path w="211775" h="34315">
                  <a:moveTo>
                    <a:pt x="0" y="0"/>
                  </a:moveTo>
                  <a:lnTo>
                    <a:pt x="211775" y="3431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3" name="pl3243"/>
            <p:cNvSpPr/>
            <p:nvPr/>
          </p:nvSpPr>
          <p:spPr>
            <a:xfrm>
              <a:off x="11067351" y="6633034"/>
              <a:ext cx="210455" cy="21066"/>
            </a:xfrm>
            <a:custGeom>
              <a:avLst/>
              <a:pathLst>
                <a:path w="210455" h="21066">
                  <a:moveTo>
                    <a:pt x="0" y="0"/>
                  </a:moveTo>
                  <a:lnTo>
                    <a:pt x="210455" y="2106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4" name="pl3244"/>
            <p:cNvSpPr/>
            <p:nvPr/>
          </p:nvSpPr>
          <p:spPr>
            <a:xfrm>
              <a:off x="11067351" y="6652798"/>
              <a:ext cx="358234" cy="23455"/>
            </a:xfrm>
            <a:custGeom>
              <a:avLst/>
              <a:pathLst>
                <a:path w="358234" h="23455">
                  <a:moveTo>
                    <a:pt x="0" y="23455"/>
                  </a:moveTo>
                  <a:lnTo>
                    <a:pt x="35823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5" name="pl3245"/>
            <p:cNvSpPr/>
            <p:nvPr/>
          </p:nvSpPr>
          <p:spPr>
            <a:xfrm>
              <a:off x="11067351" y="6650843"/>
              <a:ext cx="211534" cy="3692"/>
            </a:xfrm>
            <a:custGeom>
              <a:avLst/>
              <a:pathLst>
                <a:path w="211534" h="3692">
                  <a:moveTo>
                    <a:pt x="0" y="3692"/>
                  </a:moveTo>
                  <a:lnTo>
                    <a:pt x="21153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6" name="pl3246"/>
            <p:cNvSpPr/>
            <p:nvPr/>
          </p:nvSpPr>
          <p:spPr>
            <a:xfrm>
              <a:off x="11067351" y="6648454"/>
              <a:ext cx="663383" cy="38875"/>
            </a:xfrm>
            <a:custGeom>
              <a:avLst/>
              <a:pathLst>
                <a:path w="663383" h="38875">
                  <a:moveTo>
                    <a:pt x="0" y="0"/>
                  </a:moveTo>
                  <a:lnTo>
                    <a:pt x="216666" y="12162"/>
                  </a:lnTo>
                  <a:lnTo>
                    <a:pt x="415150" y="38875"/>
                  </a:lnTo>
                  <a:lnTo>
                    <a:pt x="539855" y="21935"/>
                  </a:lnTo>
                  <a:lnTo>
                    <a:pt x="663383" y="3865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7" name="pl3247"/>
            <p:cNvSpPr/>
            <p:nvPr/>
          </p:nvSpPr>
          <p:spPr>
            <a:xfrm>
              <a:off x="11067351" y="6648671"/>
              <a:ext cx="411641" cy="18026"/>
            </a:xfrm>
            <a:custGeom>
              <a:avLst/>
              <a:pathLst>
                <a:path w="411641" h="18026">
                  <a:moveTo>
                    <a:pt x="0" y="8253"/>
                  </a:moveTo>
                  <a:lnTo>
                    <a:pt x="268467" y="18026"/>
                  </a:lnTo>
                  <a:lnTo>
                    <a:pt x="41164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8" name="pl3248"/>
            <p:cNvSpPr/>
            <p:nvPr/>
          </p:nvSpPr>
          <p:spPr>
            <a:xfrm>
              <a:off x="11067351" y="6652146"/>
              <a:ext cx="427332" cy="19112"/>
            </a:xfrm>
            <a:custGeom>
              <a:avLst/>
              <a:pathLst>
                <a:path w="427332" h="19112">
                  <a:moveTo>
                    <a:pt x="0" y="7384"/>
                  </a:moveTo>
                  <a:lnTo>
                    <a:pt x="144542" y="0"/>
                  </a:lnTo>
                  <a:lnTo>
                    <a:pt x="303962" y="19112"/>
                  </a:lnTo>
                  <a:lnTo>
                    <a:pt x="427332" y="1759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9" name="pl3249"/>
            <p:cNvSpPr/>
            <p:nvPr/>
          </p:nvSpPr>
          <p:spPr>
            <a:xfrm>
              <a:off x="11067351" y="6639984"/>
              <a:ext cx="212319" cy="29319"/>
            </a:xfrm>
            <a:custGeom>
              <a:avLst/>
              <a:pathLst>
                <a:path w="212319" h="29319">
                  <a:moveTo>
                    <a:pt x="0" y="0"/>
                  </a:moveTo>
                  <a:lnTo>
                    <a:pt x="212319" y="2931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0" name="pl3250"/>
            <p:cNvSpPr/>
            <p:nvPr/>
          </p:nvSpPr>
          <p:spPr>
            <a:xfrm>
              <a:off x="11067351" y="6436265"/>
              <a:ext cx="595551" cy="203501"/>
            </a:xfrm>
            <a:custGeom>
              <a:avLst/>
              <a:pathLst>
                <a:path w="595551" h="203501">
                  <a:moveTo>
                    <a:pt x="0" y="203501"/>
                  </a:moveTo>
                  <a:lnTo>
                    <a:pt x="203160" y="125315"/>
                  </a:lnTo>
                  <a:lnTo>
                    <a:pt x="333595" y="64069"/>
                  </a:lnTo>
                  <a:lnTo>
                    <a:pt x="470551" y="36486"/>
                  </a:lnTo>
                  <a:lnTo>
                    <a:pt x="59555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1" name="pl3251"/>
            <p:cNvSpPr/>
            <p:nvPr/>
          </p:nvSpPr>
          <p:spPr>
            <a:xfrm>
              <a:off x="11067351" y="6628473"/>
              <a:ext cx="137975" cy="19546"/>
            </a:xfrm>
            <a:custGeom>
              <a:avLst/>
              <a:pathLst>
                <a:path w="137975" h="19546">
                  <a:moveTo>
                    <a:pt x="0" y="19546"/>
                  </a:moveTo>
                  <a:lnTo>
                    <a:pt x="13797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2" name="pl3252"/>
            <p:cNvSpPr/>
            <p:nvPr/>
          </p:nvSpPr>
          <p:spPr>
            <a:xfrm>
              <a:off x="11067351" y="6640853"/>
              <a:ext cx="73463" cy="7384"/>
            </a:xfrm>
            <a:custGeom>
              <a:avLst/>
              <a:pathLst>
                <a:path w="73463" h="7384">
                  <a:moveTo>
                    <a:pt x="0" y="7384"/>
                  </a:moveTo>
                  <a:lnTo>
                    <a:pt x="7346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3" name="pl3253"/>
            <p:cNvSpPr/>
            <p:nvPr/>
          </p:nvSpPr>
          <p:spPr>
            <a:xfrm>
              <a:off x="11067351" y="6669955"/>
              <a:ext cx="528442" cy="7167"/>
            </a:xfrm>
            <a:custGeom>
              <a:avLst/>
              <a:pathLst>
                <a:path w="528442" h="7167">
                  <a:moveTo>
                    <a:pt x="0" y="4126"/>
                  </a:moveTo>
                  <a:lnTo>
                    <a:pt x="134669" y="1737"/>
                  </a:lnTo>
                  <a:lnTo>
                    <a:pt x="257246" y="2606"/>
                  </a:lnTo>
                  <a:lnTo>
                    <a:pt x="396633" y="0"/>
                  </a:lnTo>
                  <a:lnTo>
                    <a:pt x="528442" y="716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4" name="pl3254"/>
            <p:cNvSpPr/>
            <p:nvPr/>
          </p:nvSpPr>
          <p:spPr>
            <a:xfrm>
              <a:off x="11067351" y="6639984"/>
              <a:ext cx="462660" cy="29537"/>
            </a:xfrm>
            <a:custGeom>
              <a:avLst/>
              <a:pathLst>
                <a:path w="462660" h="29537">
                  <a:moveTo>
                    <a:pt x="0" y="20849"/>
                  </a:moveTo>
                  <a:lnTo>
                    <a:pt x="199073" y="29537"/>
                  </a:lnTo>
                  <a:lnTo>
                    <a:pt x="330776" y="27365"/>
                  </a:lnTo>
                  <a:lnTo>
                    <a:pt x="46266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5" name="pl3255"/>
            <p:cNvSpPr/>
            <p:nvPr/>
          </p:nvSpPr>
          <p:spPr>
            <a:xfrm>
              <a:off x="11067351" y="6641938"/>
              <a:ext cx="329529" cy="1520"/>
            </a:xfrm>
            <a:custGeom>
              <a:avLst/>
              <a:pathLst>
                <a:path w="329529" h="1520">
                  <a:moveTo>
                    <a:pt x="0" y="1520"/>
                  </a:moveTo>
                  <a:lnTo>
                    <a:pt x="32952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6" name="pl3256"/>
            <p:cNvSpPr/>
            <p:nvPr/>
          </p:nvSpPr>
          <p:spPr>
            <a:xfrm>
              <a:off x="11067351" y="6551155"/>
              <a:ext cx="405783" cy="88393"/>
            </a:xfrm>
            <a:custGeom>
              <a:avLst/>
              <a:pathLst>
                <a:path w="405783" h="88393">
                  <a:moveTo>
                    <a:pt x="0" y="88393"/>
                  </a:moveTo>
                  <a:lnTo>
                    <a:pt x="40578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7" name="pl3257"/>
            <p:cNvSpPr/>
            <p:nvPr/>
          </p:nvSpPr>
          <p:spPr>
            <a:xfrm>
              <a:off x="11067351" y="6635640"/>
              <a:ext cx="128067" cy="16506"/>
            </a:xfrm>
            <a:custGeom>
              <a:avLst/>
              <a:pathLst>
                <a:path w="128067" h="16506">
                  <a:moveTo>
                    <a:pt x="0" y="16506"/>
                  </a:moveTo>
                  <a:lnTo>
                    <a:pt x="12806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8" name="pl3258"/>
            <p:cNvSpPr/>
            <p:nvPr/>
          </p:nvSpPr>
          <p:spPr>
            <a:xfrm>
              <a:off x="11067351" y="6651060"/>
              <a:ext cx="209964" cy="3909"/>
            </a:xfrm>
            <a:custGeom>
              <a:avLst/>
              <a:pathLst>
                <a:path w="209964" h="3909">
                  <a:moveTo>
                    <a:pt x="0" y="0"/>
                  </a:moveTo>
                  <a:lnTo>
                    <a:pt x="209964" y="390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9" name="pl3259"/>
            <p:cNvSpPr/>
            <p:nvPr/>
          </p:nvSpPr>
          <p:spPr>
            <a:xfrm>
              <a:off x="11067351" y="6607406"/>
              <a:ext cx="468615" cy="70150"/>
            </a:xfrm>
            <a:custGeom>
              <a:avLst/>
              <a:pathLst>
                <a:path w="468615" h="70150">
                  <a:moveTo>
                    <a:pt x="0" y="23238"/>
                  </a:moveTo>
                  <a:lnTo>
                    <a:pt x="199049" y="0"/>
                  </a:lnTo>
                  <a:lnTo>
                    <a:pt x="336731" y="70150"/>
                  </a:lnTo>
                  <a:lnTo>
                    <a:pt x="468615" y="5842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0" name="pl3260"/>
            <p:cNvSpPr/>
            <p:nvPr/>
          </p:nvSpPr>
          <p:spPr>
            <a:xfrm>
              <a:off x="11067351" y="6669087"/>
              <a:ext cx="215398" cy="14116"/>
            </a:xfrm>
            <a:custGeom>
              <a:avLst/>
              <a:pathLst>
                <a:path w="215398" h="14116">
                  <a:moveTo>
                    <a:pt x="0" y="11076"/>
                  </a:moveTo>
                  <a:lnTo>
                    <a:pt x="77577" y="14116"/>
                  </a:lnTo>
                  <a:lnTo>
                    <a:pt x="148188" y="13465"/>
                  </a:lnTo>
                  <a:lnTo>
                    <a:pt x="21539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1" name="pl3261"/>
            <p:cNvSpPr/>
            <p:nvPr/>
          </p:nvSpPr>
          <p:spPr>
            <a:xfrm>
              <a:off x="11067351" y="6665829"/>
              <a:ext cx="138481" cy="7167"/>
            </a:xfrm>
            <a:custGeom>
              <a:avLst/>
              <a:pathLst>
                <a:path w="138481" h="7167">
                  <a:moveTo>
                    <a:pt x="0" y="7167"/>
                  </a:moveTo>
                  <a:lnTo>
                    <a:pt x="13848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2" name="pl3262"/>
            <p:cNvSpPr/>
            <p:nvPr/>
          </p:nvSpPr>
          <p:spPr>
            <a:xfrm>
              <a:off x="11067351" y="6616094"/>
              <a:ext cx="143297" cy="16723"/>
            </a:xfrm>
            <a:custGeom>
              <a:avLst/>
              <a:pathLst>
                <a:path w="143297" h="16723">
                  <a:moveTo>
                    <a:pt x="0" y="16723"/>
                  </a:moveTo>
                  <a:lnTo>
                    <a:pt x="14329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3" name="pl3263"/>
            <p:cNvSpPr/>
            <p:nvPr/>
          </p:nvSpPr>
          <p:spPr>
            <a:xfrm>
              <a:off x="11067351" y="6621523"/>
              <a:ext cx="596015" cy="16071"/>
            </a:xfrm>
            <a:custGeom>
              <a:avLst/>
              <a:pathLst>
                <a:path w="596015" h="16071">
                  <a:moveTo>
                    <a:pt x="0" y="8687"/>
                  </a:moveTo>
                  <a:lnTo>
                    <a:pt x="88743" y="14985"/>
                  </a:lnTo>
                  <a:lnTo>
                    <a:pt x="139329" y="5646"/>
                  </a:lnTo>
                  <a:lnTo>
                    <a:pt x="205253" y="0"/>
                  </a:lnTo>
                  <a:lnTo>
                    <a:pt x="272464" y="11076"/>
                  </a:lnTo>
                  <a:lnTo>
                    <a:pt x="394247" y="16071"/>
                  </a:lnTo>
                  <a:lnTo>
                    <a:pt x="530073" y="5212"/>
                  </a:lnTo>
                  <a:lnTo>
                    <a:pt x="596015" y="999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4" name="pl3264"/>
            <p:cNvSpPr/>
            <p:nvPr/>
          </p:nvSpPr>
          <p:spPr>
            <a:xfrm>
              <a:off x="11067351" y="6650191"/>
              <a:ext cx="408877" cy="11510"/>
            </a:xfrm>
            <a:custGeom>
              <a:avLst/>
              <a:pathLst>
                <a:path w="408877" h="11510">
                  <a:moveTo>
                    <a:pt x="0" y="9556"/>
                  </a:moveTo>
                  <a:lnTo>
                    <a:pt x="132971" y="0"/>
                  </a:lnTo>
                  <a:lnTo>
                    <a:pt x="280045" y="11510"/>
                  </a:lnTo>
                  <a:lnTo>
                    <a:pt x="408877" y="890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5" name="pl3265"/>
            <p:cNvSpPr/>
            <p:nvPr/>
          </p:nvSpPr>
          <p:spPr>
            <a:xfrm>
              <a:off x="11067351" y="6628907"/>
              <a:ext cx="200181" cy="23238"/>
            </a:xfrm>
            <a:custGeom>
              <a:avLst/>
              <a:pathLst>
                <a:path w="200181" h="23238">
                  <a:moveTo>
                    <a:pt x="0" y="13248"/>
                  </a:moveTo>
                  <a:lnTo>
                    <a:pt x="144384" y="0"/>
                  </a:lnTo>
                  <a:lnTo>
                    <a:pt x="200181" y="2323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6" name="pl3266"/>
            <p:cNvSpPr/>
            <p:nvPr/>
          </p:nvSpPr>
          <p:spPr>
            <a:xfrm>
              <a:off x="11067351" y="6650409"/>
              <a:ext cx="794566" cy="38007"/>
            </a:xfrm>
            <a:custGeom>
              <a:avLst/>
              <a:pathLst>
                <a:path w="794566" h="38007">
                  <a:moveTo>
                    <a:pt x="0" y="21501"/>
                  </a:moveTo>
                  <a:lnTo>
                    <a:pt x="333696" y="0"/>
                  </a:lnTo>
                  <a:lnTo>
                    <a:pt x="469203" y="17374"/>
                  </a:lnTo>
                  <a:lnTo>
                    <a:pt x="617573" y="24541"/>
                  </a:lnTo>
                  <a:lnTo>
                    <a:pt x="794566" y="3800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7" name="pl3267"/>
            <p:cNvSpPr/>
            <p:nvPr/>
          </p:nvSpPr>
          <p:spPr>
            <a:xfrm>
              <a:off x="11067351" y="6438871"/>
              <a:ext cx="398851" cy="204153"/>
            </a:xfrm>
            <a:custGeom>
              <a:avLst/>
              <a:pathLst>
                <a:path w="398851" h="204153">
                  <a:moveTo>
                    <a:pt x="0" y="204153"/>
                  </a:moveTo>
                  <a:lnTo>
                    <a:pt x="202355" y="134871"/>
                  </a:lnTo>
                  <a:lnTo>
                    <a:pt x="39885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8" name="pl3268"/>
            <p:cNvSpPr/>
            <p:nvPr/>
          </p:nvSpPr>
          <p:spPr>
            <a:xfrm>
              <a:off x="11067351" y="6672344"/>
              <a:ext cx="67572" cy="434"/>
            </a:xfrm>
            <a:custGeom>
              <a:avLst/>
              <a:pathLst>
                <a:path w="67572" h="434">
                  <a:moveTo>
                    <a:pt x="0" y="434"/>
                  </a:moveTo>
                  <a:lnTo>
                    <a:pt x="6757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9" name="pl3269"/>
            <p:cNvSpPr/>
            <p:nvPr/>
          </p:nvSpPr>
          <p:spPr>
            <a:xfrm>
              <a:off x="11330938" y="6679946"/>
              <a:ext cx="167210" cy="5429"/>
            </a:xfrm>
            <a:custGeom>
              <a:avLst/>
              <a:pathLst>
                <a:path w="167210" h="5429">
                  <a:moveTo>
                    <a:pt x="0" y="5429"/>
                  </a:moveTo>
                  <a:lnTo>
                    <a:pt x="16721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0" name="pl3270"/>
            <p:cNvSpPr/>
            <p:nvPr/>
          </p:nvSpPr>
          <p:spPr>
            <a:xfrm>
              <a:off x="11067351" y="6649757"/>
              <a:ext cx="390368" cy="2823"/>
            </a:xfrm>
            <a:custGeom>
              <a:avLst/>
              <a:pathLst>
                <a:path w="390368" h="2823">
                  <a:moveTo>
                    <a:pt x="0" y="2389"/>
                  </a:moveTo>
                  <a:lnTo>
                    <a:pt x="222826" y="0"/>
                  </a:lnTo>
                  <a:lnTo>
                    <a:pt x="390368" y="282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1" name="pl3271"/>
            <p:cNvSpPr/>
            <p:nvPr/>
          </p:nvSpPr>
          <p:spPr>
            <a:xfrm>
              <a:off x="11067351" y="6636075"/>
              <a:ext cx="270833" cy="25193"/>
            </a:xfrm>
            <a:custGeom>
              <a:avLst/>
              <a:pathLst>
                <a:path w="270833" h="25193">
                  <a:moveTo>
                    <a:pt x="0" y="25193"/>
                  </a:moveTo>
                  <a:lnTo>
                    <a:pt x="138982" y="18677"/>
                  </a:lnTo>
                  <a:lnTo>
                    <a:pt x="27083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2" name="pl3272"/>
            <p:cNvSpPr/>
            <p:nvPr/>
          </p:nvSpPr>
          <p:spPr>
            <a:xfrm>
              <a:off x="11067351" y="6670824"/>
              <a:ext cx="271014" cy="15854"/>
            </a:xfrm>
            <a:custGeom>
              <a:avLst/>
              <a:pathLst>
                <a:path w="271014" h="15854">
                  <a:moveTo>
                    <a:pt x="0" y="15854"/>
                  </a:moveTo>
                  <a:lnTo>
                    <a:pt x="27101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3" name="pl3273"/>
            <p:cNvSpPr/>
            <p:nvPr/>
          </p:nvSpPr>
          <p:spPr>
            <a:xfrm>
              <a:off x="11339452" y="6619569"/>
              <a:ext cx="134420" cy="15854"/>
            </a:xfrm>
            <a:custGeom>
              <a:avLst/>
              <a:pathLst>
                <a:path w="134420" h="15854">
                  <a:moveTo>
                    <a:pt x="0" y="15854"/>
                  </a:moveTo>
                  <a:lnTo>
                    <a:pt x="13442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4" name="pl3274"/>
            <p:cNvSpPr/>
            <p:nvPr/>
          </p:nvSpPr>
          <p:spPr>
            <a:xfrm>
              <a:off x="11067351" y="6649757"/>
              <a:ext cx="472794" cy="13465"/>
            </a:xfrm>
            <a:custGeom>
              <a:avLst/>
              <a:pathLst>
                <a:path w="472794" h="13465">
                  <a:moveTo>
                    <a:pt x="0" y="9338"/>
                  </a:moveTo>
                  <a:lnTo>
                    <a:pt x="70982" y="0"/>
                  </a:lnTo>
                  <a:lnTo>
                    <a:pt x="139461" y="4778"/>
                  </a:lnTo>
                  <a:lnTo>
                    <a:pt x="266119" y="2823"/>
                  </a:lnTo>
                  <a:lnTo>
                    <a:pt x="322070" y="12596"/>
                  </a:lnTo>
                  <a:lnTo>
                    <a:pt x="423519" y="8470"/>
                  </a:lnTo>
                  <a:lnTo>
                    <a:pt x="472794" y="1346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5" name="pl3275"/>
            <p:cNvSpPr/>
            <p:nvPr/>
          </p:nvSpPr>
          <p:spPr>
            <a:xfrm>
              <a:off x="11067351" y="6640418"/>
              <a:ext cx="661776" cy="18895"/>
            </a:xfrm>
            <a:custGeom>
              <a:avLst/>
              <a:pathLst>
                <a:path w="661776" h="18895">
                  <a:moveTo>
                    <a:pt x="0" y="0"/>
                  </a:moveTo>
                  <a:lnTo>
                    <a:pt x="199514" y="4126"/>
                  </a:lnTo>
                  <a:lnTo>
                    <a:pt x="393116" y="12813"/>
                  </a:lnTo>
                  <a:lnTo>
                    <a:pt x="527536" y="868"/>
                  </a:lnTo>
                  <a:lnTo>
                    <a:pt x="661776" y="1889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6" name="pl3276"/>
            <p:cNvSpPr/>
            <p:nvPr/>
          </p:nvSpPr>
          <p:spPr>
            <a:xfrm>
              <a:off x="11067351" y="6633903"/>
              <a:ext cx="214130" cy="39961"/>
            </a:xfrm>
            <a:custGeom>
              <a:avLst/>
              <a:pathLst>
                <a:path w="214130" h="39961">
                  <a:moveTo>
                    <a:pt x="0" y="0"/>
                  </a:moveTo>
                  <a:lnTo>
                    <a:pt x="214130" y="3996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7" name="pl3277"/>
            <p:cNvSpPr/>
            <p:nvPr/>
          </p:nvSpPr>
          <p:spPr>
            <a:xfrm>
              <a:off x="11067351" y="6648237"/>
              <a:ext cx="335326" cy="14551"/>
            </a:xfrm>
            <a:custGeom>
              <a:avLst/>
              <a:pathLst>
                <a:path w="335326" h="14551">
                  <a:moveTo>
                    <a:pt x="0" y="0"/>
                  </a:moveTo>
                  <a:lnTo>
                    <a:pt x="206521" y="14551"/>
                  </a:lnTo>
                  <a:lnTo>
                    <a:pt x="335326" y="1303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8" name="pl3278"/>
            <p:cNvSpPr/>
            <p:nvPr/>
          </p:nvSpPr>
          <p:spPr>
            <a:xfrm>
              <a:off x="11067351" y="6641504"/>
              <a:ext cx="190942" cy="37138"/>
            </a:xfrm>
            <a:custGeom>
              <a:avLst/>
              <a:pathLst>
                <a:path w="190942" h="37138">
                  <a:moveTo>
                    <a:pt x="0" y="0"/>
                  </a:moveTo>
                  <a:lnTo>
                    <a:pt x="190942" y="3713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9" name="pl3279"/>
            <p:cNvSpPr/>
            <p:nvPr/>
          </p:nvSpPr>
          <p:spPr>
            <a:xfrm>
              <a:off x="11067351" y="6651060"/>
              <a:ext cx="135145" cy="12379"/>
            </a:xfrm>
            <a:custGeom>
              <a:avLst/>
              <a:pathLst>
                <a:path w="135145" h="12379">
                  <a:moveTo>
                    <a:pt x="0" y="12379"/>
                  </a:moveTo>
                  <a:lnTo>
                    <a:pt x="13514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0" name="pl3280"/>
            <p:cNvSpPr/>
            <p:nvPr/>
          </p:nvSpPr>
          <p:spPr>
            <a:xfrm>
              <a:off x="11067351" y="6632600"/>
              <a:ext cx="534783" cy="20849"/>
            </a:xfrm>
            <a:custGeom>
              <a:avLst/>
              <a:pathLst>
                <a:path w="534783" h="20849">
                  <a:moveTo>
                    <a:pt x="0" y="651"/>
                  </a:moveTo>
                  <a:lnTo>
                    <a:pt x="193840" y="0"/>
                  </a:lnTo>
                  <a:lnTo>
                    <a:pt x="337062" y="20849"/>
                  </a:lnTo>
                  <a:lnTo>
                    <a:pt x="534783" y="1064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1" name="pl3281"/>
            <p:cNvSpPr/>
            <p:nvPr/>
          </p:nvSpPr>
          <p:spPr>
            <a:xfrm>
              <a:off x="11067351" y="6630862"/>
              <a:ext cx="413171" cy="27148"/>
            </a:xfrm>
            <a:custGeom>
              <a:avLst/>
              <a:pathLst>
                <a:path w="413171" h="27148">
                  <a:moveTo>
                    <a:pt x="0" y="0"/>
                  </a:moveTo>
                  <a:lnTo>
                    <a:pt x="211050" y="27148"/>
                  </a:lnTo>
                  <a:lnTo>
                    <a:pt x="413171" y="1824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2" name="pl3282"/>
            <p:cNvSpPr/>
            <p:nvPr/>
          </p:nvSpPr>
          <p:spPr>
            <a:xfrm>
              <a:off x="11734175" y="6626084"/>
              <a:ext cx="132270" cy="14768"/>
            </a:xfrm>
            <a:custGeom>
              <a:avLst/>
              <a:pathLst>
                <a:path w="132270" h="14768">
                  <a:moveTo>
                    <a:pt x="0" y="14768"/>
                  </a:moveTo>
                  <a:lnTo>
                    <a:pt x="13227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3" name="pl3283"/>
            <p:cNvSpPr/>
            <p:nvPr/>
          </p:nvSpPr>
          <p:spPr>
            <a:xfrm>
              <a:off x="11134835" y="6663440"/>
              <a:ext cx="71827" cy="9121"/>
            </a:xfrm>
            <a:custGeom>
              <a:avLst/>
              <a:pathLst>
                <a:path w="71827" h="9121">
                  <a:moveTo>
                    <a:pt x="0" y="9121"/>
                  </a:moveTo>
                  <a:lnTo>
                    <a:pt x="7182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4" name="pl3284"/>
            <p:cNvSpPr/>
            <p:nvPr/>
          </p:nvSpPr>
          <p:spPr>
            <a:xfrm>
              <a:off x="11067351" y="6644979"/>
              <a:ext cx="146014" cy="651"/>
            </a:xfrm>
            <a:custGeom>
              <a:avLst/>
              <a:pathLst>
                <a:path w="146014" h="651">
                  <a:moveTo>
                    <a:pt x="0" y="0"/>
                  </a:moveTo>
                  <a:lnTo>
                    <a:pt x="146014" y="65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5" name="pl3285"/>
            <p:cNvSpPr/>
            <p:nvPr/>
          </p:nvSpPr>
          <p:spPr>
            <a:xfrm>
              <a:off x="11067351" y="6632165"/>
              <a:ext cx="602820" cy="17809"/>
            </a:xfrm>
            <a:custGeom>
              <a:avLst/>
              <a:pathLst>
                <a:path w="602820" h="17809">
                  <a:moveTo>
                    <a:pt x="0" y="0"/>
                  </a:moveTo>
                  <a:lnTo>
                    <a:pt x="198550" y="12813"/>
                  </a:lnTo>
                  <a:lnTo>
                    <a:pt x="331461" y="17809"/>
                  </a:lnTo>
                  <a:lnTo>
                    <a:pt x="464674" y="11727"/>
                  </a:lnTo>
                  <a:lnTo>
                    <a:pt x="602820" y="369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6" name="pl3286"/>
            <p:cNvSpPr/>
            <p:nvPr/>
          </p:nvSpPr>
          <p:spPr>
            <a:xfrm>
              <a:off x="11067351" y="6649540"/>
              <a:ext cx="379799" cy="3909"/>
            </a:xfrm>
            <a:custGeom>
              <a:avLst/>
              <a:pathLst>
                <a:path w="379799" h="3909">
                  <a:moveTo>
                    <a:pt x="0" y="1303"/>
                  </a:moveTo>
                  <a:lnTo>
                    <a:pt x="155886" y="0"/>
                  </a:lnTo>
                  <a:lnTo>
                    <a:pt x="379799" y="390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7" name="pl3287"/>
            <p:cNvSpPr/>
            <p:nvPr/>
          </p:nvSpPr>
          <p:spPr>
            <a:xfrm>
              <a:off x="11067351" y="6662788"/>
              <a:ext cx="129166" cy="9990"/>
            </a:xfrm>
            <a:custGeom>
              <a:avLst/>
              <a:pathLst>
                <a:path w="129166" h="9990">
                  <a:moveTo>
                    <a:pt x="0" y="9990"/>
                  </a:moveTo>
                  <a:lnTo>
                    <a:pt x="71770" y="2389"/>
                  </a:lnTo>
                  <a:lnTo>
                    <a:pt x="12916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8" name="pl3288"/>
            <p:cNvSpPr/>
            <p:nvPr/>
          </p:nvSpPr>
          <p:spPr>
            <a:xfrm>
              <a:off x="11067351" y="6659313"/>
              <a:ext cx="223550" cy="47346"/>
            </a:xfrm>
            <a:custGeom>
              <a:avLst/>
              <a:pathLst>
                <a:path w="223550" h="47346">
                  <a:moveTo>
                    <a:pt x="0" y="47346"/>
                  </a:moveTo>
                  <a:lnTo>
                    <a:pt x="22355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9" name="pl3289"/>
            <p:cNvSpPr/>
            <p:nvPr/>
          </p:nvSpPr>
          <p:spPr>
            <a:xfrm>
              <a:off x="11067351" y="6668652"/>
              <a:ext cx="222759" cy="18677"/>
            </a:xfrm>
            <a:custGeom>
              <a:avLst/>
              <a:pathLst>
                <a:path w="222759" h="18677">
                  <a:moveTo>
                    <a:pt x="0" y="1737"/>
                  </a:moveTo>
                  <a:lnTo>
                    <a:pt x="90920" y="0"/>
                  </a:lnTo>
                  <a:lnTo>
                    <a:pt x="222759" y="1867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0" name="pl3290"/>
            <p:cNvSpPr/>
            <p:nvPr/>
          </p:nvSpPr>
          <p:spPr>
            <a:xfrm>
              <a:off x="11067351" y="6643024"/>
              <a:ext cx="143184" cy="13899"/>
            </a:xfrm>
            <a:custGeom>
              <a:avLst/>
              <a:pathLst>
                <a:path w="143184" h="13899">
                  <a:moveTo>
                    <a:pt x="0" y="13899"/>
                  </a:moveTo>
                  <a:lnTo>
                    <a:pt x="14318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1" name="pl3291"/>
            <p:cNvSpPr/>
            <p:nvPr/>
          </p:nvSpPr>
          <p:spPr>
            <a:xfrm>
              <a:off x="11067351" y="6653015"/>
              <a:ext cx="234782" cy="6732"/>
            </a:xfrm>
            <a:custGeom>
              <a:avLst/>
              <a:pathLst>
                <a:path w="234782" h="6732">
                  <a:moveTo>
                    <a:pt x="0" y="5646"/>
                  </a:moveTo>
                  <a:lnTo>
                    <a:pt x="77536" y="5212"/>
                  </a:lnTo>
                  <a:lnTo>
                    <a:pt x="146086" y="0"/>
                  </a:lnTo>
                  <a:lnTo>
                    <a:pt x="234782" y="673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2" name="pl3292"/>
            <p:cNvSpPr/>
            <p:nvPr/>
          </p:nvSpPr>
          <p:spPr>
            <a:xfrm>
              <a:off x="11067351" y="6644762"/>
              <a:ext cx="402659" cy="11727"/>
            </a:xfrm>
            <a:custGeom>
              <a:avLst/>
              <a:pathLst>
                <a:path w="402659" h="11727">
                  <a:moveTo>
                    <a:pt x="0" y="11727"/>
                  </a:moveTo>
                  <a:lnTo>
                    <a:pt x="280030" y="2606"/>
                  </a:lnTo>
                  <a:lnTo>
                    <a:pt x="40265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3" name="pl3293"/>
            <p:cNvSpPr/>
            <p:nvPr/>
          </p:nvSpPr>
          <p:spPr>
            <a:xfrm>
              <a:off x="11067351" y="6659096"/>
              <a:ext cx="469284" cy="4126"/>
            </a:xfrm>
            <a:custGeom>
              <a:avLst/>
              <a:pathLst>
                <a:path w="469284" h="4126">
                  <a:moveTo>
                    <a:pt x="0" y="4126"/>
                  </a:moveTo>
                  <a:lnTo>
                    <a:pt x="46928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4" name="pl3294"/>
            <p:cNvSpPr/>
            <p:nvPr/>
          </p:nvSpPr>
          <p:spPr>
            <a:xfrm>
              <a:off x="11067351" y="6635423"/>
              <a:ext cx="295109" cy="15420"/>
            </a:xfrm>
            <a:custGeom>
              <a:avLst/>
              <a:pathLst>
                <a:path w="295109" h="15420">
                  <a:moveTo>
                    <a:pt x="0" y="15420"/>
                  </a:moveTo>
                  <a:lnTo>
                    <a:pt x="29510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5" name="pl3295"/>
            <p:cNvSpPr/>
            <p:nvPr/>
          </p:nvSpPr>
          <p:spPr>
            <a:xfrm>
              <a:off x="11067351" y="6640853"/>
              <a:ext cx="148200" cy="6081"/>
            </a:xfrm>
            <a:custGeom>
              <a:avLst/>
              <a:pathLst>
                <a:path w="148200" h="6081">
                  <a:moveTo>
                    <a:pt x="0" y="0"/>
                  </a:moveTo>
                  <a:lnTo>
                    <a:pt x="148200" y="608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6" name="pl3296"/>
            <p:cNvSpPr/>
            <p:nvPr/>
          </p:nvSpPr>
          <p:spPr>
            <a:xfrm>
              <a:off x="11067351" y="6643893"/>
              <a:ext cx="418297" cy="25193"/>
            </a:xfrm>
            <a:custGeom>
              <a:avLst/>
              <a:pathLst>
                <a:path w="418297" h="25193">
                  <a:moveTo>
                    <a:pt x="0" y="0"/>
                  </a:moveTo>
                  <a:lnTo>
                    <a:pt x="133695" y="4995"/>
                  </a:lnTo>
                  <a:lnTo>
                    <a:pt x="269565" y="1303"/>
                  </a:lnTo>
                  <a:lnTo>
                    <a:pt x="418297" y="2519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7" name="pl3297"/>
            <p:cNvSpPr/>
            <p:nvPr/>
          </p:nvSpPr>
          <p:spPr>
            <a:xfrm>
              <a:off x="11067351" y="6647151"/>
              <a:ext cx="201630" cy="10859"/>
            </a:xfrm>
            <a:custGeom>
              <a:avLst/>
              <a:pathLst>
                <a:path w="201630" h="10859">
                  <a:moveTo>
                    <a:pt x="0" y="10859"/>
                  </a:moveTo>
                  <a:lnTo>
                    <a:pt x="20163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8" name="pl3298"/>
            <p:cNvSpPr/>
            <p:nvPr/>
          </p:nvSpPr>
          <p:spPr>
            <a:xfrm>
              <a:off x="11067351" y="6645196"/>
              <a:ext cx="287618" cy="16940"/>
            </a:xfrm>
            <a:custGeom>
              <a:avLst/>
              <a:pathLst>
                <a:path w="287618" h="16940">
                  <a:moveTo>
                    <a:pt x="0" y="16940"/>
                  </a:moveTo>
                  <a:lnTo>
                    <a:pt x="127991" y="12813"/>
                  </a:lnTo>
                  <a:lnTo>
                    <a:pt x="28761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9" name="pl3299"/>
            <p:cNvSpPr/>
            <p:nvPr/>
          </p:nvSpPr>
          <p:spPr>
            <a:xfrm>
              <a:off x="11067351" y="6634989"/>
              <a:ext cx="143140" cy="26062"/>
            </a:xfrm>
            <a:custGeom>
              <a:avLst/>
              <a:pathLst>
                <a:path w="143140" h="26062">
                  <a:moveTo>
                    <a:pt x="0" y="0"/>
                  </a:moveTo>
                  <a:lnTo>
                    <a:pt x="143140" y="2606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0" name="pl3300"/>
            <p:cNvSpPr/>
            <p:nvPr/>
          </p:nvSpPr>
          <p:spPr>
            <a:xfrm>
              <a:off x="11067351" y="6642373"/>
              <a:ext cx="633595" cy="6732"/>
            </a:xfrm>
            <a:custGeom>
              <a:avLst/>
              <a:pathLst>
                <a:path w="633595" h="6732">
                  <a:moveTo>
                    <a:pt x="0" y="5863"/>
                  </a:moveTo>
                  <a:lnTo>
                    <a:pt x="199355" y="0"/>
                  </a:lnTo>
                  <a:lnTo>
                    <a:pt x="350080" y="1954"/>
                  </a:lnTo>
                  <a:lnTo>
                    <a:pt x="461674" y="6732"/>
                  </a:lnTo>
                  <a:lnTo>
                    <a:pt x="633595" y="434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1" name="pl3301"/>
            <p:cNvSpPr/>
            <p:nvPr/>
          </p:nvSpPr>
          <p:spPr>
            <a:xfrm>
              <a:off x="11067351" y="6649974"/>
              <a:ext cx="610870" cy="17809"/>
            </a:xfrm>
            <a:custGeom>
              <a:avLst/>
              <a:pathLst>
                <a:path w="610870" h="17809">
                  <a:moveTo>
                    <a:pt x="0" y="11076"/>
                  </a:moveTo>
                  <a:lnTo>
                    <a:pt x="143116" y="0"/>
                  </a:lnTo>
                  <a:lnTo>
                    <a:pt x="208333" y="11076"/>
                  </a:lnTo>
                  <a:lnTo>
                    <a:pt x="339674" y="5646"/>
                  </a:lnTo>
                  <a:lnTo>
                    <a:pt x="458877" y="17809"/>
                  </a:lnTo>
                  <a:lnTo>
                    <a:pt x="610870" y="825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2" name="pl3302"/>
            <p:cNvSpPr/>
            <p:nvPr/>
          </p:nvSpPr>
          <p:spPr>
            <a:xfrm>
              <a:off x="11067351" y="6613922"/>
              <a:ext cx="463540" cy="22804"/>
            </a:xfrm>
            <a:custGeom>
              <a:avLst/>
              <a:pathLst>
                <a:path w="463540" h="22804">
                  <a:moveTo>
                    <a:pt x="0" y="22804"/>
                  </a:moveTo>
                  <a:lnTo>
                    <a:pt x="128032" y="11727"/>
                  </a:lnTo>
                  <a:lnTo>
                    <a:pt x="302489" y="16506"/>
                  </a:lnTo>
                  <a:lnTo>
                    <a:pt x="46354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3" name="pl3303"/>
            <p:cNvSpPr/>
            <p:nvPr/>
          </p:nvSpPr>
          <p:spPr>
            <a:xfrm>
              <a:off x="11067351" y="6655838"/>
              <a:ext cx="136766" cy="434"/>
            </a:xfrm>
            <a:custGeom>
              <a:avLst/>
              <a:pathLst>
                <a:path w="136766" h="434">
                  <a:moveTo>
                    <a:pt x="0" y="0"/>
                  </a:moveTo>
                  <a:lnTo>
                    <a:pt x="136766" y="43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4" name="pl3304"/>
            <p:cNvSpPr/>
            <p:nvPr/>
          </p:nvSpPr>
          <p:spPr>
            <a:xfrm>
              <a:off x="11067351" y="6645196"/>
              <a:ext cx="367265" cy="4343"/>
            </a:xfrm>
            <a:custGeom>
              <a:avLst/>
              <a:pathLst>
                <a:path w="367265" h="4343">
                  <a:moveTo>
                    <a:pt x="0" y="4343"/>
                  </a:moveTo>
                  <a:lnTo>
                    <a:pt x="36726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5" name="pl3305"/>
            <p:cNvSpPr/>
            <p:nvPr/>
          </p:nvSpPr>
          <p:spPr>
            <a:xfrm>
              <a:off x="11067351" y="6648237"/>
              <a:ext cx="264493" cy="7384"/>
            </a:xfrm>
            <a:custGeom>
              <a:avLst/>
              <a:pathLst>
                <a:path w="264493" h="7384">
                  <a:moveTo>
                    <a:pt x="0" y="0"/>
                  </a:moveTo>
                  <a:lnTo>
                    <a:pt x="138975" y="7384"/>
                  </a:lnTo>
                  <a:lnTo>
                    <a:pt x="264493" y="412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6" name="pl3306"/>
            <p:cNvSpPr/>
            <p:nvPr/>
          </p:nvSpPr>
          <p:spPr>
            <a:xfrm>
              <a:off x="11067351" y="6661702"/>
              <a:ext cx="466571" cy="11945"/>
            </a:xfrm>
            <a:custGeom>
              <a:avLst/>
              <a:pathLst>
                <a:path w="466571" h="11945">
                  <a:moveTo>
                    <a:pt x="0" y="11945"/>
                  </a:moveTo>
                  <a:lnTo>
                    <a:pt x="199368" y="2171"/>
                  </a:lnTo>
                  <a:lnTo>
                    <a:pt x="46657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7" name="pl3307"/>
            <p:cNvSpPr/>
            <p:nvPr/>
          </p:nvSpPr>
          <p:spPr>
            <a:xfrm>
              <a:off x="11067351" y="6641504"/>
              <a:ext cx="129166" cy="4778"/>
            </a:xfrm>
            <a:custGeom>
              <a:avLst/>
              <a:pathLst>
                <a:path w="129166" h="4778">
                  <a:moveTo>
                    <a:pt x="0" y="0"/>
                  </a:moveTo>
                  <a:lnTo>
                    <a:pt x="129166" y="477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8" name="pl3308"/>
            <p:cNvSpPr/>
            <p:nvPr/>
          </p:nvSpPr>
          <p:spPr>
            <a:xfrm>
              <a:off x="11067351" y="6649974"/>
              <a:ext cx="276630" cy="12162"/>
            </a:xfrm>
            <a:custGeom>
              <a:avLst/>
              <a:pathLst>
                <a:path w="276630" h="12162">
                  <a:moveTo>
                    <a:pt x="0" y="0"/>
                  </a:moveTo>
                  <a:lnTo>
                    <a:pt x="138518" y="12162"/>
                  </a:lnTo>
                  <a:lnTo>
                    <a:pt x="276630" y="825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9" name="pl3309"/>
            <p:cNvSpPr/>
            <p:nvPr/>
          </p:nvSpPr>
          <p:spPr>
            <a:xfrm>
              <a:off x="11067351" y="6609578"/>
              <a:ext cx="467640" cy="38658"/>
            </a:xfrm>
            <a:custGeom>
              <a:avLst/>
              <a:pathLst>
                <a:path w="467640" h="38658">
                  <a:moveTo>
                    <a:pt x="0" y="38658"/>
                  </a:moveTo>
                  <a:lnTo>
                    <a:pt x="204053" y="32794"/>
                  </a:lnTo>
                  <a:lnTo>
                    <a:pt x="335756" y="31057"/>
                  </a:lnTo>
                  <a:lnTo>
                    <a:pt x="46764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0" name="pl3310"/>
            <p:cNvSpPr/>
            <p:nvPr/>
          </p:nvSpPr>
          <p:spPr>
            <a:xfrm>
              <a:off x="11067351" y="6644328"/>
              <a:ext cx="462580" cy="25627"/>
            </a:xfrm>
            <a:custGeom>
              <a:avLst/>
              <a:pathLst>
                <a:path w="462580" h="25627">
                  <a:moveTo>
                    <a:pt x="0" y="7167"/>
                  </a:moveTo>
                  <a:lnTo>
                    <a:pt x="202797" y="0"/>
                  </a:lnTo>
                  <a:lnTo>
                    <a:pt x="339573" y="20198"/>
                  </a:lnTo>
                  <a:lnTo>
                    <a:pt x="462580" y="2562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1" name="pl3311"/>
            <p:cNvSpPr/>
            <p:nvPr/>
          </p:nvSpPr>
          <p:spPr>
            <a:xfrm>
              <a:off x="11067351" y="6648888"/>
              <a:ext cx="138587" cy="19546"/>
            </a:xfrm>
            <a:custGeom>
              <a:avLst/>
              <a:pathLst>
                <a:path w="138587" h="19546">
                  <a:moveTo>
                    <a:pt x="0" y="19546"/>
                  </a:moveTo>
                  <a:lnTo>
                    <a:pt x="13858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2" name="pl3312"/>
            <p:cNvSpPr/>
            <p:nvPr/>
          </p:nvSpPr>
          <p:spPr>
            <a:xfrm>
              <a:off x="11067351" y="6665829"/>
              <a:ext cx="719566" cy="18026"/>
            </a:xfrm>
            <a:custGeom>
              <a:avLst/>
              <a:pathLst>
                <a:path w="719566" h="18026">
                  <a:moveTo>
                    <a:pt x="0" y="0"/>
                  </a:moveTo>
                  <a:lnTo>
                    <a:pt x="216485" y="11076"/>
                  </a:lnTo>
                  <a:lnTo>
                    <a:pt x="355797" y="6732"/>
                  </a:lnTo>
                  <a:lnTo>
                    <a:pt x="461051" y="18026"/>
                  </a:lnTo>
                  <a:lnTo>
                    <a:pt x="596619" y="2389"/>
                  </a:lnTo>
                  <a:lnTo>
                    <a:pt x="719566" y="1607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3" name="pl3313"/>
            <p:cNvSpPr/>
            <p:nvPr/>
          </p:nvSpPr>
          <p:spPr>
            <a:xfrm>
              <a:off x="11067351" y="6646717"/>
              <a:ext cx="463481" cy="14116"/>
            </a:xfrm>
            <a:custGeom>
              <a:avLst/>
              <a:pathLst>
                <a:path w="463481" h="14116">
                  <a:moveTo>
                    <a:pt x="0" y="14116"/>
                  </a:moveTo>
                  <a:lnTo>
                    <a:pt x="133046" y="13031"/>
                  </a:lnTo>
                  <a:lnTo>
                    <a:pt x="334133" y="0"/>
                  </a:lnTo>
                  <a:lnTo>
                    <a:pt x="463481" y="282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4" name="pl3314"/>
            <p:cNvSpPr/>
            <p:nvPr/>
          </p:nvSpPr>
          <p:spPr>
            <a:xfrm>
              <a:off x="11067351" y="6645848"/>
              <a:ext cx="471196" cy="5429"/>
            </a:xfrm>
            <a:custGeom>
              <a:avLst/>
              <a:pathLst>
                <a:path w="471196" h="5429">
                  <a:moveTo>
                    <a:pt x="0" y="3692"/>
                  </a:moveTo>
                  <a:lnTo>
                    <a:pt x="265036" y="0"/>
                  </a:lnTo>
                  <a:lnTo>
                    <a:pt x="471196" y="542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5" name="pl3315"/>
            <p:cNvSpPr/>
            <p:nvPr/>
          </p:nvSpPr>
          <p:spPr>
            <a:xfrm>
              <a:off x="11067351" y="6653666"/>
              <a:ext cx="325618" cy="22152"/>
            </a:xfrm>
            <a:custGeom>
              <a:avLst/>
              <a:pathLst>
                <a:path w="325618" h="22152">
                  <a:moveTo>
                    <a:pt x="0" y="22152"/>
                  </a:moveTo>
                  <a:lnTo>
                    <a:pt x="193915" y="12596"/>
                  </a:lnTo>
                  <a:lnTo>
                    <a:pt x="32561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6" name="pl3316"/>
            <p:cNvSpPr/>
            <p:nvPr/>
          </p:nvSpPr>
          <p:spPr>
            <a:xfrm>
              <a:off x="11654926" y="6646934"/>
              <a:ext cx="167391" cy="217"/>
            </a:xfrm>
            <a:custGeom>
              <a:avLst/>
              <a:pathLst>
                <a:path w="167391" h="217">
                  <a:moveTo>
                    <a:pt x="0" y="217"/>
                  </a:moveTo>
                  <a:lnTo>
                    <a:pt x="16739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7" name="pl3317"/>
            <p:cNvSpPr/>
            <p:nvPr/>
          </p:nvSpPr>
          <p:spPr>
            <a:xfrm>
              <a:off x="11067351" y="6642373"/>
              <a:ext cx="397650" cy="19546"/>
            </a:xfrm>
            <a:custGeom>
              <a:avLst/>
              <a:pathLst>
                <a:path w="397650" h="19546">
                  <a:moveTo>
                    <a:pt x="0" y="0"/>
                  </a:moveTo>
                  <a:lnTo>
                    <a:pt x="140398" y="1303"/>
                  </a:lnTo>
                  <a:lnTo>
                    <a:pt x="397650" y="1954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8" name="pl3318"/>
            <p:cNvSpPr/>
            <p:nvPr/>
          </p:nvSpPr>
          <p:spPr>
            <a:xfrm>
              <a:off x="11067351" y="6677991"/>
              <a:ext cx="339377" cy="17157"/>
            </a:xfrm>
            <a:custGeom>
              <a:avLst/>
              <a:pathLst>
                <a:path w="339377" h="17157">
                  <a:moveTo>
                    <a:pt x="0" y="17157"/>
                  </a:moveTo>
                  <a:lnTo>
                    <a:pt x="200000" y="0"/>
                  </a:lnTo>
                  <a:lnTo>
                    <a:pt x="339377" y="217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9" name="pl3319"/>
            <p:cNvSpPr/>
            <p:nvPr/>
          </p:nvSpPr>
          <p:spPr>
            <a:xfrm>
              <a:off x="11067351" y="6657576"/>
              <a:ext cx="153442" cy="17591"/>
            </a:xfrm>
            <a:custGeom>
              <a:avLst/>
              <a:pathLst>
                <a:path w="153442" h="17591">
                  <a:moveTo>
                    <a:pt x="0" y="0"/>
                  </a:moveTo>
                  <a:lnTo>
                    <a:pt x="153442" y="1759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0" name="pl3320"/>
            <p:cNvSpPr/>
            <p:nvPr/>
          </p:nvSpPr>
          <p:spPr>
            <a:xfrm>
              <a:off x="11067351" y="6636726"/>
              <a:ext cx="225543" cy="25410"/>
            </a:xfrm>
            <a:custGeom>
              <a:avLst/>
              <a:pathLst>
                <a:path w="225543" h="25410">
                  <a:moveTo>
                    <a:pt x="0" y="25410"/>
                  </a:moveTo>
                  <a:lnTo>
                    <a:pt x="22554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1" name="pl3321"/>
            <p:cNvSpPr/>
            <p:nvPr/>
          </p:nvSpPr>
          <p:spPr>
            <a:xfrm>
              <a:off x="11067351" y="6657141"/>
              <a:ext cx="389480" cy="11945"/>
            </a:xfrm>
            <a:custGeom>
              <a:avLst/>
              <a:pathLst>
                <a:path w="389480" h="11945">
                  <a:moveTo>
                    <a:pt x="0" y="0"/>
                  </a:moveTo>
                  <a:lnTo>
                    <a:pt x="389480" y="1194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2" name="pl3322"/>
            <p:cNvSpPr/>
            <p:nvPr/>
          </p:nvSpPr>
          <p:spPr>
            <a:xfrm>
              <a:off x="11067351" y="6652798"/>
              <a:ext cx="265761" cy="9990"/>
            </a:xfrm>
            <a:custGeom>
              <a:avLst/>
              <a:pathLst>
                <a:path w="265761" h="9990">
                  <a:moveTo>
                    <a:pt x="0" y="9990"/>
                  </a:moveTo>
                  <a:lnTo>
                    <a:pt x="26576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3" name="pl3323"/>
            <p:cNvSpPr/>
            <p:nvPr/>
          </p:nvSpPr>
          <p:spPr>
            <a:xfrm>
              <a:off x="11067351" y="6658662"/>
              <a:ext cx="479529" cy="12162"/>
            </a:xfrm>
            <a:custGeom>
              <a:avLst/>
              <a:pathLst>
                <a:path w="479529" h="12162">
                  <a:moveTo>
                    <a:pt x="0" y="2606"/>
                  </a:moveTo>
                  <a:lnTo>
                    <a:pt x="225543" y="12162"/>
                  </a:lnTo>
                  <a:lnTo>
                    <a:pt x="47952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4" name="pl3324"/>
            <p:cNvSpPr/>
            <p:nvPr/>
          </p:nvSpPr>
          <p:spPr>
            <a:xfrm>
              <a:off x="11067351" y="6660182"/>
              <a:ext cx="200000" cy="35183"/>
            </a:xfrm>
            <a:custGeom>
              <a:avLst/>
              <a:pathLst>
                <a:path w="200000" h="35183">
                  <a:moveTo>
                    <a:pt x="0" y="35183"/>
                  </a:moveTo>
                  <a:lnTo>
                    <a:pt x="71376" y="0"/>
                  </a:lnTo>
                  <a:lnTo>
                    <a:pt x="200000" y="390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5" name="pl3325"/>
            <p:cNvSpPr/>
            <p:nvPr/>
          </p:nvSpPr>
          <p:spPr>
            <a:xfrm>
              <a:off x="11067351" y="6640853"/>
              <a:ext cx="466076" cy="61028"/>
            </a:xfrm>
            <a:custGeom>
              <a:avLst/>
              <a:pathLst>
                <a:path w="466076" h="61028">
                  <a:moveTo>
                    <a:pt x="0" y="61028"/>
                  </a:moveTo>
                  <a:lnTo>
                    <a:pt x="136909" y="56033"/>
                  </a:lnTo>
                  <a:lnTo>
                    <a:pt x="296148" y="0"/>
                  </a:lnTo>
                  <a:lnTo>
                    <a:pt x="466076" y="2063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6" name="pl3326"/>
            <p:cNvSpPr/>
            <p:nvPr/>
          </p:nvSpPr>
          <p:spPr>
            <a:xfrm>
              <a:off x="11067351" y="6655404"/>
              <a:ext cx="235917" cy="11076"/>
            </a:xfrm>
            <a:custGeom>
              <a:avLst/>
              <a:pathLst>
                <a:path w="235917" h="11076">
                  <a:moveTo>
                    <a:pt x="0" y="11076"/>
                  </a:moveTo>
                  <a:lnTo>
                    <a:pt x="78804" y="0"/>
                  </a:lnTo>
                  <a:lnTo>
                    <a:pt x="235917" y="217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7" name="pl3327"/>
            <p:cNvSpPr/>
            <p:nvPr/>
          </p:nvSpPr>
          <p:spPr>
            <a:xfrm>
              <a:off x="11067351" y="6645196"/>
              <a:ext cx="243116" cy="7818"/>
            </a:xfrm>
            <a:custGeom>
              <a:avLst/>
              <a:pathLst>
                <a:path w="243116" h="7818">
                  <a:moveTo>
                    <a:pt x="0" y="0"/>
                  </a:moveTo>
                  <a:lnTo>
                    <a:pt x="243116" y="781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8" name="pl3328"/>
            <p:cNvSpPr/>
            <p:nvPr/>
          </p:nvSpPr>
          <p:spPr>
            <a:xfrm>
              <a:off x="11403782" y="6660182"/>
              <a:ext cx="396196" cy="9990"/>
            </a:xfrm>
            <a:custGeom>
              <a:avLst/>
              <a:pathLst>
                <a:path w="396196" h="9990">
                  <a:moveTo>
                    <a:pt x="0" y="1737"/>
                  </a:moveTo>
                  <a:lnTo>
                    <a:pt x="136232" y="9990"/>
                  </a:lnTo>
                  <a:lnTo>
                    <a:pt x="307427" y="0"/>
                  </a:lnTo>
                  <a:lnTo>
                    <a:pt x="396196" y="108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9" name="pl3329"/>
            <p:cNvSpPr/>
            <p:nvPr/>
          </p:nvSpPr>
          <p:spPr>
            <a:xfrm>
              <a:off x="11210467" y="6644762"/>
              <a:ext cx="132960" cy="434"/>
            </a:xfrm>
            <a:custGeom>
              <a:avLst/>
              <a:pathLst>
                <a:path w="132960" h="434">
                  <a:moveTo>
                    <a:pt x="0" y="0"/>
                  </a:moveTo>
                  <a:lnTo>
                    <a:pt x="132960" y="43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0" name="pl3330"/>
            <p:cNvSpPr/>
            <p:nvPr/>
          </p:nvSpPr>
          <p:spPr>
            <a:xfrm>
              <a:off x="11067351" y="6649757"/>
              <a:ext cx="223369" cy="30188"/>
            </a:xfrm>
            <a:custGeom>
              <a:avLst/>
              <a:pathLst>
                <a:path w="223369" h="30188">
                  <a:moveTo>
                    <a:pt x="0" y="30188"/>
                  </a:moveTo>
                  <a:lnTo>
                    <a:pt x="22336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1" name="pl3331"/>
            <p:cNvSpPr/>
            <p:nvPr/>
          </p:nvSpPr>
          <p:spPr>
            <a:xfrm>
              <a:off x="11067351" y="6654970"/>
              <a:ext cx="202898" cy="1737"/>
            </a:xfrm>
            <a:custGeom>
              <a:avLst/>
              <a:pathLst>
                <a:path w="202898" h="1737">
                  <a:moveTo>
                    <a:pt x="0" y="1737"/>
                  </a:moveTo>
                  <a:lnTo>
                    <a:pt x="20289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2" name="pl3332"/>
            <p:cNvSpPr/>
            <p:nvPr/>
          </p:nvSpPr>
          <p:spPr>
            <a:xfrm>
              <a:off x="11067351" y="6654752"/>
              <a:ext cx="150876" cy="29102"/>
            </a:xfrm>
            <a:custGeom>
              <a:avLst/>
              <a:pathLst>
                <a:path w="150876" h="29102">
                  <a:moveTo>
                    <a:pt x="0" y="0"/>
                  </a:moveTo>
                  <a:lnTo>
                    <a:pt x="150876" y="2910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3" name="pl3333"/>
            <p:cNvSpPr/>
            <p:nvPr/>
          </p:nvSpPr>
          <p:spPr>
            <a:xfrm>
              <a:off x="11067351" y="6651712"/>
              <a:ext cx="232971" cy="15420"/>
            </a:xfrm>
            <a:custGeom>
              <a:avLst/>
              <a:pathLst>
                <a:path w="232971" h="15420">
                  <a:moveTo>
                    <a:pt x="0" y="0"/>
                  </a:moveTo>
                  <a:lnTo>
                    <a:pt x="232971" y="1542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4" name="pl3334"/>
            <p:cNvSpPr/>
            <p:nvPr/>
          </p:nvSpPr>
          <p:spPr>
            <a:xfrm>
              <a:off x="11067351" y="6642807"/>
              <a:ext cx="73156" cy="18243"/>
            </a:xfrm>
            <a:custGeom>
              <a:avLst/>
              <a:pathLst>
                <a:path w="73156" h="18243">
                  <a:moveTo>
                    <a:pt x="0" y="0"/>
                  </a:moveTo>
                  <a:lnTo>
                    <a:pt x="73156" y="1824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5" name="pl3335"/>
            <p:cNvSpPr/>
            <p:nvPr/>
          </p:nvSpPr>
          <p:spPr>
            <a:xfrm>
              <a:off x="11067351" y="6653232"/>
              <a:ext cx="216431" cy="16506"/>
            </a:xfrm>
            <a:custGeom>
              <a:avLst/>
              <a:pathLst>
                <a:path w="216431" h="16506">
                  <a:moveTo>
                    <a:pt x="0" y="0"/>
                  </a:moveTo>
                  <a:lnTo>
                    <a:pt x="216431" y="1650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6" name="pl3336"/>
            <p:cNvSpPr/>
            <p:nvPr/>
          </p:nvSpPr>
          <p:spPr>
            <a:xfrm>
              <a:off x="11466502" y="6651495"/>
              <a:ext cx="139409" cy="0"/>
            </a:xfrm>
            <a:custGeom>
              <a:avLst/>
              <a:pathLst>
                <a:path w="139409" h="0">
                  <a:moveTo>
                    <a:pt x="0" y="0"/>
                  </a:moveTo>
                  <a:lnTo>
                    <a:pt x="13940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7" name="pl3337"/>
            <p:cNvSpPr/>
            <p:nvPr/>
          </p:nvSpPr>
          <p:spPr>
            <a:xfrm>
              <a:off x="11067351" y="6649757"/>
              <a:ext cx="793297" cy="31057"/>
            </a:xfrm>
            <a:custGeom>
              <a:avLst/>
              <a:pathLst>
                <a:path w="793297" h="31057">
                  <a:moveTo>
                    <a:pt x="0" y="9121"/>
                  </a:moveTo>
                  <a:lnTo>
                    <a:pt x="199275" y="0"/>
                  </a:lnTo>
                  <a:lnTo>
                    <a:pt x="331032" y="27799"/>
                  </a:lnTo>
                  <a:lnTo>
                    <a:pt x="464130" y="20849"/>
                  </a:lnTo>
                  <a:lnTo>
                    <a:pt x="662681" y="23455"/>
                  </a:lnTo>
                  <a:lnTo>
                    <a:pt x="793297" y="3105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8" name="pl3338"/>
            <p:cNvSpPr/>
            <p:nvPr/>
          </p:nvSpPr>
          <p:spPr>
            <a:xfrm>
              <a:off x="11067351" y="6631079"/>
              <a:ext cx="211594" cy="651"/>
            </a:xfrm>
            <a:custGeom>
              <a:avLst/>
              <a:pathLst>
                <a:path w="211594" h="651">
                  <a:moveTo>
                    <a:pt x="0" y="0"/>
                  </a:moveTo>
                  <a:lnTo>
                    <a:pt x="211594" y="65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9" name="pl3339"/>
            <p:cNvSpPr/>
            <p:nvPr/>
          </p:nvSpPr>
          <p:spPr>
            <a:xfrm>
              <a:off x="11067351" y="6466019"/>
              <a:ext cx="223007" cy="191339"/>
            </a:xfrm>
            <a:custGeom>
              <a:avLst/>
              <a:pathLst>
                <a:path w="223007" h="191339">
                  <a:moveTo>
                    <a:pt x="0" y="191339"/>
                  </a:moveTo>
                  <a:lnTo>
                    <a:pt x="22300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0" name="pl3340"/>
            <p:cNvSpPr/>
            <p:nvPr/>
          </p:nvSpPr>
          <p:spPr>
            <a:xfrm>
              <a:off x="11067351" y="6656707"/>
              <a:ext cx="140398" cy="8904"/>
            </a:xfrm>
            <a:custGeom>
              <a:avLst/>
              <a:pathLst>
                <a:path w="140398" h="8904">
                  <a:moveTo>
                    <a:pt x="0" y="0"/>
                  </a:moveTo>
                  <a:lnTo>
                    <a:pt x="140398" y="890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1" name="pl3341"/>
            <p:cNvSpPr/>
            <p:nvPr/>
          </p:nvSpPr>
          <p:spPr>
            <a:xfrm>
              <a:off x="11067351" y="6648020"/>
              <a:ext cx="204891" cy="3474"/>
            </a:xfrm>
            <a:custGeom>
              <a:avLst/>
              <a:pathLst>
                <a:path w="204891" h="3474">
                  <a:moveTo>
                    <a:pt x="0" y="0"/>
                  </a:moveTo>
                  <a:lnTo>
                    <a:pt x="204891" y="347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2" name="pl3342"/>
            <p:cNvSpPr/>
            <p:nvPr/>
          </p:nvSpPr>
          <p:spPr>
            <a:xfrm>
              <a:off x="11067351" y="6621958"/>
              <a:ext cx="87459" cy="14985"/>
            </a:xfrm>
            <a:custGeom>
              <a:avLst/>
              <a:pathLst>
                <a:path w="87459" h="14985">
                  <a:moveTo>
                    <a:pt x="0" y="14985"/>
                  </a:moveTo>
                  <a:lnTo>
                    <a:pt x="8745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3" name="pl3343"/>
            <p:cNvSpPr/>
            <p:nvPr/>
          </p:nvSpPr>
          <p:spPr>
            <a:xfrm>
              <a:off x="11067351" y="6651712"/>
              <a:ext cx="69324" cy="24107"/>
            </a:xfrm>
            <a:custGeom>
              <a:avLst/>
              <a:pathLst>
                <a:path w="69324" h="24107">
                  <a:moveTo>
                    <a:pt x="0" y="24107"/>
                  </a:moveTo>
                  <a:lnTo>
                    <a:pt x="6932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4" name="pl3344"/>
            <p:cNvSpPr/>
            <p:nvPr/>
          </p:nvSpPr>
          <p:spPr>
            <a:xfrm>
              <a:off x="11536047" y="6319203"/>
              <a:ext cx="262319" cy="234558"/>
            </a:xfrm>
            <a:custGeom>
              <a:avLst/>
              <a:pathLst>
                <a:path w="262319" h="234558">
                  <a:moveTo>
                    <a:pt x="0" y="234558"/>
                  </a:moveTo>
                  <a:lnTo>
                    <a:pt x="141485" y="131179"/>
                  </a:lnTo>
                  <a:lnTo>
                    <a:pt x="26231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5" name="pl3345"/>
            <p:cNvSpPr/>
            <p:nvPr/>
          </p:nvSpPr>
          <p:spPr>
            <a:xfrm>
              <a:off x="11067351" y="6643676"/>
              <a:ext cx="78623" cy="14116"/>
            </a:xfrm>
            <a:custGeom>
              <a:avLst/>
              <a:pathLst>
                <a:path w="78623" h="14116">
                  <a:moveTo>
                    <a:pt x="0" y="0"/>
                  </a:moveTo>
                  <a:lnTo>
                    <a:pt x="78623" y="1411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6" name="pl3346"/>
            <p:cNvSpPr/>
            <p:nvPr/>
          </p:nvSpPr>
          <p:spPr>
            <a:xfrm>
              <a:off x="11067351" y="6662571"/>
              <a:ext cx="131780" cy="1085"/>
            </a:xfrm>
            <a:custGeom>
              <a:avLst/>
              <a:pathLst>
                <a:path w="131780" h="1085">
                  <a:moveTo>
                    <a:pt x="0" y="1085"/>
                  </a:moveTo>
                  <a:lnTo>
                    <a:pt x="13178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7" name="pl3347"/>
            <p:cNvSpPr/>
            <p:nvPr/>
          </p:nvSpPr>
          <p:spPr>
            <a:xfrm>
              <a:off x="11067351" y="6628907"/>
              <a:ext cx="539493" cy="31708"/>
            </a:xfrm>
            <a:custGeom>
              <a:avLst/>
              <a:pathLst>
                <a:path w="539493" h="31708">
                  <a:moveTo>
                    <a:pt x="0" y="0"/>
                  </a:moveTo>
                  <a:lnTo>
                    <a:pt x="163405" y="13682"/>
                  </a:lnTo>
                  <a:lnTo>
                    <a:pt x="392391" y="11076"/>
                  </a:lnTo>
                  <a:lnTo>
                    <a:pt x="539493" y="3170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8" name="pl3348"/>
            <p:cNvSpPr/>
            <p:nvPr/>
          </p:nvSpPr>
          <p:spPr>
            <a:xfrm>
              <a:off x="11067351" y="6661485"/>
              <a:ext cx="596739" cy="10207"/>
            </a:xfrm>
            <a:custGeom>
              <a:avLst/>
              <a:pathLst>
                <a:path w="596739" h="10207">
                  <a:moveTo>
                    <a:pt x="0" y="6298"/>
                  </a:moveTo>
                  <a:lnTo>
                    <a:pt x="203623" y="0"/>
                  </a:lnTo>
                  <a:lnTo>
                    <a:pt x="336956" y="9338"/>
                  </a:lnTo>
                  <a:lnTo>
                    <a:pt x="462862" y="7818"/>
                  </a:lnTo>
                  <a:lnTo>
                    <a:pt x="596739" y="1020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9" name="pl3349"/>
            <p:cNvSpPr/>
            <p:nvPr/>
          </p:nvSpPr>
          <p:spPr>
            <a:xfrm>
              <a:off x="11067351" y="6638681"/>
              <a:ext cx="592565" cy="11293"/>
            </a:xfrm>
            <a:custGeom>
              <a:avLst/>
              <a:pathLst>
                <a:path w="592565" h="11293">
                  <a:moveTo>
                    <a:pt x="0" y="11293"/>
                  </a:moveTo>
                  <a:lnTo>
                    <a:pt x="210326" y="9338"/>
                  </a:lnTo>
                  <a:lnTo>
                    <a:pt x="59256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0" name="pl3350"/>
            <p:cNvSpPr/>
            <p:nvPr/>
          </p:nvSpPr>
          <p:spPr>
            <a:xfrm>
              <a:off x="11067351" y="6663440"/>
              <a:ext cx="127646" cy="11727"/>
            </a:xfrm>
            <a:custGeom>
              <a:avLst/>
              <a:pathLst>
                <a:path w="127646" h="11727">
                  <a:moveTo>
                    <a:pt x="0" y="11727"/>
                  </a:moveTo>
                  <a:lnTo>
                    <a:pt x="12764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1" name="pl3351"/>
            <p:cNvSpPr/>
            <p:nvPr/>
          </p:nvSpPr>
          <p:spPr>
            <a:xfrm>
              <a:off x="11067351" y="6652581"/>
              <a:ext cx="210326" cy="12379"/>
            </a:xfrm>
            <a:custGeom>
              <a:avLst/>
              <a:pathLst>
                <a:path w="210326" h="12379">
                  <a:moveTo>
                    <a:pt x="0" y="0"/>
                  </a:moveTo>
                  <a:lnTo>
                    <a:pt x="210326" y="1237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2" name="pl3352"/>
            <p:cNvSpPr/>
            <p:nvPr/>
          </p:nvSpPr>
          <p:spPr>
            <a:xfrm>
              <a:off x="11067351" y="6640853"/>
              <a:ext cx="893116" cy="17591"/>
            </a:xfrm>
            <a:custGeom>
              <a:avLst/>
              <a:pathLst>
                <a:path w="893116" h="17591">
                  <a:moveTo>
                    <a:pt x="0" y="17591"/>
                  </a:moveTo>
                  <a:lnTo>
                    <a:pt x="89311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3" name="pl3353"/>
            <p:cNvSpPr/>
            <p:nvPr/>
          </p:nvSpPr>
          <p:spPr>
            <a:xfrm>
              <a:off x="11273949" y="6663223"/>
              <a:ext cx="70937" cy="6515"/>
            </a:xfrm>
            <a:custGeom>
              <a:avLst/>
              <a:pathLst>
                <a:path w="70937" h="6515">
                  <a:moveTo>
                    <a:pt x="0" y="0"/>
                  </a:moveTo>
                  <a:lnTo>
                    <a:pt x="70937" y="651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4" name="pl3354"/>
            <p:cNvSpPr/>
            <p:nvPr/>
          </p:nvSpPr>
          <p:spPr>
            <a:xfrm>
              <a:off x="11067351" y="6629125"/>
              <a:ext cx="198809" cy="217"/>
            </a:xfrm>
            <a:custGeom>
              <a:avLst/>
              <a:pathLst>
                <a:path w="198809" h="217">
                  <a:moveTo>
                    <a:pt x="0" y="217"/>
                  </a:moveTo>
                  <a:lnTo>
                    <a:pt x="19880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5" name="pl3355"/>
            <p:cNvSpPr/>
            <p:nvPr/>
          </p:nvSpPr>
          <p:spPr>
            <a:xfrm>
              <a:off x="11067351" y="6636292"/>
              <a:ext cx="143056" cy="9338"/>
            </a:xfrm>
            <a:custGeom>
              <a:avLst/>
              <a:pathLst>
                <a:path w="143056" h="9338">
                  <a:moveTo>
                    <a:pt x="0" y="9338"/>
                  </a:moveTo>
                  <a:lnTo>
                    <a:pt x="14305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6" name="pl3356"/>
            <p:cNvSpPr/>
            <p:nvPr/>
          </p:nvSpPr>
          <p:spPr>
            <a:xfrm>
              <a:off x="11067351" y="6632165"/>
              <a:ext cx="600830" cy="25627"/>
            </a:xfrm>
            <a:custGeom>
              <a:avLst/>
              <a:pathLst>
                <a:path w="600830" h="25627">
                  <a:moveTo>
                    <a:pt x="0" y="8687"/>
                  </a:moveTo>
                  <a:lnTo>
                    <a:pt x="213043" y="11293"/>
                  </a:lnTo>
                  <a:lnTo>
                    <a:pt x="337060" y="0"/>
                  </a:lnTo>
                  <a:lnTo>
                    <a:pt x="466486" y="3692"/>
                  </a:lnTo>
                  <a:lnTo>
                    <a:pt x="600830" y="2562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7" name="pl3357"/>
            <p:cNvSpPr/>
            <p:nvPr/>
          </p:nvSpPr>
          <p:spPr>
            <a:xfrm>
              <a:off x="11067351" y="6634337"/>
              <a:ext cx="125724" cy="3040"/>
            </a:xfrm>
            <a:custGeom>
              <a:avLst/>
              <a:pathLst>
                <a:path w="125724" h="3040">
                  <a:moveTo>
                    <a:pt x="0" y="0"/>
                  </a:moveTo>
                  <a:lnTo>
                    <a:pt x="125724" y="304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8" name="pl3358"/>
            <p:cNvSpPr/>
            <p:nvPr/>
          </p:nvSpPr>
          <p:spPr>
            <a:xfrm>
              <a:off x="11067351" y="6647368"/>
              <a:ext cx="402386" cy="29537"/>
            </a:xfrm>
            <a:custGeom>
              <a:avLst/>
              <a:pathLst>
                <a:path w="402386" h="29537">
                  <a:moveTo>
                    <a:pt x="0" y="22587"/>
                  </a:moveTo>
                  <a:lnTo>
                    <a:pt x="72282" y="4995"/>
                  </a:lnTo>
                  <a:lnTo>
                    <a:pt x="146384" y="0"/>
                  </a:lnTo>
                  <a:lnTo>
                    <a:pt x="205072" y="14116"/>
                  </a:lnTo>
                  <a:lnTo>
                    <a:pt x="271920" y="18243"/>
                  </a:lnTo>
                  <a:lnTo>
                    <a:pt x="402386" y="2953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9" name="pl3359"/>
            <p:cNvSpPr/>
            <p:nvPr/>
          </p:nvSpPr>
          <p:spPr>
            <a:xfrm>
              <a:off x="11067351" y="6625215"/>
              <a:ext cx="140299" cy="38658"/>
            </a:xfrm>
            <a:custGeom>
              <a:avLst/>
              <a:pathLst>
                <a:path w="140299" h="38658">
                  <a:moveTo>
                    <a:pt x="0" y="38658"/>
                  </a:moveTo>
                  <a:lnTo>
                    <a:pt x="14029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0" name="pl3360"/>
            <p:cNvSpPr/>
            <p:nvPr/>
          </p:nvSpPr>
          <p:spPr>
            <a:xfrm>
              <a:off x="11067351" y="6648020"/>
              <a:ext cx="473913" cy="39093"/>
            </a:xfrm>
            <a:custGeom>
              <a:avLst/>
              <a:pathLst>
                <a:path w="473913" h="39093">
                  <a:moveTo>
                    <a:pt x="0" y="10642"/>
                  </a:moveTo>
                  <a:lnTo>
                    <a:pt x="215398" y="20849"/>
                  </a:lnTo>
                  <a:lnTo>
                    <a:pt x="402355" y="0"/>
                  </a:lnTo>
                  <a:lnTo>
                    <a:pt x="473913" y="3909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1" name="pl3361"/>
            <p:cNvSpPr/>
            <p:nvPr/>
          </p:nvSpPr>
          <p:spPr>
            <a:xfrm>
              <a:off x="11067351" y="6620003"/>
              <a:ext cx="148258" cy="13899"/>
            </a:xfrm>
            <a:custGeom>
              <a:avLst/>
              <a:pathLst>
                <a:path w="148258" h="13899">
                  <a:moveTo>
                    <a:pt x="0" y="13899"/>
                  </a:moveTo>
                  <a:lnTo>
                    <a:pt x="14825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2" name="pl3362"/>
            <p:cNvSpPr/>
            <p:nvPr/>
          </p:nvSpPr>
          <p:spPr>
            <a:xfrm>
              <a:off x="11345250" y="6684072"/>
              <a:ext cx="114979" cy="5863"/>
            </a:xfrm>
            <a:custGeom>
              <a:avLst/>
              <a:pathLst>
                <a:path w="114979" h="5863">
                  <a:moveTo>
                    <a:pt x="0" y="0"/>
                  </a:moveTo>
                  <a:lnTo>
                    <a:pt x="114979" y="586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3" name="pl3363"/>
            <p:cNvSpPr/>
            <p:nvPr/>
          </p:nvSpPr>
          <p:spPr>
            <a:xfrm>
              <a:off x="11067351" y="6652146"/>
              <a:ext cx="202717" cy="14985"/>
            </a:xfrm>
            <a:custGeom>
              <a:avLst/>
              <a:pathLst>
                <a:path w="202717" h="14985">
                  <a:moveTo>
                    <a:pt x="0" y="0"/>
                  </a:moveTo>
                  <a:lnTo>
                    <a:pt x="202717" y="1498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4" name="pl3364"/>
            <p:cNvSpPr/>
            <p:nvPr/>
          </p:nvSpPr>
          <p:spPr>
            <a:xfrm>
              <a:off x="11067351" y="6641721"/>
              <a:ext cx="798551" cy="32143"/>
            </a:xfrm>
            <a:custGeom>
              <a:avLst/>
              <a:pathLst>
                <a:path w="798551" h="32143">
                  <a:moveTo>
                    <a:pt x="0" y="18026"/>
                  </a:moveTo>
                  <a:lnTo>
                    <a:pt x="208349" y="0"/>
                  </a:lnTo>
                  <a:lnTo>
                    <a:pt x="416475" y="16506"/>
                  </a:lnTo>
                  <a:lnTo>
                    <a:pt x="528080" y="32143"/>
                  </a:lnTo>
                  <a:lnTo>
                    <a:pt x="667029" y="16506"/>
                  </a:lnTo>
                  <a:lnTo>
                    <a:pt x="798551" y="1954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5" name="pl3365"/>
            <p:cNvSpPr/>
            <p:nvPr/>
          </p:nvSpPr>
          <p:spPr>
            <a:xfrm>
              <a:off x="11067351" y="6639332"/>
              <a:ext cx="272442" cy="7167"/>
            </a:xfrm>
            <a:custGeom>
              <a:avLst/>
              <a:pathLst>
                <a:path w="272442" h="7167">
                  <a:moveTo>
                    <a:pt x="0" y="7167"/>
                  </a:moveTo>
                  <a:lnTo>
                    <a:pt x="141852" y="5429"/>
                  </a:lnTo>
                  <a:lnTo>
                    <a:pt x="27244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6" name="pl3366"/>
            <p:cNvSpPr/>
            <p:nvPr/>
          </p:nvSpPr>
          <p:spPr>
            <a:xfrm>
              <a:off x="11067351" y="6450382"/>
              <a:ext cx="462862" cy="193293"/>
            </a:xfrm>
            <a:custGeom>
              <a:avLst/>
              <a:pathLst>
                <a:path w="462862" h="193293">
                  <a:moveTo>
                    <a:pt x="0" y="193293"/>
                  </a:moveTo>
                  <a:lnTo>
                    <a:pt x="202717" y="153549"/>
                  </a:lnTo>
                  <a:lnTo>
                    <a:pt x="345686" y="94909"/>
                  </a:lnTo>
                  <a:lnTo>
                    <a:pt x="46286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7" name="pl3367"/>
            <p:cNvSpPr/>
            <p:nvPr/>
          </p:nvSpPr>
          <p:spPr>
            <a:xfrm>
              <a:off x="11067351" y="6641287"/>
              <a:ext cx="263949" cy="10859"/>
            </a:xfrm>
            <a:custGeom>
              <a:avLst/>
              <a:pathLst>
                <a:path w="263949" h="10859">
                  <a:moveTo>
                    <a:pt x="0" y="4995"/>
                  </a:moveTo>
                  <a:lnTo>
                    <a:pt x="149914" y="10859"/>
                  </a:lnTo>
                  <a:lnTo>
                    <a:pt x="26394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8" name="pl3368"/>
            <p:cNvSpPr/>
            <p:nvPr/>
          </p:nvSpPr>
          <p:spPr>
            <a:xfrm>
              <a:off x="11067351" y="6661268"/>
              <a:ext cx="309036" cy="30622"/>
            </a:xfrm>
            <a:custGeom>
              <a:avLst/>
              <a:pathLst>
                <a:path w="309036" h="30622">
                  <a:moveTo>
                    <a:pt x="0" y="0"/>
                  </a:moveTo>
                  <a:lnTo>
                    <a:pt x="309036" y="3062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9" name="pl3369"/>
            <p:cNvSpPr/>
            <p:nvPr/>
          </p:nvSpPr>
          <p:spPr>
            <a:xfrm>
              <a:off x="11067351" y="6644328"/>
              <a:ext cx="146014" cy="6732"/>
            </a:xfrm>
            <a:custGeom>
              <a:avLst/>
              <a:pathLst>
                <a:path w="146014" h="6732">
                  <a:moveTo>
                    <a:pt x="0" y="6732"/>
                  </a:moveTo>
                  <a:lnTo>
                    <a:pt x="14601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0" name="pl3370"/>
            <p:cNvSpPr/>
            <p:nvPr/>
          </p:nvSpPr>
          <p:spPr>
            <a:xfrm>
              <a:off x="11067351" y="6648671"/>
              <a:ext cx="65942" cy="3257"/>
            </a:xfrm>
            <a:custGeom>
              <a:avLst/>
              <a:pathLst>
                <a:path w="65942" h="3257">
                  <a:moveTo>
                    <a:pt x="0" y="3257"/>
                  </a:moveTo>
                  <a:lnTo>
                    <a:pt x="6594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1" name="pl3371"/>
            <p:cNvSpPr/>
            <p:nvPr/>
          </p:nvSpPr>
          <p:spPr>
            <a:xfrm>
              <a:off x="11067351" y="6528134"/>
              <a:ext cx="461594" cy="118365"/>
            </a:xfrm>
            <a:custGeom>
              <a:avLst/>
              <a:pathLst>
                <a:path w="461594" h="118365">
                  <a:moveTo>
                    <a:pt x="0" y="118365"/>
                  </a:moveTo>
                  <a:lnTo>
                    <a:pt x="234782" y="104031"/>
                  </a:lnTo>
                  <a:lnTo>
                    <a:pt x="46159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2" name="pl3372"/>
            <p:cNvSpPr/>
            <p:nvPr/>
          </p:nvSpPr>
          <p:spPr>
            <a:xfrm>
              <a:off x="11067351" y="6664743"/>
              <a:ext cx="300000" cy="7818"/>
            </a:xfrm>
            <a:custGeom>
              <a:avLst/>
              <a:pathLst>
                <a:path w="300000" h="7818">
                  <a:moveTo>
                    <a:pt x="0" y="7818"/>
                  </a:moveTo>
                  <a:lnTo>
                    <a:pt x="145833" y="217"/>
                  </a:lnTo>
                  <a:lnTo>
                    <a:pt x="30000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3" name="pl3373"/>
            <p:cNvSpPr/>
            <p:nvPr/>
          </p:nvSpPr>
          <p:spPr>
            <a:xfrm>
              <a:off x="11067351" y="6665829"/>
              <a:ext cx="198162" cy="13465"/>
            </a:xfrm>
            <a:custGeom>
              <a:avLst/>
              <a:pathLst>
                <a:path w="198162" h="13465">
                  <a:moveTo>
                    <a:pt x="0" y="0"/>
                  </a:moveTo>
                  <a:lnTo>
                    <a:pt x="198162" y="1346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4" name="pl3374"/>
            <p:cNvSpPr/>
            <p:nvPr/>
          </p:nvSpPr>
          <p:spPr>
            <a:xfrm>
              <a:off x="11067351" y="6639332"/>
              <a:ext cx="67175" cy="21718"/>
            </a:xfrm>
            <a:custGeom>
              <a:avLst/>
              <a:pathLst>
                <a:path w="67175" h="21718">
                  <a:moveTo>
                    <a:pt x="0" y="0"/>
                  </a:moveTo>
                  <a:lnTo>
                    <a:pt x="67175" y="2171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5" name="pl3375"/>
            <p:cNvSpPr/>
            <p:nvPr/>
          </p:nvSpPr>
          <p:spPr>
            <a:xfrm>
              <a:off x="11067351" y="6646717"/>
              <a:ext cx="132948" cy="4995"/>
            </a:xfrm>
            <a:custGeom>
              <a:avLst/>
              <a:pathLst>
                <a:path w="132948" h="4995">
                  <a:moveTo>
                    <a:pt x="0" y="4995"/>
                  </a:moveTo>
                  <a:lnTo>
                    <a:pt x="13294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6" name="pl3376"/>
            <p:cNvSpPr/>
            <p:nvPr/>
          </p:nvSpPr>
          <p:spPr>
            <a:xfrm>
              <a:off x="11067351" y="6637378"/>
              <a:ext cx="192510" cy="4126"/>
            </a:xfrm>
            <a:custGeom>
              <a:avLst/>
              <a:pathLst>
                <a:path w="192510" h="4126">
                  <a:moveTo>
                    <a:pt x="0" y="0"/>
                  </a:moveTo>
                  <a:lnTo>
                    <a:pt x="192510" y="412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7" name="pl3377"/>
            <p:cNvSpPr/>
            <p:nvPr/>
          </p:nvSpPr>
          <p:spPr>
            <a:xfrm>
              <a:off x="11526166" y="6619786"/>
              <a:ext cx="265761" cy="7818"/>
            </a:xfrm>
            <a:custGeom>
              <a:avLst/>
              <a:pathLst>
                <a:path w="265761" h="7818">
                  <a:moveTo>
                    <a:pt x="0" y="0"/>
                  </a:moveTo>
                  <a:lnTo>
                    <a:pt x="132608" y="7818"/>
                  </a:lnTo>
                  <a:lnTo>
                    <a:pt x="265761" y="760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8" name="pl3378"/>
            <p:cNvSpPr/>
            <p:nvPr/>
          </p:nvSpPr>
          <p:spPr>
            <a:xfrm>
              <a:off x="11067351" y="6669521"/>
              <a:ext cx="597102" cy="15202"/>
            </a:xfrm>
            <a:custGeom>
              <a:avLst/>
              <a:pathLst>
                <a:path w="597102" h="15202">
                  <a:moveTo>
                    <a:pt x="0" y="0"/>
                  </a:moveTo>
                  <a:lnTo>
                    <a:pt x="199637" y="7818"/>
                  </a:lnTo>
                  <a:lnTo>
                    <a:pt x="335869" y="4126"/>
                  </a:lnTo>
                  <a:lnTo>
                    <a:pt x="466486" y="15202"/>
                  </a:lnTo>
                  <a:lnTo>
                    <a:pt x="597102" y="586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9" name="pl3379"/>
            <p:cNvSpPr/>
            <p:nvPr/>
          </p:nvSpPr>
          <p:spPr>
            <a:xfrm>
              <a:off x="11067351" y="6642807"/>
              <a:ext cx="602095" cy="19980"/>
            </a:xfrm>
            <a:custGeom>
              <a:avLst/>
              <a:pathLst>
                <a:path w="602095" h="19980">
                  <a:moveTo>
                    <a:pt x="0" y="9773"/>
                  </a:moveTo>
                  <a:lnTo>
                    <a:pt x="215398" y="13465"/>
                  </a:lnTo>
                  <a:lnTo>
                    <a:pt x="340854" y="2171"/>
                  </a:lnTo>
                  <a:lnTo>
                    <a:pt x="463949" y="19980"/>
                  </a:lnTo>
                  <a:lnTo>
                    <a:pt x="60209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0" name="pl3380"/>
            <p:cNvSpPr/>
            <p:nvPr/>
          </p:nvSpPr>
          <p:spPr>
            <a:xfrm>
              <a:off x="11067351" y="6644762"/>
              <a:ext cx="592935" cy="12813"/>
            </a:xfrm>
            <a:custGeom>
              <a:avLst/>
              <a:pathLst>
                <a:path w="592935" h="12813">
                  <a:moveTo>
                    <a:pt x="0" y="6949"/>
                  </a:moveTo>
                  <a:lnTo>
                    <a:pt x="199094" y="12813"/>
                  </a:lnTo>
                  <a:lnTo>
                    <a:pt x="351268" y="10207"/>
                  </a:lnTo>
                  <a:lnTo>
                    <a:pt x="481341" y="0"/>
                  </a:lnTo>
                  <a:lnTo>
                    <a:pt x="592935" y="390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1" name="pl3381"/>
            <p:cNvSpPr/>
            <p:nvPr/>
          </p:nvSpPr>
          <p:spPr>
            <a:xfrm>
              <a:off x="11067351" y="6640853"/>
              <a:ext cx="385296" cy="19980"/>
            </a:xfrm>
            <a:custGeom>
              <a:avLst/>
              <a:pathLst>
                <a:path w="385296" h="19980">
                  <a:moveTo>
                    <a:pt x="0" y="11727"/>
                  </a:moveTo>
                  <a:lnTo>
                    <a:pt x="212681" y="19980"/>
                  </a:lnTo>
                  <a:lnTo>
                    <a:pt x="38529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2" name="pl3382"/>
            <p:cNvSpPr/>
            <p:nvPr/>
          </p:nvSpPr>
          <p:spPr>
            <a:xfrm>
              <a:off x="11410246" y="6615442"/>
              <a:ext cx="129931" cy="11293"/>
            </a:xfrm>
            <a:custGeom>
              <a:avLst/>
              <a:pathLst>
                <a:path w="129931" h="11293">
                  <a:moveTo>
                    <a:pt x="0" y="11293"/>
                  </a:moveTo>
                  <a:lnTo>
                    <a:pt x="12993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3" name="pl3383"/>
            <p:cNvSpPr/>
            <p:nvPr/>
          </p:nvSpPr>
          <p:spPr>
            <a:xfrm>
              <a:off x="11067351" y="6492516"/>
              <a:ext cx="526812" cy="165277"/>
            </a:xfrm>
            <a:custGeom>
              <a:avLst/>
              <a:pathLst>
                <a:path w="526812" h="165277">
                  <a:moveTo>
                    <a:pt x="0" y="165277"/>
                  </a:moveTo>
                  <a:lnTo>
                    <a:pt x="136775" y="156589"/>
                  </a:lnTo>
                  <a:lnTo>
                    <a:pt x="266123" y="140952"/>
                  </a:lnTo>
                  <a:lnTo>
                    <a:pt x="402536" y="85136"/>
                  </a:lnTo>
                  <a:lnTo>
                    <a:pt x="52681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4" name="pl3384"/>
            <p:cNvSpPr/>
            <p:nvPr/>
          </p:nvSpPr>
          <p:spPr>
            <a:xfrm>
              <a:off x="11067351" y="6640853"/>
              <a:ext cx="329348" cy="26930"/>
            </a:xfrm>
            <a:custGeom>
              <a:avLst/>
              <a:pathLst>
                <a:path w="329348" h="26930">
                  <a:moveTo>
                    <a:pt x="0" y="0"/>
                  </a:moveTo>
                  <a:lnTo>
                    <a:pt x="329348" y="2693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5" name="pl3385"/>
            <p:cNvSpPr/>
            <p:nvPr/>
          </p:nvSpPr>
          <p:spPr>
            <a:xfrm>
              <a:off x="11067351" y="6470580"/>
              <a:ext cx="402041" cy="202415"/>
            </a:xfrm>
            <a:custGeom>
              <a:avLst/>
              <a:pathLst>
                <a:path w="402041" h="202415">
                  <a:moveTo>
                    <a:pt x="0" y="202415"/>
                  </a:moveTo>
                  <a:lnTo>
                    <a:pt x="198598" y="147033"/>
                  </a:lnTo>
                  <a:lnTo>
                    <a:pt x="40204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6" name="pl3386"/>
            <p:cNvSpPr/>
            <p:nvPr/>
          </p:nvSpPr>
          <p:spPr>
            <a:xfrm>
              <a:off x="11067351" y="6669304"/>
              <a:ext cx="196516" cy="11945"/>
            </a:xfrm>
            <a:custGeom>
              <a:avLst/>
              <a:pathLst>
                <a:path w="196516" h="11945">
                  <a:moveTo>
                    <a:pt x="0" y="0"/>
                  </a:moveTo>
                  <a:lnTo>
                    <a:pt x="196516" y="1194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7" name="pl3387"/>
            <p:cNvSpPr/>
            <p:nvPr/>
          </p:nvSpPr>
          <p:spPr>
            <a:xfrm>
              <a:off x="11211373" y="6658879"/>
              <a:ext cx="264311" cy="19329"/>
            </a:xfrm>
            <a:custGeom>
              <a:avLst/>
              <a:pathLst>
                <a:path w="264311" h="19329">
                  <a:moveTo>
                    <a:pt x="0" y="0"/>
                  </a:moveTo>
                  <a:lnTo>
                    <a:pt x="136594" y="10424"/>
                  </a:lnTo>
                  <a:lnTo>
                    <a:pt x="264311" y="1932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8" name="pl3388"/>
            <p:cNvSpPr/>
            <p:nvPr/>
          </p:nvSpPr>
          <p:spPr>
            <a:xfrm>
              <a:off x="11067351" y="6657793"/>
              <a:ext cx="528442" cy="12379"/>
            </a:xfrm>
            <a:custGeom>
              <a:avLst/>
              <a:pathLst>
                <a:path w="528442" h="12379">
                  <a:moveTo>
                    <a:pt x="0" y="6949"/>
                  </a:moveTo>
                  <a:lnTo>
                    <a:pt x="134669" y="6081"/>
                  </a:lnTo>
                  <a:lnTo>
                    <a:pt x="257246" y="4995"/>
                  </a:lnTo>
                  <a:lnTo>
                    <a:pt x="396633" y="0"/>
                  </a:lnTo>
                  <a:lnTo>
                    <a:pt x="528442" y="1237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9" name="pl3389"/>
            <p:cNvSpPr/>
            <p:nvPr/>
          </p:nvSpPr>
          <p:spPr>
            <a:xfrm>
              <a:off x="11067351" y="6648020"/>
              <a:ext cx="274637" cy="11293"/>
            </a:xfrm>
            <a:custGeom>
              <a:avLst/>
              <a:pathLst>
                <a:path w="274637" h="11293">
                  <a:moveTo>
                    <a:pt x="0" y="0"/>
                  </a:moveTo>
                  <a:lnTo>
                    <a:pt x="274637" y="1129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0" name="pl3390"/>
            <p:cNvSpPr/>
            <p:nvPr/>
          </p:nvSpPr>
          <p:spPr>
            <a:xfrm>
              <a:off x="11067351" y="6647802"/>
              <a:ext cx="136449" cy="1737"/>
            </a:xfrm>
            <a:custGeom>
              <a:avLst/>
              <a:pathLst>
                <a:path w="136449" h="1737">
                  <a:moveTo>
                    <a:pt x="0" y="1737"/>
                  </a:moveTo>
                  <a:lnTo>
                    <a:pt x="13644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1" name="pl3391"/>
            <p:cNvSpPr/>
            <p:nvPr/>
          </p:nvSpPr>
          <p:spPr>
            <a:xfrm>
              <a:off x="11067351" y="6667566"/>
              <a:ext cx="144521" cy="2171"/>
            </a:xfrm>
            <a:custGeom>
              <a:avLst/>
              <a:pathLst>
                <a:path w="144521" h="2171">
                  <a:moveTo>
                    <a:pt x="0" y="0"/>
                  </a:moveTo>
                  <a:lnTo>
                    <a:pt x="144521" y="217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2" name="pl3392"/>
            <p:cNvSpPr/>
            <p:nvPr/>
          </p:nvSpPr>
          <p:spPr>
            <a:xfrm>
              <a:off x="11067351" y="6602845"/>
              <a:ext cx="351921" cy="44957"/>
            </a:xfrm>
            <a:custGeom>
              <a:avLst/>
              <a:pathLst>
                <a:path w="351921" h="44957">
                  <a:moveTo>
                    <a:pt x="0" y="44957"/>
                  </a:moveTo>
                  <a:lnTo>
                    <a:pt x="35192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3" name="pl3393"/>
            <p:cNvSpPr/>
            <p:nvPr/>
          </p:nvSpPr>
          <p:spPr>
            <a:xfrm>
              <a:off x="11067351" y="6651495"/>
              <a:ext cx="457189" cy="7167"/>
            </a:xfrm>
            <a:custGeom>
              <a:avLst/>
              <a:pathLst>
                <a:path w="457189" h="7167">
                  <a:moveTo>
                    <a:pt x="0" y="0"/>
                  </a:moveTo>
                  <a:lnTo>
                    <a:pt x="138167" y="7167"/>
                  </a:lnTo>
                  <a:lnTo>
                    <a:pt x="457189" y="477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4" name="pl3394"/>
            <p:cNvSpPr/>
            <p:nvPr/>
          </p:nvSpPr>
          <p:spPr>
            <a:xfrm>
              <a:off x="11067351" y="6642156"/>
              <a:ext cx="270833" cy="6732"/>
            </a:xfrm>
            <a:custGeom>
              <a:avLst/>
              <a:pathLst>
                <a:path w="270833" h="6732">
                  <a:moveTo>
                    <a:pt x="0" y="6732"/>
                  </a:moveTo>
                  <a:lnTo>
                    <a:pt x="132858" y="6515"/>
                  </a:lnTo>
                  <a:lnTo>
                    <a:pt x="27083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5" name="pl3395"/>
            <p:cNvSpPr/>
            <p:nvPr/>
          </p:nvSpPr>
          <p:spPr>
            <a:xfrm>
              <a:off x="11067351" y="6648237"/>
              <a:ext cx="133045" cy="5429"/>
            </a:xfrm>
            <a:custGeom>
              <a:avLst/>
              <a:pathLst>
                <a:path w="133045" h="5429">
                  <a:moveTo>
                    <a:pt x="0" y="0"/>
                  </a:moveTo>
                  <a:lnTo>
                    <a:pt x="133045" y="542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6" name="pl3396"/>
            <p:cNvSpPr/>
            <p:nvPr/>
          </p:nvSpPr>
          <p:spPr>
            <a:xfrm>
              <a:off x="11067351" y="6633034"/>
              <a:ext cx="731299" cy="20849"/>
            </a:xfrm>
            <a:custGeom>
              <a:avLst/>
              <a:pathLst>
                <a:path w="731299" h="20849">
                  <a:moveTo>
                    <a:pt x="0" y="20849"/>
                  </a:moveTo>
                  <a:lnTo>
                    <a:pt x="196516" y="1520"/>
                  </a:lnTo>
                  <a:lnTo>
                    <a:pt x="332385" y="11076"/>
                  </a:lnTo>
                  <a:lnTo>
                    <a:pt x="464270" y="434"/>
                  </a:lnTo>
                  <a:lnTo>
                    <a:pt x="598147" y="0"/>
                  </a:lnTo>
                  <a:lnTo>
                    <a:pt x="731299" y="2084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7" name="pl3397"/>
            <p:cNvSpPr/>
            <p:nvPr/>
          </p:nvSpPr>
          <p:spPr>
            <a:xfrm>
              <a:off x="11067351" y="6670390"/>
              <a:ext cx="146014" cy="18677"/>
            </a:xfrm>
            <a:custGeom>
              <a:avLst/>
              <a:pathLst>
                <a:path w="146014" h="18677">
                  <a:moveTo>
                    <a:pt x="0" y="0"/>
                  </a:moveTo>
                  <a:lnTo>
                    <a:pt x="146014" y="1867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8" name="pl3398"/>
            <p:cNvSpPr/>
            <p:nvPr/>
          </p:nvSpPr>
          <p:spPr>
            <a:xfrm>
              <a:off x="11067351" y="6638464"/>
              <a:ext cx="456159" cy="9338"/>
            </a:xfrm>
            <a:custGeom>
              <a:avLst/>
              <a:pathLst>
                <a:path w="456159" h="9338">
                  <a:moveTo>
                    <a:pt x="0" y="9338"/>
                  </a:moveTo>
                  <a:lnTo>
                    <a:pt x="203261" y="6298"/>
                  </a:lnTo>
                  <a:lnTo>
                    <a:pt x="342049" y="7601"/>
                  </a:lnTo>
                  <a:lnTo>
                    <a:pt x="45615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9" name="pl3399"/>
            <p:cNvSpPr/>
            <p:nvPr/>
          </p:nvSpPr>
          <p:spPr>
            <a:xfrm>
              <a:off x="11067351" y="6633468"/>
              <a:ext cx="664131" cy="34097"/>
            </a:xfrm>
            <a:custGeom>
              <a:avLst/>
              <a:pathLst>
                <a:path w="664131" h="34097">
                  <a:moveTo>
                    <a:pt x="0" y="34097"/>
                  </a:moveTo>
                  <a:lnTo>
                    <a:pt x="51221" y="27799"/>
                  </a:lnTo>
                  <a:lnTo>
                    <a:pt x="210507" y="0"/>
                  </a:lnTo>
                  <a:lnTo>
                    <a:pt x="339742" y="20415"/>
                  </a:lnTo>
                  <a:lnTo>
                    <a:pt x="460145" y="23673"/>
                  </a:lnTo>
                  <a:lnTo>
                    <a:pt x="664131" y="1172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0" name="pl3400"/>
            <p:cNvSpPr/>
            <p:nvPr/>
          </p:nvSpPr>
          <p:spPr>
            <a:xfrm>
              <a:off x="11067351" y="6668218"/>
              <a:ext cx="209964" cy="2606"/>
            </a:xfrm>
            <a:custGeom>
              <a:avLst/>
              <a:pathLst>
                <a:path w="209964" h="2606">
                  <a:moveTo>
                    <a:pt x="0" y="2606"/>
                  </a:moveTo>
                  <a:lnTo>
                    <a:pt x="20996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1" name="pl3401"/>
            <p:cNvSpPr/>
            <p:nvPr/>
          </p:nvSpPr>
          <p:spPr>
            <a:xfrm>
              <a:off x="11067351" y="6630862"/>
              <a:ext cx="144539" cy="3257"/>
            </a:xfrm>
            <a:custGeom>
              <a:avLst/>
              <a:pathLst>
                <a:path w="144539" h="3257">
                  <a:moveTo>
                    <a:pt x="0" y="3257"/>
                  </a:moveTo>
                  <a:lnTo>
                    <a:pt x="14453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2" name="pl3402"/>
            <p:cNvSpPr/>
            <p:nvPr/>
          </p:nvSpPr>
          <p:spPr>
            <a:xfrm>
              <a:off x="11067351" y="6624549"/>
              <a:ext cx="932247" cy="31713"/>
            </a:xfrm>
            <a:custGeom>
              <a:avLst/>
              <a:pathLst>
                <a:path w="932247" h="31713">
                  <a:moveTo>
                    <a:pt x="0" y="31713"/>
                  </a:moveTo>
                  <a:lnTo>
                    <a:pt x="9416" y="31393"/>
                  </a:lnTo>
                  <a:lnTo>
                    <a:pt x="18833" y="31073"/>
                  </a:lnTo>
                  <a:lnTo>
                    <a:pt x="28249" y="30752"/>
                  </a:lnTo>
                  <a:lnTo>
                    <a:pt x="37666" y="30432"/>
                  </a:lnTo>
                  <a:lnTo>
                    <a:pt x="47083" y="30112"/>
                  </a:lnTo>
                  <a:lnTo>
                    <a:pt x="56499" y="29791"/>
                  </a:lnTo>
                  <a:lnTo>
                    <a:pt x="65916" y="29471"/>
                  </a:lnTo>
                  <a:lnTo>
                    <a:pt x="75333" y="29151"/>
                  </a:lnTo>
                  <a:lnTo>
                    <a:pt x="84749" y="28830"/>
                  </a:lnTo>
                  <a:lnTo>
                    <a:pt x="94166" y="28510"/>
                  </a:lnTo>
                  <a:lnTo>
                    <a:pt x="103583" y="28190"/>
                  </a:lnTo>
                  <a:lnTo>
                    <a:pt x="112999" y="27869"/>
                  </a:lnTo>
                  <a:lnTo>
                    <a:pt x="122416" y="27549"/>
                  </a:lnTo>
                  <a:lnTo>
                    <a:pt x="131832" y="27229"/>
                  </a:lnTo>
                  <a:lnTo>
                    <a:pt x="141249" y="26908"/>
                  </a:lnTo>
                  <a:lnTo>
                    <a:pt x="150666" y="26588"/>
                  </a:lnTo>
                  <a:lnTo>
                    <a:pt x="160082" y="26268"/>
                  </a:lnTo>
                  <a:lnTo>
                    <a:pt x="169499" y="25947"/>
                  </a:lnTo>
                  <a:lnTo>
                    <a:pt x="178916" y="25627"/>
                  </a:lnTo>
                  <a:lnTo>
                    <a:pt x="188332" y="25307"/>
                  </a:lnTo>
                  <a:lnTo>
                    <a:pt x="197749" y="24986"/>
                  </a:lnTo>
                  <a:lnTo>
                    <a:pt x="207166" y="24666"/>
                  </a:lnTo>
                  <a:lnTo>
                    <a:pt x="216582" y="24346"/>
                  </a:lnTo>
                  <a:lnTo>
                    <a:pt x="225999" y="24025"/>
                  </a:lnTo>
                  <a:lnTo>
                    <a:pt x="235416" y="23705"/>
                  </a:lnTo>
                  <a:lnTo>
                    <a:pt x="244832" y="23385"/>
                  </a:lnTo>
                  <a:lnTo>
                    <a:pt x="254249" y="23064"/>
                  </a:lnTo>
                  <a:lnTo>
                    <a:pt x="263665" y="22744"/>
                  </a:lnTo>
                  <a:lnTo>
                    <a:pt x="273082" y="22423"/>
                  </a:lnTo>
                  <a:lnTo>
                    <a:pt x="282499" y="22103"/>
                  </a:lnTo>
                  <a:lnTo>
                    <a:pt x="291915" y="21783"/>
                  </a:lnTo>
                  <a:lnTo>
                    <a:pt x="301332" y="21462"/>
                  </a:lnTo>
                  <a:lnTo>
                    <a:pt x="310749" y="21142"/>
                  </a:lnTo>
                  <a:lnTo>
                    <a:pt x="320165" y="20822"/>
                  </a:lnTo>
                  <a:lnTo>
                    <a:pt x="329582" y="20501"/>
                  </a:lnTo>
                  <a:lnTo>
                    <a:pt x="338999" y="20181"/>
                  </a:lnTo>
                  <a:lnTo>
                    <a:pt x="348415" y="19861"/>
                  </a:lnTo>
                  <a:lnTo>
                    <a:pt x="357832" y="19540"/>
                  </a:lnTo>
                  <a:lnTo>
                    <a:pt x="367248" y="19220"/>
                  </a:lnTo>
                  <a:lnTo>
                    <a:pt x="376665" y="18900"/>
                  </a:lnTo>
                  <a:lnTo>
                    <a:pt x="386082" y="18579"/>
                  </a:lnTo>
                  <a:lnTo>
                    <a:pt x="395498" y="18259"/>
                  </a:lnTo>
                  <a:lnTo>
                    <a:pt x="404915" y="17939"/>
                  </a:lnTo>
                  <a:lnTo>
                    <a:pt x="414332" y="17618"/>
                  </a:lnTo>
                  <a:lnTo>
                    <a:pt x="423748" y="17298"/>
                  </a:lnTo>
                  <a:lnTo>
                    <a:pt x="433165" y="16978"/>
                  </a:lnTo>
                  <a:lnTo>
                    <a:pt x="442582" y="16657"/>
                  </a:lnTo>
                  <a:lnTo>
                    <a:pt x="451998" y="16337"/>
                  </a:lnTo>
                  <a:lnTo>
                    <a:pt x="461415" y="16017"/>
                  </a:lnTo>
                  <a:lnTo>
                    <a:pt x="470832" y="15696"/>
                  </a:lnTo>
                  <a:lnTo>
                    <a:pt x="480248" y="15376"/>
                  </a:lnTo>
                  <a:lnTo>
                    <a:pt x="489665" y="15056"/>
                  </a:lnTo>
                  <a:lnTo>
                    <a:pt x="499081" y="14735"/>
                  </a:lnTo>
                  <a:lnTo>
                    <a:pt x="508498" y="14415"/>
                  </a:lnTo>
                  <a:lnTo>
                    <a:pt x="517915" y="14095"/>
                  </a:lnTo>
                  <a:lnTo>
                    <a:pt x="527331" y="13774"/>
                  </a:lnTo>
                  <a:lnTo>
                    <a:pt x="536748" y="13454"/>
                  </a:lnTo>
                  <a:lnTo>
                    <a:pt x="546165" y="13134"/>
                  </a:lnTo>
                  <a:lnTo>
                    <a:pt x="555581" y="12813"/>
                  </a:lnTo>
                  <a:lnTo>
                    <a:pt x="564998" y="12493"/>
                  </a:lnTo>
                  <a:lnTo>
                    <a:pt x="574415" y="12173"/>
                  </a:lnTo>
                  <a:lnTo>
                    <a:pt x="583831" y="11852"/>
                  </a:lnTo>
                  <a:lnTo>
                    <a:pt x="593248" y="11532"/>
                  </a:lnTo>
                  <a:lnTo>
                    <a:pt x="602664" y="11211"/>
                  </a:lnTo>
                  <a:lnTo>
                    <a:pt x="612081" y="10891"/>
                  </a:lnTo>
                  <a:lnTo>
                    <a:pt x="621498" y="10571"/>
                  </a:lnTo>
                  <a:lnTo>
                    <a:pt x="630914" y="10250"/>
                  </a:lnTo>
                  <a:lnTo>
                    <a:pt x="640331" y="9930"/>
                  </a:lnTo>
                  <a:lnTo>
                    <a:pt x="649748" y="9610"/>
                  </a:lnTo>
                  <a:lnTo>
                    <a:pt x="659164" y="9289"/>
                  </a:lnTo>
                  <a:lnTo>
                    <a:pt x="668581" y="8969"/>
                  </a:lnTo>
                  <a:lnTo>
                    <a:pt x="677998" y="8649"/>
                  </a:lnTo>
                  <a:lnTo>
                    <a:pt x="687414" y="8328"/>
                  </a:lnTo>
                  <a:lnTo>
                    <a:pt x="696831" y="8008"/>
                  </a:lnTo>
                  <a:lnTo>
                    <a:pt x="706248" y="7688"/>
                  </a:lnTo>
                  <a:lnTo>
                    <a:pt x="715664" y="7367"/>
                  </a:lnTo>
                  <a:lnTo>
                    <a:pt x="725081" y="7047"/>
                  </a:lnTo>
                  <a:lnTo>
                    <a:pt x="734497" y="6727"/>
                  </a:lnTo>
                  <a:lnTo>
                    <a:pt x="743914" y="6406"/>
                  </a:lnTo>
                  <a:lnTo>
                    <a:pt x="753331" y="6086"/>
                  </a:lnTo>
                  <a:lnTo>
                    <a:pt x="762747" y="5766"/>
                  </a:lnTo>
                  <a:lnTo>
                    <a:pt x="772164" y="5445"/>
                  </a:lnTo>
                  <a:lnTo>
                    <a:pt x="781581" y="5125"/>
                  </a:lnTo>
                  <a:lnTo>
                    <a:pt x="790997" y="4805"/>
                  </a:lnTo>
                  <a:lnTo>
                    <a:pt x="800414" y="4484"/>
                  </a:lnTo>
                  <a:lnTo>
                    <a:pt x="809831" y="4164"/>
                  </a:lnTo>
                  <a:lnTo>
                    <a:pt x="819247" y="3844"/>
                  </a:lnTo>
                  <a:lnTo>
                    <a:pt x="828664" y="3523"/>
                  </a:lnTo>
                  <a:lnTo>
                    <a:pt x="838081" y="3203"/>
                  </a:lnTo>
                  <a:lnTo>
                    <a:pt x="847497" y="2883"/>
                  </a:lnTo>
                  <a:lnTo>
                    <a:pt x="856914" y="2562"/>
                  </a:lnTo>
                  <a:lnTo>
                    <a:pt x="866330" y="2242"/>
                  </a:lnTo>
                  <a:lnTo>
                    <a:pt x="875747" y="1922"/>
                  </a:lnTo>
                  <a:lnTo>
                    <a:pt x="885164" y="1601"/>
                  </a:lnTo>
                  <a:lnTo>
                    <a:pt x="894580" y="1281"/>
                  </a:lnTo>
                  <a:lnTo>
                    <a:pt x="903997" y="961"/>
                  </a:lnTo>
                  <a:lnTo>
                    <a:pt x="913414" y="640"/>
                  </a:lnTo>
                  <a:lnTo>
                    <a:pt x="922830" y="320"/>
                  </a:lnTo>
                  <a:lnTo>
                    <a:pt x="932247" y="0"/>
                  </a:lnTo>
                </a:path>
              </a:pathLst>
            </a:custGeom>
            <a:ln w="54202" cap="flat">
              <a:solidFill>
                <a:srgbClr val="FFD7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403" name="tx3403"/>
            <p:cNvSpPr/>
            <p:nvPr/>
          </p:nvSpPr>
          <p:spPr>
            <a:xfrm>
              <a:off x="11085725" y="5439774"/>
              <a:ext cx="913873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7B82">
                      <a:alpha val="100000"/>
                    </a:srgbClr>
                  </a:solidFill>
                  <a:latin typeface="Arial"/>
                  <a:cs typeface="Arial"/>
                </a:rPr>
                <a:t>0.07 Z/year</a:t>
              </a:r>
            </a:p>
          </p:txBody>
        </p:sp>
        <p:sp>
          <p:nvSpPr>
            <p:cNvPr id="3404" name="rc3404"/>
            <p:cNvSpPr/>
            <p:nvPr/>
          </p:nvSpPr>
          <p:spPr>
            <a:xfrm>
              <a:off x="11020738" y="5418670"/>
              <a:ext cx="1025472" cy="13493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5" name="tx3405"/>
            <p:cNvSpPr/>
            <p:nvPr/>
          </p:nvSpPr>
          <p:spPr>
            <a:xfrm>
              <a:off x="10895953" y="66095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406" name="tx3406"/>
            <p:cNvSpPr/>
            <p:nvPr/>
          </p:nvSpPr>
          <p:spPr>
            <a:xfrm>
              <a:off x="10833797" y="6287099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3407" name="tx3407"/>
            <p:cNvSpPr/>
            <p:nvPr/>
          </p:nvSpPr>
          <p:spPr>
            <a:xfrm>
              <a:off x="10833797" y="5964667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3408" name="tx3408"/>
            <p:cNvSpPr/>
            <p:nvPr/>
          </p:nvSpPr>
          <p:spPr>
            <a:xfrm>
              <a:off x="10833797" y="5642180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3409" name="pl3409"/>
            <p:cNvSpPr/>
            <p:nvPr/>
          </p:nvSpPr>
          <p:spPr>
            <a:xfrm>
              <a:off x="10985944" y="665122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0" name="pl3410"/>
            <p:cNvSpPr/>
            <p:nvPr/>
          </p:nvSpPr>
          <p:spPr>
            <a:xfrm>
              <a:off x="10985944" y="632879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1" name="pl3411"/>
            <p:cNvSpPr/>
            <p:nvPr/>
          </p:nvSpPr>
          <p:spPr>
            <a:xfrm>
              <a:off x="10985944" y="600635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2" name="pl3412"/>
            <p:cNvSpPr/>
            <p:nvPr/>
          </p:nvSpPr>
          <p:spPr>
            <a:xfrm>
              <a:off x="10985944" y="568392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3" name="pl3413"/>
            <p:cNvSpPr/>
            <p:nvPr/>
          </p:nvSpPr>
          <p:spPr>
            <a:xfrm>
              <a:off x="11067351" y="67679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4" name="pl3414"/>
            <p:cNvSpPr/>
            <p:nvPr/>
          </p:nvSpPr>
          <p:spPr>
            <a:xfrm>
              <a:off x="11397967" y="67679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5" name="pl3415"/>
            <p:cNvSpPr/>
            <p:nvPr/>
          </p:nvSpPr>
          <p:spPr>
            <a:xfrm>
              <a:off x="11728583" y="67679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6" name="tx3416"/>
            <p:cNvSpPr/>
            <p:nvPr/>
          </p:nvSpPr>
          <p:spPr>
            <a:xfrm>
              <a:off x="11036273" y="68289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417" name="tx3417"/>
            <p:cNvSpPr/>
            <p:nvPr/>
          </p:nvSpPr>
          <p:spPr>
            <a:xfrm>
              <a:off x="11366889" y="6830349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3418" name="tx3418"/>
            <p:cNvSpPr/>
            <p:nvPr/>
          </p:nvSpPr>
          <p:spPr>
            <a:xfrm>
              <a:off x="11666428" y="682893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3419" name="tx3419"/>
            <p:cNvSpPr/>
            <p:nvPr/>
          </p:nvSpPr>
          <p:spPr>
            <a:xfrm>
              <a:off x="10912294" y="6976374"/>
              <a:ext cx="1242361" cy="10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Years from baseline</a:t>
              </a:r>
            </a:p>
          </p:txBody>
        </p:sp>
        <p:sp>
          <p:nvSpPr>
            <p:cNvPr id="3420" name="tx3420"/>
            <p:cNvSpPr/>
            <p:nvPr/>
          </p:nvSpPr>
          <p:spPr>
            <a:xfrm rot="-5400000">
              <a:off x="10082636" y="6027779"/>
              <a:ext cx="1226399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Cortical Amyloid (Z)</a:t>
              </a:r>
            </a:p>
          </p:txBody>
        </p:sp>
        <p:sp>
          <p:nvSpPr>
            <p:cNvPr id="3421" name="rc3421"/>
            <p:cNvSpPr/>
            <p:nvPr/>
          </p:nvSpPr>
          <p:spPr>
            <a:xfrm>
              <a:off x="10591800" y="7177881"/>
              <a:ext cx="1523999" cy="1828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2" name="rc3422"/>
            <p:cNvSpPr/>
            <p:nvPr/>
          </p:nvSpPr>
          <p:spPr>
            <a:xfrm>
              <a:off x="11020738" y="7247470"/>
              <a:ext cx="1025472" cy="13493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23" name="pl3423"/>
            <p:cNvSpPr/>
            <p:nvPr/>
          </p:nvSpPr>
          <p:spPr>
            <a:xfrm>
              <a:off x="11020738" y="8370500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4" name="pl3424"/>
            <p:cNvSpPr/>
            <p:nvPr/>
          </p:nvSpPr>
          <p:spPr>
            <a:xfrm>
              <a:off x="11020738" y="8031566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5" name="pl3425"/>
            <p:cNvSpPr/>
            <p:nvPr/>
          </p:nvSpPr>
          <p:spPr>
            <a:xfrm>
              <a:off x="11020738" y="7692631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6" name="pl3426"/>
            <p:cNvSpPr/>
            <p:nvPr/>
          </p:nvSpPr>
          <p:spPr>
            <a:xfrm>
              <a:off x="11020738" y="7353696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7" name="pl3427"/>
            <p:cNvSpPr/>
            <p:nvPr/>
          </p:nvSpPr>
          <p:spPr>
            <a:xfrm>
              <a:off x="11232659" y="72474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8" name="pl3428"/>
            <p:cNvSpPr/>
            <p:nvPr/>
          </p:nvSpPr>
          <p:spPr>
            <a:xfrm>
              <a:off x="11563275" y="72474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9" name="pl3429"/>
            <p:cNvSpPr/>
            <p:nvPr/>
          </p:nvSpPr>
          <p:spPr>
            <a:xfrm>
              <a:off x="11893891" y="72474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0" name="pl3430"/>
            <p:cNvSpPr/>
            <p:nvPr/>
          </p:nvSpPr>
          <p:spPr>
            <a:xfrm>
              <a:off x="11020738" y="8539968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1" name="pl3431"/>
            <p:cNvSpPr/>
            <p:nvPr/>
          </p:nvSpPr>
          <p:spPr>
            <a:xfrm>
              <a:off x="11020738" y="8201033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2" name="pl3432"/>
            <p:cNvSpPr/>
            <p:nvPr/>
          </p:nvSpPr>
          <p:spPr>
            <a:xfrm>
              <a:off x="11020738" y="7862098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3" name="pl3433"/>
            <p:cNvSpPr/>
            <p:nvPr/>
          </p:nvSpPr>
          <p:spPr>
            <a:xfrm>
              <a:off x="11020738" y="7523163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4" name="pl3434"/>
            <p:cNvSpPr/>
            <p:nvPr/>
          </p:nvSpPr>
          <p:spPr>
            <a:xfrm>
              <a:off x="11067351" y="72474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5" name="pl3435"/>
            <p:cNvSpPr/>
            <p:nvPr/>
          </p:nvSpPr>
          <p:spPr>
            <a:xfrm>
              <a:off x="11397967" y="72474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6" name="pl3436"/>
            <p:cNvSpPr/>
            <p:nvPr/>
          </p:nvSpPr>
          <p:spPr>
            <a:xfrm>
              <a:off x="11728583" y="72474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7" name="pt3437"/>
            <p:cNvSpPr/>
            <p:nvPr/>
          </p:nvSpPr>
          <p:spPr>
            <a:xfrm>
              <a:off x="11042525" y="83631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8" name="pt3438"/>
            <p:cNvSpPr/>
            <p:nvPr/>
          </p:nvSpPr>
          <p:spPr>
            <a:xfrm>
              <a:off x="11252851" y="84035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9" name="pt3439"/>
            <p:cNvSpPr/>
            <p:nvPr/>
          </p:nvSpPr>
          <p:spPr>
            <a:xfrm>
              <a:off x="11042525" y="82663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0" name="pt3440"/>
            <p:cNvSpPr/>
            <p:nvPr/>
          </p:nvSpPr>
          <p:spPr>
            <a:xfrm>
              <a:off x="11042525" y="84777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1" name="pt3441"/>
            <p:cNvSpPr/>
            <p:nvPr/>
          </p:nvSpPr>
          <p:spPr>
            <a:xfrm>
              <a:off x="11240170" y="84588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2" name="pt3442"/>
            <p:cNvSpPr/>
            <p:nvPr/>
          </p:nvSpPr>
          <p:spPr>
            <a:xfrm>
              <a:off x="11042525" y="83711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3" name="pt3443"/>
            <p:cNvSpPr/>
            <p:nvPr/>
          </p:nvSpPr>
          <p:spPr>
            <a:xfrm>
              <a:off x="11110850" y="83131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4" name="pt3444"/>
            <p:cNvSpPr/>
            <p:nvPr/>
          </p:nvSpPr>
          <p:spPr>
            <a:xfrm>
              <a:off x="11042525" y="77287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5" name="pt3445"/>
            <p:cNvSpPr/>
            <p:nvPr/>
          </p:nvSpPr>
          <p:spPr>
            <a:xfrm>
              <a:off x="11118515" y="76969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6" name="pt3446"/>
            <p:cNvSpPr/>
            <p:nvPr/>
          </p:nvSpPr>
          <p:spPr>
            <a:xfrm>
              <a:off x="11176583" y="76990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7" name="pt3447"/>
            <p:cNvSpPr/>
            <p:nvPr/>
          </p:nvSpPr>
          <p:spPr>
            <a:xfrm>
              <a:off x="11240170" y="75739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8" name="pt3448"/>
            <p:cNvSpPr/>
            <p:nvPr/>
          </p:nvSpPr>
          <p:spPr>
            <a:xfrm>
              <a:off x="11307199" y="84387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9" name="pt3449"/>
            <p:cNvSpPr/>
            <p:nvPr/>
          </p:nvSpPr>
          <p:spPr>
            <a:xfrm>
              <a:off x="11592344" y="83432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0" name="pt3450"/>
            <p:cNvSpPr/>
            <p:nvPr/>
          </p:nvSpPr>
          <p:spPr>
            <a:xfrm>
              <a:off x="11042525" y="83684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1" name="pt3451"/>
            <p:cNvSpPr/>
            <p:nvPr/>
          </p:nvSpPr>
          <p:spPr>
            <a:xfrm>
              <a:off x="11042525" y="76709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2" name="pt3452"/>
            <p:cNvSpPr/>
            <p:nvPr/>
          </p:nvSpPr>
          <p:spPr>
            <a:xfrm>
              <a:off x="11042525" y="81375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3" name="pt3453"/>
            <p:cNvSpPr/>
            <p:nvPr/>
          </p:nvSpPr>
          <p:spPr>
            <a:xfrm>
              <a:off x="11121148" y="81357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4" name="pt3454"/>
            <p:cNvSpPr/>
            <p:nvPr/>
          </p:nvSpPr>
          <p:spPr>
            <a:xfrm>
              <a:off x="11278442" y="80800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5" name="pt3455"/>
            <p:cNvSpPr/>
            <p:nvPr/>
          </p:nvSpPr>
          <p:spPr>
            <a:xfrm>
              <a:off x="11042525" y="83225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6" name="pt3456"/>
            <p:cNvSpPr/>
            <p:nvPr/>
          </p:nvSpPr>
          <p:spPr>
            <a:xfrm>
              <a:off x="11313177" y="82791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7" name="pt3457"/>
            <p:cNvSpPr/>
            <p:nvPr/>
          </p:nvSpPr>
          <p:spPr>
            <a:xfrm>
              <a:off x="11042525" y="84583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8" name="pt3458"/>
            <p:cNvSpPr/>
            <p:nvPr/>
          </p:nvSpPr>
          <p:spPr>
            <a:xfrm>
              <a:off x="11042525" y="83524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9" name="pt3459"/>
            <p:cNvSpPr/>
            <p:nvPr/>
          </p:nvSpPr>
          <p:spPr>
            <a:xfrm>
              <a:off x="11261851" y="83229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0" name="pt3460"/>
            <p:cNvSpPr/>
            <p:nvPr/>
          </p:nvSpPr>
          <p:spPr>
            <a:xfrm>
              <a:off x="11443250" y="83163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1" name="pt3461"/>
            <p:cNvSpPr/>
            <p:nvPr/>
          </p:nvSpPr>
          <p:spPr>
            <a:xfrm>
              <a:off x="11042525" y="81885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2" name="pt3462"/>
            <p:cNvSpPr/>
            <p:nvPr/>
          </p:nvSpPr>
          <p:spPr>
            <a:xfrm>
              <a:off x="11042525" y="84827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3" name="pt3463"/>
            <p:cNvSpPr/>
            <p:nvPr/>
          </p:nvSpPr>
          <p:spPr>
            <a:xfrm>
              <a:off x="11042525" y="82711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4" name="pt3464"/>
            <p:cNvSpPr/>
            <p:nvPr/>
          </p:nvSpPr>
          <p:spPr>
            <a:xfrm>
              <a:off x="11042525" y="84811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5" name="pt3465"/>
            <p:cNvSpPr/>
            <p:nvPr/>
          </p:nvSpPr>
          <p:spPr>
            <a:xfrm>
              <a:off x="11282380" y="83989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6" name="pt3466"/>
            <p:cNvSpPr/>
            <p:nvPr/>
          </p:nvSpPr>
          <p:spPr>
            <a:xfrm>
              <a:off x="11042525" y="83782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7" name="pt3467"/>
            <p:cNvSpPr/>
            <p:nvPr/>
          </p:nvSpPr>
          <p:spPr>
            <a:xfrm>
              <a:off x="11118570" y="84133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8" name="pt3468"/>
            <p:cNvSpPr/>
            <p:nvPr/>
          </p:nvSpPr>
          <p:spPr>
            <a:xfrm>
              <a:off x="11042525" y="79686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9" name="pt3469"/>
            <p:cNvSpPr/>
            <p:nvPr/>
          </p:nvSpPr>
          <p:spPr>
            <a:xfrm>
              <a:off x="11182137" y="77695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0" name="pt3470"/>
            <p:cNvSpPr/>
            <p:nvPr/>
          </p:nvSpPr>
          <p:spPr>
            <a:xfrm>
              <a:off x="11042525" y="82910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1" name="pt3471"/>
            <p:cNvSpPr/>
            <p:nvPr/>
          </p:nvSpPr>
          <p:spPr>
            <a:xfrm>
              <a:off x="11202007" y="82031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2" name="pt3472"/>
            <p:cNvSpPr/>
            <p:nvPr/>
          </p:nvSpPr>
          <p:spPr>
            <a:xfrm>
              <a:off x="11376101" y="82111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3" name="pt3473"/>
            <p:cNvSpPr/>
            <p:nvPr/>
          </p:nvSpPr>
          <p:spPr>
            <a:xfrm>
              <a:off x="11042525" y="84574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4" name="pt3474"/>
            <p:cNvSpPr/>
            <p:nvPr/>
          </p:nvSpPr>
          <p:spPr>
            <a:xfrm>
              <a:off x="11259373" y="83770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5" name="pt3475"/>
            <p:cNvSpPr/>
            <p:nvPr/>
          </p:nvSpPr>
          <p:spPr>
            <a:xfrm>
              <a:off x="11042525" y="83110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6" name="pt3476"/>
            <p:cNvSpPr/>
            <p:nvPr/>
          </p:nvSpPr>
          <p:spPr>
            <a:xfrm>
              <a:off x="11042525" y="84763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7" name="pt3477"/>
            <p:cNvSpPr/>
            <p:nvPr/>
          </p:nvSpPr>
          <p:spPr>
            <a:xfrm>
              <a:off x="11114626" y="85010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8" name="pt3478"/>
            <p:cNvSpPr/>
            <p:nvPr/>
          </p:nvSpPr>
          <p:spPr>
            <a:xfrm>
              <a:off x="11242830" y="84510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9" name="pt3479"/>
            <p:cNvSpPr/>
            <p:nvPr/>
          </p:nvSpPr>
          <p:spPr>
            <a:xfrm>
              <a:off x="11378395" y="84540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0" name="pt3480"/>
            <p:cNvSpPr/>
            <p:nvPr/>
          </p:nvSpPr>
          <p:spPr>
            <a:xfrm>
              <a:off x="11042525" y="83802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1" name="pt3481"/>
            <p:cNvSpPr/>
            <p:nvPr/>
          </p:nvSpPr>
          <p:spPr>
            <a:xfrm>
              <a:off x="11241863" y="82366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2" name="pt3482"/>
            <p:cNvSpPr/>
            <p:nvPr/>
          </p:nvSpPr>
          <p:spPr>
            <a:xfrm>
              <a:off x="11374834" y="81978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3" name="pt3483"/>
            <p:cNvSpPr/>
            <p:nvPr/>
          </p:nvSpPr>
          <p:spPr>
            <a:xfrm>
              <a:off x="11505450" y="82047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4" name="pt3484"/>
            <p:cNvSpPr/>
            <p:nvPr/>
          </p:nvSpPr>
          <p:spPr>
            <a:xfrm>
              <a:off x="11042525" y="84843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5" name="pt3485"/>
            <p:cNvSpPr/>
            <p:nvPr/>
          </p:nvSpPr>
          <p:spPr>
            <a:xfrm>
              <a:off x="11178938" y="84789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6" name="pt3486"/>
            <p:cNvSpPr/>
            <p:nvPr/>
          </p:nvSpPr>
          <p:spPr>
            <a:xfrm>
              <a:off x="11042525" y="79462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7" name="pt3487"/>
            <p:cNvSpPr/>
            <p:nvPr/>
          </p:nvSpPr>
          <p:spPr>
            <a:xfrm>
              <a:off x="11042525" y="83318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8" name="pt3488"/>
            <p:cNvSpPr/>
            <p:nvPr/>
          </p:nvSpPr>
          <p:spPr>
            <a:xfrm>
              <a:off x="11105931" y="83519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9" name="pt3489"/>
            <p:cNvSpPr/>
            <p:nvPr/>
          </p:nvSpPr>
          <p:spPr>
            <a:xfrm>
              <a:off x="11042525" y="82777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0" name="pt3490"/>
            <p:cNvSpPr/>
            <p:nvPr/>
          </p:nvSpPr>
          <p:spPr>
            <a:xfrm>
              <a:off x="11118560" y="82353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1" name="pt3491"/>
            <p:cNvSpPr/>
            <p:nvPr/>
          </p:nvSpPr>
          <p:spPr>
            <a:xfrm>
              <a:off x="11042525" y="82492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2" name="pt3492"/>
            <p:cNvSpPr/>
            <p:nvPr/>
          </p:nvSpPr>
          <p:spPr>
            <a:xfrm>
              <a:off x="11042525" y="82994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3" name="pt3493"/>
            <p:cNvSpPr/>
            <p:nvPr/>
          </p:nvSpPr>
          <p:spPr>
            <a:xfrm>
              <a:off x="11115988" y="83053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4" name="pt3494"/>
            <p:cNvSpPr/>
            <p:nvPr/>
          </p:nvSpPr>
          <p:spPr>
            <a:xfrm>
              <a:off x="11042525" y="82448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5" name="pt3495"/>
            <p:cNvSpPr/>
            <p:nvPr/>
          </p:nvSpPr>
          <p:spPr>
            <a:xfrm>
              <a:off x="11128728" y="83035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6" name="pt3496"/>
            <p:cNvSpPr/>
            <p:nvPr/>
          </p:nvSpPr>
          <p:spPr>
            <a:xfrm>
              <a:off x="11264445" y="82766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7" name="pt3497"/>
            <p:cNvSpPr/>
            <p:nvPr/>
          </p:nvSpPr>
          <p:spPr>
            <a:xfrm>
              <a:off x="11042525" y="84903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8" name="pt3498"/>
            <p:cNvSpPr/>
            <p:nvPr/>
          </p:nvSpPr>
          <p:spPr>
            <a:xfrm>
              <a:off x="11439140" y="83779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9" name="pt3499"/>
            <p:cNvSpPr/>
            <p:nvPr/>
          </p:nvSpPr>
          <p:spPr>
            <a:xfrm>
              <a:off x="11042525" y="82099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0" name="pt3500"/>
            <p:cNvSpPr/>
            <p:nvPr/>
          </p:nvSpPr>
          <p:spPr>
            <a:xfrm>
              <a:off x="11042525" y="81232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1" name="pt3501"/>
            <p:cNvSpPr/>
            <p:nvPr/>
          </p:nvSpPr>
          <p:spPr>
            <a:xfrm>
              <a:off x="11042525" y="83615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2" name="pt3502"/>
            <p:cNvSpPr/>
            <p:nvPr/>
          </p:nvSpPr>
          <p:spPr>
            <a:xfrm>
              <a:off x="11113429" y="83713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3" name="pt3503"/>
            <p:cNvSpPr/>
            <p:nvPr/>
          </p:nvSpPr>
          <p:spPr>
            <a:xfrm>
              <a:off x="11179371" y="83302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4" name="pt3504"/>
            <p:cNvSpPr/>
            <p:nvPr/>
          </p:nvSpPr>
          <p:spPr>
            <a:xfrm>
              <a:off x="11042525" y="79996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5" name="pt3505"/>
            <p:cNvSpPr/>
            <p:nvPr/>
          </p:nvSpPr>
          <p:spPr>
            <a:xfrm>
              <a:off x="11245242" y="79204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6" name="pt3506"/>
            <p:cNvSpPr/>
            <p:nvPr/>
          </p:nvSpPr>
          <p:spPr>
            <a:xfrm>
              <a:off x="11373285" y="79302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7" name="pt3507"/>
            <p:cNvSpPr/>
            <p:nvPr/>
          </p:nvSpPr>
          <p:spPr>
            <a:xfrm>
              <a:off x="11505025" y="79127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8" name="pt3508"/>
            <p:cNvSpPr/>
            <p:nvPr/>
          </p:nvSpPr>
          <p:spPr>
            <a:xfrm>
              <a:off x="11714989" y="79186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9" name="pt3509"/>
            <p:cNvSpPr/>
            <p:nvPr/>
          </p:nvSpPr>
          <p:spPr>
            <a:xfrm>
              <a:off x="11042525" y="84457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0" name="pt3510"/>
            <p:cNvSpPr/>
            <p:nvPr/>
          </p:nvSpPr>
          <p:spPr>
            <a:xfrm>
              <a:off x="11187227" y="83316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1" name="pt3511"/>
            <p:cNvSpPr/>
            <p:nvPr/>
          </p:nvSpPr>
          <p:spPr>
            <a:xfrm>
              <a:off x="11042525" y="84857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2" name="pt3512"/>
            <p:cNvSpPr/>
            <p:nvPr/>
          </p:nvSpPr>
          <p:spPr>
            <a:xfrm>
              <a:off x="11042525" y="84031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3" name="pt3513"/>
            <p:cNvSpPr/>
            <p:nvPr/>
          </p:nvSpPr>
          <p:spPr>
            <a:xfrm>
              <a:off x="11042525" y="81748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4" name="pt3514"/>
            <p:cNvSpPr/>
            <p:nvPr/>
          </p:nvSpPr>
          <p:spPr>
            <a:xfrm>
              <a:off x="11042525" y="84668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5" name="pt3515"/>
            <p:cNvSpPr/>
            <p:nvPr/>
          </p:nvSpPr>
          <p:spPr>
            <a:xfrm>
              <a:off x="11384735" y="84807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6" name="pt3516"/>
            <p:cNvSpPr/>
            <p:nvPr/>
          </p:nvSpPr>
          <p:spPr>
            <a:xfrm>
              <a:off x="11514627" y="84750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7" name="pt3517"/>
            <p:cNvSpPr/>
            <p:nvPr/>
          </p:nvSpPr>
          <p:spPr>
            <a:xfrm>
              <a:off x="11042525" y="76798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8" name="pt3518"/>
            <p:cNvSpPr/>
            <p:nvPr/>
          </p:nvSpPr>
          <p:spPr>
            <a:xfrm>
              <a:off x="11108467" y="75960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9" name="pt3519"/>
            <p:cNvSpPr/>
            <p:nvPr/>
          </p:nvSpPr>
          <p:spPr>
            <a:xfrm>
              <a:off x="11175850" y="75924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0" name="pt3520"/>
            <p:cNvSpPr/>
            <p:nvPr/>
          </p:nvSpPr>
          <p:spPr>
            <a:xfrm>
              <a:off x="11042525" y="83626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1" name="pt3521"/>
            <p:cNvSpPr/>
            <p:nvPr/>
          </p:nvSpPr>
          <p:spPr>
            <a:xfrm>
              <a:off x="11112578" y="83540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2" name="pt3522"/>
            <p:cNvSpPr/>
            <p:nvPr/>
          </p:nvSpPr>
          <p:spPr>
            <a:xfrm>
              <a:off x="11042525" y="84578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3" name="pt3523"/>
            <p:cNvSpPr/>
            <p:nvPr/>
          </p:nvSpPr>
          <p:spPr>
            <a:xfrm>
              <a:off x="11190351" y="83766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4" name="pt3524"/>
            <p:cNvSpPr/>
            <p:nvPr/>
          </p:nvSpPr>
          <p:spPr>
            <a:xfrm>
              <a:off x="11042525" y="84129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5" name="pt3525"/>
            <p:cNvSpPr/>
            <p:nvPr/>
          </p:nvSpPr>
          <p:spPr>
            <a:xfrm>
              <a:off x="11241438" y="83323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6" name="pt3526"/>
            <p:cNvSpPr/>
            <p:nvPr/>
          </p:nvSpPr>
          <p:spPr>
            <a:xfrm>
              <a:off x="11042525" y="84697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7" name="pt3527"/>
            <p:cNvSpPr/>
            <p:nvPr/>
          </p:nvSpPr>
          <p:spPr>
            <a:xfrm>
              <a:off x="11152670" y="84624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8" name="pt3528"/>
            <p:cNvSpPr/>
            <p:nvPr/>
          </p:nvSpPr>
          <p:spPr>
            <a:xfrm>
              <a:off x="11278213" y="84396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9" name="pt3529"/>
            <p:cNvSpPr/>
            <p:nvPr/>
          </p:nvSpPr>
          <p:spPr>
            <a:xfrm>
              <a:off x="11042525" y="83047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0" name="pt3530"/>
            <p:cNvSpPr/>
            <p:nvPr/>
          </p:nvSpPr>
          <p:spPr>
            <a:xfrm>
              <a:off x="11042525" y="80227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1" name="pt3531"/>
            <p:cNvSpPr/>
            <p:nvPr/>
          </p:nvSpPr>
          <p:spPr>
            <a:xfrm>
              <a:off x="11170786" y="80318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2" name="pt3532"/>
            <p:cNvSpPr/>
            <p:nvPr/>
          </p:nvSpPr>
          <p:spPr>
            <a:xfrm>
              <a:off x="11246148" y="79992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3" name="pt3533"/>
            <p:cNvSpPr/>
            <p:nvPr/>
          </p:nvSpPr>
          <p:spPr>
            <a:xfrm>
              <a:off x="11308105" y="79549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4" name="pt3534"/>
            <p:cNvSpPr/>
            <p:nvPr/>
          </p:nvSpPr>
          <p:spPr>
            <a:xfrm>
              <a:off x="11374228" y="80259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5" name="pt3535"/>
            <p:cNvSpPr/>
            <p:nvPr/>
          </p:nvSpPr>
          <p:spPr>
            <a:xfrm>
              <a:off x="11042525" y="82871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6" name="pt3536"/>
            <p:cNvSpPr/>
            <p:nvPr/>
          </p:nvSpPr>
          <p:spPr>
            <a:xfrm>
              <a:off x="11042525" y="84480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7" name="pt3537"/>
            <p:cNvSpPr/>
            <p:nvPr/>
          </p:nvSpPr>
          <p:spPr>
            <a:xfrm>
              <a:off x="11109417" y="84590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8" name="pt3538"/>
            <p:cNvSpPr/>
            <p:nvPr/>
          </p:nvSpPr>
          <p:spPr>
            <a:xfrm>
              <a:off x="11042525" y="79453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9" name="pt3539"/>
            <p:cNvSpPr/>
            <p:nvPr/>
          </p:nvSpPr>
          <p:spPr>
            <a:xfrm>
              <a:off x="11111003" y="78191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0" name="pt3540"/>
            <p:cNvSpPr/>
            <p:nvPr/>
          </p:nvSpPr>
          <p:spPr>
            <a:xfrm>
              <a:off x="11042525" y="82115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1" name="pt3541"/>
            <p:cNvSpPr/>
            <p:nvPr/>
          </p:nvSpPr>
          <p:spPr>
            <a:xfrm>
              <a:off x="11179558" y="81983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2" name="pt3542"/>
            <p:cNvSpPr/>
            <p:nvPr/>
          </p:nvSpPr>
          <p:spPr>
            <a:xfrm>
              <a:off x="11042525" y="82366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3" name="pt3543"/>
            <p:cNvSpPr/>
            <p:nvPr/>
          </p:nvSpPr>
          <p:spPr>
            <a:xfrm>
              <a:off x="11121510" y="82640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4" name="pt3544"/>
            <p:cNvSpPr/>
            <p:nvPr/>
          </p:nvSpPr>
          <p:spPr>
            <a:xfrm>
              <a:off x="11042525" y="78277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5" name="pt3545"/>
            <p:cNvSpPr/>
            <p:nvPr/>
          </p:nvSpPr>
          <p:spPr>
            <a:xfrm>
              <a:off x="11125611" y="78334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6" name="pt3546"/>
            <p:cNvSpPr/>
            <p:nvPr/>
          </p:nvSpPr>
          <p:spPr>
            <a:xfrm>
              <a:off x="11186728" y="76344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7" name="pt3547"/>
            <p:cNvSpPr/>
            <p:nvPr/>
          </p:nvSpPr>
          <p:spPr>
            <a:xfrm>
              <a:off x="11042525" y="79528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8" name="pt3548"/>
            <p:cNvSpPr/>
            <p:nvPr/>
          </p:nvSpPr>
          <p:spPr>
            <a:xfrm>
              <a:off x="11104074" y="80375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9" name="pt3549"/>
            <p:cNvSpPr/>
            <p:nvPr/>
          </p:nvSpPr>
          <p:spPr>
            <a:xfrm>
              <a:off x="11187227" y="80042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0" name="pt3550"/>
            <p:cNvSpPr/>
            <p:nvPr/>
          </p:nvSpPr>
          <p:spPr>
            <a:xfrm>
              <a:off x="11248096" y="80428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1" name="pt3551"/>
            <p:cNvSpPr/>
            <p:nvPr/>
          </p:nvSpPr>
          <p:spPr>
            <a:xfrm>
              <a:off x="11042525" y="79659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2" name="pt3552"/>
            <p:cNvSpPr/>
            <p:nvPr/>
          </p:nvSpPr>
          <p:spPr>
            <a:xfrm>
              <a:off x="11109589" y="79709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3" name="pt3553"/>
            <p:cNvSpPr/>
            <p:nvPr/>
          </p:nvSpPr>
          <p:spPr>
            <a:xfrm>
              <a:off x="11042525" y="81670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4" name="pt3554"/>
            <p:cNvSpPr/>
            <p:nvPr/>
          </p:nvSpPr>
          <p:spPr>
            <a:xfrm>
              <a:off x="11118612" y="81270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5" name="pt3555"/>
            <p:cNvSpPr/>
            <p:nvPr/>
          </p:nvSpPr>
          <p:spPr>
            <a:xfrm>
              <a:off x="11042525" y="84878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6" name="pt3556"/>
            <p:cNvSpPr/>
            <p:nvPr/>
          </p:nvSpPr>
          <p:spPr>
            <a:xfrm>
              <a:off x="11042525" y="83866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7" name="pt3557"/>
            <p:cNvSpPr/>
            <p:nvPr/>
          </p:nvSpPr>
          <p:spPr>
            <a:xfrm>
              <a:off x="11179153" y="84021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8" name="pt3558"/>
            <p:cNvSpPr/>
            <p:nvPr/>
          </p:nvSpPr>
          <p:spPr>
            <a:xfrm>
              <a:off x="11314786" y="84037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9" name="pt3559"/>
            <p:cNvSpPr/>
            <p:nvPr/>
          </p:nvSpPr>
          <p:spPr>
            <a:xfrm>
              <a:off x="11042525" y="84768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0" name="pt3560"/>
            <p:cNvSpPr/>
            <p:nvPr/>
          </p:nvSpPr>
          <p:spPr>
            <a:xfrm>
              <a:off x="11108342" y="84741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1" name="pt3561"/>
            <p:cNvSpPr/>
            <p:nvPr/>
          </p:nvSpPr>
          <p:spPr>
            <a:xfrm>
              <a:off x="11176764" y="84483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2" name="pt3562"/>
            <p:cNvSpPr/>
            <p:nvPr/>
          </p:nvSpPr>
          <p:spPr>
            <a:xfrm>
              <a:off x="11240532" y="84186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3" name="pt3563"/>
            <p:cNvSpPr/>
            <p:nvPr/>
          </p:nvSpPr>
          <p:spPr>
            <a:xfrm>
              <a:off x="11379700" y="83777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4" name="pt3564"/>
            <p:cNvSpPr/>
            <p:nvPr/>
          </p:nvSpPr>
          <p:spPr>
            <a:xfrm>
              <a:off x="11511366" y="83174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5" name="pt3565"/>
            <p:cNvSpPr/>
            <p:nvPr/>
          </p:nvSpPr>
          <p:spPr>
            <a:xfrm>
              <a:off x="11042525" y="82085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6" name="pt3566"/>
            <p:cNvSpPr/>
            <p:nvPr/>
          </p:nvSpPr>
          <p:spPr>
            <a:xfrm>
              <a:off x="11042525" y="76937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7" name="pt3567"/>
            <p:cNvSpPr/>
            <p:nvPr/>
          </p:nvSpPr>
          <p:spPr>
            <a:xfrm>
              <a:off x="11109280" y="76469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8" name="pt3568"/>
            <p:cNvSpPr/>
            <p:nvPr/>
          </p:nvSpPr>
          <p:spPr>
            <a:xfrm>
              <a:off x="11176671" y="75535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9" name="pt3569"/>
            <p:cNvSpPr/>
            <p:nvPr/>
          </p:nvSpPr>
          <p:spPr>
            <a:xfrm>
              <a:off x="11042525" y="83706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0" name="pt3570"/>
            <p:cNvSpPr/>
            <p:nvPr/>
          </p:nvSpPr>
          <p:spPr>
            <a:xfrm>
              <a:off x="11123535" y="84944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1" name="pt3571"/>
            <p:cNvSpPr/>
            <p:nvPr/>
          </p:nvSpPr>
          <p:spPr>
            <a:xfrm>
              <a:off x="11191981" y="84946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2" name="pt3572"/>
            <p:cNvSpPr/>
            <p:nvPr/>
          </p:nvSpPr>
          <p:spPr>
            <a:xfrm>
              <a:off x="11260641" y="84907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3" name="pt3573"/>
            <p:cNvSpPr/>
            <p:nvPr/>
          </p:nvSpPr>
          <p:spPr>
            <a:xfrm>
              <a:off x="11377188" y="85042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4" name="pt3574"/>
            <p:cNvSpPr/>
            <p:nvPr/>
          </p:nvSpPr>
          <p:spPr>
            <a:xfrm>
              <a:off x="11574953" y="84994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5" name="pt3575"/>
            <p:cNvSpPr/>
            <p:nvPr/>
          </p:nvSpPr>
          <p:spPr>
            <a:xfrm>
              <a:off x="11643126" y="84983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6" name="pt3576"/>
            <p:cNvSpPr/>
            <p:nvPr/>
          </p:nvSpPr>
          <p:spPr>
            <a:xfrm>
              <a:off x="11042525" y="83581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7" name="pt3577"/>
            <p:cNvSpPr/>
            <p:nvPr/>
          </p:nvSpPr>
          <p:spPr>
            <a:xfrm>
              <a:off x="11132380" y="82654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8" name="pt3578"/>
            <p:cNvSpPr/>
            <p:nvPr/>
          </p:nvSpPr>
          <p:spPr>
            <a:xfrm>
              <a:off x="11042525" y="78618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9" name="pt3579"/>
            <p:cNvSpPr/>
            <p:nvPr/>
          </p:nvSpPr>
          <p:spPr>
            <a:xfrm>
              <a:off x="11042525" y="84510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0" name="pt3580"/>
            <p:cNvSpPr/>
            <p:nvPr/>
          </p:nvSpPr>
          <p:spPr>
            <a:xfrm>
              <a:off x="11042525" y="79038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1" name="pt3581"/>
            <p:cNvSpPr/>
            <p:nvPr/>
          </p:nvSpPr>
          <p:spPr>
            <a:xfrm>
              <a:off x="11109735" y="79364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2" name="pt3582"/>
            <p:cNvSpPr/>
            <p:nvPr/>
          </p:nvSpPr>
          <p:spPr>
            <a:xfrm>
              <a:off x="11042525" y="79768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3" name="pt3583"/>
            <p:cNvSpPr/>
            <p:nvPr/>
          </p:nvSpPr>
          <p:spPr>
            <a:xfrm>
              <a:off x="11113539" y="79684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4" name="pt3584"/>
            <p:cNvSpPr/>
            <p:nvPr/>
          </p:nvSpPr>
          <p:spPr>
            <a:xfrm>
              <a:off x="11042525" y="84115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5" name="pt3585"/>
            <p:cNvSpPr/>
            <p:nvPr/>
          </p:nvSpPr>
          <p:spPr>
            <a:xfrm>
              <a:off x="11197960" y="83766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6" name="pt3586"/>
            <p:cNvSpPr/>
            <p:nvPr/>
          </p:nvSpPr>
          <p:spPr>
            <a:xfrm>
              <a:off x="11042525" y="78261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7" name="pt3587"/>
            <p:cNvSpPr/>
            <p:nvPr/>
          </p:nvSpPr>
          <p:spPr>
            <a:xfrm>
              <a:off x="11042525" y="80807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8" name="pt3588"/>
            <p:cNvSpPr/>
            <p:nvPr/>
          </p:nvSpPr>
          <p:spPr>
            <a:xfrm>
              <a:off x="11169336" y="80430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9" name="pt3589"/>
            <p:cNvSpPr/>
            <p:nvPr/>
          </p:nvSpPr>
          <p:spPr>
            <a:xfrm>
              <a:off x="11306112" y="79476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0" name="pt3590"/>
            <p:cNvSpPr/>
            <p:nvPr/>
          </p:nvSpPr>
          <p:spPr>
            <a:xfrm>
              <a:off x="11373322" y="79065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1" name="pt3591"/>
            <p:cNvSpPr/>
            <p:nvPr/>
          </p:nvSpPr>
          <p:spPr>
            <a:xfrm>
              <a:off x="11439264" y="78816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2" name="pt3592"/>
            <p:cNvSpPr/>
            <p:nvPr/>
          </p:nvSpPr>
          <p:spPr>
            <a:xfrm>
              <a:off x="11042525" y="82133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3" name="pt3593"/>
            <p:cNvSpPr/>
            <p:nvPr/>
          </p:nvSpPr>
          <p:spPr>
            <a:xfrm>
              <a:off x="11252489" y="81711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4" name="pt3594"/>
            <p:cNvSpPr/>
            <p:nvPr/>
          </p:nvSpPr>
          <p:spPr>
            <a:xfrm>
              <a:off x="11042525" y="83585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5" name="pt3595"/>
            <p:cNvSpPr/>
            <p:nvPr/>
          </p:nvSpPr>
          <p:spPr>
            <a:xfrm>
              <a:off x="11042525" y="74405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6" name="pt3596"/>
            <p:cNvSpPr/>
            <p:nvPr/>
          </p:nvSpPr>
          <p:spPr>
            <a:xfrm>
              <a:off x="11108648" y="72839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7" name="pt3597"/>
            <p:cNvSpPr/>
            <p:nvPr/>
          </p:nvSpPr>
          <p:spPr>
            <a:xfrm>
              <a:off x="11042525" y="84690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8" name="pt3598"/>
            <p:cNvSpPr/>
            <p:nvPr/>
          </p:nvSpPr>
          <p:spPr>
            <a:xfrm>
              <a:off x="11242706" y="84316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9" name="pt3599"/>
            <p:cNvSpPr/>
            <p:nvPr/>
          </p:nvSpPr>
          <p:spPr>
            <a:xfrm>
              <a:off x="11463253" y="83366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0" name="pt3600"/>
            <p:cNvSpPr/>
            <p:nvPr/>
          </p:nvSpPr>
          <p:spPr>
            <a:xfrm>
              <a:off x="11042525" y="83156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1" name="pt3601"/>
            <p:cNvSpPr/>
            <p:nvPr/>
          </p:nvSpPr>
          <p:spPr>
            <a:xfrm>
              <a:off x="11124952" y="82277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2" name="pt3602"/>
            <p:cNvSpPr/>
            <p:nvPr/>
          </p:nvSpPr>
          <p:spPr>
            <a:xfrm>
              <a:off x="11241438" y="82149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3" name="pt3603"/>
            <p:cNvSpPr/>
            <p:nvPr/>
          </p:nvSpPr>
          <p:spPr>
            <a:xfrm>
              <a:off x="11042525" y="84825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4" name="pt3604"/>
            <p:cNvSpPr/>
            <p:nvPr/>
          </p:nvSpPr>
          <p:spPr>
            <a:xfrm>
              <a:off x="11572235" y="84973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5" name="pt3605"/>
            <p:cNvSpPr/>
            <p:nvPr/>
          </p:nvSpPr>
          <p:spPr>
            <a:xfrm>
              <a:off x="11042525" y="83129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6" name="pt3606"/>
            <p:cNvSpPr/>
            <p:nvPr/>
          </p:nvSpPr>
          <p:spPr>
            <a:xfrm>
              <a:off x="11317525" y="80809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7" name="pt3607"/>
            <p:cNvSpPr/>
            <p:nvPr/>
          </p:nvSpPr>
          <p:spPr>
            <a:xfrm>
              <a:off x="11042525" y="75862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8" name="pt3608"/>
            <p:cNvSpPr/>
            <p:nvPr/>
          </p:nvSpPr>
          <p:spPr>
            <a:xfrm>
              <a:off x="11042525" y="83510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9" name="pt3609"/>
            <p:cNvSpPr/>
            <p:nvPr/>
          </p:nvSpPr>
          <p:spPr>
            <a:xfrm>
              <a:off x="11178906" y="83321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0" name="pt3610"/>
            <p:cNvSpPr/>
            <p:nvPr/>
          </p:nvSpPr>
          <p:spPr>
            <a:xfrm>
              <a:off x="11042525" y="78805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1" name="pt3611"/>
            <p:cNvSpPr/>
            <p:nvPr/>
          </p:nvSpPr>
          <p:spPr>
            <a:xfrm>
              <a:off x="11111547" y="76757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2" name="pt3612"/>
            <p:cNvSpPr/>
            <p:nvPr/>
          </p:nvSpPr>
          <p:spPr>
            <a:xfrm>
              <a:off x="11176140" y="75743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3" name="pt3613"/>
            <p:cNvSpPr/>
            <p:nvPr/>
          </p:nvSpPr>
          <p:spPr>
            <a:xfrm>
              <a:off x="11042525" y="82807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4" name="pt3614"/>
            <p:cNvSpPr/>
            <p:nvPr/>
          </p:nvSpPr>
          <p:spPr>
            <a:xfrm>
              <a:off x="11042525" y="84855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5" name="pt3615"/>
            <p:cNvSpPr/>
            <p:nvPr/>
          </p:nvSpPr>
          <p:spPr>
            <a:xfrm>
              <a:off x="11259192" y="84238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6" name="pt3616"/>
            <p:cNvSpPr/>
            <p:nvPr/>
          </p:nvSpPr>
          <p:spPr>
            <a:xfrm>
              <a:off x="11042525" y="84718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7" name="pt3617"/>
            <p:cNvSpPr/>
            <p:nvPr/>
          </p:nvSpPr>
          <p:spPr>
            <a:xfrm>
              <a:off x="11042525" y="84827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8" name="pt3618"/>
            <p:cNvSpPr/>
            <p:nvPr/>
          </p:nvSpPr>
          <p:spPr>
            <a:xfrm>
              <a:off x="11042525" y="82521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9" name="pt3619"/>
            <p:cNvSpPr/>
            <p:nvPr/>
          </p:nvSpPr>
          <p:spPr>
            <a:xfrm>
              <a:off x="11114626" y="83120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0" name="pt3620"/>
            <p:cNvSpPr/>
            <p:nvPr/>
          </p:nvSpPr>
          <p:spPr>
            <a:xfrm>
              <a:off x="11182871" y="82935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1" name="pt3621"/>
            <p:cNvSpPr/>
            <p:nvPr/>
          </p:nvSpPr>
          <p:spPr>
            <a:xfrm>
              <a:off x="11250134" y="82987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2" name="pt3622"/>
            <p:cNvSpPr/>
            <p:nvPr/>
          </p:nvSpPr>
          <p:spPr>
            <a:xfrm>
              <a:off x="11317163" y="82585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3" name="pt3623"/>
            <p:cNvSpPr/>
            <p:nvPr/>
          </p:nvSpPr>
          <p:spPr>
            <a:xfrm>
              <a:off x="11042525" y="84855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4" name="pt3624"/>
            <p:cNvSpPr/>
            <p:nvPr/>
          </p:nvSpPr>
          <p:spPr>
            <a:xfrm>
              <a:off x="11042525" y="84476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5" name="pt3625"/>
            <p:cNvSpPr/>
            <p:nvPr/>
          </p:nvSpPr>
          <p:spPr>
            <a:xfrm>
              <a:off x="11249047" y="83257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6" name="pt3626"/>
            <p:cNvSpPr/>
            <p:nvPr/>
          </p:nvSpPr>
          <p:spPr>
            <a:xfrm>
              <a:off x="11647417" y="80531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7" name="pt3627"/>
            <p:cNvSpPr/>
            <p:nvPr/>
          </p:nvSpPr>
          <p:spPr>
            <a:xfrm>
              <a:off x="11042525" y="78154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8" name="pt3628"/>
            <p:cNvSpPr/>
            <p:nvPr/>
          </p:nvSpPr>
          <p:spPr>
            <a:xfrm>
              <a:off x="11042525" y="77917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9" name="pt3629"/>
            <p:cNvSpPr/>
            <p:nvPr/>
          </p:nvSpPr>
          <p:spPr>
            <a:xfrm>
              <a:off x="11114807" y="76702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0" name="pt3630"/>
            <p:cNvSpPr/>
            <p:nvPr/>
          </p:nvSpPr>
          <p:spPr>
            <a:xfrm>
              <a:off x="11042525" y="81905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1" name="pt3631"/>
            <p:cNvSpPr/>
            <p:nvPr/>
          </p:nvSpPr>
          <p:spPr>
            <a:xfrm>
              <a:off x="11042525" y="84841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2" name="pt3632"/>
            <p:cNvSpPr/>
            <p:nvPr/>
          </p:nvSpPr>
          <p:spPr>
            <a:xfrm>
              <a:off x="11105931" y="77074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3" name="pt3633"/>
            <p:cNvSpPr/>
            <p:nvPr/>
          </p:nvSpPr>
          <p:spPr>
            <a:xfrm>
              <a:off x="11171510" y="77563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4" name="pt3634"/>
            <p:cNvSpPr/>
            <p:nvPr/>
          </p:nvSpPr>
          <p:spPr>
            <a:xfrm>
              <a:off x="11042525" y="80697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5" name="pt3635"/>
            <p:cNvSpPr/>
            <p:nvPr/>
          </p:nvSpPr>
          <p:spPr>
            <a:xfrm>
              <a:off x="11042525" y="81257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6" name="pt3636"/>
            <p:cNvSpPr/>
            <p:nvPr/>
          </p:nvSpPr>
          <p:spPr>
            <a:xfrm>
              <a:off x="11119922" y="80784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7" name="pt3637"/>
            <p:cNvSpPr/>
            <p:nvPr/>
          </p:nvSpPr>
          <p:spPr>
            <a:xfrm>
              <a:off x="11118497" y="78248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8" name="pt3638"/>
            <p:cNvSpPr/>
            <p:nvPr/>
          </p:nvSpPr>
          <p:spPr>
            <a:xfrm>
              <a:off x="11174228" y="78079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9" name="pt3639"/>
            <p:cNvSpPr/>
            <p:nvPr/>
          </p:nvSpPr>
          <p:spPr>
            <a:xfrm>
              <a:off x="11042525" y="84291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0" name="pt3640"/>
            <p:cNvSpPr/>
            <p:nvPr/>
          </p:nvSpPr>
          <p:spPr>
            <a:xfrm>
              <a:off x="11042525" y="81092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1" name="pt3641"/>
            <p:cNvSpPr/>
            <p:nvPr/>
          </p:nvSpPr>
          <p:spPr>
            <a:xfrm>
              <a:off x="11122778" y="80885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2" name="pt3642"/>
            <p:cNvSpPr/>
            <p:nvPr/>
          </p:nvSpPr>
          <p:spPr>
            <a:xfrm>
              <a:off x="11042525" y="84199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3" name="pt3643"/>
            <p:cNvSpPr/>
            <p:nvPr/>
          </p:nvSpPr>
          <p:spPr>
            <a:xfrm>
              <a:off x="11042525" y="83983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4" name="pt3644"/>
            <p:cNvSpPr/>
            <p:nvPr/>
          </p:nvSpPr>
          <p:spPr>
            <a:xfrm>
              <a:off x="11176773" y="84117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5" name="pt3645"/>
            <p:cNvSpPr/>
            <p:nvPr/>
          </p:nvSpPr>
          <p:spPr>
            <a:xfrm>
              <a:off x="11451411" y="84168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6" name="pt3646"/>
            <p:cNvSpPr/>
            <p:nvPr/>
          </p:nvSpPr>
          <p:spPr>
            <a:xfrm>
              <a:off x="11581989" y="84211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7" name="pt3647"/>
            <p:cNvSpPr/>
            <p:nvPr/>
          </p:nvSpPr>
          <p:spPr>
            <a:xfrm>
              <a:off x="11042525" y="83594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8" name="pt3648"/>
            <p:cNvSpPr/>
            <p:nvPr/>
          </p:nvSpPr>
          <p:spPr>
            <a:xfrm>
              <a:off x="11111003" y="83190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9" name="pt3649"/>
            <p:cNvSpPr/>
            <p:nvPr/>
          </p:nvSpPr>
          <p:spPr>
            <a:xfrm>
              <a:off x="11178463" y="82811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0" name="pt3650"/>
            <p:cNvSpPr/>
            <p:nvPr/>
          </p:nvSpPr>
          <p:spPr>
            <a:xfrm>
              <a:off x="11244337" y="82211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1" name="pt3651"/>
            <p:cNvSpPr/>
            <p:nvPr/>
          </p:nvSpPr>
          <p:spPr>
            <a:xfrm>
              <a:off x="11330569" y="82090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2" name="pt3652"/>
            <p:cNvSpPr/>
            <p:nvPr/>
          </p:nvSpPr>
          <p:spPr>
            <a:xfrm>
              <a:off x="11042525" y="82446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3" name="pt3653"/>
            <p:cNvSpPr/>
            <p:nvPr/>
          </p:nvSpPr>
          <p:spPr>
            <a:xfrm>
              <a:off x="11274771" y="81784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4" name="pt3654"/>
            <p:cNvSpPr/>
            <p:nvPr/>
          </p:nvSpPr>
          <p:spPr>
            <a:xfrm>
              <a:off x="11042525" y="83049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5" name="pt3655"/>
            <p:cNvSpPr/>
            <p:nvPr/>
          </p:nvSpPr>
          <p:spPr>
            <a:xfrm>
              <a:off x="11109673" y="82900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6" name="pt3656"/>
            <p:cNvSpPr/>
            <p:nvPr/>
          </p:nvSpPr>
          <p:spPr>
            <a:xfrm>
              <a:off x="11042525" y="83451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7" name="pt3657"/>
            <p:cNvSpPr/>
            <p:nvPr/>
          </p:nvSpPr>
          <p:spPr>
            <a:xfrm>
              <a:off x="11330513" y="83560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8" name="pt3658"/>
            <p:cNvSpPr/>
            <p:nvPr/>
          </p:nvSpPr>
          <p:spPr>
            <a:xfrm>
              <a:off x="11042525" y="82556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9" name="pt3659"/>
            <p:cNvSpPr/>
            <p:nvPr/>
          </p:nvSpPr>
          <p:spPr>
            <a:xfrm>
              <a:off x="11256655" y="81976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0" name="pt3660"/>
            <p:cNvSpPr/>
            <p:nvPr/>
          </p:nvSpPr>
          <p:spPr>
            <a:xfrm>
              <a:off x="11327670" y="82161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1" name="pt3661"/>
            <p:cNvSpPr/>
            <p:nvPr/>
          </p:nvSpPr>
          <p:spPr>
            <a:xfrm>
              <a:off x="11373244" y="82389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2" name="pt3662"/>
            <p:cNvSpPr/>
            <p:nvPr/>
          </p:nvSpPr>
          <p:spPr>
            <a:xfrm>
              <a:off x="11042525" y="82506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3" name="pt3663"/>
            <p:cNvSpPr/>
            <p:nvPr/>
          </p:nvSpPr>
          <p:spPr>
            <a:xfrm>
              <a:off x="11042525" y="80611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4" name="pt3664"/>
            <p:cNvSpPr/>
            <p:nvPr/>
          </p:nvSpPr>
          <p:spPr>
            <a:xfrm>
              <a:off x="11042525" y="83905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5" name="pt3665"/>
            <p:cNvSpPr/>
            <p:nvPr/>
          </p:nvSpPr>
          <p:spPr>
            <a:xfrm>
              <a:off x="11266884" y="83848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6" name="pt3666"/>
            <p:cNvSpPr/>
            <p:nvPr/>
          </p:nvSpPr>
          <p:spPr>
            <a:xfrm>
              <a:off x="11380653" y="84311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7" name="pt3667"/>
            <p:cNvSpPr/>
            <p:nvPr/>
          </p:nvSpPr>
          <p:spPr>
            <a:xfrm>
              <a:off x="11042525" y="83325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8" name="pt3668"/>
            <p:cNvSpPr/>
            <p:nvPr/>
          </p:nvSpPr>
          <p:spPr>
            <a:xfrm>
              <a:off x="11121929" y="81624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9" name="pt3669"/>
            <p:cNvSpPr/>
            <p:nvPr/>
          </p:nvSpPr>
          <p:spPr>
            <a:xfrm>
              <a:off x="11175315" y="82193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0" name="pt3670"/>
            <p:cNvSpPr/>
            <p:nvPr/>
          </p:nvSpPr>
          <p:spPr>
            <a:xfrm>
              <a:off x="11042525" y="84695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1" name="pt3671"/>
            <p:cNvSpPr/>
            <p:nvPr/>
          </p:nvSpPr>
          <p:spPr>
            <a:xfrm>
              <a:off x="11042525" y="77990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2" name="pt3672"/>
            <p:cNvSpPr/>
            <p:nvPr/>
          </p:nvSpPr>
          <p:spPr>
            <a:xfrm>
              <a:off x="11042525" y="84706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3" name="pt3673"/>
            <p:cNvSpPr/>
            <p:nvPr/>
          </p:nvSpPr>
          <p:spPr>
            <a:xfrm>
              <a:off x="11208286" y="84174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4" name="pt3674"/>
            <p:cNvSpPr/>
            <p:nvPr/>
          </p:nvSpPr>
          <p:spPr>
            <a:xfrm>
              <a:off x="11042525" y="78782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5" name="pt3675"/>
            <p:cNvSpPr/>
            <p:nvPr/>
          </p:nvSpPr>
          <p:spPr>
            <a:xfrm>
              <a:off x="11111184" y="78846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6" name="pt3676"/>
            <p:cNvSpPr/>
            <p:nvPr/>
          </p:nvSpPr>
          <p:spPr>
            <a:xfrm>
              <a:off x="11192163" y="78864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7" name="pt3677"/>
            <p:cNvSpPr/>
            <p:nvPr/>
          </p:nvSpPr>
          <p:spPr>
            <a:xfrm>
              <a:off x="11395424" y="79104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8" name="pt3678"/>
            <p:cNvSpPr/>
            <p:nvPr/>
          </p:nvSpPr>
          <p:spPr>
            <a:xfrm>
              <a:off x="11514446" y="80394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9" name="pt3679"/>
            <p:cNvSpPr/>
            <p:nvPr/>
          </p:nvSpPr>
          <p:spPr>
            <a:xfrm>
              <a:off x="11042525" y="79542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0" name="pt3680"/>
            <p:cNvSpPr/>
            <p:nvPr/>
          </p:nvSpPr>
          <p:spPr>
            <a:xfrm>
              <a:off x="11042525" y="84263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1" name="pt3681"/>
            <p:cNvSpPr/>
            <p:nvPr/>
          </p:nvSpPr>
          <p:spPr>
            <a:xfrm>
              <a:off x="11122390" y="84072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2" name="pt3682"/>
            <p:cNvSpPr/>
            <p:nvPr/>
          </p:nvSpPr>
          <p:spPr>
            <a:xfrm>
              <a:off x="11042525" y="84551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3" name="pt3683"/>
            <p:cNvSpPr/>
            <p:nvPr/>
          </p:nvSpPr>
          <p:spPr>
            <a:xfrm>
              <a:off x="11119757" y="84439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4" name="pt3684"/>
            <p:cNvSpPr/>
            <p:nvPr/>
          </p:nvSpPr>
          <p:spPr>
            <a:xfrm>
              <a:off x="11181836" y="84195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5" name="pt3685"/>
            <p:cNvSpPr/>
            <p:nvPr/>
          </p:nvSpPr>
          <p:spPr>
            <a:xfrm>
              <a:off x="11042525" y="77147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6" name="pt3686"/>
            <p:cNvSpPr/>
            <p:nvPr/>
          </p:nvSpPr>
          <p:spPr>
            <a:xfrm>
              <a:off x="11109373" y="75962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7" name="pt3687"/>
            <p:cNvSpPr/>
            <p:nvPr/>
          </p:nvSpPr>
          <p:spPr>
            <a:xfrm>
              <a:off x="11177774" y="76554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8" name="pt3688"/>
            <p:cNvSpPr/>
            <p:nvPr/>
          </p:nvSpPr>
          <p:spPr>
            <a:xfrm>
              <a:off x="11234735" y="76524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9" name="pt3689"/>
            <p:cNvSpPr/>
            <p:nvPr/>
          </p:nvSpPr>
          <p:spPr>
            <a:xfrm>
              <a:off x="11308648" y="76526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0" name="pt3690"/>
            <p:cNvSpPr/>
            <p:nvPr/>
          </p:nvSpPr>
          <p:spPr>
            <a:xfrm>
              <a:off x="11042525" y="83711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1" name="pt3691"/>
            <p:cNvSpPr/>
            <p:nvPr/>
          </p:nvSpPr>
          <p:spPr>
            <a:xfrm>
              <a:off x="11113720" y="83722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2" name="pt3692"/>
            <p:cNvSpPr/>
            <p:nvPr/>
          </p:nvSpPr>
          <p:spPr>
            <a:xfrm>
              <a:off x="11042525" y="82958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3" name="pt3693"/>
            <p:cNvSpPr/>
            <p:nvPr/>
          </p:nvSpPr>
          <p:spPr>
            <a:xfrm>
              <a:off x="11042525" y="83300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4" name="pt3694"/>
            <p:cNvSpPr/>
            <p:nvPr/>
          </p:nvSpPr>
          <p:spPr>
            <a:xfrm>
              <a:off x="11179382" y="83142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5" name="pt3695"/>
            <p:cNvSpPr/>
            <p:nvPr/>
          </p:nvSpPr>
          <p:spPr>
            <a:xfrm>
              <a:off x="11255469" y="83426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6" name="pt3696"/>
            <p:cNvSpPr/>
            <p:nvPr/>
          </p:nvSpPr>
          <p:spPr>
            <a:xfrm>
              <a:off x="11042525" y="84300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7" name="pt3697"/>
            <p:cNvSpPr/>
            <p:nvPr/>
          </p:nvSpPr>
          <p:spPr>
            <a:xfrm>
              <a:off x="11112254" y="84058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8" name="pt3698"/>
            <p:cNvSpPr/>
            <p:nvPr/>
          </p:nvSpPr>
          <p:spPr>
            <a:xfrm>
              <a:off x="11184537" y="83971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9" name="pt3699"/>
            <p:cNvSpPr/>
            <p:nvPr/>
          </p:nvSpPr>
          <p:spPr>
            <a:xfrm>
              <a:off x="11042525" y="84832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0" name="pt3700"/>
            <p:cNvSpPr/>
            <p:nvPr/>
          </p:nvSpPr>
          <p:spPr>
            <a:xfrm>
              <a:off x="11346610" y="84919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1" name="pt3701"/>
            <p:cNvSpPr/>
            <p:nvPr/>
          </p:nvSpPr>
          <p:spPr>
            <a:xfrm>
              <a:off x="11042525" y="84654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2" name="pt3702"/>
            <p:cNvSpPr/>
            <p:nvPr/>
          </p:nvSpPr>
          <p:spPr>
            <a:xfrm>
              <a:off x="11042525" y="84850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3" name="pt3703"/>
            <p:cNvSpPr/>
            <p:nvPr/>
          </p:nvSpPr>
          <p:spPr>
            <a:xfrm>
              <a:off x="11042525" y="76122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4" name="pt3704"/>
            <p:cNvSpPr/>
            <p:nvPr/>
          </p:nvSpPr>
          <p:spPr>
            <a:xfrm>
              <a:off x="11042525" y="82645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5" name="pt3705"/>
            <p:cNvSpPr/>
            <p:nvPr/>
          </p:nvSpPr>
          <p:spPr>
            <a:xfrm>
              <a:off x="11181854" y="82629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6" name="pt3706"/>
            <p:cNvSpPr/>
            <p:nvPr/>
          </p:nvSpPr>
          <p:spPr>
            <a:xfrm>
              <a:off x="11247779" y="82435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7" name="pt3707"/>
            <p:cNvSpPr/>
            <p:nvPr/>
          </p:nvSpPr>
          <p:spPr>
            <a:xfrm>
              <a:off x="11410395" y="82419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8" name="pt3708"/>
            <p:cNvSpPr/>
            <p:nvPr/>
          </p:nvSpPr>
          <p:spPr>
            <a:xfrm>
              <a:off x="11042525" y="81702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9" name="pt3709"/>
            <p:cNvSpPr/>
            <p:nvPr/>
          </p:nvSpPr>
          <p:spPr>
            <a:xfrm>
              <a:off x="11119872" y="80688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0" name="pt3710"/>
            <p:cNvSpPr/>
            <p:nvPr/>
          </p:nvSpPr>
          <p:spPr>
            <a:xfrm>
              <a:off x="11042525" y="80654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1" name="pt3711"/>
            <p:cNvSpPr/>
            <p:nvPr/>
          </p:nvSpPr>
          <p:spPr>
            <a:xfrm>
              <a:off x="11042525" y="84683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2" name="pt3712"/>
            <p:cNvSpPr/>
            <p:nvPr/>
          </p:nvSpPr>
          <p:spPr>
            <a:xfrm>
              <a:off x="11042525" y="84412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3" name="pt3713"/>
            <p:cNvSpPr/>
            <p:nvPr/>
          </p:nvSpPr>
          <p:spPr>
            <a:xfrm>
              <a:off x="11042525" y="83567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4" name="pt3714"/>
            <p:cNvSpPr/>
            <p:nvPr/>
          </p:nvSpPr>
          <p:spPr>
            <a:xfrm>
              <a:off x="11118310" y="83206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5" name="pt3715"/>
            <p:cNvSpPr/>
            <p:nvPr/>
          </p:nvSpPr>
          <p:spPr>
            <a:xfrm>
              <a:off x="11042525" y="83458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6" name="pt3716"/>
            <p:cNvSpPr/>
            <p:nvPr/>
          </p:nvSpPr>
          <p:spPr>
            <a:xfrm>
              <a:off x="11042525" y="79147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7" name="pt3717"/>
            <p:cNvSpPr/>
            <p:nvPr/>
          </p:nvSpPr>
          <p:spPr>
            <a:xfrm>
              <a:off x="11042525" y="84903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8" name="pt3718"/>
            <p:cNvSpPr/>
            <p:nvPr/>
          </p:nvSpPr>
          <p:spPr>
            <a:xfrm>
              <a:off x="11445035" y="83487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9" name="pt3719"/>
            <p:cNvSpPr/>
            <p:nvPr/>
          </p:nvSpPr>
          <p:spPr>
            <a:xfrm>
              <a:off x="11042525" y="81597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0" name="pt3720"/>
            <p:cNvSpPr/>
            <p:nvPr/>
          </p:nvSpPr>
          <p:spPr>
            <a:xfrm>
              <a:off x="11176221" y="82200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1" name="pt3721"/>
            <p:cNvSpPr/>
            <p:nvPr/>
          </p:nvSpPr>
          <p:spPr>
            <a:xfrm>
              <a:off x="11042525" y="84122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2" name="pt3722"/>
            <p:cNvSpPr/>
            <p:nvPr/>
          </p:nvSpPr>
          <p:spPr>
            <a:xfrm>
              <a:off x="11042525" y="84864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3" name="pt3723"/>
            <p:cNvSpPr/>
            <p:nvPr/>
          </p:nvSpPr>
          <p:spPr>
            <a:xfrm>
              <a:off x="11303395" y="84624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4" name="pt3724"/>
            <p:cNvSpPr/>
            <p:nvPr/>
          </p:nvSpPr>
          <p:spPr>
            <a:xfrm>
              <a:off x="11450677" y="83903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5" name="pt3725"/>
            <p:cNvSpPr/>
            <p:nvPr/>
          </p:nvSpPr>
          <p:spPr>
            <a:xfrm>
              <a:off x="11716439" y="82946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6" name="pt3726"/>
            <p:cNvSpPr/>
            <p:nvPr/>
          </p:nvSpPr>
          <p:spPr>
            <a:xfrm>
              <a:off x="11042525" y="79720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7" name="pt3727"/>
            <p:cNvSpPr/>
            <p:nvPr/>
          </p:nvSpPr>
          <p:spPr>
            <a:xfrm>
              <a:off x="11042525" y="77225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8" name="pt3728"/>
            <p:cNvSpPr/>
            <p:nvPr/>
          </p:nvSpPr>
          <p:spPr>
            <a:xfrm>
              <a:off x="11231293" y="78166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9" name="pt3729"/>
            <p:cNvSpPr/>
            <p:nvPr/>
          </p:nvSpPr>
          <p:spPr>
            <a:xfrm>
              <a:off x="11312453" y="77983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0" name="pt3730"/>
            <p:cNvSpPr/>
            <p:nvPr/>
          </p:nvSpPr>
          <p:spPr>
            <a:xfrm>
              <a:off x="11042525" y="84279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1" name="pt3731"/>
            <p:cNvSpPr/>
            <p:nvPr/>
          </p:nvSpPr>
          <p:spPr>
            <a:xfrm>
              <a:off x="11251402" y="83800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2" name="pt3732"/>
            <p:cNvSpPr/>
            <p:nvPr/>
          </p:nvSpPr>
          <p:spPr>
            <a:xfrm>
              <a:off x="11042525" y="82894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3" name="pt3733"/>
            <p:cNvSpPr/>
            <p:nvPr/>
          </p:nvSpPr>
          <p:spPr>
            <a:xfrm>
              <a:off x="11042525" y="84688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4" name="pt3734"/>
            <p:cNvSpPr/>
            <p:nvPr/>
          </p:nvSpPr>
          <p:spPr>
            <a:xfrm>
              <a:off x="11042525" y="84467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5" name="pt3735"/>
            <p:cNvSpPr/>
            <p:nvPr/>
          </p:nvSpPr>
          <p:spPr>
            <a:xfrm>
              <a:off x="11042525" y="80220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6" name="pt3736"/>
            <p:cNvSpPr/>
            <p:nvPr/>
          </p:nvSpPr>
          <p:spPr>
            <a:xfrm>
              <a:off x="11118569" y="80293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7" name="pt3737"/>
            <p:cNvSpPr/>
            <p:nvPr/>
          </p:nvSpPr>
          <p:spPr>
            <a:xfrm>
              <a:off x="11042525" y="83841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8" name="pt3738"/>
            <p:cNvSpPr/>
            <p:nvPr/>
          </p:nvSpPr>
          <p:spPr>
            <a:xfrm>
              <a:off x="11042525" y="84273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9" name="pt3739"/>
            <p:cNvSpPr/>
            <p:nvPr/>
          </p:nvSpPr>
          <p:spPr>
            <a:xfrm>
              <a:off x="11101123" y="84012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0" name="pt3740"/>
            <p:cNvSpPr/>
            <p:nvPr/>
          </p:nvSpPr>
          <p:spPr>
            <a:xfrm>
              <a:off x="11190978" y="83483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1" name="pt3741"/>
            <p:cNvSpPr/>
            <p:nvPr/>
          </p:nvSpPr>
          <p:spPr>
            <a:xfrm>
              <a:off x="11517971" y="81659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2" name="pt3742"/>
            <p:cNvSpPr/>
            <p:nvPr/>
          </p:nvSpPr>
          <p:spPr>
            <a:xfrm>
              <a:off x="11042525" y="84750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3" name="pt3743"/>
            <p:cNvSpPr/>
            <p:nvPr/>
          </p:nvSpPr>
          <p:spPr>
            <a:xfrm>
              <a:off x="11122416" y="84873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4" name="pt3744"/>
            <p:cNvSpPr/>
            <p:nvPr/>
          </p:nvSpPr>
          <p:spPr>
            <a:xfrm>
              <a:off x="11042525" y="81257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5" name="pt3745"/>
            <p:cNvSpPr/>
            <p:nvPr/>
          </p:nvSpPr>
          <p:spPr>
            <a:xfrm>
              <a:off x="11175858" y="83912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6" name="pt3746"/>
            <p:cNvSpPr/>
            <p:nvPr/>
          </p:nvSpPr>
          <p:spPr>
            <a:xfrm>
              <a:off x="11042525" y="79344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7" name="pt3747"/>
            <p:cNvSpPr/>
            <p:nvPr/>
          </p:nvSpPr>
          <p:spPr>
            <a:xfrm>
              <a:off x="11270061" y="78800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8" name="pt3748"/>
            <p:cNvSpPr/>
            <p:nvPr/>
          </p:nvSpPr>
          <p:spPr>
            <a:xfrm>
              <a:off x="11437996" y="78045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9" name="pt3749"/>
            <p:cNvSpPr/>
            <p:nvPr/>
          </p:nvSpPr>
          <p:spPr>
            <a:xfrm>
              <a:off x="11042525" y="83455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0" name="pt3750"/>
            <p:cNvSpPr/>
            <p:nvPr/>
          </p:nvSpPr>
          <p:spPr>
            <a:xfrm>
              <a:off x="11042525" y="84610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1" name="pt3751"/>
            <p:cNvSpPr/>
            <p:nvPr/>
          </p:nvSpPr>
          <p:spPr>
            <a:xfrm>
              <a:off x="11118608" y="84446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2" name="pt3752"/>
            <p:cNvSpPr/>
            <p:nvPr/>
          </p:nvSpPr>
          <p:spPr>
            <a:xfrm>
              <a:off x="11204844" y="84371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3" name="pt3753"/>
            <p:cNvSpPr/>
            <p:nvPr/>
          </p:nvSpPr>
          <p:spPr>
            <a:xfrm>
              <a:off x="11318793" y="84001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4" name="pt3754"/>
            <p:cNvSpPr/>
            <p:nvPr/>
          </p:nvSpPr>
          <p:spPr>
            <a:xfrm>
              <a:off x="11450677" y="83983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5" name="pt3755"/>
            <p:cNvSpPr/>
            <p:nvPr/>
          </p:nvSpPr>
          <p:spPr>
            <a:xfrm>
              <a:off x="11715533" y="84177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6" name="pt3756"/>
            <p:cNvSpPr/>
            <p:nvPr/>
          </p:nvSpPr>
          <p:spPr>
            <a:xfrm>
              <a:off x="11042525" y="82693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7" name="pt3757"/>
            <p:cNvSpPr/>
            <p:nvPr/>
          </p:nvSpPr>
          <p:spPr>
            <a:xfrm>
              <a:off x="11192163" y="81296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8" name="pt3758"/>
            <p:cNvSpPr/>
            <p:nvPr/>
          </p:nvSpPr>
          <p:spPr>
            <a:xfrm>
              <a:off x="11042525" y="84140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9" name="pt3759"/>
            <p:cNvSpPr/>
            <p:nvPr/>
          </p:nvSpPr>
          <p:spPr>
            <a:xfrm>
              <a:off x="11176402" y="84266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0" name="pt3760"/>
            <p:cNvSpPr/>
            <p:nvPr/>
          </p:nvSpPr>
          <p:spPr>
            <a:xfrm>
              <a:off x="11042525" y="83314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1" name="pt3761"/>
            <p:cNvSpPr/>
            <p:nvPr/>
          </p:nvSpPr>
          <p:spPr>
            <a:xfrm>
              <a:off x="11042525" y="83416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2" name="pt3762"/>
            <p:cNvSpPr/>
            <p:nvPr/>
          </p:nvSpPr>
          <p:spPr>
            <a:xfrm>
              <a:off x="11042525" y="84138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3" name="pt3763"/>
            <p:cNvSpPr/>
            <p:nvPr/>
          </p:nvSpPr>
          <p:spPr>
            <a:xfrm>
              <a:off x="11042525" y="83894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4" name="pt3764"/>
            <p:cNvSpPr/>
            <p:nvPr/>
          </p:nvSpPr>
          <p:spPr>
            <a:xfrm>
              <a:off x="11113902" y="80604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5" name="pt3765"/>
            <p:cNvSpPr/>
            <p:nvPr/>
          </p:nvSpPr>
          <p:spPr>
            <a:xfrm>
              <a:off x="11042525" y="78654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6" name="pt3766"/>
            <p:cNvSpPr/>
            <p:nvPr/>
          </p:nvSpPr>
          <p:spPr>
            <a:xfrm>
              <a:off x="11042525" y="83907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7" name="pt3767"/>
            <p:cNvSpPr/>
            <p:nvPr/>
          </p:nvSpPr>
          <p:spPr>
            <a:xfrm>
              <a:off x="11042525" y="84658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8" name="pt3768"/>
            <p:cNvSpPr/>
            <p:nvPr/>
          </p:nvSpPr>
          <p:spPr>
            <a:xfrm>
              <a:off x="11042525" y="80551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9" name="pt3769"/>
            <p:cNvSpPr/>
            <p:nvPr/>
          </p:nvSpPr>
          <p:spPr>
            <a:xfrm>
              <a:off x="11175611" y="81334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0" name="pt3770"/>
            <p:cNvSpPr/>
            <p:nvPr/>
          </p:nvSpPr>
          <p:spPr>
            <a:xfrm>
              <a:off x="11246510" y="80375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1" name="pt3771"/>
            <p:cNvSpPr/>
            <p:nvPr/>
          </p:nvSpPr>
          <p:spPr>
            <a:xfrm>
              <a:off x="11320242" y="79152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2" name="pt3772"/>
            <p:cNvSpPr/>
            <p:nvPr/>
          </p:nvSpPr>
          <p:spPr>
            <a:xfrm>
              <a:off x="11386003" y="79460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3" name="pt3773"/>
            <p:cNvSpPr/>
            <p:nvPr/>
          </p:nvSpPr>
          <p:spPr>
            <a:xfrm>
              <a:off x="11042525" y="79165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4" name="pt3774"/>
            <p:cNvSpPr/>
            <p:nvPr/>
          </p:nvSpPr>
          <p:spPr>
            <a:xfrm>
              <a:off x="11248237" y="78111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5" name="pt3775"/>
            <p:cNvSpPr/>
            <p:nvPr/>
          </p:nvSpPr>
          <p:spPr>
            <a:xfrm>
              <a:off x="11042525" y="84058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6" name="pt3776"/>
            <p:cNvSpPr/>
            <p:nvPr/>
          </p:nvSpPr>
          <p:spPr>
            <a:xfrm>
              <a:off x="11199771" y="83615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7" name="pt3777"/>
            <p:cNvSpPr/>
            <p:nvPr/>
          </p:nvSpPr>
          <p:spPr>
            <a:xfrm>
              <a:off x="11307380" y="83005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8" name="pt3778"/>
            <p:cNvSpPr/>
            <p:nvPr/>
          </p:nvSpPr>
          <p:spPr>
            <a:xfrm>
              <a:off x="11042525" y="82357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9" name="pt3779"/>
            <p:cNvSpPr/>
            <p:nvPr/>
          </p:nvSpPr>
          <p:spPr>
            <a:xfrm>
              <a:off x="11113539" y="82385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0" name="pt3780"/>
            <p:cNvSpPr/>
            <p:nvPr/>
          </p:nvSpPr>
          <p:spPr>
            <a:xfrm>
              <a:off x="11042525" y="83599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1" name="pt3781"/>
            <p:cNvSpPr/>
            <p:nvPr/>
          </p:nvSpPr>
          <p:spPr>
            <a:xfrm>
              <a:off x="11313721" y="83172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2" name="pt3782"/>
            <p:cNvSpPr/>
            <p:nvPr/>
          </p:nvSpPr>
          <p:spPr>
            <a:xfrm>
              <a:off x="11454482" y="83035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3" name="pt3783"/>
            <p:cNvSpPr/>
            <p:nvPr/>
          </p:nvSpPr>
          <p:spPr>
            <a:xfrm>
              <a:off x="11042525" y="82750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4" name="pt3784"/>
            <p:cNvSpPr/>
            <p:nvPr/>
          </p:nvSpPr>
          <p:spPr>
            <a:xfrm>
              <a:off x="11192163" y="81866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5" name="pt3785"/>
            <p:cNvSpPr/>
            <p:nvPr/>
          </p:nvSpPr>
          <p:spPr>
            <a:xfrm>
              <a:off x="11042525" y="84891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6" name="pt3786"/>
            <p:cNvSpPr/>
            <p:nvPr/>
          </p:nvSpPr>
          <p:spPr>
            <a:xfrm>
              <a:off x="11042525" y="83366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7" name="pt3787"/>
            <p:cNvSpPr/>
            <p:nvPr/>
          </p:nvSpPr>
          <p:spPr>
            <a:xfrm>
              <a:off x="11122360" y="83056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8" name="pt3788"/>
            <p:cNvSpPr/>
            <p:nvPr/>
          </p:nvSpPr>
          <p:spPr>
            <a:xfrm>
              <a:off x="11042525" y="82414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9" name="pt3789"/>
            <p:cNvSpPr/>
            <p:nvPr/>
          </p:nvSpPr>
          <p:spPr>
            <a:xfrm>
              <a:off x="11042525" y="77013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0" name="pt3790"/>
            <p:cNvSpPr/>
            <p:nvPr/>
          </p:nvSpPr>
          <p:spPr>
            <a:xfrm>
              <a:off x="11114807" y="76193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1" name="pt3791"/>
            <p:cNvSpPr/>
            <p:nvPr/>
          </p:nvSpPr>
          <p:spPr>
            <a:xfrm>
              <a:off x="11042525" y="81487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2" name="pt3792"/>
            <p:cNvSpPr/>
            <p:nvPr/>
          </p:nvSpPr>
          <p:spPr>
            <a:xfrm>
              <a:off x="11176851" y="81115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3" name="pt3793"/>
            <p:cNvSpPr/>
            <p:nvPr/>
          </p:nvSpPr>
          <p:spPr>
            <a:xfrm>
              <a:off x="11245424" y="79825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4" name="pt3794"/>
            <p:cNvSpPr/>
            <p:nvPr/>
          </p:nvSpPr>
          <p:spPr>
            <a:xfrm>
              <a:off x="11321329" y="80839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5" name="pt3795"/>
            <p:cNvSpPr/>
            <p:nvPr/>
          </p:nvSpPr>
          <p:spPr>
            <a:xfrm>
              <a:off x="11042525" y="83120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6" name="pt3796"/>
            <p:cNvSpPr/>
            <p:nvPr/>
          </p:nvSpPr>
          <p:spPr>
            <a:xfrm>
              <a:off x="11115532" y="83124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7" name="pt3797"/>
            <p:cNvSpPr/>
            <p:nvPr/>
          </p:nvSpPr>
          <p:spPr>
            <a:xfrm>
              <a:off x="11174409" y="82989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8" name="pt3798"/>
            <p:cNvSpPr/>
            <p:nvPr/>
          </p:nvSpPr>
          <p:spPr>
            <a:xfrm>
              <a:off x="11253576" y="83081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9" name="pt3799"/>
            <p:cNvSpPr/>
            <p:nvPr/>
          </p:nvSpPr>
          <p:spPr>
            <a:xfrm>
              <a:off x="11317344" y="83108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0" name="pt3800"/>
            <p:cNvSpPr/>
            <p:nvPr/>
          </p:nvSpPr>
          <p:spPr>
            <a:xfrm>
              <a:off x="11506125" y="83056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1" name="pt3801"/>
            <p:cNvSpPr/>
            <p:nvPr/>
          </p:nvSpPr>
          <p:spPr>
            <a:xfrm>
              <a:off x="11633105" y="83115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2" name="pt3802"/>
            <p:cNvSpPr/>
            <p:nvPr/>
          </p:nvSpPr>
          <p:spPr>
            <a:xfrm>
              <a:off x="11714250" y="82654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3" name="pt3803"/>
            <p:cNvSpPr/>
            <p:nvPr/>
          </p:nvSpPr>
          <p:spPr>
            <a:xfrm>
              <a:off x="11042525" y="76545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4" name="pt3804"/>
            <p:cNvSpPr/>
            <p:nvPr/>
          </p:nvSpPr>
          <p:spPr>
            <a:xfrm>
              <a:off x="11111003" y="76675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5" name="pt3805"/>
            <p:cNvSpPr/>
            <p:nvPr/>
          </p:nvSpPr>
          <p:spPr>
            <a:xfrm>
              <a:off x="11197092" y="75588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6" name="pt3806"/>
            <p:cNvSpPr/>
            <p:nvPr/>
          </p:nvSpPr>
          <p:spPr>
            <a:xfrm>
              <a:off x="11042525" y="82396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7" name="pt3807"/>
            <p:cNvSpPr/>
            <p:nvPr/>
          </p:nvSpPr>
          <p:spPr>
            <a:xfrm>
              <a:off x="11110460" y="82574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8" name="pt3808"/>
            <p:cNvSpPr/>
            <p:nvPr/>
          </p:nvSpPr>
          <p:spPr>
            <a:xfrm>
              <a:off x="11042525" y="84695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9" name="pt3809"/>
            <p:cNvSpPr/>
            <p:nvPr/>
          </p:nvSpPr>
          <p:spPr>
            <a:xfrm>
              <a:off x="11297235" y="83245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0" name="pt3810"/>
            <p:cNvSpPr/>
            <p:nvPr/>
          </p:nvSpPr>
          <p:spPr>
            <a:xfrm>
              <a:off x="11042525" y="84161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1" name="pt3811"/>
            <p:cNvSpPr/>
            <p:nvPr/>
          </p:nvSpPr>
          <p:spPr>
            <a:xfrm>
              <a:off x="11042525" y="81405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2" name="pt3812"/>
            <p:cNvSpPr/>
            <p:nvPr/>
          </p:nvSpPr>
          <p:spPr>
            <a:xfrm>
              <a:off x="11042525" y="76472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3" name="pt3813"/>
            <p:cNvSpPr/>
            <p:nvPr/>
          </p:nvSpPr>
          <p:spPr>
            <a:xfrm>
              <a:off x="11042525" y="83572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4" name="pt3814"/>
            <p:cNvSpPr/>
            <p:nvPr/>
          </p:nvSpPr>
          <p:spPr>
            <a:xfrm>
              <a:off x="11341794" y="83629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5" name="pt3815"/>
            <p:cNvSpPr/>
            <p:nvPr/>
          </p:nvSpPr>
          <p:spPr>
            <a:xfrm>
              <a:off x="11445424" y="82670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6" name="pt3816"/>
            <p:cNvSpPr/>
            <p:nvPr/>
          </p:nvSpPr>
          <p:spPr>
            <a:xfrm>
              <a:off x="11042525" y="82773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7" name="pt3817"/>
            <p:cNvSpPr/>
            <p:nvPr/>
          </p:nvSpPr>
          <p:spPr>
            <a:xfrm>
              <a:off x="11110773" y="81994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8" name="pt3818"/>
            <p:cNvSpPr/>
            <p:nvPr/>
          </p:nvSpPr>
          <p:spPr>
            <a:xfrm>
              <a:off x="11042525" y="81951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9" name="pt3819"/>
            <p:cNvSpPr/>
            <p:nvPr/>
          </p:nvSpPr>
          <p:spPr>
            <a:xfrm>
              <a:off x="11042525" y="83873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0" name="pt3820"/>
            <p:cNvSpPr/>
            <p:nvPr/>
          </p:nvSpPr>
          <p:spPr>
            <a:xfrm>
              <a:off x="11170150" y="83499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1" name="pt3821"/>
            <p:cNvSpPr/>
            <p:nvPr/>
          </p:nvSpPr>
          <p:spPr>
            <a:xfrm>
              <a:off x="11042525" y="83775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2" name="pt3822"/>
            <p:cNvSpPr/>
            <p:nvPr/>
          </p:nvSpPr>
          <p:spPr>
            <a:xfrm>
              <a:off x="11241438" y="82184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3" name="pt3823"/>
            <p:cNvSpPr/>
            <p:nvPr/>
          </p:nvSpPr>
          <p:spPr>
            <a:xfrm>
              <a:off x="11042525" y="80718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4" name="pt3824"/>
            <p:cNvSpPr/>
            <p:nvPr/>
          </p:nvSpPr>
          <p:spPr>
            <a:xfrm>
              <a:off x="11246510" y="82880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5" name="pt3825"/>
            <p:cNvSpPr/>
            <p:nvPr/>
          </p:nvSpPr>
          <p:spPr>
            <a:xfrm>
              <a:off x="11042525" y="82346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6" name="pt3826"/>
            <p:cNvSpPr/>
            <p:nvPr/>
          </p:nvSpPr>
          <p:spPr>
            <a:xfrm>
              <a:off x="11111135" y="82268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7" name="pt3827"/>
            <p:cNvSpPr/>
            <p:nvPr/>
          </p:nvSpPr>
          <p:spPr>
            <a:xfrm>
              <a:off x="11042525" y="80115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8" name="pt3828"/>
            <p:cNvSpPr/>
            <p:nvPr/>
          </p:nvSpPr>
          <p:spPr>
            <a:xfrm>
              <a:off x="11109916" y="79930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9" name="pt3829"/>
            <p:cNvSpPr/>
            <p:nvPr/>
          </p:nvSpPr>
          <p:spPr>
            <a:xfrm>
              <a:off x="11185812" y="78595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0" name="pt3830"/>
            <p:cNvSpPr/>
            <p:nvPr/>
          </p:nvSpPr>
          <p:spPr>
            <a:xfrm>
              <a:off x="11042525" y="78300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1" name="pt3831"/>
            <p:cNvSpPr/>
            <p:nvPr/>
          </p:nvSpPr>
          <p:spPr>
            <a:xfrm>
              <a:off x="11042525" y="81154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2" name="pt3832"/>
            <p:cNvSpPr/>
            <p:nvPr/>
          </p:nvSpPr>
          <p:spPr>
            <a:xfrm>
              <a:off x="11042525" y="84117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3" name="pt3833"/>
            <p:cNvSpPr/>
            <p:nvPr/>
          </p:nvSpPr>
          <p:spPr>
            <a:xfrm>
              <a:off x="11042525" y="82891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4" name="pt3834"/>
            <p:cNvSpPr/>
            <p:nvPr/>
          </p:nvSpPr>
          <p:spPr>
            <a:xfrm>
              <a:off x="11111365" y="82727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5" name="pt3835"/>
            <p:cNvSpPr/>
            <p:nvPr/>
          </p:nvSpPr>
          <p:spPr>
            <a:xfrm>
              <a:off x="11178576" y="82738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6" name="pt3836"/>
            <p:cNvSpPr/>
            <p:nvPr/>
          </p:nvSpPr>
          <p:spPr>
            <a:xfrm>
              <a:off x="11042525" y="83302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7" name="pt3837"/>
            <p:cNvSpPr/>
            <p:nvPr/>
          </p:nvSpPr>
          <p:spPr>
            <a:xfrm>
              <a:off x="11242869" y="82919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8" name="pt3838"/>
            <p:cNvSpPr/>
            <p:nvPr/>
          </p:nvSpPr>
          <p:spPr>
            <a:xfrm>
              <a:off x="11042525" y="80942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9" name="pt3839"/>
            <p:cNvSpPr/>
            <p:nvPr/>
          </p:nvSpPr>
          <p:spPr>
            <a:xfrm>
              <a:off x="11042525" y="82494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0" name="pt3840"/>
            <p:cNvSpPr/>
            <p:nvPr/>
          </p:nvSpPr>
          <p:spPr>
            <a:xfrm>
              <a:off x="11102628" y="82907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1" name="pt3841"/>
            <p:cNvSpPr/>
            <p:nvPr/>
          </p:nvSpPr>
          <p:spPr>
            <a:xfrm>
              <a:off x="11185236" y="82900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2" name="pt3842"/>
            <p:cNvSpPr/>
            <p:nvPr/>
          </p:nvSpPr>
          <p:spPr>
            <a:xfrm>
              <a:off x="11042525" y="83024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3" name="pt3843"/>
            <p:cNvSpPr/>
            <p:nvPr/>
          </p:nvSpPr>
          <p:spPr>
            <a:xfrm>
              <a:off x="11243793" y="82747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4" name="pt3844"/>
            <p:cNvSpPr/>
            <p:nvPr/>
          </p:nvSpPr>
          <p:spPr>
            <a:xfrm>
              <a:off x="11042525" y="84709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5" name="pt3845"/>
            <p:cNvSpPr/>
            <p:nvPr/>
          </p:nvSpPr>
          <p:spPr>
            <a:xfrm>
              <a:off x="11042525" y="80759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6" name="pt3846"/>
            <p:cNvSpPr/>
            <p:nvPr/>
          </p:nvSpPr>
          <p:spPr>
            <a:xfrm>
              <a:off x="11198503" y="80047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7" name="pt3847"/>
            <p:cNvSpPr/>
            <p:nvPr/>
          </p:nvSpPr>
          <p:spPr>
            <a:xfrm>
              <a:off x="11042525" y="83316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8" name="pt3848"/>
            <p:cNvSpPr/>
            <p:nvPr/>
          </p:nvSpPr>
          <p:spPr>
            <a:xfrm>
              <a:off x="11042525" y="81750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9" name="pt3849"/>
            <p:cNvSpPr/>
            <p:nvPr/>
          </p:nvSpPr>
          <p:spPr>
            <a:xfrm>
              <a:off x="11042525" y="84656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0" name="pt3850"/>
            <p:cNvSpPr/>
            <p:nvPr/>
          </p:nvSpPr>
          <p:spPr>
            <a:xfrm>
              <a:off x="11042525" y="80191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1" name="pt3851"/>
            <p:cNvSpPr/>
            <p:nvPr/>
          </p:nvSpPr>
          <p:spPr>
            <a:xfrm>
              <a:off x="11042525" y="80469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2" name="pt3852"/>
            <p:cNvSpPr/>
            <p:nvPr/>
          </p:nvSpPr>
          <p:spPr>
            <a:xfrm>
              <a:off x="11184286" y="80905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3" name="pt3853"/>
            <p:cNvSpPr/>
            <p:nvPr/>
          </p:nvSpPr>
          <p:spPr>
            <a:xfrm>
              <a:off x="11309728" y="79631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4" name="pt3854"/>
            <p:cNvSpPr/>
            <p:nvPr/>
          </p:nvSpPr>
          <p:spPr>
            <a:xfrm>
              <a:off x="11042525" y="81291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5" name="pt3855"/>
            <p:cNvSpPr/>
            <p:nvPr/>
          </p:nvSpPr>
          <p:spPr>
            <a:xfrm>
              <a:off x="11274590" y="82154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6" name="pt3856"/>
            <p:cNvSpPr/>
            <p:nvPr/>
          </p:nvSpPr>
          <p:spPr>
            <a:xfrm>
              <a:off x="11042525" y="80387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7" name="pt3857"/>
            <p:cNvSpPr/>
            <p:nvPr/>
          </p:nvSpPr>
          <p:spPr>
            <a:xfrm>
              <a:off x="11042525" y="84464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8" name="pt3858"/>
            <p:cNvSpPr/>
            <p:nvPr/>
          </p:nvSpPr>
          <p:spPr>
            <a:xfrm>
              <a:off x="11251039" y="84056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9" name="pt3859"/>
            <p:cNvSpPr/>
            <p:nvPr/>
          </p:nvSpPr>
          <p:spPr>
            <a:xfrm>
              <a:off x="11373342" y="84053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0" name="pt3860"/>
            <p:cNvSpPr/>
            <p:nvPr/>
          </p:nvSpPr>
          <p:spPr>
            <a:xfrm>
              <a:off x="11503938" y="83891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1" name="pt3861"/>
            <p:cNvSpPr/>
            <p:nvPr/>
          </p:nvSpPr>
          <p:spPr>
            <a:xfrm>
              <a:off x="11649772" y="84078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2" name="pt3862"/>
            <p:cNvSpPr/>
            <p:nvPr/>
          </p:nvSpPr>
          <p:spPr>
            <a:xfrm>
              <a:off x="11042525" y="82747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3" name="pt3863"/>
            <p:cNvSpPr/>
            <p:nvPr/>
          </p:nvSpPr>
          <p:spPr>
            <a:xfrm>
              <a:off x="11112146" y="81663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4" name="pt3864"/>
            <p:cNvSpPr/>
            <p:nvPr/>
          </p:nvSpPr>
          <p:spPr>
            <a:xfrm>
              <a:off x="11042525" y="84642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5" name="pt3865"/>
            <p:cNvSpPr/>
            <p:nvPr/>
          </p:nvSpPr>
          <p:spPr>
            <a:xfrm>
              <a:off x="11108729" y="84352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6" name="pt3866"/>
            <p:cNvSpPr/>
            <p:nvPr/>
          </p:nvSpPr>
          <p:spPr>
            <a:xfrm>
              <a:off x="11178757" y="84266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7" name="pt3867"/>
            <p:cNvSpPr/>
            <p:nvPr/>
          </p:nvSpPr>
          <p:spPr>
            <a:xfrm>
              <a:off x="11042525" y="83231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8" name="pt3868"/>
            <p:cNvSpPr/>
            <p:nvPr/>
          </p:nvSpPr>
          <p:spPr>
            <a:xfrm>
              <a:off x="11121141" y="83400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9" name="pt3869"/>
            <p:cNvSpPr/>
            <p:nvPr/>
          </p:nvSpPr>
          <p:spPr>
            <a:xfrm>
              <a:off x="11042525" y="84234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0" name="pt3870"/>
            <p:cNvSpPr/>
            <p:nvPr/>
          </p:nvSpPr>
          <p:spPr>
            <a:xfrm>
              <a:off x="11197072" y="82654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1" name="pt3871"/>
            <p:cNvSpPr/>
            <p:nvPr/>
          </p:nvSpPr>
          <p:spPr>
            <a:xfrm>
              <a:off x="11042525" y="83040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2" name="pt3872"/>
            <p:cNvSpPr/>
            <p:nvPr/>
          </p:nvSpPr>
          <p:spPr>
            <a:xfrm>
              <a:off x="11182952" y="82325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3" name="pt3873"/>
            <p:cNvSpPr/>
            <p:nvPr/>
          </p:nvSpPr>
          <p:spPr>
            <a:xfrm>
              <a:off x="11042525" y="80008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4" name="pt3874"/>
            <p:cNvSpPr/>
            <p:nvPr/>
          </p:nvSpPr>
          <p:spPr>
            <a:xfrm>
              <a:off x="11042525" y="80645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5" name="pt3875"/>
            <p:cNvSpPr/>
            <p:nvPr/>
          </p:nvSpPr>
          <p:spPr>
            <a:xfrm>
              <a:off x="11174374" y="82133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6" name="pt3876"/>
            <p:cNvSpPr/>
            <p:nvPr/>
          </p:nvSpPr>
          <p:spPr>
            <a:xfrm>
              <a:off x="11241438" y="80633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7" name="pt3877"/>
            <p:cNvSpPr/>
            <p:nvPr/>
          </p:nvSpPr>
          <p:spPr>
            <a:xfrm>
              <a:off x="11042525" y="84725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8" name="pt3878"/>
            <p:cNvSpPr/>
            <p:nvPr/>
          </p:nvSpPr>
          <p:spPr>
            <a:xfrm>
              <a:off x="11247825" y="83626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9" name="pt3879"/>
            <p:cNvSpPr/>
            <p:nvPr/>
          </p:nvSpPr>
          <p:spPr>
            <a:xfrm>
              <a:off x="11366847" y="82953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0" name="pt3880"/>
            <p:cNvSpPr/>
            <p:nvPr/>
          </p:nvSpPr>
          <p:spPr>
            <a:xfrm>
              <a:off x="11502536" y="82129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1" name="pt3881"/>
            <p:cNvSpPr/>
            <p:nvPr/>
          </p:nvSpPr>
          <p:spPr>
            <a:xfrm>
              <a:off x="11638949" y="81613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2" name="pt3882"/>
            <p:cNvSpPr/>
            <p:nvPr/>
          </p:nvSpPr>
          <p:spPr>
            <a:xfrm>
              <a:off x="11042525" y="82451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3" name="pt3883"/>
            <p:cNvSpPr/>
            <p:nvPr/>
          </p:nvSpPr>
          <p:spPr>
            <a:xfrm>
              <a:off x="11117244" y="82478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4" name="pt3884"/>
            <p:cNvSpPr/>
            <p:nvPr/>
          </p:nvSpPr>
          <p:spPr>
            <a:xfrm>
              <a:off x="11042525" y="83108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5" name="pt3885"/>
            <p:cNvSpPr/>
            <p:nvPr/>
          </p:nvSpPr>
          <p:spPr>
            <a:xfrm>
              <a:off x="11042525" y="80439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6" name="pt3886"/>
            <p:cNvSpPr/>
            <p:nvPr/>
          </p:nvSpPr>
          <p:spPr>
            <a:xfrm>
              <a:off x="11122416" y="80213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7" name="pt3887"/>
            <p:cNvSpPr/>
            <p:nvPr/>
          </p:nvSpPr>
          <p:spPr>
            <a:xfrm>
              <a:off x="11042525" y="75090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8" name="pt3888"/>
            <p:cNvSpPr/>
            <p:nvPr/>
          </p:nvSpPr>
          <p:spPr>
            <a:xfrm>
              <a:off x="11042525" y="76839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9" name="pt3889"/>
            <p:cNvSpPr/>
            <p:nvPr/>
          </p:nvSpPr>
          <p:spPr>
            <a:xfrm>
              <a:off x="11120911" y="77745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0" name="pt3890"/>
            <p:cNvSpPr/>
            <p:nvPr/>
          </p:nvSpPr>
          <p:spPr>
            <a:xfrm>
              <a:off x="11195967" y="77145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1" name="pt3891"/>
            <p:cNvSpPr/>
            <p:nvPr/>
          </p:nvSpPr>
          <p:spPr>
            <a:xfrm>
              <a:off x="11324047" y="75768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2" name="pt3892"/>
            <p:cNvSpPr/>
            <p:nvPr/>
          </p:nvSpPr>
          <p:spPr>
            <a:xfrm>
              <a:off x="11042525" y="84887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3" name="pt3893"/>
            <p:cNvSpPr/>
            <p:nvPr/>
          </p:nvSpPr>
          <p:spPr>
            <a:xfrm>
              <a:off x="11042525" y="82837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4" name="pt3894"/>
            <p:cNvSpPr/>
            <p:nvPr/>
          </p:nvSpPr>
          <p:spPr>
            <a:xfrm>
              <a:off x="11042525" y="84316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5" name="pt3895"/>
            <p:cNvSpPr/>
            <p:nvPr/>
          </p:nvSpPr>
          <p:spPr>
            <a:xfrm>
              <a:off x="11042525" y="80508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6" name="pt3896"/>
            <p:cNvSpPr/>
            <p:nvPr/>
          </p:nvSpPr>
          <p:spPr>
            <a:xfrm>
              <a:off x="11042525" y="84263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7" name="pt3897"/>
            <p:cNvSpPr/>
            <p:nvPr/>
          </p:nvSpPr>
          <p:spPr>
            <a:xfrm>
              <a:off x="11209554" y="83343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8" name="pt3898"/>
            <p:cNvSpPr/>
            <p:nvPr/>
          </p:nvSpPr>
          <p:spPr>
            <a:xfrm>
              <a:off x="11318793" y="82257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9" name="pt3899"/>
            <p:cNvSpPr/>
            <p:nvPr/>
          </p:nvSpPr>
          <p:spPr>
            <a:xfrm>
              <a:off x="11449409" y="82033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0" name="pt3900"/>
            <p:cNvSpPr/>
            <p:nvPr/>
          </p:nvSpPr>
          <p:spPr>
            <a:xfrm>
              <a:off x="11578214" y="83923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1" name="pt3901"/>
            <p:cNvSpPr/>
            <p:nvPr/>
          </p:nvSpPr>
          <p:spPr>
            <a:xfrm>
              <a:off x="11388532" y="83117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2" name="pt3902"/>
            <p:cNvSpPr/>
            <p:nvPr/>
          </p:nvSpPr>
          <p:spPr>
            <a:xfrm>
              <a:off x="11042525" y="80245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3" name="pt3903"/>
            <p:cNvSpPr/>
            <p:nvPr/>
          </p:nvSpPr>
          <p:spPr>
            <a:xfrm>
              <a:off x="11107923" y="79873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4" name="pt3904"/>
            <p:cNvSpPr/>
            <p:nvPr/>
          </p:nvSpPr>
          <p:spPr>
            <a:xfrm>
              <a:off x="11042525" y="81599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5" name="pt3905"/>
            <p:cNvSpPr/>
            <p:nvPr/>
          </p:nvSpPr>
          <p:spPr>
            <a:xfrm>
              <a:off x="11042525" y="79809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6" name="pt3906"/>
            <p:cNvSpPr/>
            <p:nvPr/>
          </p:nvSpPr>
          <p:spPr>
            <a:xfrm>
              <a:off x="11109561" y="78919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7" name="pt3907"/>
            <p:cNvSpPr/>
            <p:nvPr/>
          </p:nvSpPr>
          <p:spPr>
            <a:xfrm>
              <a:off x="11175503" y="79339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8" name="pt3908"/>
            <p:cNvSpPr/>
            <p:nvPr/>
          </p:nvSpPr>
          <p:spPr>
            <a:xfrm>
              <a:off x="11042525" y="83206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9" name="pt3909"/>
            <p:cNvSpPr/>
            <p:nvPr/>
          </p:nvSpPr>
          <p:spPr>
            <a:xfrm>
              <a:off x="11042525" y="78017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0" name="pt3910"/>
            <p:cNvSpPr/>
            <p:nvPr/>
          </p:nvSpPr>
          <p:spPr>
            <a:xfrm>
              <a:off x="11109321" y="76972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1" name="pt3911"/>
            <p:cNvSpPr/>
            <p:nvPr/>
          </p:nvSpPr>
          <p:spPr>
            <a:xfrm>
              <a:off x="11240012" y="79460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2" name="pt3912"/>
            <p:cNvSpPr/>
            <p:nvPr/>
          </p:nvSpPr>
          <p:spPr>
            <a:xfrm>
              <a:off x="11042525" y="80990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3" name="pt3913"/>
            <p:cNvSpPr/>
            <p:nvPr/>
          </p:nvSpPr>
          <p:spPr>
            <a:xfrm>
              <a:off x="11167986" y="80449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4" name="pt3914"/>
            <p:cNvSpPr/>
            <p:nvPr/>
          </p:nvSpPr>
          <p:spPr>
            <a:xfrm>
              <a:off x="11042525" y="83327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5" name="pt3915"/>
            <p:cNvSpPr/>
            <p:nvPr/>
          </p:nvSpPr>
          <p:spPr>
            <a:xfrm>
              <a:off x="11042525" y="84791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6" name="pt3916"/>
            <p:cNvSpPr/>
            <p:nvPr/>
          </p:nvSpPr>
          <p:spPr>
            <a:xfrm>
              <a:off x="11116551" y="84944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7" name="pt3917"/>
            <p:cNvSpPr/>
            <p:nvPr/>
          </p:nvSpPr>
          <p:spPr>
            <a:xfrm>
              <a:off x="11042525" y="84483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8" name="pt3918"/>
            <p:cNvSpPr/>
            <p:nvPr/>
          </p:nvSpPr>
          <p:spPr>
            <a:xfrm>
              <a:off x="11270605" y="83257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9" name="pt3919"/>
            <p:cNvSpPr/>
            <p:nvPr/>
          </p:nvSpPr>
          <p:spPr>
            <a:xfrm>
              <a:off x="11042525" y="81987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0" name="pt3920"/>
            <p:cNvSpPr/>
            <p:nvPr/>
          </p:nvSpPr>
          <p:spPr>
            <a:xfrm>
              <a:off x="11042525" y="83524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1" name="pt3921"/>
            <p:cNvSpPr/>
            <p:nvPr/>
          </p:nvSpPr>
          <p:spPr>
            <a:xfrm>
              <a:off x="11113902" y="73154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2" name="pt3922"/>
            <p:cNvSpPr/>
            <p:nvPr/>
          </p:nvSpPr>
          <p:spPr>
            <a:xfrm>
              <a:off x="11042525" y="80143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3" name="pt3923"/>
            <p:cNvSpPr/>
            <p:nvPr/>
          </p:nvSpPr>
          <p:spPr>
            <a:xfrm>
              <a:off x="11175985" y="80551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4" name="pt3924"/>
            <p:cNvSpPr/>
            <p:nvPr/>
          </p:nvSpPr>
          <p:spPr>
            <a:xfrm>
              <a:off x="11243068" y="80464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5" name="pt3925"/>
            <p:cNvSpPr/>
            <p:nvPr/>
          </p:nvSpPr>
          <p:spPr>
            <a:xfrm>
              <a:off x="11373685" y="79106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6" name="pt3926"/>
            <p:cNvSpPr/>
            <p:nvPr/>
          </p:nvSpPr>
          <p:spPr>
            <a:xfrm>
              <a:off x="11042525" y="84124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7" name="pt3927"/>
            <p:cNvSpPr/>
            <p:nvPr/>
          </p:nvSpPr>
          <p:spPr>
            <a:xfrm>
              <a:off x="11449361" y="82321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8" name="pt3928"/>
            <p:cNvSpPr/>
            <p:nvPr/>
          </p:nvSpPr>
          <p:spPr>
            <a:xfrm>
              <a:off x="11042525" y="81038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9" name="pt3929"/>
            <p:cNvSpPr/>
            <p:nvPr/>
          </p:nvSpPr>
          <p:spPr>
            <a:xfrm>
              <a:off x="11042525" y="82900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0" name="pt3930"/>
            <p:cNvSpPr/>
            <p:nvPr/>
          </p:nvSpPr>
          <p:spPr>
            <a:xfrm>
              <a:off x="11042525" y="84120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1" name="pt3931"/>
            <p:cNvSpPr/>
            <p:nvPr/>
          </p:nvSpPr>
          <p:spPr>
            <a:xfrm>
              <a:off x="11227605" y="83953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2" name="pt3932"/>
            <p:cNvSpPr/>
            <p:nvPr/>
          </p:nvSpPr>
          <p:spPr>
            <a:xfrm>
              <a:off x="11373322" y="83307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3" name="pt3933"/>
            <p:cNvSpPr/>
            <p:nvPr/>
          </p:nvSpPr>
          <p:spPr>
            <a:xfrm>
              <a:off x="11529134" y="83275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4" name="pt3934"/>
            <p:cNvSpPr/>
            <p:nvPr/>
          </p:nvSpPr>
          <p:spPr>
            <a:xfrm>
              <a:off x="11649228" y="82633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5" name="pt3935"/>
            <p:cNvSpPr/>
            <p:nvPr/>
          </p:nvSpPr>
          <p:spPr>
            <a:xfrm>
              <a:off x="11763276" y="82353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6" name="pt3936"/>
            <p:cNvSpPr/>
            <p:nvPr/>
          </p:nvSpPr>
          <p:spPr>
            <a:xfrm>
              <a:off x="11109624" y="78503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7" name="pt3937"/>
            <p:cNvSpPr/>
            <p:nvPr/>
          </p:nvSpPr>
          <p:spPr>
            <a:xfrm>
              <a:off x="11175496" y="78551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8" name="pt3938"/>
            <p:cNvSpPr/>
            <p:nvPr/>
          </p:nvSpPr>
          <p:spPr>
            <a:xfrm>
              <a:off x="11242706" y="79213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9" name="pt3939"/>
            <p:cNvSpPr/>
            <p:nvPr/>
          </p:nvSpPr>
          <p:spPr>
            <a:xfrm>
              <a:off x="11042525" y="77029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0" name="pt3940"/>
            <p:cNvSpPr/>
            <p:nvPr/>
          </p:nvSpPr>
          <p:spPr>
            <a:xfrm>
              <a:off x="11111353" y="78761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1" name="pt3941"/>
            <p:cNvSpPr/>
            <p:nvPr/>
          </p:nvSpPr>
          <p:spPr>
            <a:xfrm>
              <a:off x="11042525" y="79444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2" name="pt3942"/>
            <p:cNvSpPr/>
            <p:nvPr/>
          </p:nvSpPr>
          <p:spPr>
            <a:xfrm>
              <a:off x="11042525" y="84882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3" name="pt3943"/>
            <p:cNvSpPr/>
            <p:nvPr/>
          </p:nvSpPr>
          <p:spPr>
            <a:xfrm>
              <a:off x="11244120" y="85106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4" name="pt3944"/>
            <p:cNvSpPr/>
            <p:nvPr/>
          </p:nvSpPr>
          <p:spPr>
            <a:xfrm>
              <a:off x="11042525" y="74444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5" name="pt3945"/>
            <p:cNvSpPr/>
            <p:nvPr/>
          </p:nvSpPr>
          <p:spPr>
            <a:xfrm>
              <a:off x="11042525" y="78111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6" name="pt3946"/>
            <p:cNvSpPr/>
            <p:nvPr/>
          </p:nvSpPr>
          <p:spPr>
            <a:xfrm>
              <a:off x="11042525" y="84063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7" name="pt3947"/>
            <p:cNvSpPr/>
            <p:nvPr/>
          </p:nvSpPr>
          <p:spPr>
            <a:xfrm>
              <a:off x="11042525" y="83661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8" name="pt3948"/>
            <p:cNvSpPr/>
            <p:nvPr/>
          </p:nvSpPr>
          <p:spPr>
            <a:xfrm>
              <a:off x="11181112" y="83129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9" name="pt3949"/>
            <p:cNvSpPr/>
            <p:nvPr/>
          </p:nvSpPr>
          <p:spPr>
            <a:xfrm>
              <a:off x="11320242" y="82353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0" name="pt3950"/>
            <p:cNvSpPr/>
            <p:nvPr/>
          </p:nvSpPr>
          <p:spPr>
            <a:xfrm>
              <a:off x="11042525" y="84218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1" name="pt3951"/>
            <p:cNvSpPr/>
            <p:nvPr/>
          </p:nvSpPr>
          <p:spPr>
            <a:xfrm>
              <a:off x="11042525" y="83035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2" name="pt3952"/>
            <p:cNvSpPr/>
            <p:nvPr/>
          </p:nvSpPr>
          <p:spPr>
            <a:xfrm>
              <a:off x="11042525" y="84213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3" name="pt3953"/>
            <p:cNvSpPr/>
            <p:nvPr/>
          </p:nvSpPr>
          <p:spPr>
            <a:xfrm>
              <a:off x="11195496" y="83951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4" name="pt3954"/>
            <p:cNvSpPr/>
            <p:nvPr/>
          </p:nvSpPr>
          <p:spPr>
            <a:xfrm>
              <a:off x="11042525" y="81759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5" name="pt3955"/>
            <p:cNvSpPr/>
            <p:nvPr/>
          </p:nvSpPr>
          <p:spPr>
            <a:xfrm>
              <a:off x="11042525" y="79412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6" name="pt3956"/>
            <p:cNvSpPr/>
            <p:nvPr/>
          </p:nvSpPr>
          <p:spPr>
            <a:xfrm>
              <a:off x="11042525" y="80193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7" name="pt3957"/>
            <p:cNvSpPr/>
            <p:nvPr/>
          </p:nvSpPr>
          <p:spPr>
            <a:xfrm>
              <a:off x="11328915" y="76974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8" name="pt3958"/>
            <p:cNvSpPr/>
            <p:nvPr/>
          </p:nvSpPr>
          <p:spPr>
            <a:xfrm>
              <a:off x="11042525" y="81236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9" name="pt3959"/>
            <p:cNvSpPr/>
            <p:nvPr/>
          </p:nvSpPr>
          <p:spPr>
            <a:xfrm>
              <a:off x="11042525" y="78271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0" name="pt3960"/>
            <p:cNvSpPr/>
            <p:nvPr/>
          </p:nvSpPr>
          <p:spPr>
            <a:xfrm>
              <a:off x="11042525" y="83793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1" name="pt3961"/>
            <p:cNvSpPr/>
            <p:nvPr/>
          </p:nvSpPr>
          <p:spPr>
            <a:xfrm>
              <a:off x="11180702" y="81197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2" name="pt3962"/>
            <p:cNvSpPr/>
            <p:nvPr/>
          </p:nvSpPr>
          <p:spPr>
            <a:xfrm>
              <a:off x="11351897" y="80099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3" name="pt3963"/>
            <p:cNvSpPr/>
            <p:nvPr/>
          </p:nvSpPr>
          <p:spPr>
            <a:xfrm>
              <a:off x="11448274" y="79889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4" name="pt3964"/>
            <p:cNvSpPr/>
            <p:nvPr/>
          </p:nvSpPr>
          <p:spPr>
            <a:xfrm>
              <a:off x="11512948" y="80044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5" name="pt3965"/>
            <p:cNvSpPr/>
            <p:nvPr/>
          </p:nvSpPr>
          <p:spPr>
            <a:xfrm>
              <a:off x="11042525" y="84398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6" name="pt3966"/>
            <p:cNvSpPr/>
            <p:nvPr/>
          </p:nvSpPr>
          <p:spPr>
            <a:xfrm>
              <a:off x="11305387" y="84515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7" name="pt3967"/>
            <p:cNvSpPr/>
            <p:nvPr/>
          </p:nvSpPr>
          <p:spPr>
            <a:xfrm>
              <a:off x="11042525" y="76049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8" name="pl3968"/>
            <p:cNvSpPr/>
            <p:nvPr/>
          </p:nvSpPr>
          <p:spPr>
            <a:xfrm>
              <a:off x="11067351" y="8387978"/>
              <a:ext cx="210326" cy="40409"/>
            </a:xfrm>
            <a:custGeom>
              <a:avLst/>
              <a:pathLst>
                <a:path w="210326" h="40409">
                  <a:moveTo>
                    <a:pt x="0" y="0"/>
                  </a:moveTo>
                  <a:lnTo>
                    <a:pt x="210326" y="4040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9" name="pl3969"/>
            <p:cNvSpPr/>
            <p:nvPr/>
          </p:nvSpPr>
          <p:spPr>
            <a:xfrm>
              <a:off x="11067351" y="8483635"/>
              <a:ext cx="197645" cy="18948"/>
            </a:xfrm>
            <a:custGeom>
              <a:avLst/>
              <a:pathLst>
                <a:path w="197645" h="18948">
                  <a:moveTo>
                    <a:pt x="0" y="18948"/>
                  </a:moveTo>
                  <a:lnTo>
                    <a:pt x="19764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0" name="pl3970"/>
            <p:cNvSpPr/>
            <p:nvPr/>
          </p:nvSpPr>
          <p:spPr>
            <a:xfrm>
              <a:off x="11067351" y="8337980"/>
              <a:ext cx="68325" cy="57988"/>
            </a:xfrm>
            <a:custGeom>
              <a:avLst/>
              <a:pathLst>
                <a:path w="68325" h="57988">
                  <a:moveTo>
                    <a:pt x="0" y="57988"/>
                  </a:moveTo>
                  <a:lnTo>
                    <a:pt x="6832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1" name="pl3971"/>
            <p:cNvSpPr/>
            <p:nvPr/>
          </p:nvSpPr>
          <p:spPr>
            <a:xfrm>
              <a:off x="11067351" y="7598744"/>
              <a:ext cx="197645" cy="154787"/>
            </a:xfrm>
            <a:custGeom>
              <a:avLst/>
              <a:pathLst>
                <a:path w="197645" h="154787">
                  <a:moveTo>
                    <a:pt x="0" y="154787"/>
                  </a:moveTo>
                  <a:lnTo>
                    <a:pt x="75990" y="123053"/>
                  </a:lnTo>
                  <a:lnTo>
                    <a:pt x="134058" y="125108"/>
                  </a:lnTo>
                  <a:lnTo>
                    <a:pt x="19764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2" name="pl3972"/>
            <p:cNvSpPr/>
            <p:nvPr/>
          </p:nvSpPr>
          <p:spPr>
            <a:xfrm>
              <a:off x="11067351" y="8104885"/>
              <a:ext cx="235917" cy="57531"/>
            </a:xfrm>
            <a:custGeom>
              <a:avLst/>
              <a:pathLst>
                <a:path w="235917" h="57531">
                  <a:moveTo>
                    <a:pt x="0" y="57531"/>
                  </a:moveTo>
                  <a:lnTo>
                    <a:pt x="78623" y="55705"/>
                  </a:lnTo>
                  <a:lnTo>
                    <a:pt x="23591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3" name="pl3973"/>
            <p:cNvSpPr/>
            <p:nvPr/>
          </p:nvSpPr>
          <p:spPr>
            <a:xfrm>
              <a:off x="11067351" y="8341176"/>
              <a:ext cx="400725" cy="36071"/>
            </a:xfrm>
            <a:custGeom>
              <a:avLst/>
              <a:pathLst>
                <a:path w="400725" h="36071">
                  <a:moveTo>
                    <a:pt x="0" y="36071"/>
                  </a:moveTo>
                  <a:lnTo>
                    <a:pt x="219326" y="6620"/>
                  </a:lnTo>
                  <a:lnTo>
                    <a:pt x="40072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4" name="pl3974"/>
            <p:cNvSpPr/>
            <p:nvPr/>
          </p:nvSpPr>
          <p:spPr>
            <a:xfrm>
              <a:off x="11067351" y="8423821"/>
              <a:ext cx="239855" cy="82188"/>
            </a:xfrm>
            <a:custGeom>
              <a:avLst/>
              <a:pathLst>
                <a:path w="239855" h="82188">
                  <a:moveTo>
                    <a:pt x="0" y="82188"/>
                  </a:moveTo>
                  <a:lnTo>
                    <a:pt x="23985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5" name="pl3975"/>
            <p:cNvSpPr/>
            <p:nvPr/>
          </p:nvSpPr>
          <p:spPr>
            <a:xfrm>
              <a:off x="11067351" y="8403045"/>
              <a:ext cx="76044" cy="35158"/>
            </a:xfrm>
            <a:custGeom>
              <a:avLst/>
              <a:pathLst>
                <a:path w="76044" h="35158">
                  <a:moveTo>
                    <a:pt x="0" y="0"/>
                  </a:moveTo>
                  <a:lnTo>
                    <a:pt x="76044" y="3515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6" name="pl3976"/>
            <p:cNvSpPr/>
            <p:nvPr/>
          </p:nvSpPr>
          <p:spPr>
            <a:xfrm>
              <a:off x="11067351" y="7794397"/>
              <a:ext cx="139612" cy="199077"/>
            </a:xfrm>
            <a:custGeom>
              <a:avLst/>
              <a:pathLst>
                <a:path w="139612" h="199077">
                  <a:moveTo>
                    <a:pt x="0" y="199077"/>
                  </a:moveTo>
                  <a:lnTo>
                    <a:pt x="13961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7" name="pl3977"/>
            <p:cNvSpPr/>
            <p:nvPr/>
          </p:nvSpPr>
          <p:spPr>
            <a:xfrm>
              <a:off x="11067351" y="8227939"/>
              <a:ext cx="333576" cy="87895"/>
            </a:xfrm>
            <a:custGeom>
              <a:avLst/>
              <a:pathLst>
                <a:path w="333576" h="87895">
                  <a:moveTo>
                    <a:pt x="0" y="87895"/>
                  </a:moveTo>
                  <a:lnTo>
                    <a:pt x="159481" y="0"/>
                  </a:lnTo>
                  <a:lnTo>
                    <a:pt x="333576" y="799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8" name="pl3978"/>
            <p:cNvSpPr/>
            <p:nvPr/>
          </p:nvSpPr>
          <p:spPr>
            <a:xfrm>
              <a:off x="11067351" y="8401904"/>
              <a:ext cx="216848" cy="80361"/>
            </a:xfrm>
            <a:custGeom>
              <a:avLst/>
              <a:pathLst>
                <a:path w="216848" h="80361">
                  <a:moveTo>
                    <a:pt x="0" y="80361"/>
                  </a:moveTo>
                  <a:lnTo>
                    <a:pt x="21684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9" name="pl3979"/>
            <p:cNvSpPr/>
            <p:nvPr/>
          </p:nvSpPr>
          <p:spPr>
            <a:xfrm>
              <a:off x="11067351" y="8475873"/>
              <a:ext cx="335869" cy="49997"/>
            </a:xfrm>
            <a:custGeom>
              <a:avLst/>
              <a:pathLst>
                <a:path w="335869" h="49997">
                  <a:moveTo>
                    <a:pt x="0" y="25341"/>
                  </a:moveTo>
                  <a:lnTo>
                    <a:pt x="72101" y="49997"/>
                  </a:lnTo>
                  <a:lnTo>
                    <a:pt x="200305" y="0"/>
                  </a:lnTo>
                  <a:lnTo>
                    <a:pt x="335869" y="296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0" name="pl3980"/>
            <p:cNvSpPr/>
            <p:nvPr/>
          </p:nvSpPr>
          <p:spPr>
            <a:xfrm>
              <a:off x="11067351" y="8222688"/>
              <a:ext cx="462925" cy="182411"/>
            </a:xfrm>
            <a:custGeom>
              <a:avLst/>
              <a:pathLst>
                <a:path w="462925" h="182411">
                  <a:moveTo>
                    <a:pt x="0" y="182411"/>
                  </a:moveTo>
                  <a:lnTo>
                    <a:pt x="199338" y="38811"/>
                  </a:lnTo>
                  <a:lnTo>
                    <a:pt x="332309" y="0"/>
                  </a:lnTo>
                  <a:lnTo>
                    <a:pt x="462925" y="684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1" name="pl3981"/>
            <p:cNvSpPr/>
            <p:nvPr/>
          </p:nvSpPr>
          <p:spPr>
            <a:xfrm>
              <a:off x="11067351" y="8503726"/>
              <a:ext cx="136413" cy="5479"/>
            </a:xfrm>
            <a:custGeom>
              <a:avLst/>
              <a:pathLst>
                <a:path w="136413" h="5479">
                  <a:moveTo>
                    <a:pt x="0" y="5479"/>
                  </a:moveTo>
                  <a:lnTo>
                    <a:pt x="13641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2" name="pl3982"/>
            <p:cNvSpPr/>
            <p:nvPr/>
          </p:nvSpPr>
          <p:spPr>
            <a:xfrm>
              <a:off x="11067351" y="8356700"/>
              <a:ext cx="63405" cy="20090"/>
            </a:xfrm>
            <a:custGeom>
              <a:avLst/>
              <a:pathLst>
                <a:path w="63405" h="20090">
                  <a:moveTo>
                    <a:pt x="0" y="0"/>
                  </a:moveTo>
                  <a:lnTo>
                    <a:pt x="63405" y="2009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3" name="pl3983"/>
            <p:cNvSpPr/>
            <p:nvPr/>
          </p:nvSpPr>
          <p:spPr>
            <a:xfrm>
              <a:off x="11067351" y="8260129"/>
              <a:ext cx="76035" cy="42463"/>
            </a:xfrm>
            <a:custGeom>
              <a:avLst/>
              <a:pathLst>
                <a:path w="76035" h="42463">
                  <a:moveTo>
                    <a:pt x="0" y="42463"/>
                  </a:moveTo>
                  <a:lnTo>
                    <a:pt x="7603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4" name="pl3984"/>
            <p:cNvSpPr/>
            <p:nvPr/>
          </p:nvSpPr>
          <p:spPr>
            <a:xfrm>
              <a:off x="11067351" y="8324282"/>
              <a:ext cx="73463" cy="5935"/>
            </a:xfrm>
            <a:custGeom>
              <a:avLst/>
              <a:pathLst>
                <a:path w="73463" h="5935">
                  <a:moveTo>
                    <a:pt x="0" y="0"/>
                  </a:moveTo>
                  <a:lnTo>
                    <a:pt x="73463" y="593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5" name="pl3985"/>
            <p:cNvSpPr/>
            <p:nvPr/>
          </p:nvSpPr>
          <p:spPr>
            <a:xfrm>
              <a:off x="11067351" y="8269718"/>
              <a:ext cx="221920" cy="58673"/>
            </a:xfrm>
            <a:custGeom>
              <a:avLst/>
              <a:pathLst>
                <a:path w="221920" h="58673">
                  <a:moveTo>
                    <a:pt x="0" y="0"/>
                  </a:moveTo>
                  <a:lnTo>
                    <a:pt x="86203" y="58673"/>
                  </a:lnTo>
                  <a:lnTo>
                    <a:pt x="221920" y="3173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6" name="pl3986"/>
            <p:cNvSpPr/>
            <p:nvPr/>
          </p:nvSpPr>
          <p:spPr>
            <a:xfrm>
              <a:off x="11067351" y="8355102"/>
              <a:ext cx="136846" cy="41094"/>
            </a:xfrm>
            <a:custGeom>
              <a:avLst/>
              <a:pathLst>
                <a:path w="136846" h="41094">
                  <a:moveTo>
                    <a:pt x="0" y="31277"/>
                  </a:moveTo>
                  <a:lnTo>
                    <a:pt x="70904" y="41094"/>
                  </a:lnTo>
                  <a:lnTo>
                    <a:pt x="13684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7" name="pl3987"/>
            <p:cNvSpPr/>
            <p:nvPr/>
          </p:nvSpPr>
          <p:spPr>
            <a:xfrm>
              <a:off x="11067351" y="7937541"/>
              <a:ext cx="672464" cy="86982"/>
            </a:xfrm>
            <a:custGeom>
              <a:avLst/>
              <a:pathLst>
                <a:path w="672464" h="86982">
                  <a:moveTo>
                    <a:pt x="0" y="86982"/>
                  </a:moveTo>
                  <a:lnTo>
                    <a:pt x="202717" y="7762"/>
                  </a:lnTo>
                  <a:lnTo>
                    <a:pt x="330760" y="17579"/>
                  </a:lnTo>
                  <a:lnTo>
                    <a:pt x="462500" y="0"/>
                  </a:lnTo>
                  <a:lnTo>
                    <a:pt x="672464" y="593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8" name="pl3988"/>
            <p:cNvSpPr/>
            <p:nvPr/>
          </p:nvSpPr>
          <p:spPr>
            <a:xfrm>
              <a:off x="11067351" y="8356472"/>
              <a:ext cx="144701" cy="114150"/>
            </a:xfrm>
            <a:custGeom>
              <a:avLst/>
              <a:pathLst>
                <a:path w="144701" h="114150">
                  <a:moveTo>
                    <a:pt x="0" y="114150"/>
                  </a:moveTo>
                  <a:lnTo>
                    <a:pt x="14470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9" name="pl3989"/>
            <p:cNvSpPr/>
            <p:nvPr/>
          </p:nvSpPr>
          <p:spPr>
            <a:xfrm>
              <a:off x="11067351" y="8491626"/>
              <a:ext cx="472101" cy="13926"/>
            </a:xfrm>
            <a:custGeom>
              <a:avLst/>
              <a:pathLst>
                <a:path w="472101" h="13926">
                  <a:moveTo>
                    <a:pt x="0" y="0"/>
                  </a:moveTo>
                  <a:lnTo>
                    <a:pt x="342210" y="13926"/>
                  </a:lnTo>
                  <a:lnTo>
                    <a:pt x="472101" y="821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0" name="pl3990"/>
            <p:cNvSpPr/>
            <p:nvPr/>
          </p:nvSpPr>
          <p:spPr>
            <a:xfrm>
              <a:off x="11067351" y="7617236"/>
              <a:ext cx="133325" cy="87438"/>
            </a:xfrm>
            <a:custGeom>
              <a:avLst/>
              <a:pathLst>
                <a:path w="133325" h="87438">
                  <a:moveTo>
                    <a:pt x="0" y="87438"/>
                  </a:moveTo>
                  <a:lnTo>
                    <a:pt x="65942" y="3652"/>
                  </a:lnTo>
                  <a:lnTo>
                    <a:pt x="13332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1" name="pl3991"/>
            <p:cNvSpPr/>
            <p:nvPr/>
          </p:nvSpPr>
          <p:spPr>
            <a:xfrm>
              <a:off x="11067351" y="8378846"/>
              <a:ext cx="70052" cy="8675"/>
            </a:xfrm>
            <a:custGeom>
              <a:avLst/>
              <a:pathLst>
                <a:path w="70052" h="8675">
                  <a:moveTo>
                    <a:pt x="0" y="8675"/>
                  </a:moveTo>
                  <a:lnTo>
                    <a:pt x="7005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2" name="pl3992"/>
            <p:cNvSpPr/>
            <p:nvPr/>
          </p:nvSpPr>
          <p:spPr>
            <a:xfrm>
              <a:off x="11067351" y="8401447"/>
              <a:ext cx="147826" cy="81274"/>
            </a:xfrm>
            <a:custGeom>
              <a:avLst/>
              <a:pathLst>
                <a:path w="147826" h="81274">
                  <a:moveTo>
                    <a:pt x="0" y="81274"/>
                  </a:moveTo>
                  <a:lnTo>
                    <a:pt x="14782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3" name="pl3993"/>
            <p:cNvSpPr/>
            <p:nvPr/>
          </p:nvSpPr>
          <p:spPr>
            <a:xfrm>
              <a:off x="11067351" y="8357157"/>
              <a:ext cx="198913" cy="80589"/>
            </a:xfrm>
            <a:custGeom>
              <a:avLst/>
              <a:pathLst>
                <a:path w="198913" h="80589">
                  <a:moveTo>
                    <a:pt x="0" y="80589"/>
                  </a:moveTo>
                  <a:lnTo>
                    <a:pt x="19891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4" name="pl3994"/>
            <p:cNvSpPr/>
            <p:nvPr/>
          </p:nvSpPr>
          <p:spPr>
            <a:xfrm>
              <a:off x="11067351" y="8464458"/>
              <a:ext cx="235688" cy="30135"/>
            </a:xfrm>
            <a:custGeom>
              <a:avLst/>
              <a:pathLst>
                <a:path w="235688" h="30135">
                  <a:moveTo>
                    <a:pt x="0" y="30135"/>
                  </a:moveTo>
                  <a:lnTo>
                    <a:pt x="110145" y="22830"/>
                  </a:lnTo>
                  <a:lnTo>
                    <a:pt x="23568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5" name="pl3995"/>
            <p:cNvSpPr/>
            <p:nvPr/>
          </p:nvSpPr>
          <p:spPr>
            <a:xfrm>
              <a:off x="11195612" y="7979777"/>
              <a:ext cx="203442" cy="76937"/>
            </a:xfrm>
            <a:custGeom>
              <a:avLst/>
              <a:pathLst>
                <a:path w="203442" h="76937">
                  <a:moveTo>
                    <a:pt x="0" y="76937"/>
                  </a:moveTo>
                  <a:lnTo>
                    <a:pt x="75362" y="44290"/>
                  </a:lnTo>
                  <a:lnTo>
                    <a:pt x="137318" y="0"/>
                  </a:lnTo>
                  <a:lnTo>
                    <a:pt x="203442" y="7100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6" name="pl3996"/>
            <p:cNvSpPr/>
            <p:nvPr/>
          </p:nvSpPr>
          <p:spPr>
            <a:xfrm>
              <a:off x="11067351" y="8472905"/>
              <a:ext cx="66892" cy="10958"/>
            </a:xfrm>
            <a:custGeom>
              <a:avLst/>
              <a:pathLst>
                <a:path w="66892" h="10958">
                  <a:moveTo>
                    <a:pt x="0" y="0"/>
                  </a:moveTo>
                  <a:lnTo>
                    <a:pt x="66892" y="1095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7" name="pl3997"/>
            <p:cNvSpPr/>
            <p:nvPr/>
          </p:nvSpPr>
          <p:spPr>
            <a:xfrm>
              <a:off x="11067351" y="7843938"/>
              <a:ext cx="68478" cy="126249"/>
            </a:xfrm>
            <a:custGeom>
              <a:avLst/>
              <a:pathLst>
                <a:path w="68478" h="126249">
                  <a:moveTo>
                    <a:pt x="0" y="126249"/>
                  </a:moveTo>
                  <a:lnTo>
                    <a:pt x="6847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8" name="pl3998"/>
            <p:cNvSpPr/>
            <p:nvPr/>
          </p:nvSpPr>
          <p:spPr>
            <a:xfrm>
              <a:off x="11067351" y="8223145"/>
              <a:ext cx="137032" cy="13241"/>
            </a:xfrm>
            <a:custGeom>
              <a:avLst/>
              <a:pathLst>
                <a:path w="137032" h="13241">
                  <a:moveTo>
                    <a:pt x="0" y="13241"/>
                  </a:moveTo>
                  <a:lnTo>
                    <a:pt x="13703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9" name="pl3999"/>
            <p:cNvSpPr/>
            <p:nvPr/>
          </p:nvSpPr>
          <p:spPr>
            <a:xfrm>
              <a:off x="11067351" y="8261499"/>
              <a:ext cx="78985" cy="27396"/>
            </a:xfrm>
            <a:custGeom>
              <a:avLst/>
              <a:pathLst>
                <a:path w="78985" h="27396">
                  <a:moveTo>
                    <a:pt x="0" y="0"/>
                  </a:moveTo>
                  <a:lnTo>
                    <a:pt x="78985" y="2739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0" name="pl4000"/>
            <p:cNvSpPr/>
            <p:nvPr/>
          </p:nvSpPr>
          <p:spPr>
            <a:xfrm>
              <a:off x="11067351" y="7659244"/>
              <a:ext cx="144203" cy="199077"/>
            </a:xfrm>
            <a:custGeom>
              <a:avLst/>
              <a:pathLst>
                <a:path w="144203" h="199077">
                  <a:moveTo>
                    <a:pt x="0" y="193370"/>
                  </a:moveTo>
                  <a:lnTo>
                    <a:pt x="83085" y="199077"/>
                  </a:lnTo>
                  <a:lnTo>
                    <a:pt x="14420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1" name="pl4001"/>
            <p:cNvSpPr/>
            <p:nvPr/>
          </p:nvSpPr>
          <p:spPr>
            <a:xfrm>
              <a:off x="11067351" y="7977722"/>
              <a:ext cx="205571" cy="89950"/>
            </a:xfrm>
            <a:custGeom>
              <a:avLst/>
              <a:pathLst>
                <a:path w="205571" h="89950">
                  <a:moveTo>
                    <a:pt x="0" y="0"/>
                  </a:moveTo>
                  <a:lnTo>
                    <a:pt x="61549" y="84699"/>
                  </a:lnTo>
                  <a:lnTo>
                    <a:pt x="144701" y="51367"/>
                  </a:lnTo>
                  <a:lnTo>
                    <a:pt x="205571" y="8995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2" name="pl4002"/>
            <p:cNvSpPr/>
            <p:nvPr/>
          </p:nvSpPr>
          <p:spPr>
            <a:xfrm>
              <a:off x="11067351" y="7990735"/>
              <a:ext cx="67064" cy="5022"/>
            </a:xfrm>
            <a:custGeom>
              <a:avLst/>
              <a:pathLst>
                <a:path w="67064" h="5022">
                  <a:moveTo>
                    <a:pt x="0" y="0"/>
                  </a:moveTo>
                  <a:lnTo>
                    <a:pt x="67064" y="502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3" name="pl4003"/>
            <p:cNvSpPr/>
            <p:nvPr/>
          </p:nvSpPr>
          <p:spPr>
            <a:xfrm>
              <a:off x="11067351" y="8151915"/>
              <a:ext cx="76087" cy="39952"/>
            </a:xfrm>
            <a:custGeom>
              <a:avLst/>
              <a:pathLst>
                <a:path w="76087" h="39952">
                  <a:moveTo>
                    <a:pt x="0" y="39952"/>
                  </a:moveTo>
                  <a:lnTo>
                    <a:pt x="7608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4" name="pl4004"/>
            <p:cNvSpPr/>
            <p:nvPr/>
          </p:nvSpPr>
          <p:spPr>
            <a:xfrm>
              <a:off x="11067351" y="8411492"/>
              <a:ext cx="272261" cy="17122"/>
            </a:xfrm>
            <a:custGeom>
              <a:avLst/>
              <a:pathLst>
                <a:path w="272261" h="17122">
                  <a:moveTo>
                    <a:pt x="0" y="0"/>
                  </a:moveTo>
                  <a:lnTo>
                    <a:pt x="136628" y="15524"/>
                  </a:lnTo>
                  <a:lnTo>
                    <a:pt x="272261" y="1712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5" name="pl4005"/>
            <p:cNvSpPr/>
            <p:nvPr/>
          </p:nvSpPr>
          <p:spPr>
            <a:xfrm>
              <a:off x="11067351" y="8342317"/>
              <a:ext cx="468841" cy="159353"/>
            </a:xfrm>
            <a:custGeom>
              <a:avLst/>
              <a:pathLst>
                <a:path w="468841" h="159353">
                  <a:moveTo>
                    <a:pt x="0" y="159353"/>
                  </a:moveTo>
                  <a:lnTo>
                    <a:pt x="65816" y="156613"/>
                  </a:lnTo>
                  <a:lnTo>
                    <a:pt x="134239" y="130815"/>
                  </a:lnTo>
                  <a:lnTo>
                    <a:pt x="198007" y="101136"/>
                  </a:lnTo>
                  <a:lnTo>
                    <a:pt x="337175" y="60271"/>
                  </a:lnTo>
                  <a:lnTo>
                    <a:pt x="46884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6" name="pl4006"/>
            <p:cNvSpPr/>
            <p:nvPr/>
          </p:nvSpPr>
          <p:spPr>
            <a:xfrm>
              <a:off x="11067351" y="7578425"/>
              <a:ext cx="134146" cy="140176"/>
            </a:xfrm>
            <a:custGeom>
              <a:avLst/>
              <a:pathLst>
                <a:path w="134146" h="140176">
                  <a:moveTo>
                    <a:pt x="0" y="140176"/>
                  </a:moveTo>
                  <a:lnTo>
                    <a:pt x="66754" y="93374"/>
                  </a:lnTo>
                  <a:lnTo>
                    <a:pt x="13414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7" name="pl4007"/>
            <p:cNvSpPr/>
            <p:nvPr/>
          </p:nvSpPr>
          <p:spPr>
            <a:xfrm>
              <a:off x="11067351" y="8395511"/>
              <a:ext cx="600601" cy="133555"/>
            </a:xfrm>
            <a:custGeom>
              <a:avLst/>
              <a:pathLst>
                <a:path w="600601" h="133555">
                  <a:moveTo>
                    <a:pt x="0" y="0"/>
                  </a:moveTo>
                  <a:lnTo>
                    <a:pt x="81010" y="123738"/>
                  </a:lnTo>
                  <a:lnTo>
                    <a:pt x="149456" y="123966"/>
                  </a:lnTo>
                  <a:lnTo>
                    <a:pt x="218116" y="120085"/>
                  </a:lnTo>
                  <a:lnTo>
                    <a:pt x="334663" y="133555"/>
                  </a:lnTo>
                  <a:lnTo>
                    <a:pt x="532428" y="128761"/>
                  </a:lnTo>
                  <a:lnTo>
                    <a:pt x="600601" y="12761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8" name="pl4008"/>
            <p:cNvSpPr/>
            <p:nvPr/>
          </p:nvSpPr>
          <p:spPr>
            <a:xfrm>
              <a:off x="11067351" y="8290265"/>
              <a:ext cx="89855" cy="92689"/>
            </a:xfrm>
            <a:custGeom>
              <a:avLst/>
              <a:pathLst>
                <a:path w="89855" h="92689">
                  <a:moveTo>
                    <a:pt x="0" y="92689"/>
                  </a:moveTo>
                  <a:lnTo>
                    <a:pt x="8985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9" name="pl4009"/>
            <p:cNvSpPr/>
            <p:nvPr/>
          </p:nvSpPr>
          <p:spPr>
            <a:xfrm>
              <a:off x="11067351" y="7928638"/>
              <a:ext cx="67210" cy="32646"/>
            </a:xfrm>
            <a:custGeom>
              <a:avLst/>
              <a:pathLst>
                <a:path w="67210" h="32646">
                  <a:moveTo>
                    <a:pt x="0" y="0"/>
                  </a:moveTo>
                  <a:lnTo>
                    <a:pt x="67210" y="3264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0" name="pl4010"/>
            <p:cNvSpPr/>
            <p:nvPr/>
          </p:nvSpPr>
          <p:spPr>
            <a:xfrm>
              <a:off x="11067351" y="7993247"/>
              <a:ext cx="71014" cy="8447"/>
            </a:xfrm>
            <a:custGeom>
              <a:avLst/>
              <a:pathLst>
                <a:path w="71014" h="8447">
                  <a:moveTo>
                    <a:pt x="0" y="8447"/>
                  </a:moveTo>
                  <a:lnTo>
                    <a:pt x="7101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1" name="pl4011"/>
            <p:cNvSpPr/>
            <p:nvPr/>
          </p:nvSpPr>
          <p:spPr>
            <a:xfrm>
              <a:off x="11067351" y="8401447"/>
              <a:ext cx="155434" cy="34929"/>
            </a:xfrm>
            <a:custGeom>
              <a:avLst/>
              <a:pathLst>
                <a:path w="155434" h="34929">
                  <a:moveTo>
                    <a:pt x="0" y="34929"/>
                  </a:moveTo>
                  <a:lnTo>
                    <a:pt x="15543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2" name="pl4012"/>
            <p:cNvSpPr/>
            <p:nvPr/>
          </p:nvSpPr>
          <p:spPr>
            <a:xfrm>
              <a:off x="11067351" y="7906493"/>
              <a:ext cx="396739" cy="199077"/>
            </a:xfrm>
            <a:custGeom>
              <a:avLst/>
              <a:pathLst>
                <a:path w="396739" h="199077">
                  <a:moveTo>
                    <a:pt x="0" y="199077"/>
                  </a:moveTo>
                  <a:lnTo>
                    <a:pt x="126811" y="161408"/>
                  </a:lnTo>
                  <a:lnTo>
                    <a:pt x="263587" y="65978"/>
                  </a:lnTo>
                  <a:lnTo>
                    <a:pt x="330797" y="24884"/>
                  </a:lnTo>
                  <a:lnTo>
                    <a:pt x="39673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3" name="pl4013"/>
            <p:cNvSpPr/>
            <p:nvPr/>
          </p:nvSpPr>
          <p:spPr>
            <a:xfrm>
              <a:off x="11067351" y="8195977"/>
              <a:ext cx="209964" cy="42235"/>
            </a:xfrm>
            <a:custGeom>
              <a:avLst/>
              <a:pathLst>
                <a:path w="209964" h="42235">
                  <a:moveTo>
                    <a:pt x="0" y="42235"/>
                  </a:moveTo>
                  <a:lnTo>
                    <a:pt x="20996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4" name="pl4014"/>
            <p:cNvSpPr/>
            <p:nvPr/>
          </p:nvSpPr>
          <p:spPr>
            <a:xfrm>
              <a:off x="11067351" y="7308803"/>
              <a:ext cx="66123" cy="156613"/>
            </a:xfrm>
            <a:custGeom>
              <a:avLst/>
              <a:pathLst>
                <a:path w="66123" h="156613">
                  <a:moveTo>
                    <a:pt x="0" y="156613"/>
                  </a:moveTo>
                  <a:lnTo>
                    <a:pt x="6612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5" name="pl4015"/>
            <p:cNvSpPr/>
            <p:nvPr/>
          </p:nvSpPr>
          <p:spPr>
            <a:xfrm>
              <a:off x="11067351" y="8361495"/>
              <a:ext cx="420728" cy="132414"/>
            </a:xfrm>
            <a:custGeom>
              <a:avLst/>
              <a:pathLst>
                <a:path w="420728" h="132414">
                  <a:moveTo>
                    <a:pt x="0" y="132414"/>
                  </a:moveTo>
                  <a:lnTo>
                    <a:pt x="200181" y="94972"/>
                  </a:lnTo>
                  <a:lnTo>
                    <a:pt x="42072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6" name="pl4016"/>
            <p:cNvSpPr/>
            <p:nvPr/>
          </p:nvSpPr>
          <p:spPr>
            <a:xfrm>
              <a:off x="11067351" y="8252596"/>
              <a:ext cx="82427" cy="87895"/>
            </a:xfrm>
            <a:custGeom>
              <a:avLst/>
              <a:pathLst>
                <a:path w="82427" h="87895">
                  <a:moveTo>
                    <a:pt x="0" y="87895"/>
                  </a:moveTo>
                  <a:lnTo>
                    <a:pt x="8242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7" name="pl4017"/>
            <p:cNvSpPr/>
            <p:nvPr/>
          </p:nvSpPr>
          <p:spPr>
            <a:xfrm>
              <a:off x="11067351" y="7599201"/>
              <a:ext cx="133615" cy="306150"/>
            </a:xfrm>
            <a:custGeom>
              <a:avLst/>
              <a:pathLst>
                <a:path w="133615" h="306150">
                  <a:moveTo>
                    <a:pt x="0" y="306150"/>
                  </a:moveTo>
                  <a:lnTo>
                    <a:pt x="69021" y="101365"/>
                  </a:lnTo>
                  <a:lnTo>
                    <a:pt x="13361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8" name="pl4018"/>
            <p:cNvSpPr/>
            <p:nvPr/>
          </p:nvSpPr>
          <p:spPr>
            <a:xfrm>
              <a:off x="11067351" y="8448705"/>
              <a:ext cx="216666" cy="61641"/>
            </a:xfrm>
            <a:custGeom>
              <a:avLst/>
              <a:pathLst>
                <a:path w="216666" h="61641">
                  <a:moveTo>
                    <a:pt x="0" y="61641"/>
                  </a:moveTo>
                  <a:lnTo>
                    <a:pt x="21666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9" name="pl4019"/>
            <p:cNvSpPr/>
            <p:nvPr/>
          </p:nvSpPr>
          <p:spPr>
            <a:xfrm>
              <a:off x="11067351" y="8277024"/>
              <a:ext cx="274637" cy="59814"/>
            </a:xfrm>
            <a:custGeom>
              <a:avLst/>
              <a:pathLst>
                <a:path w="274637" h="59814">
                  <a:moveTo>
                    <a:pt x="0" y="0"/>
                  </a:moveTo>
                  <a:lnTo>
                    <a:pt x="72101" y="59814"/>
                  </a:lnTo>
                  <a:lnTo>
                    <a:pt x="140346" y="41322"/>
                  </a:lnTo>
                  <a:lnTo>
                    <a:pt x="207608" y="46573"/>
                  </a:lnTo>
                  <a:lnTo>
                    <a:pt x="274637" y="639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0" name="pl4020"/>
            <p:cNvSpPr/>
            <p:nvPr/>
          </p:nvSpPr>
          <p:spPr>
            <a:xfrm>
              <a:off x="11067351" y="8077946"/>
              <a:ext cx="604891" cy="394502"/>
            </a:xfrm>
            <a:custGeom>
              <a:avLst/>
              <a:pathLst>
                <a:path w="604891" h="394502">
                  <a:moveTo>
                    <a:pt x="0" y="394502"/>
                  </a:moveTo>
                  <a:lnTo>
                    <a:pt x="206521" y="272590"/>
                  </a:lnTo>
                  <a:lnTo>
                    <a:pt x="60489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1" name="pl4021"/>
            <p:cNvSpPr/>
            <p:nvPr/>
          </p:nvSpPr>
          <p:spPr>
            <a:xfrm>
              <a:off x="11067351" y="7695087"/>
              <a:ext cx="72282" cy="121455"/>
            </a:xfrm>
            <a:custGeom>
              <a:avLst/>
              <a:pathLst>
                <a:path w="72282" h="121455">
                  <a:moveTo>
                    <a:pt x="0" y="121455"/>
                  </a:moveTo>
                  <a:lnTo>
                    <a:pt x="7228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2" name="pl4022"/>
            <p:cNvSpPr/>
            <p:nvPr/>
          </p:nvSpPr>
          <p:spPr>
            <a:xfrm>
              <a:off x="11130757" y="7732300"/>
              <a:ext cx="65579" cy="48856"/>
            </a:xfrm>
            <a:custGeom>
              <a:avLst/>
              <a:pathLst>
                <a:path w="65579" h="48856">
                  <a:moveTo>
                    <a:pt x="0" y="0"/>
                  </a:moveTo>
                  <a:lnTo>
                    <a:pt x="65579" y="4885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3" name="pl4023"/>
            <p:cNvSpPr/>
            <p:nvPr/>
          </p:nvSpPr>
          <p:spPr>
            <a:xfrm>
              <a:off x="11067351" y="8103287"/>
              <a:ext cx="77397" cy="47258"/>
            </a:xfrm>
            <a:custGeom>
              <a:avLst/>
              <a:pathLst>
                <a:path w="77397" h="47258">
                  <a:moveTo>
                    <a:pt x="0" y="47258"/>
                  </a:moveTo>
                  <a:lnTo>
                    <a:pt x="7739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4" name="pl4024"/>
            <p:cNvSpPr/>
            <p:nvPr/>
          </p:nvSpPr>
          <p:spPr>
            <a:xfrm>
              <a:off x="11143323" y="7832752"/>
              <a:ext cx="55730" cy="16894"/>
            </a:xfrm>
            <a:custGeom>
              <a:avLst/>
              <a:pathLst>
                <a:path w="55730" h="16894">
                  <a:moveTo>
                    <a:pt x="0" y="16894"/>
                  </a:moveTo>
                  <a:lnTo>
                    <a:pt x="5573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5" name="pl4025"/>
            <p:cNvSpPr/>
            <p:nvPr/>
          </p:nvSpPr>
          <p:spPr>
            <a:xfrm>
              <a:off x="11067351" y="8113332"/>
              <a:ext cx="80253" cy="20775"/>
            </a:xfrm>
            <a:custGeom>
              <a:avLst/>
              <a:pathLst>
                <a:path w="80253" h="20775">
                  <a:moveTo>
                    <a:pt x="0" y="20775"/>
                  </a:moveTo>
                  <a:lnTo>
                    <a:pt x="8025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6" name="pl4026"/>
            <p:cNvSpPr/>
            <p:nvPr/>
          </p:nvSpPr>
          <p:spPr>
            <a:xfrm>
              <a:off x="11067351" y="8423136"/>
              <a:ext cx="134248" cy="13469"/>
            </a:xfrm>
            <a:custGeom>
              <a:avLst/>
              <a:pathLst>
                <a:path w="134248" h="13469">
                  <a:moveTo>
                    <a:pt x="0" y="0"/>
                  </a:moveTo>
                  <a:lnTo>
                    <a:pt x="134248" y="1346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7" name="pl4027"/>
            <p:cNvSpPr/>
            <p:nvPr/>
          </p:nvSpPr>
          <p:spPr>
            <a:xfrm>
              <a:off x="11476237" y="8441628"/>
              <a:ext cx="130577" cy="4337"/>
            </a:xfrm>
            <a:custGeom>
              <a:avLst/>
              <a:pathLst>
                <a:path w="130577" h="4337">
                  <a:moveTo>
                    <a:pt x="0" y="0"/>
                  </a:moveTo>
                  <a:lnTo>
                    <a:pt x="130577" y="433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8" name="pl4028"/>
            <p:cNvSpPr/>
            <p:nvPr/>
          </p:nvSpPr>
          <p:spPr>
            <a:xfrm>
              <a:off x="11067351" y="8233875"/>
              <a:ext cx="288043" cy="150449"/>
            </a:xfrm>
            <a:custGeom>
              <a:avLst/>
              <a:pathLst>
                <a:path w="288043" h="150449">
                  <a:moveTo>
                    <a:pt x="0" y="150449"/>
                  </a:moveTo>
                  <a:lnTo>
                    <a:pt x="68478" y="110040"/>
                  </a:lnTo>
                  <a:lnTo>
                    <a:pt x="135938" y="72142"/>
                  </a:lnTo>
                  <a:lnTo>
                    <a:pt x="201811" y="12099"/>
                  </a:lnTo>
                  <a:lnTo>
                    <a:pt x="28804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9" name="pl4029"/>
            <p:cNvSpPr/>
            <p:nvPr/>
          </p:nvSpPr>
          <p:spPr>
            <a:xfrm>
              <a:off x="11067351" y="8203283"/>
              <a:ext cx="232246" cy="66207"/>
            </a:xfrm>
            <a:custGeom>
              <a:avLst/>
              <a:pathLst>
                <a:path w="232246" h="66207">
                  <a:moveTo>
                    <a:pt x="0" y="66207"/>
                  </a:moveTo>
                  <a:lnTo>
                    <a:pt x="23224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0" name="pl4030"/>
            <p:cNvSpPr/>
            <p:nvPr/>
          </p:nvSpPr>
          <p:spPr>
            <a:xfrm>
              <a:off x="11067351" y="8314921"/>
              <a:ext cx="67148" cy="14839"/>
            </a:xfrm>
            <a:custGeom>
              <a:avLst/>
              <a:pathLst>
                <a:path w="67148" h="14839">
                  <a:moveTo>
                    <a:pt x="0" y="14839"/>
                  </a:moveTo>
                  <a:lnTo>
                    <a:pt x="6714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1" name="pl4031"/>
            <p:cNvSpPr/>
            <p:nvPr/>
          </p:nvSpPr>
          <p:spPr>
            <a:xfrm>
              <a:off x="11067351" y="8369942"/>
              <a:ext cx="287987" cy="10958"/>
            </a:xfrm>
            <a:custGeom>
              <a:avLst/>
              <a:pathLst>
                <a:path w="287987" h="10958">
                  <a:moveTo>
                    <a:pt x="0" y="0"/>
                  </a:moveTo>
                  <a:lnTo>
                    <a:pt x="287987" y="1095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2" name="pl4032"/>
            <p:cNvSpPr/>
            <p:nvPr/>
          </p:nvSpPr>
          <p:spPr>
            <a:xfrm>
              <a:off x="11067351" y="8222460"/>
              <a:ext cx="330718" cy="57988"/>
            </a:xfrm>
            <a:custGeom>
              <a:avLst/>
              <a:pathLst>
                <a:path w="330718" h="57988">
                  <a:moveTo>
                    <a:pt x="0" y="57988"/>
                  </a:moveTo>
                  <a:lnTo>
                    <a:pt x="214130" y="0"/>
                  </a:lnTo>
                  <a:lnTo>
                    <a:pt x="285145" y="18492"/>
                  </a:lnTo>
                  <a:lnTo>
                    <a:pt x="330718" y="4132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3" name="pl4033"/>
            <p:cNvSpPr/>
            <p:nvPr/>
          </p:nvSpPr>
          <p:spPr>
            <a:xfrm>
              <a:off x="11067351" y="8409666"/>
              <a:ext cx="338128" cy="46344"/>
            </a:xfrm>
            <a:custGeom>
              <a:avLst/>
              <a:pathLst>
                <a:path w="338128" h="46344">
                  <a:moveTo>
                    <a:pt x="0" y="5707"/>
                  </a:moveTo>
                  <a:lnTo>
                    <a:pt x="224359" y="0"/>
                  </a:lnTo>
                  <a:lnTo>
                    <a:pt x="338128" y="4634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4" name="pl4034"/>
            <p:cNvSpPr/>
            <p:nvPr/>
          </p:nvSpPr>
          <p:spPr>
            <a:xfrm>
              <a:off x="11067351" y="8187302"/>
              <a:ext cx="132790" cy="170083"/>
            </a:xfrm>
            <a:custGeom>
              <a:avLst/>
              <a:pathLst>
                <a:path w="132790" h="170083">
                  <a:moveTo>
                    <a:pt x="0" y="170083"/>
                  </a:moveTo>
                  <a:lnTo>
                    <a:pt x="79403" y="0"/>
                  </a:lnTo>
                  <a:lnTo>
                    <a:pt x="132790" y="5684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5" name="pl4035"/>
            <p:cNvSpPr/>
            <p:nvPr/>
          </p:nvSpPr>
          <p:spPr>
            <a:xfrm>
              <a:off x="11067351" y="8442313"/>
              <a:ext cx="165761" cy="53193"/>
            </a:xfrm>
            <a:custGeom>
              <a:avLst/>
              <a:pathLst>
                <a:path w="165761" h="53193">
                  <a:moveTo>
                    <a:pt x="0" y="53193"/>
                  </a:moveTo>
                  <a:lnTo>
                    <a:pt x="16576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6" name="pl4036"/>
            <p:cNvSpPr/>
            <p:nvPr/>
          </p:nvSpPr>
          <p:spPr>
            <a:xfrm>
              <a:off x="11067351" y="7903068"/>
              <a:ext cx="149637" cy="8218"/>
            </a:xfrm>
            <a:custGeom>
              <a:avLst/>
              <a:pathLst>
                <a:path w="149637" h="8218">
                  <a:moveTo>
                    <a:pt x="0" y="0"/>
                  </a:moveTo>
                  <a:lnTo>
                    <a:pt x="68659" y="6392"/>
                  </a:lnTo>
                  <a:lnTo>
                    <a:pt x="149637" y="821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7" name="pl4037"/>
            <p:cNvSpPr/>
            <p:nvPr/>
          </p:nvSpPr>
          <p:spPr>
            <a:xfrm>
              <a:off x="11420250" y="7935258"/>
              <a:ext cx="119021" cy="128989"/>
            </a:xfrm>
            <a:custGeom>
              <a:avLst/>
              <a:pathLst>
                <a:path w="119021" h="128989">
                  <a:moveTo>
                    <a:pt x="0" y="0"/>
                  </a:moveTo>
                  <a:lnTo>
                    <a:pt x="119021" y="12898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8" name="pl4038"/>
            <p:cNvSpPr/>
            <p:nvPr/>
          </p:nvSpPr>
          <p:spPr>
            <a:xfrm>
              <a:off x="11067351" y="8432039"/>
              <a:ext cx="79865" cy="19177"/>
            </a:xfrm>
            <a:custGeom>
              <a:avLst/>
              <a:pathLst>
                <a:path w="79865" h="19177">
                  <a:moveTo>
                    <a:pt x="0" y="19177"/>
                  </a:moveTo>
                  <a:lnTo>
                    <a:pt x="7986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9" name="pl4039"/>
            <p:cNvSpPr/>
            <p:nvPr/>
          </p:nvSpPr>
          <p:spPr>
            <a:xfrm>
              <a:off x="11067351" y="8444368"/>
              <a:ext cx="139311" cy="35614"/>
            </a:xfrm>
            <a:custGeom>
              <a:avLst/>
              <a:pathLst>
                <a:path w="139311" h="35614">
                  <a:moveTo>
                    <a:pt x="0" y="35614"/>
                  </a:moveTo>
                  <a:lnTo>
                    <a:pt x="77232" y="24428"/>
                  </a:lnTo>
                  <a:lnTo>
                    <a:pt x="13931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0" name="pl4040"/>
            <p:cNvSpPr/>
            <p:nvPr/>
          </p:nvSpPr>
          <p:spPr>
            <a:xfrm>
              <a:off x="11067351" y="7621117"/>
              <a:ext cx="266123" cy="118487"/>
            </a:xfrm>
            <a:custGeom>
              <a:avLst/>
              <a:pathLst>
                <a:path w="266123" h="118487">
                  <a:moveTo>
                    <a:pt x="0" y="118487"/>
                  </a:moveTo>
                  <a:lnTo>
                    <a:pt x="66847" y="0"/>
                  </a:lnTo>
                  <a:lnTo>
                    <a:pt x="135249" y="59129"/>
                  </a:lnTo>
                  <a:lnTo>
                    <a:pt x="192210" y="56161"/>
                  </a:lnTo>
                  <a:lnTo>
                    <a:pt x="266123" y="5639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1" name="pl4041"/>
            <p:cNvSpPr/>
            <p:nvPr/>
          </p:nvSpPr>
          <p:spPr>
            <a:xfrm>
              <a:off x="11067351" y="8395968"/>
              <a:ext cx="71195" cy="1141"/>
            </a:xfrm>
            <a:custGeom>
              <a:avLst/>
              <a:pathLst>
                <a:path w="71195" h="1141">
                  <a:moveTo>
                    <a:pt x="0" y="0"/>
                  </a:moveTo>
                  <a:lnTo>
                    <a:pt x="71195" y="114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2" name="pl4042"/>
            <p:cNvSpPr/>
            <p:nvPr/>
          </p:nvSpPr>
          <p:spPr>
            <a:xfrm>
              <a:off x="11204208" y="8339121"/>
              <a:ext cx="76087" cy="28309"/>
            </a:xfrm>
            <a:custGeom>
              <a:avLst/>
              <a:pathLst>
                <a:path w="76087" h="28309">
                  <a:moveTo>
                    <a:pt x="0" y="0"/>
                  </a:moveTo>
                  <a:lnTo>
                    <a:pt x="76087" y="2830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3" name="pl4043"/>
            <p:cNvSpPr/>
            <p:nvPr/>
          </p:nvSpPr>
          <p:spPr>
            <a:xfrm>
              <a:off x="11067351" y="8421994"/>
              <a:ext cx="142012" cy="32875"/>
            </a:xfrm>
            <a:custGeom>
              <a:avLst/>
              <a:pathLst>
                <a:path w="142012" h="32875">
                  <a:moveTo>
                    <a:pt x="0" y="32875"/>
                  </a:moveTo>
                  <a:lnTo>
                    <a:pt x="69729" y="8675"/>
                  </a:lnTo>
                  <a:lnTo>
                    <a:pt x="14201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4" name="pl4044"/>
            <p:cNvSpPr/>
            <p:nvPr/>
          </p:nvSpPr>
          <p:spPr>
            <a:xfrm>
              <a:off x="11067351" y="8266750"/>
              <a:ext cx="367870" cy="22601"/>
            </a:xfrm>
            <a:custGeom>
              <a:avLst/>
              <a:pathLst>
                <a:path w="367870" h="22601">
                  <a:moveTo>
                    <a:pt x="0" y="22601"/>
                  </a:moveTo>
                  <a:lnTo>
                    <a:pt x="139329" y="21003"/>
                  </a:lnTo>
                  <a:lnTo>
                    <a:pt x="205253" y="1598"/>
                  </a:lnTo>
                  <a:lnTo>
                    <a:pt x="36787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5" name="pl4045"/>
            <p:cNvSpPr/>
            <p:nvPr/>
          </p:nvSpPr>
          <p:spPr>
            <a:xfrm>
              <a:off x="11067351" y="8093699"/>
              <a:ext cx="77347" cy="101365"/>
            </a:xfrm>
            <a:custGeom>
              <a:avLst/>
              <a:pathLst>
                <a:path w="77347" h="101365">
                  <a:moveTo>
                    <a:pt x="0" y="101365"/>
                  </a:moveTo>
                  <a:lnTo>
                    <a:pt x="7734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6" name="pl4046"/>
            <p:cNvSpPr/>
            <p:nvPr/>
          </p:nvSpPr>
          <p:spPr>
            <a:xfrm>
              <a:off x="11067351" y="8345514"/>
              <a:ext cx="75785" cy="36071"/>
            </a:xfrm>
            <a:custGeom>
              <a:avLst/>
              <a:pathLst>
                <a:path w="75785" h="36071">
                  <a:moveTo>
                    <a:pt x="0" y="36071"/>
                  </a:moveTo>
                  <a:lnTo>
                    <a:pt x="7578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7" name="pl4047"/>
            <p:cNvSpPr/>
            <p:nvPr/>
          </p:nvSpPr>
          <p:spPr>
            <a:xfrm>
              <a:off x="11067351" y="8415145"/>
              <a:ext cx="408152" cy="96114"/>
            </a:xfrm>
            <a:custGeom>
              <a:avLst/>
              <a:pathLst>
                <a:path w="408152" h="96114">
                  <a:moveTo>
                    <a:pt x="0" y="96114"/>
                  </a:moveTo>
                  <a:lnTo>
                    <a:pt x="260869" y="72142"/>
                  </a:lnTo>
                  <a:lnTo>
                    <a:pt x="40815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8" name="pl4048"/>
            <p:cNvSpPr/>
            <p:nvPr/>
          </p:nvSpPr>
          <p:spPr>
            <a:xfrm>
              <a:off x="11256119" y="7823163"/>
              <a:ext cx="81159" cy="18264"/>
            </a:xfrm>
            <a:custGeom>
              <a:avLst/>
              <a:pathLst>
                <a:path w="81159" h="18264">
                  <a:moveTo>
                    <a:pt x="0" y="18264"/>
                  </a:moveTo>
                  <a:lnTo>
                    <a:pt x="8115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9" name="pl4049"/>
            <p:cNvSpPr/>
            <p:nvPr/>
          </p:nvSpPr>
          <p:spPr>
            <a:xfrm>
              <a:off x="11067351" y="8404872"/>
              <a:ext cx="208877" cy="47943"/>
            </a:xfrm>
            <a:custGeom>
              <a:avLst/>
              <a:pathLst>
                <a:path w="208877" h="47943">
                  <a:moveTo>
                    <a:pt x="0" y="47943"/>
                  </a:moveTo>
                  <a:lnTo>
                    <a:pt x="20887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0" name="pl4050"/>
            <p:cNvSpPr/>
            <p:nvPr/>
          </p:nvSpPr>
          <p:spPr>
            <a:xfrm>
              <a:off x="11067351" y="8046897"/>
              <a:ext cx="76043" cy="7305"/>
            </a:xfrm>
            <a:custGeom>
              <a:avLst/>
              <a:pathLst>
                <a:path w="76043" h="7305">
                  <a:moveTo>
                    <a:pt x="0" y="0"/>
                  </a:moveTo>
                  <a:lnTo>
                    <a:pt x="76043" y="730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1" name="pl4051"/>
            <p:cNvSpPr/>
            <p:nvPr/>
          </p:nvSpPr>
          <p:spPr>
            <a:xfrm>
              <a:off x="11067351" y="8373138"/>
              <a:ext cx="148453" cy="78991"/>
            </a:xfrm>
            <a:custGeom>
              <a:avLst/>
              <a:pathLst>
                <a:path w="148453" h="78991">
                  <a:moveTo>
                    <a:pt x="0" y="78991"/>
                  </a:moveTo>
                  <a:lnTo>
                    <a:pt x="58598" y="52965"/>
                  </a:lnTo>
                  <a:lnTo>
                    <a:pt x="14845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2" name="pl4052"/>
            <p:cNvSpPr/>
            <p:nvPr/>
          </p:nvSpPr>
          <p:spPr>
            <a:xfrm>
              <a:off x="11067351" y="8499845"/>
              <a:ext cx="79891" cy="12328"/>
            </a:xfrm>
            <a:custGeom>
              <a:avLst/>
              <a:pathLst>
                <a:path w="79891" h="12328">
                  <a:moveTo>
                    <a:pt x="0" y="0"/>
                  </a:moveTo>
                  <a:lnTo>
                    <a:pt x="79891" y="1232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3" name="pl4053"/>
            <p:cNvSpPr/>
            <p:nvPr/>
          </p:nvSpPr>
          <p:spPr>
            <a:xfrm>
              <a:off x="11067351" y="7829327"/>
              <a:ext cx="395471" cy="129902"/>
            </a:xfrm>
            <a:custGeom>
              <a:avLst/>
              <a:pathLst>
                <a:path w="395471" h="129902">
                  <a:moveTo>
                    <a:pt x="0" y="129902"/>
                  </a:moveTo>
                  <a:lnTo>
                    <a:pt x="227536" y="75567"/>
                  </a:lnTo>
                  <a:lnTo>
                    <a:pt x="39547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4" name="pl4054"/>
            <p:cNvSpPr/>
            <p:nvPr/>
          </p:nvSpPr>
          <p:spPr>
            <a:xfrm>
              <a:off x="11067351" y="8423136"/>
              <a:ext cx="408152" cy="62782"/>
            </a:xfrm>
            <a:custGeom>
              <a:avLst/>
              <a:pathLst>
                <a:path w="408152" h="62782">
                  <a:moveTo>
                    <a:pt x="0" y="62782"/>
                  </a:moveTo>
                  <a:lnTo>
                    <a:pt x="76083" y="46344"/>
                  </a:lnTo>
                  <a:lnTo>
                    <a:pt x="162319" y="38811"/>
                  </a:lnTo>
                  <a:lnTo>
                    <a:pt x="276268" y="1826"/>
                  </a:lnTo>
                  <a:lnTo>
                    <a:pt x="40815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5" name="pl4055"/>
            <p:cNvSpPr/>
            <p:nvPr/>
          </p:nvSpPr>
          <p:spPr>
            <a:xfrm>
              <a:off x="11067351" y="8154426"/>
              <a:ext cx="149637" cy="139719"/>
            </a:xfrm>
            <a:custGeom>
              <a:avLst/>
              <a:pathLst>
                <a:path w="149637" h="139719">
                  <a:moveTo>
                    <a:pt x="0" y="139719"/>
                  </a:moveTo>
                  <a:lnTo>
                    <a:pt x="14963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6" name="pl4056"/>
            <p:cNvSpPr/>
            <p:nvPr/>
          </p:nvSpPr>
          <p:spPr>
            <a:xfrm>
              <a:off x="11067351" y="8438888"/>
              <a:ext cx="133876" cy="12556"/>
            </a:xfrm>
            <a:custGeom>
              <a:avLst/>
              <a:pathLst>
                <a:path w="133876" h="12556">
                  <a:moveTo>
                    <a:pt x="0" y="0"/>
                  </a:moveTo>
                  <a:lnTo>
                    <a:pt x="133876" y="1255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7" name="pl4057"/>
            <p:cNvSpPr/>
            <p:nvPr/>
          </p:nvSpPr>
          <p:spPr>
            <a:xfrm>
              <a:off x="11200437" y="7940053"/>
              <a:ext cx="210392" cy="218254"/>
            </a:xfrm>
            <a:custGeom>
              <a:avLst/>
              <a:pathLst>
                <a:path w="210392" h="218254">
                  <a:moveTo>
                    <a:pt x="0" y="218254"/>
                  </a:moveTo>
                  <a:lnTo>
                    <a:pt x="70899" y="122368"/>
                  </a:lnTo>
                  <a:lnTo>
                    <a:pt x="144631" y="0"/>
                  </a:lnTo>
                  <a:lnTo>
                    <a:pt x="210392" y="3082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8" name="pl4058"/>
            <p:cNvSpPr/>
            <p:nvPr/>
          </p:nvSpPr>
          <p:spPr>
            <a:xfrm>
              <a:off x="11067351" y="7835948"/>
              <a:ext cx="205712" cy="105474"/>
            </a:xfrm>
            <a:custGeom>
              <a:avLst/>
              <a:pathLst>
                <a:path w="205712" h="105474">
                  <a:moveTo>
                    <a:pt x="0" y="105474"/>
                  </a:moveTo>
                  <a:lnTo>
                    <a:pt x="20571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9" name="pl4059"/>
            <p:cNvSpPr/>
            <p:nvPr/>
          </p:nvSpPr>
          <p:spPr>
            <a:xfrm>
              <a:off x="11067351" y="8325423"/>
              <a:ext cx="264855" cy="105246"/>
            </a:xfrm>
            <a:custGeom>
              <a:avLst/>
              <a:pathLst>
                <a:path w="264855" h="105246">
                  <a:moveTo>
                    <a:pt x="0" y="105246"/>
                  </a:moveTo>
                  <a:lnTo>
                    <a:pt x="157246" y="60956"/>
                  </a:lnTo>
                  <a:lnTo>
                    <a:pt x="26485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0" name="pl4060"/>
            <p:cNvSpPr/>
            <p:nvPr/>
          </p:nvSpPr>
          <p:spPr>
            <a:xfrm>
              <a:off x="11067351" y="8260586"/>
              <a:ext cx="71014" cy="2739"/>
            </a:xfrm>
            <a:custGeom>
              <a:avLst/>
              <a:pathLst>
                <a:path w="71014" h="2739">
                  <a:moveTo>
                    <a:pt x="0" y="0"/>
                  </a:moveTo>
                  <a:lnTo>
                    <a:pt x="71014" y="273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1" name="pl4061"/>
            <p:cNvSpPr/>
            <p:nvPr/>
          </p:nvSpPr>
          <p:spPr>
            <a:xfrm>
              <a:off x="11067351" y="8328391"/>
              <a:ext cx="411956" cy="56390"/>
            </a:xfrm>
            <a:custGeom>
              <a:avLst/>
              <a:pathLst>
                <a:path w="411956" h="56390">
                  <a:moveTo>
                    <a:pt x="0" y="56390"/>
                  </a:moveTo>
                  <a:lnTo>
                    <a:pt x="271195" y="13698"/>
                  </a:lnTo>
                  <a:lnTo>
                    <a:pt x="41195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2" name="pl4062"/>
            <p:cNvSpPr/>
            <p:nvPr/>
          </p:nvSpPr>
          <p:spPr>
            <a:xfrm>
              <a:off x="11067351" y="8211502"/>
              <a:ext cx="149637" cy="88352"/>
            </a:xfrm>
            <a:custGeom>
              <a:avLst/>
              <a:pathLst>
                <a:path w="149637" h="88352">
                  <a:moveTo>
                    <a:pt x="0" y="88352"/>
                  </a:moveTo>
                  <a:lnTo>
                    <a:pt x="14963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3" name="pl4063"/>
            <p:cNvSpPr/>
            <p:nvPr/>
          </p:nvSpPr>
          <p:spPr>
            <a:xfrm>
              <a:off x="11067351" y="8330446"/>
              <a:ext cx="79835" cy="31048"/>
            </a:xfrm>
            <a:custGeom>
              <a:avLst/>
              <a:pathLst>
                <a:path w="79835" h="31048">
                  <a:moveTo>
                    <a:pt x="0" y="31048"/>
                  </a:moveTo>
                  <a:lnTo>
                    <a:pt x="7983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4" name="pl4064"/>
            <p:cNvSpPr/>
            <p:nvPr/>
          </p:nvSpPr>
          <p:spPr>
            <a:xfrm>
              <a:off x="11067351" y="7644176"/>
              <a:ext cx="72282" cy="81959"/>
            </a:xfrm>
            <a:custGeom>
              <a:avLst/>
              <a:pathLst>
                <a:path w="72282" h="81959">
                  <a:moveTo>
                    <a:pt x="0" y="81959"/>
                  </a:moveTo>
                  <a:lnTo>
                    <a:pt x="7228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5" name="pl4065"/>
            <p:cNvSpPr/>
            <p:nvPr/>
          </p:nvSpPr>
          <p:spPr>
            <a:xfrm>
              <a:off x="11201677" y="8007401"/>
              <a:ext cx="144478" cy="128989"/>
            </a:xfrm>
            <a:custGeom>
              <a:avLst/>
              <a:pathLst>
                <a:path w="144478" h="128989">
                  <a:moveTo>
                    <a:pt x="0" y="128989"/>
                  </a:moveTo>
                  <a:lnTo>
                    <a:pt x="68572" y="0"/>
                  </a:lnTo>
                  <a:lnTo>
                    <a:pt x="144478" y="10136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6" name="pl4066"/>
            <p:cNvSpPr/>
            <p:nvPr/>
          </p:nvSpPr>
          <p:spPr>
            <a:xfrm>
              <a:off x="11067351" y="8290265"/>
              <a:ext cx="671725" cy="47029"/>
            </a:xfrm>
            <a:custGeom>
              <a:avLst/>
              <a:pathLst>
                <a:path w="671725" h="47029">
                  <a:moveTo>
                    <a:pt x="0" y="46573"/>
                  </a:moveTo>
                  <a:lnTo>
                    <a:pt x="73007" y="47029"/>
                  </a:lnTo>
                  <a:lnTo>
                    <a:pt x="131884" y="33560"/>
                  </a:lnTo>
                  <a:lnTo>
                    <a:pt x="211050" y="42692"/>
                  </a:lnTo>
                  <a:lnTo>
                    <a:pt x="274819" y="45431"/>
                  </a:lnTo>
                  <a:lnTo>
                    <a:pt x="463599" y="40180"/>
                  </a:lnTo>
                  <a:lnTo>
                    <a:pt x="590580" y="46116"/>
                  </a:lnTo>
                  <a:lnTo>
                    <a:pt x="67172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7" name="pl4067"/>
            <p:cNvSpPr/>
            <p:nvPr/>
          </p:nvSpPr>
          <p:spPr>
            <a:xfrm>
              <a:off x="11067351" y="7583676"/>
              <a:ext cx="154567" cy="108670"/>
            </a:xfrm>
            <a:custGeom>
              <a:avLst/>
              <a:pathLst>
                <a:path w="154567" h="108670">
                  <a:moveTo>
                    <a:pt x="0" y="95657"/>
                  </a:moveTo>
                  <a:lnTo>
                    <a:pt x="68478" y="108670"/>
                  </a:lnTo>
                  <a:lnTo>
                    <a:pt x="15456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8" name="pl4068"/>
            <p:cNvSpPr/>
            <p:nvPr/>
          </p:nvSpPr>
          <p:spPr>
            <a:xfrm>
              <a:off x="11067351" y="8264467"/>
              <a:ext cx="67934" cy="17807"/>
            </a:xfrm>
            <a:custGeom>
              <a:avLst/>
              <a:pathLst>
                <a:path w="67934" h="17807">
                  <a:moveTo>
                    <a:pt x="0" y="0"/>
                  </a:moveTo>
                  <a:lnTo>
                    <a:pt x="67934" y="1780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9" name="pl4069"/>
            <p:cNvSpPr/>
            <p:nvPr/>
          </p:nvSpPr>
          <p:spPr>
            <a:xfrm>
              <a:off x="11067351" y="8291863"/>
              <a:ext cx="402899" cy="95886"/>
            </a:xfrm>
            <a:custGeom>
              <a:avLst/>
              <a:pathLst>
                <a:path w="402899" h="95886">
                  <a:moveTo>
                    <a:pt x="0" y="90178"/>
                  </a:moveTo>
                  <a:lnTo>
                    <a:pt x="299269" y="95886"/>
                  </a:lnTo>
                  <a:lnTo>
                    <a:pt x="40289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0" name="pl4070"/>
            <p:cNvSpPr/>
            <p:nvPr/>
          </p:nvSpPr>
          <p:spPr>
            <a:xfrm>
              <a:off x="11067351" y="8224286"/>
              <a:ext cx="68248" cy="77850"/>
            </a:xfrm>
            <a:custGeom>
              <a:avLst/>
              <a:pathLst>
                <a:path w="68248" h="77850">
                  <a:moveTo>
                    <a:pt x="0" y="77850"/>
                  </a:moveTo>
                  <a:lnTo>
                    <a:pt x="6824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1" name="pl4071"/>
            <p:cNvSpPr/>
            <p:nvPr/>
          </p:nvSpPr>
          <p:spPr>
            <a:xfrm>
              <a:off x="11067351" y="8374736"/>
              <a:ext cx="127625" cy="37441"/>
            </a:xfrm>
            <a:custGeom>
              <a:avLst/>
              <a:pathLst>
                <a:path w="127625" h="37441">
                  <a:moveTo>
                    <a:pt x="0" y="37441"/>
                  </a:moveTo>
                  <a:lnTo>
                    <a:pt x="12762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2" name="pl4072"/>
            <p:cNvSpPr/>
            <p:nvPr/>
          </p:nvSpPr>
          <p:spPr>
            <a:xfrm>
              <a:off x="11067351" y="8243235"/>
              <a:ext cx="198913" cy="159125"/>
            </a:xfrm>
            <a:custGeom>
              <a:avLst/>
              <a:pathLst>
                <a:path w="198913" h="159125">
                  <a:moveTo>
                    <a:pt x="0" y="159125"/>
                  </a:moveTo>
                  <a:lnTo>
                    <a:pt x="19891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3" name="pl4073"/>
            <p:cNvSpPr/>
            <p:nvPr/>
          </p:nvSpPr>
          <p:spPr>
            <a:xfrm>
              <a:off x="11067351" y="8251682"/>
              <a:ext cx="68610" cy="7762"/>
            </a:xfrm>
            <a:custGeom>
              <a:avLst/>
              <a:pathLst>
                <a:path w="68610" h="7762">
                  <a:moveTo>
                    <a:pt x="0" y="7762"/>
                  </a:moveTo>
                  <a:lnTo>
                    <a:pt x="6861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4" name="pl4074"/>
            <p:cNvSpPr/>
            <p:nvPr/>
          </p:nvSpPr>
          <p:spPr>
            <a:xfrm>
              <a:off x="11067351" y="7884347"/>
              <a:ext cx="143287" cy="152047"/>
            </a:xfrm>
            <a:custGeom>
              <a:avLst/>
              <a:pathLst>
                <a:path w="143287" h="152047">
                  <a:moveTo>
                    <a:pt x="0" y="152047"/>
                  </a:moveTo>
                  <a:lnTo>
                    <a:pt x="67391" y="133555"/>
                  </a:lnTo>
                  <a:lnTo>
                    <a:pt x="14328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5" name="pl4075"/>
            <p:cNvSpPr/>
            <p:nvPr/>
          </p:nvSpPr>
          <p:spPr>
            <a:xfrm>
              <a:off x="11067351" y="8297571"/>
              <a:ext cx="136050" cy="16437"/>
            </a:xfrm>
            <a:custGeom>
              <a:avLst/>
              <a:pathLst>
                <a:path w="136050" h="16437">
                  <a:moveTo>
                    <a:pt x="0" y="16437"/>
                  </a:moveTo>
                  <a:lnTo>
                    <a:pt x="68840" y="0"/>
                  </a:lnTo>
                  <a:lnTo>
                    <a:pt x="136050" y="114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6" name="pl4076"/>
            <p:cNvSpPr/>
            <p:nvPr/>
          </p:nvSpPr>
          <p:spPr>
            <a:xfrm>
              <a:off x="11067351" y="8316748"/>
              <a:ext cx="200344" cy="38354"/>
            </a:xfrm>
            <a:custGeom>
              <a:avLst/>
              <a:pathLst>
                <a:path w="200344" h="38354">
                  <a:moveTo>
                    <a:pt x="0" y="38354"/>
                  </a:moveTo>
                  <a:lnTo>
                    <a:pt x="20034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7" name="pl4077"/>
            <p:cNvSpPr/>
            <p:nvPr/>
          </p:nvSpPr>
          <p:spPr>
            <a:xfrm>
              <a:off x="11067351" y="8274284"/>
              <a:ext cx="142711" cy="41322"/>
            </a:xfrm>
            <a:custGeom>
              <a:avLst/>
              <a:pathLst>
                <a:path w="142711" h="41322">
                  <a:moveTo>
                    <a:pt x="0" y="0"/>
                  </a:moveTo>
                  <a:lnTo>
                    <a:pt x="60102" y="41322"/>
                  </a:lnTo>
                  <a:lnTo>
                    <a:pt x="142711" y="4063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8" name="pl4078"/>
            <p:cNvSpPr/>
            <p:nvPr/>
          </p:nvSpPr>
          <p:spPr>
            <a:xfrm>
              <a:off x="11067351" y="8299625"/>
              <a:ext cx="201268" cy="27624"/>
            </a:xfrm>
            <a:custGeom>
              <a:avLst/>
              <a:pathLst>
                <a:path w="201268" h="27624">
                  <a:moveTo>
                    <a:pt x="0" y="27624"/>
                  </a:moveTo>
                  <a:lnTo>
                    <a:pt x="20126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9" name="pl4079"/>
            <p:cNvSpPr/>
            <p:nvPr/>
          </p:nvSpPr>
          <p:spPr>
            <a:xfrm>
              <a:off x="11067351" y="8029546"/>
              <a:ext cx="155978" cy="71229"/>
            </a:xfrm>
            <a:custGeom>
              <a:avLst/>
              <a:pathLst>
                <a:path w="155978" h="71229">
                  <a:moveTo>
                    <a:pt x="0" y="71229"/>
                  </a:moveTo>
                  <a:lnTo>
                    <a:pt x="15597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0" name="pl4080"/>
            <p:cNvSpPr/>
            <p:nvPr/>
          </p:nvSpPr>
          <p:spPr>
            <a:xfrm>
              <a:off x="11209112" y="7987996"/>
              <a:ext cx="125441" cy="127391"/>
            </a:xfrm>
            <a:custGeom>
              <a:avLst/>
              <a:pathLst>
                <a:path w="125441" h="127391">
                  <a:moveTo>
                    <a:pt x="0" y="127391"/>
                  </a:moveTo>
                  <a:lnTo>
                    <a:pt x="12544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1" name="pl4081"/>
            <p:cNvSpPr/>
            <p:nvPr/>
          </p:nvSpPr>
          <p:spPr>
            <a:xfrm>
              <a:off x="11067351" y="8153970"/>
              <a:ext cx="232065" cy="86297"/>
            </a:xfrm>
            <a:custGeom>
              <a:avLst/>
              <a:pathLst>
                <a:path w="232065" h="86297">
                  <a:moveTo>
                    <a:pt x="0" y="0"/>
                  </a:moveTo>
                  <a:lnTo>
                    <a:pt x="232065" y="8629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2" name="pl4082"/>
            <p:cNvSpPr/>
            <p:nvPr/>
          </p:nvSpPr>
          <p:spPr>
            <a:xfrm>
              <a:off x="11067351" y="8414004"/>
              <a:ext cx="607247" cy="57303"/>
            </a:xfrm>
            <a:custGeom>
              <a:avLst/>
              <a:pathLst>
                <a:path w="607247" h="57303">
                  <a:moveTo>
                    <a:pt x="0" y="57303"/>
                  </a:moveTo>
                  <a:lnTo>
                    <a:pt x="208514" y="16437"/>
                  </a:lnTo>
                  <a:lnTo>
                    <a:pt x="330817" y="16209"/>
                  </a:lnTo>
                  <a:lnTo>
                    <a:pt x="461413" y="0"/>
                  </a:lnTo>
                  <a:lnTo>
                    <a:pt x="607247" y="1872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3" name="pl4083"/>
            <p:cNvSpPr/>
            <p:nvPr/>
          </p:nvSpPr>
          <p:spPr>
            <a:xfrm>
              <a:off x="11067351" y="8191183"/>
              <a:ext cx="69621" cy="108442"/>
            </a:xfrm>
            <a:custGeom>
              <a:avLst/>
              <a:pathLst>
                <a:path w="69621" h="108442">
                  <a:moveTo>
                    <a:pt x="0" y="108442"/>
                  </a:moveTo>
                  <a:lnTo>
                    <a:pt x="6962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4" name="pl4084"/>
            <p:cNvSpPr/>
            <p:nvPr/>
          </p:nvSpPr>
          <p:spPr>
            <a:xfrm>
              <a:off x="11067351" y="8451445"/>
              <a:ext cx="136232" cy="37669"/>
            </a:xfrm>
            <a:custGeom>
              <a:avLst/>
              <a:pathLst>
                <a:path w="136232" h="37669">
                  <a:moveTo>
                    <a:pt x="0" y="37669"/>
                  </a:moveTo>
                  <a:lnTo>
                    <a:pt x="66203" y="8675"/>
                  </a:lnTo>
                  <a:lnTo>
                    <a:pt x="13623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5" name="pl4085"/>
            <p:cNvSpPr/>
            <p:nvPr/>
          </p:nvSpPr>
          <p:spPr>
            <a:xfrm>
              <a:off x="11067351" y="8348025"/>
              <a:ext cx="78615" cy="16894"/>
            </a:xfrm>
            <a:custGeom>
              <a:avLst/>
              <a:pathLst>
                <a:path w="78615" h="16894">
                  <a:moveTo>
                    <a:pt x="0" y="0"/>
                  </a:moveTo>
                  <a:lnTo>
                    <a:pt x="78615" y="1689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6" name="pl4086"/>
            <p:cNvSpPr/>
            <p:nvPr/>
          </p:nvSpPr>
          <p:spPr>
            <a:xfrm>
              <a:off x="11067351" y="8290265"/>
              <a:ext cx="154546" cy="157983"/>
            </a:xfrm>
            <a:custGeom>
              <a:avLst/>
              <a:pathLst>
                <a:path w="154546" h="157983">
                  <a:moveTo>
                    <a:pt x="0" y="157983"/>
                  </a:moveTo>
                  <a:lnTo>
                    <a:pt x="15454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7" name="pl4087"/>
            <p:cNvSpPr/>
            <p:nvPr/>
          </p:nvSpPr>
          <p:spPr>
            <a:xfrm>
              <a:off x="11199200" y="8088219"/>
              <a:ext cx="67064" cy="149993"/>
            </a:xfrm>
            <a:custGeom>
              <a:avLst/>
              <a:pathLst>
                <a:path w="67064" h="149993">
                  <a:moveTo>
                    <a:pt x="0" y="149993"/>
                  </a:moveTo>
                  <a:lnTo>
                    <a:pt x="6706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8" name="pl4088"/>
            <p:cNvSpPr/>
            <p:nvPr/>
          </p:nvSpPr>
          <p:spPr>
            <a:xfrm>
              <a:off x="11067351" y="8186160"/>
              <a:ext cx="596424" cy="311173"/>
            </a:xfrm>
            <a:custGeom>
              <a:avLst/>
              <a:pathLst>
                <a:path w="596424" h="311173">
                  <a:moveTo>
                    <a:pt x="0" y="311173"/>
                  </a:moveTo>
                  <a:lnTo>
                    <a:pt x="205300" y="201360"/>
                  </a:lnTo>
                  <a:lnTo>
                    <a:pt x="324322" y="134012"/>
                  </a:lnTo>
                  <a:lnTo>
                    <a:pt x="460010" y="51595"/>
                  </a:lnTo>
                  <a:lnTo>
                    <a:pt x="59642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9" name="pl4089"/>
            <p:cNvSpPr/>
            <p:nvPr/>
          </p:nvSpPr>
          <p:spPr>
            <a:xfrm>
              <a:off x="11067351" y="8269946"/>
              <a:ext cx="74719" cy="2739"/>
            </a:xfrm>
            <a:custGeom>
              <a:avLst/>
              <a:pathLst>
                <a:path w="74719" h="2739">
                  <a:moveTo>
                    <a:pt x="0" y="0"/>
                  </a:moveTo>
                  <a:lnTo>
                    <a:pt x="74719" y="273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0" name="pl4090"/>
            <p:cNvSpPr/>
            <p:nvPr/>
          </p:nvSpPr>
          <p:spPr>
            <a:xfrm>
              <a:off x="11067351" y="8046212"/>
              <a:ext cx="79891" cy="22601"/>
            </a:xfrm>
            <a:custGeom>
              <a:avLst/>
              <a:pathLst>
                <a:path w="79891" h="22601">
                  <a:moveTo>
                    <a:pt x="0" y="22601"/>
                  </a:moveTo>
                  <a:lnTo>
                    <a:pt x="7989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1" name="pl4091"/>
            <p:cNvSpPr/>
            <p:nvPr/>
          </p:nvSpPr>
          <p:spPr>
            <a:xfrm>
              <a:off x="11067351" y="7601712"/>
              <a:ext cx="281522" cy="197707"/>
            </a:xfrm>
            <a:custGeom>
              <a:avLst/>
              <a:pathLst>
                <a:path w="281522" h="197707">
                  <a:moveTo>
                    <a:pt x="0" y="107072"/>
                  </a:moveTo>
                  <a:lnTo>
                    <a:pt x="78386" y="197707"/>
                  </a:lnTo>
                  <a:lnTo>
                    <a:pt x="153442" y="137664"/>
                  </a:lnTo>
                  <a:lnTo>
                    <a:pt x="28152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2" name="pl4092"/>
            <p:cNvSpPr/>
            <p:nvPr/>
          </p:nvSpPr>
          <p:spPr>
            <a:xfrm>
              <a:off x="11067351" y="8228167"/>
              <a:ext cx="535689" cy="223049"/>
            </a:xfrm>
            <a:custGeom>
              <a:avLst/>
              <a:pathLst>
                <a:path w="535689" h="223049">
                  <a:moveTo>
                    <a:pt x="0" y="223049"/>
                  </a:moveTo>
                  <a:lnTo>
                    <a:pt x="167029" y="131044"/>
                  </a:lnTo>
                  <a:lnTo>
                    <a:pt x="276268" y="22373"/>
                  </a:lnTo>
                  <a:lnTo>
                    <a:pt x="406884" y="0"/>
                  </a:lnTo>
                  <a:lnTo>
                    <a:pt x="535689" y="18903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3" name="pl4093"/>
            <p:cNvSpPr/>
            <p:nvPr/>
          </p:nvSpPr>
          <p:spPr>
            <a:xfrm>
              <a:off x="11067351" y="8012196"/>
              <a:ext cx="65398" cy="37212"/>
            </a:xfrm>
            <a:custGeom>
              <a:avLst/>
              <a:pathLst>
                <a:path w="65398" h="37212">
                  <a:moveTo>
                    <a:pt x="0" y="37212"/>
                  </a:moveTo>
                  <a:lnTo>
                    <a:pt x="6539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4" name="pl4094"/>
            <p:cNvSpPr/>
            <p:nvPr/>
          </p:nvSpPr>
          <p:spPr>
            <a:xfrm>
              <a:off x="11067351" y="7916766"/>
              <a:ext cx="132978" cy="89037"/>
            </a:xfrm>
            <a:custGeom>
              <a:avLst/>
              <a:pathLst>
                <a:path w="132978" h="89037">
                  <a:moveTo>
                    <a:pt x="0" y="89037"/>
                  </a:moveTo>
                  <a:lnTo>
                    <a:pt x="67036" y="0"/>
                  </a:lnTo>
                  <a:lnTo>
                    <a:pt x="132978" y="4200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5" name="pl4095"/>
            <p:cNvSpPr/>
            <p:nvPr/>
          </p:nvSpPr>
          <p:spPr>
            <a:xfrm>
              <a:off x="11067351" y="7722026"/>
              <a:ext cx="66796" cy="104561"/>
            </a:xfrm>
            <a:custGeom>
              <a:avLst/>
              <a:pathLst>
                <a:path w="66796" h="104561">
                  <a:moveTo>
                    <a:pt x="0" y="104561"/>
                  </a:moveTo>
                  <a:lnTo>
                    <a:pt x="6679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6" name="pl4096"/>
            <p:cNvSpPr/>
            <p:nvPr/>
          </p:nvSpPr>
          <p:spPr>
            <a:xfrm>
              <a:off x="11067351" y="8069727"/>
              <a:ext cx="125461" cy="54107"/>
            </a:xfrm>
            <a:custGeom>
              <a:avLst/>
              <a:pathLst>
                <a:path w="125461" h="54107">
                  <a:moveTo>
                    <a:pt x="0" y="54107"/>
                  </a:moveTo>
                  <a:lnTo>
                    <a:pt x="12546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7" name="pl4097"/>
            <p:cNvSpPr/>
            <p:nvPr/>
          </p:nvSpPr>
          <p:spPr>
            <a:xfrm>
              <a:off x="11067351" y="8503954"/>
              <a:ext cx="74026" cy="15296"/>
            </a:xfrm>
            <a:custGeom>
              <a:avLst/>
              <a:pathLst>
                <a:path w="74026" h="15296">
                  <a:moveTo>
                    <a:pt x="0" y="0"/>
                  </a:moveTo>
                  <a:lnTo>
                    <a:pt x="74026" y="1529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8" name="pl4098"/>
            <p:cNvSpPr/>
            <p:nvPr/>
          </p:nvSpPr>
          <p:spPr>
            <a:xfrm>
              <a:off x="11067351" y="8350536"/>
              <a:ext cx="228079" cy="122597"/>
            </a:xfrm>
            <a:custGeom>
              <a:avLst/>
              <a:pathLst>
                <a:path w="228079" h="122597">
                  <a:moveTo>
                    <a:pt x="0" y="122597"/>
                  </a:moveTo>
                  <a:lnTo>
                    <a:pt x="22807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9" name="pl4099"/>
            <p:cNvSpPr/>
            <p:nvPr/>
          </p:nvSpPr>
          <p:spPr>
            <a:xfrm>
              <a:off x="11067351" y="8039135"/>
              <a:ext cx="200543" cy="40865"/>
            </a:xfrm>
            <a:custGeom>
              <a:avLst/>
              <a:pathLst>
                <a:path w="200543" h="40865">
                  <a:moveTo>
                    <a:pt x="0" y="0"/>
                  </a:moveTo>
                  <a:lnTo>
                    <a:pt x="133460" y="40865"/>
                  </a:lnTo>
                  <a:lnTo>
                    <a:pt x="200543" y="3219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0" name="pl4100"/>
            <p:cNvSpPr/>
            <p:nvPr/>
          </p:nvSpPr>
          <p:spPr>
            <a:xfrm>
              <a:off x="11067351" y="8260129"/>
              <a:ext cx="720750" cy="176704"/>
            </a:xfrm>
            <a:custGeom>
              <a:avLst/>
              <a:pathLst>
                <a:path w="720750" h="176704">
                  <a:moveTo>
                    <a:pt x="0" y="176704"/>
                  </a:moveTo>
                  <a:lnTo>
                    <a:pt x="185080" y="160038"/>
                  </a:lnTo>
                  <a:lnTo>
                    <a:pt x="330797" y="95429"/>
                  </a:lnTo>
                  <a:lnTo>
                    <a:pt x="486609" y="92233"/>
                  </a:lnTo>
                  <a:lnTo>
                    <a:pt x="606703" y="28080"/>
                  </a:lnTo>
                  <a:lnTo>
                    <a:pt x="72075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1" name="pl4101"/>
            <p:cNvSpPr/>
            <p:nvPr/>
          </p:nvSpPr>
          <p:spPr>
            <a:xfrm>
              <a:off x="11134450" y="7875215"/>
              <a:ext cx="133082" cy="71001"/>
            </a:xfrm>
            <a:custGeom>
              <a:avLst/>
              <a:pathLst>
                <a:path w="133082" h="71001">
                  <a:moveTo>
                    <a:pt x="0" y="0"/>
                  </a:moveTo>
                  <a:lnTo>
                    <a:pt x="65872" y="4794"/>
                  </a:lnTo>
                  <a:lnTo>
                    <a:pt x="133082" y="7100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2" name="pl4102"/>
            <p:cNvSpPr/>
            <p:nvPr/>
          </p:nvSpPr>
          <p:spPr>
            <a:xfrm>
              <a:off x="11067351" y="7727734"/>
              <a:ext cx="68827" cy="173279"/>
            </a:xfrm>
            <a:custGeom>
              <a:avLst/>
              <a:pathLst>
                <a:path w="68827" h="173279">
                  <a:moveTo>
                    <a:pt x="0" y="0"/>
                  </a:moveTo>
                  <a:lnTo>
                    <a:pt x="68827" y="17327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3" name="pl4103"/>
            <p:cNvSpPr/>
            <p:nvPr/>
          </p:nvSpPr>
          <p:spPr>
            <a:xfrm>
              <a:off x="11067351" y="8513086"/>
              <a:ext cx="201595" cy="22373"/>
            </a:xfrm>
            <a:custGeom>
              <a:avLst/>
              <a:pathLst>
                <a:path w="201595" h="22373">
                  <a:moveTo>
                    <a:pt x="0" y="0"/>
                  </a:moveTo>
                  <a:lnTo>
                    <a:pt x="201595" y="2237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4" name="pl4104"/>
            <p:cNvSpPr/>
            <p:nvPr/>
          </p:nvSpPr>
          <p:spPr>
            <a:xfrm>
              <a:off x="11067351" y="8260129"/>
              <a:ext cx="277717" cy="130815"/>
            </a:xfrm>
            <a:custGeom>
              <a:avLst/>
              <a:pathLst>
                <a:path w="277717" h="130815">
                  <a:moveTo>
                    <a:pt x="0" y="130815"/>
                  </a:moveTo>
                  <a:lnTo>
                    <a:pt x="138587" y="77622"/>
                  </a:lnTo>
                  <a:lnTo>
                    <a:pt x="27771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5" name="pl4105"/>
            <p:cNvSpPr/>
            <p:nvPr/>
          </p:nvSpPr>
          <p:spPr>
            <a:xfrm>
              <a:off x="11067351" y="8419940"/>
              <a:ext cx="152970" cy="26254"/>
            </a:xfrm>
            <a:custGeom>
              <a:avLst/>
              <a:pathLst>
                <a:path w="152970" h="26254">
                  <a:moveTo>
                    <a:pt x="0" y="26254"/>
                  </a:moveTo>
                  <a:lnTo>
                    <a:pt x="15297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6" name="pl4106"/>
            <p:cNvSpPr/>
            <p:nvPr/>
          </p:nvSpPr>
          <p:spPr>
            <a:xfrm>
              <a:off x="11376723" y="8013794"/>
              <a:ext cx="161050" cy="21003"/>
            </a:xfrm>
            <a:custGeom>
              <a:avLst/>
              <a:pathLst>
                <a:path w="161050" h="21003">
                  <a:moveTo>
                    <a:pt x="0" y="21003"/>
                  </a:moveTo>
                  <a:lnTo>
                    <a:pt x="96376" y="0"/>
                  </a:lnTo>
                  <a:lnTo>
                    <a:pt x="161050" y="1552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7" name="pl4107"/>
            <p:cNvSpPr/>
            <p:nvPr/>
          </p:nvSpPr>
          <p:spPr>
            <a:xfrm>
              <a:off x="11067351" y="8464686"/>
              <a:ext cx="262862" cy="11643"/>
            </a:xfrm>
            <a:custGeom>
              <a:avLst/>
              <a:pathLst>
                <a:path w="262862" h="11643">
                  <a:moveTo>
                    <a:pt x="0" y="0"/>
                  </a:moveTo>
                  <a:lnTo>
                    <a:pt x="262862" y="1164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8" name="pl4108"/>
            <p:cNvSpPr/>
            <p:nvPr/>
          </p:nvSpPr>
          <p:spPr>
            <a:xfrm>
              <a:off x="11067351" y="8036629"/>
              <a:ext cx="932247" cy="202393"/>
            </a:xfrm>
            <a:custGeom>
              <a:avLst/>
              <a:pathLst>
                <a:path w="932247" h="202393">
                  <a:moveTo>
                    <a:pt x="0" y="202393"/>
                  </a:moveTo>
                  <a:lnTo>
                    <a:pt x="9416" y="200349"/>
                  </a:lnTo>
                  <a:lnTo>
                    <a:pt x="18833" y="198304"/>
                  </a:lnTo>
                  <a:lnTo>
                    <a:pt x="28249" y="196260"/>
                  </a:lnTo>
                  <a:lnTo>
                    <a:pt x="37666" y="194216"/>
                  </a:lnTo>
                  <a:lnTo>
                    <a:pt x="47083" y="192171"/>
                  </a:lnTo>
                  <a:lnTo>
                    <a:pt x="56499" y="190127"/>
                  </a:lnTo>
                  <a:lnTo>
                    <a:pt x="65916" y="188083"/>
                  </a:lnTo>
                  <a:lnTo>
                    <a:pt x="75333" y="186038"/>
                  </a:lnTo>
                  <a:lnTo>
                    <a:pt x="84749" y="183994"/>
                  </a:lnTo>
                  <a:lnTo>
                    <a:pt x="94166" y="181949"/>
                  </a:lnTo>
                  <a:lnTo>
                    <a:pt x="103583" y="179905"/>
                  </a:lnTo>
                  <a:lnTo>
                    <a:pt x="112999" y="177861"/>
                  </a:lnTo>
                  <a:lnTo>
                    <a:pt x="122416" y="175816"/>
                  </a:lnTo>
                  <a:lnTo>
                    <a:pt x="131832" y="173772"/>
                  </a:lnTo>
                  <a:lnTo>
                    <a:pt x="141249" y="171727"/>
                  </a:lnTo>
                  <a:lnTo>
                    <a:pt x="150666" y="169683"/>
                  </a:lnTo>
                  <a:lnTo>
                    <a:pt x="160082" y="167639"/>
                  </a:lnTo>
                  <a:lnTo>
                    <a:pt x="169499" y="165594"/>
                  </a:lnTo>
                  <a:lnTo>
                    <a:pt x="178916" y="163550"/>
                  </a:lnTo>
                  <a:lnTo>
                    <a:pt x="188332" y="161506"/>
                  </a:lnTo>
                  <a:lnTo>
                    <a:pt x="197749" y="159461"/>
                  </a:lnTo>
                  <a:lnTo>
                    <a:pt x="207166" y="157417"/>
                  </a:lnTo>
                  <a:lnTo>
                    <a:pt x="216582" y="155372"/>
                  </a:lnTo>
                  <a:lnTo>
                    <a:pt x="225999" y="153328"/>
                  </a:lnTo>
                  <a:lnTo>
                    <a:pt x="235416" y="151284"/>
                  </a:lnTo>
                  <a:lnTo>
                    <a:pt x="244832" y="149239"/>
                  </a:lnTo>
                  <a:lnTo>
                    <a:pt x="254249" y="147195"/>
                  </a:lnTo>
                  <a:lnTo>
                    <a:pt x="263665" y="145151"/>
                  </a:lnTo>
                  <a:lnTo>
                    <a:pt x="273082" y="143106"/>
                  </a:lnTo>
                  <a:lnTo>
                    <a:pt x="282499" y="141062"/>
                  </a:lnTo>
                  <a:lnTo>
                    <a:pt x="291915" y="139017"/>
                  </a:lnTo>
                  <a:lnTo>
                    <a:pt x="301332" y="136973"/>
                  </a:lnTo>
                  <a:lnTo>
                    <a:pt x="310749" y="134929"/>
                  </a:lnTo>
                  <a:lnTo>
                    <a:pt x="320165" y="132884"/>
                  </a:lnTo>
                  <a:lnTo>
                    <a:pt x="329582" y="130840"/>
                  </a:lnTo>
                  <a:lnTo>
                    <a:pt x="338999" y="128795"/>
                  </a:lnTo>
                  <a:lnTo>
                    <a:pt x="348415" y="126751"/>
                  </a:lnTo>
                  <a:lnTo>
                    <a:pt x="357832" y="124707"/>
                  </a:lnTo>
                  <a:lnTo>
                    <a:pt x="367248" y="122662"/>
                  </a:lnTo>
                  <a:lnTo>
                    <a:pt x="376665" y="120618"/>
                  </a:lnTo>
                  <a:lnTo>
                    <a:pt x="386082" y="118574"/>
                  </a:lnTo>
                  <a:lnTo>
                    <a:pt x="395498" y="116529"/>
                  </a:lnTo>
                  <a:lnTo>
                    <a:pt x="404915" y="114485"/>
                  </a:lnTo>
                  <a:lnTo>
                    <a:pt x="414332" y="112440"/>
                  </a:lnTo>
                  <a:lnTo>
                    <a:pt x="423748" y="110396"/>
                  </a:lnTo>
                  <a:lnTo>
                    <a:pt x="433165" y="108352"/>
                  </a:lnTo>
                  <a:lnTo>
                    <a:pt x="442582" y="106307"/>
                  </a:lnTo>
                  <a:lnTo>
                    <a:pt x="451998" y="104263"/>
                  </a:lnTo>
                  <a:lnTo>
                    <a:pt x="461415" y="102219"/>
                  </a:lnTo>
                  <a:lnTo>
                    <a:pt x="470832" y="100174"/>
                  </a:lnTo>
                  <a:lnTo>
                    <a:pt x="480248" y="98130"/>
                  </a:lnTo>
                  <a:lnTo>
                    <a:pt x="489665" y="96085"/>
                  </a:lnTo>
                  <a:lnTo>
                    <a:pt x="499081" y="94041"/>
                  </a:lnTo>
                  <a:lnTo>
                    <a:pt x="508498" y="91997"/>
                  </a:lnTo>
                  <a:lnTo>
                    <a:pt x="517915" y="89952"/>
                  </a:lnTo>
                  <a:lnTo>
                    <a:pt x="527331" y="87908"/>
                  </a:lnTo>
                  <a:lnTo>
                    <a:pt x="536748" y="85863"/>
                  </a:lnTo>
                  <a:lnTo>
                    <a:pt x="546165" y="83819"/>
                  </a:lnTo>
                  <a:lnTo>
                    <a:pt x="555581" y="81775"/>
                  </a:lnTo>
                  <a:lnTo>
                    <a:pt x="564998" y="79730"/>
                  </a:lnTo>
                  <a:lnTo>
                    <a:pt x="574415" y="77686"/>
                  </a:lnTo>
                  <a:lnTo>
                    <a:pt x="583831" y="75642"/>
                  </a:lnTo>
                  <a:lnTo>
                    <a:pt x="593248" y="73597"/>
                  </a:lnTo>
                  <a:lnTo>
                    <a:pt x="602664" y="71553"/>
                  </a:lnTo>
                  <a:lnTo>
                    <a:pt x="612081" y="69508"/>
                  </a:lnTo>
                  <a:lnTo>
                    <a:pt x="621498" y="67464"/>
                  </a:lnTo>
                  <a:lnTo>
                    <a:pt x="630914" y="65420"/>
                  </a:lnTo>
                  <a:lnTo>
                    <a:pt x="640331" y="63375"/>
                  </a:lnTo>
                  <a:lnTo>
                    <a:pt x="649748" y="61331"/>
                  </a:lnTo>
                  <a:lnTo>
                    <a:pt x="659164" y="59287"/>
                  </a:lnTo>
                  <a:lnTo>
                    <a:pt x="668581" y="57242"/>
                  </a:lnTo>
                  <a:lnTo>
                    <a:pt x="677998" y="55198"/>
                  </a:lnTo>
                  <a:lnTo>
                    <a:pt x="687414" y="53153"/>
                  </a:lnTo>
                  <a:lnTo>
                    <a:pt x="696831" y="51109"/>
                  </a:lnTo>
                  <a:lnTo>
                    <a:pt x="706248" y="49065"/>
                  </a:lnTo>
                  <a:lnTo>
                    <a:pt x="715664" y="47020"/>
                  </a:lnTo>
                  <a:lnTo>
                    <a:pt x="725081" y="44976"/>
                  </a:lnTo>
                  <a:lnTo>
                    <a:pt x="734497" y="42931"/>
                  </a:lnTo>
                  <a:lnTo>
                    <a:pt x="743914" y="40887"/>
                  </a:lnTo>
                  <a:lnTo>
                    <a:pt x="753331" y="38843"/>
                  </a:lnTo>
                  <a:lnTo>
                    <a:pt x="762747" y="36798"/>
                  </a:lnTo>
                  <a:lnTo>
                    <a:pt x="772164" y="34754"/>
                  </a:lnTo>
                  <a:lnTo>
                    <a:pt x="781581" y="32710"/>
                  </a:lnTo>
                  <a:lnTo>
                    <a:pt x="790997" y="30665"/>
                  </a:lnTo>
                  <a:lnTo>
                    <a:pt x="800414" y="28621"/>
                  </a:lnTo>
                  <a:lnTo>
                    <a:pt x="809831" y="26576"/>
                  </a:lnTo>
                  <a:lnTo>
                    <a:pt x="819247" y="24532"/>
                  </a:lnTo>
                  <a:lnTo>
                    <a:pt x="828664" y="22488"/>
                  </a:lnTo>
                  <a:lnTo>
                    <a:pt x="838081" y="20443"/>
                  </a:lnTo>
                  <a:lnTo>
                    <a:pt x="847497" y="18399"/>
                  </a:lnTo>
                  <a:lnTo>
                    <a:pt x="856914" y="16355"/>
                  </a:lnTo>
                  <a:lnTo>
                    <a:pt x="866330" y="14310"/>
                  </a:lnTo>
                  <a:lnTo>
                    <a:pt x="875747" y="12266"/>
                  </a:lnTo>
                  <a:lnTo>
                    <a:pt x="885164" y="10221"/>
                  </a:lnTo>
                  <a:lnTo>
                    <a:pt x="894580" y="8177"/>
                  </a:lnTo>
                  <a:lnTo>
                    <a:pt x="903997" y="6133"/>
                  </a:lnTo>
                  <a:lnTo>
                    <a:pt x="913414" y="4088"/>
                  </a:lnTo>
                  <a:lnTo>
                    <a:pt x="922830" y="2044"/>
                  </a:lnTo>
                  <a:lnTo>
                    <a:pt x="932247" y="0"/>
                  </a:lnTo>
                </a:path>
              </a:pathLst>
            </a:custGeom>
            <a:ln w="54202" cap="flat">
              <a:solidFill>
                <a:srgbClr val="FFD7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109" name="tx4109"/>
            <p:cNvSpPr/>
            <p:nvPr/>
          </p:nvSpPr>
          <p:spPr>
            <a:xfrm>
              <a:off x="10985242" y="7268574"/>
              <a:ext cx="1014356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7B82">
                      <a:alpha val="100000"/>
                    </a:srgbClr>
                  </a:solidFill>
                  <a:latin typeface="Arial"/>
                  <a:cs typeface="Arial"/>
                </a:rPr>
                <a:t>0.424 Z/year</a:t>
              </a:r>
            </a:p>
          </p:txBody>
        </p:sp>
        <p:sp>
          <p:nvSpPr>
            <p:cNvPr id="4110" name="rc4110"/>
            <p:cNvSpPr/>
            <p:nvPr/>
          </p:nvSpPr>
          <p:spPr>
            <a:xfrm>
              <a:off x="11020738" y="7247470"/>
              <a:ext cx="1025472" cy="13493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1" name="tx4111"/>
            <p:cNvSpPr/>
            <p:nvPr/>
          </p:nvSpPr>
          <p:spPr>
            <a:xfrm>
              <a:off x="10895953" y="8498276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112" name="tx4112"/>
            <p:cNvSpPr/>
            <p:nvPr/>
          </p:nvSpPr>
          <p:spPr>
            <a:xfrm>
              <a:off x="10833797" y="815934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4113" name="tx4113"/>
            <p:cNvSpPr/>
            <p:nvPr/>
          </p:nvSpPr>
          <p:spPr>
            <a:xfrm>
              <a:off x="10833797" y="7820406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4114" name="tx4114"/>
            <p:cNvSpPr/>
            <p:nvPr/>
          </p:nvSpPr>
          <p:spPr>
            <a:xfrm>
              <a:off x="10833797" y="7481417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4115" name="pl4115"/>
            <p:cNvSpPr/>
            <p:nvPr/>
          </p:nvSpPr>
          <p:spPr>
            <a:xfrm>
              <a:off x="10985944" y="853996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6" name="pl4116"/>
            <p:cNvSpPr/>
            <p:nvPr/>
          </p:nvSpPr>
          <p:spPr>
            <a:xfrm>
              <a:off x="10985944" y="820103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7" name="pl4117"/>
            <p:cNvSpPr/>
            <p:nvPr/>
          </p:nvSpPr>
          <p:spPr>
            <a:xfrm>
              <a:off x="10985944" y="786209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8" name="pl4118"/>
            <p:cNvSpPr/>
            <p:nvPr/>
          </p:nvSpPr>
          <p:spPr>
            <a:xfrm>
              <a:off x="10985944" y="752316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9" name="pl4119"/>
            <p:cNvSpPr/>
            <p:nvPr/>
          </p:nvSpPr>
          <p:spPr>
            <a:xfrm>
              <a:off x="11067351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0" name="pl4120"/>
            <p:cNvSpPr/>
            <p:nvPr/>
          </p:nvSpPr>
          <p:spPr>
            <a:xfrm>
              <a:off x="11397967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1" name="pl4121"/>
            <p:cNvSpPr/>
            <p:nvPr/>
          </p:nvSpPr>
          <p:spPr>
            <a:xfrm>
              <a:off x="11728583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2" name="tx4122"/>
            <p:cNvSpPr/>
            <p:nvPr/>
          </p:nvSpPr>
          <p:spPr>
            <a:xfrm>
              <a:off x="11036273" y="86577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123" name="tx4123"/>
            <p:cNvSpPr/>
            <p:nvPr/>
          </p:nvSpPr>
          <p:spPr>
            <a:xfrm>
              <a:off x="11366889" y="8659149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4124" name="tx4124"/>
            <p:cNvSpPr/>
            <p:nvPr/>
          </p:nvSpPr>
          <p:spPr>
            <a:xfrm>
              <a:off x="11666428" y="865773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4125" name="tx4125"/>
            <p:cNvSpPr/>
            <p:nvPr/>
          </p:nvSpPr>
          <p:spPr>
            <a:xfrm>
              <a:off x="10912294" y="8805174"/>
              <a:ext cx="1242361" cy="10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Years from baseline</a:t>
              </a:r>
            </a:p>
          </p:txBody>
        </p:sp>
        <p:sp>
          <p:nvSpPr>
            <p:cNvPr id="4126" name="tx4126"/>
            <p:cNvSpPr/>
            <p:nvPr/>
          </p:nvSpPr>
          <p:spPr>
            <a:xfrm rot="-5400000">
              <a:off x="10082636" y="7856579"/>
              <a:ext cx="1226399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Cortical Amyloid (Z)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/>
  <cp:revision>7</cp:revision>
  <dcterms:created xsi:type="dcterms:W3CDTF">2015-07-14T21:05:00Z</dcterms:created>
  <dcterms:modified xsi:type="dcterms:W3CDTF">2026-02-17T12:00:06Z</dcterms:modified>
</cp:coreProperties>
</file>