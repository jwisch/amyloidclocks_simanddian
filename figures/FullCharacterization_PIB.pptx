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971800" y="1691481"/>
            <a:ext cx="9144000" cy="7315200"/>
            <a:chOff x="2971800" y="1691481"/>
            <a:chExt cx="9144000" cy="7315200"/>
          </a:xfrm>
        </p:grpSpPr>
        <p:sp>
          <p:nvSpPr>
            <p:cNvPr id="3" name="rc3"/>
            <p:cNvSpPr/>
            <p:nvPr/>
          </p:nvSpPr>
          <p:spPr>
            <a:xfrm>
              <a:off x="2971800" y="1691481"/>
              <a:ext cx="91440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971800" y="1691481"/>
              <a:ext cx="4572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400738" y="1761070"/>
              <a:ext cx="4073472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3400738" y="4284439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400738" y="3525000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00738" y="2765560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00738" y="2006120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42548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55852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869155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0738" y="4664159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400738" y="3904720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400738" y="3145280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400738" y="2385840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585896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899200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212503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3561070" y="4636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561070" y="4298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96547" y="4389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561070" y="4081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61070" y="46517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561070" y="4555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46174" y="4513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561070" y="4666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561070" y="4591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886607" y="46798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5606226" y="4690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5948764" y="4664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561070" y="4316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832478" y="4186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561070" y="2877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862927" y="2806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093588" y="2810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346174" y="2530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612433" y="4468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5745112" y="4254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61070" y="4310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561070" y="4661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561070" y="2747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561070" y="4672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561070" y="4709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068118" y="47289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5140350" y="4710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561070" y="4637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561070" y="4640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653451" y="469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207449" y="4658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6240151" y="4698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61070" y="4681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854690" y="4626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115192" y="46502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61070" y="46476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61070" y="3793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873385" y="3789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498202" y="3664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561070" y="4207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636180" y="4110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61070" y="4512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561070" y="4603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414428" y="4652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561070" y="4274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432298" y="4208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152866" y="4193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561070" y="3907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561070" y="4566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561070" y="4603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61070" y="4655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173546" y="4636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908996" y="4600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561070" y="4092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561070" y="4563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513845" y="4379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561070" y="4332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863143" y="44113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1070" y="4708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449079" y="4609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561070" y="3414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115650" y="2968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561070" y="4689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561070" y="4137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94578" y="3940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886132" y="3958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561070" y="4683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561070" y="4623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561070" y="4632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406622" y="4649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561070" y="4510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422453" y="4329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561070" y="4668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561070" y="4182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561070" y="4552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47478" y="4607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356740" y="4495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895243" y="4502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1070" y="4337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52900" y="4015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1100" y="3928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399945" y="3943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561070" y="4570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102943" y="4558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61070" y="3364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561070" y="4609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141802" y="4629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646974" y="4619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165819" y="4649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671711" y="4658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561070" y="4632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733148" y="4146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61070" y="4650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61070" y="4650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837750" y="4701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120933" y="4695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487219" y="4700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866145" y="4714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399695" y="4641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561070" y="4674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169924" y="4658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478584" y="4605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901000" y="4647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454386" y="4710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953082" y="4662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480562" y="4648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561070" y="4228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812937" y="4273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561070" y="4107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63105" y="4012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61070" y="4043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561070" y="4156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852889" y="4169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561070" y="40337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903496" y="4165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442603" y="4104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561070" y="4682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96547" y="4668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894325" y="4649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61070" y="4583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136541" y="4332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561070" y="3955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561070" y="4654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561070" y="37611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561070" y="4642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15110" y="4513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61070" y="4682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838123" y="4687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367043" y="4644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906037" y="4648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429200" y="4629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959558" y="46517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561070" y="4643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375678" y="4701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561070" y="4648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477144" y="4666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561070" y="4295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42722" y="4317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104663" y="4225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61070" y="34843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66323" y="3306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874946" y="3328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398256" y="32894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232294" y="3302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561070" y="4483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35868" y="4228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561070" y="46389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402304" y="4719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61070" y="4603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3561070" y="4646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561070" y="46476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61070" y="46486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61070" y="4596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397058" y="4646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561070" y="4698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984082" y="4643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61070" y="4573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1070" y="4647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401345" y="4638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561070" y="4629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561070" y="4632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421734" y="4661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210166" y="4724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705533" y="4684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196221" y="4723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561070" y="4388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561070" y="4652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627501" y="4675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5196230" y="4633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561070" y="4658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135233" y="4641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768498" y="4686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258558" y="4682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561070" y="46128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404463" y="4681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561070" y="4587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61070" y="46123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4368081" y="4428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886206" y="4283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5430238" y="4218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5926775" y="4133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561070" y="3876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561070" y="4631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109148" y="4585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61070" y="4632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52889" y="4614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561070" y="4669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561070" y="4693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096016" y="46875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582928" y="4689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136612" y="4683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660197" y="4700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561070" y="4531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20429" y="4562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5436396" y="4549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561070" y="2767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823011" y="2579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90678" y="2571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561070" y="4600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561070" y="4297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839340" y="4278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61070" y="4511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148279" y="4328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561070" y="4410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351211" y="4229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561070" y="4661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351846" y="4682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875009" y="4677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398891" y="46128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61070" y="4608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61070" y="4621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870056" y="4617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561070" y="4611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5172960" y="4403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561070" y="4537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98598" y="4521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497294" y="44701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561070" y="4641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069791" y="4602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561070" y="4167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561070" y="4714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561070" y="4651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3561070" y="4621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61070" y="46389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95108" y="4648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561070" y="4654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561070" y="353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070560" y="3556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9921" y="34833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16031" y="33841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878692" y="3543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561070" y="41284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561070" y="44890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826786" y="4513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561070" y="4590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351754" y="4536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4898664" y="4701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422546" y="4673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570186" y="469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561070" y="3362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833086" y="3079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1070" y="4707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869230" y="4714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149718" y="4713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416697" y="4681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561070" y="3959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105405" y="3929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561070" y="4015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874824" y="4076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561070" y="4643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561070" y="30992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91112" y="3111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133886" y="2665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61070" y="4584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561070" y="4690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111159" y="4673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561070" y="4691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561070" y="3379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805563" y="3569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135868" y="3494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377660" y="3581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61070" y="3408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27469" y="3419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61070" y="38593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863310" y="3769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561070" y="4711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561070" y="4743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561070" y="4578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561070" y="43514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103798" y="4386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642572" y="4389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561070" y="4553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822514" y="4547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094307" y="4489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347613" y="4423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900428" y="4331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423443" y="4196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561070" y="4595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130288" y="4556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561070" y="3952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561070" y="4593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561070" y="4692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561070" y="2798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826240" y="26940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093938" y="2484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561070" y="4315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82865" y="4592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54755" y="4593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27491" y="4584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890449" y="4614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676029" y="4604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5946833" y="4601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561070" y="4287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918001" y="4079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561070" y="3175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1070" y="4667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1070" y="4687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206942" y="4638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1070" y="4495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1070" y="4589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913585" y="4604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114528" y="4582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376398" y="4569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643376" y="4595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5127135" y="4607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5666674" y="4581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5928615" y="4592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561070" y="3269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828049" y="3342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561070" y="4639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561070" y="4635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3561070" y="3433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843161" y="34143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561070" y="4407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178503" y="4328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823894" y="4622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561070" y="3095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561070" y="3665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64803" y="3581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608115" y="3367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875093" y="3275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5137035" y="3219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561070" y="4659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4089270" y="4636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73490" y="4664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5185249" y="4657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3561070" y="3963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4395108" y="3868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561070" y="4288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561070" y="2231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3823731" y="1880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3561070" y="4658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561070" y="4684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561070" y="4536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4356249" y="4452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232325" y="4239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3561070" y="41923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888497" y="3995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51211" y="3966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561070" y="4566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5665235" y="4599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561070" y="4617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134606" y="4586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356249" y="4641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3561070" y="4650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561070" y="4654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561070" y="4186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653451" y="3666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3561070" y="2557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561070" y="4271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02815" y="4229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561070" y="3217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3835245" y="2758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091830" y="2531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561070" y="4688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886607" y="4637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424882" y="4678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6014249" y="4695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6717317" y="4726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561070" y="4652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561070" y="4620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364884" y="4456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145422" y="41391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561070" y="4114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61070" y="4572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1734" y="4434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61070" y="4690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829488" y="4689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561070" y="4637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561070" y="4723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608115" y="4719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272323" y="4706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1070" y="4610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561070" y="4542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561070" y="4566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561070" y="4641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446201" y="4635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5111728" y="4642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561070" y="4588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185969" y="4592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561070" y="4662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113149" y="46476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36900" y="4603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561070" y="4050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847478" y="4184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118566" y="4142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385753" y="4154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652012" y="4064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561070" y="4572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61070" y="4488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81435" y="4214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5963876" y="3604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561070" y="3071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561070" y="3018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48198" y="2746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561070" y="3912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61070" y="4627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61070" y="4722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637619" y="4685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641937" y="4602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175894" y="45647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561070" y="4657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843035" y="4635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4115051" y="4647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4618172" y="4642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840426" y="4665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243412" y="4655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5439148" y="4667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561070" y="4569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561070" y="4625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561070" y="4613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353600" y="4623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122642" y="4644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5656599" y="4615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6189836" y="4658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561070" y="4658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3825742" y="4692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812937" y="2829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073439" y="2939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561070" y="4598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411659" y="4692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65235" y="4653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561070" y="4632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4381435" y="4666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893084" y="4662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61070" y="4616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319548" y="4703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61070" y="3641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561070" y="4623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561070" y="4668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97906" y="46389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3561070" y="3766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868514" y="3660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561070" y="4597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331062" y="4595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4899981" y="4644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685384" y="4620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561070" y="46563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61070" y="4591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4399426" y="4655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202308" y="4634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6209891" y="4614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6735307" y="4580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862854" y="3092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084233" y="3054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561070" y="4446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561070" y="4676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3561070" y="3729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879861" y="3683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561070" y="4426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3561070" y="4377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094345" y="4407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5185286" y="44189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5703980" y="4428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3829138" y="4689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114457" y="4668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561070" y="4624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41083" y="4626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157184" y="4695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61070" y="4290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833086" y="4200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4101057" y="4115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362725" y="3980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4705264" y="3953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561070" y="4594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49772" y="4624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877732" y="4636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5406891" y="4622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955646" y="4603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561070" y="4033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4483621" y="3884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561070" y="4638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180296" y="4635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5069744" y="4644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61070" y="4690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3846165" y="4672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074158" y="4666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561070" y="4627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561070" y="4168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7803" y="4135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3561070" y="4614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561070" y="4769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449079" y="4658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561070" y="4684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3922232" y="4680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445935" y="4724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561070" y="4674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561070" y="4258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705041" y="4282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561070" y="4057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411659" y="39279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4693750" y="3969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874781" y="4020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3561070" y="4658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61070" y="4652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4129840" y="4620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61070" y="4608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61070" y="4605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182418" y="4613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3561070" y="4046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561070" y="4656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869067" y="4655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141370" y="4643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493696" y="4659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3561070" y="3622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3561070" y="4360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452292" y="4347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4904212" y="4451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561070" y="4682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561070" y="4591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561070" y="4230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76485" y="3849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088551" y="3976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561070" y="4537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561070" y="3034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561070" y="46517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4673431" y="4630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160550" y="4624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61070" y="4667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5425204" y="4657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1070" y="4539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4219521" y="4420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561070" y="3212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3833806" y="3226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155475" y="3230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962887" y="3284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435676" y="3573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561070" y="4638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4733329" y="4602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561070" y="4598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561070" y="3382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61070" y="4651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641937" y="4679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561070" y="4440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78318" y="4397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561070" y="4706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561070" y="4504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3867860" y="4479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114457" y="4425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561070" y="28459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3826609" y="25804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98320" y="27129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324585" y="2706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18190" y="2706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3561070" y="4616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561070" y="4614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49765" y="4629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561070" y="4316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3843880" y="4319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561070" y="4147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561070" y="4622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092149" y="4633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631862" y="4625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5222669" y="4681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561070" y="4657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3561070" y="4655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362006" y="4629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3561070" y="4619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561070" y="4665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069488" y="4655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03573" y="4625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561070" y="4601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4129667" y="4662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561070" y="4632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352969" y="4618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951692" y="4623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394976" y="4634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6077894" y="4628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561070" y="4662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129569" y="4636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388631" y="4662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10355" y="4649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5383864" y="4678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5987624" y="4655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3561070" y="4224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104708" y="4189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406948" y="4252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3561070" y="4448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3838056" y="4394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4125184" y="4374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561070" y="4605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4069654" y="4579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4762646" y="4590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5402387" y="4551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561070" y="4659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3561070" y="4567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768983" y="4587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561070" y="46502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104345" y="4651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3561070" y="4635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5019955" y="4625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561070" y="4614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561070" y="45279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3561070" y="4631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561070" y="4571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561070" y="2616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561070" y="4670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3561070" y="4632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113122" y="4649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4611713" y="4642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561070" y="4754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1070" y="4638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3561070" y="4077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14528" y="4074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376398" y="4030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022358" y="4027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61070" y="4654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3561070" y="3866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3868318" y="3639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3561070" y="4692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4353020" y="4669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5414428" y="4664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3561070" y="4616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074158" y="4627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561070" y="4701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561070" y="46379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561070" y="3631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561070" y="4636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11305" y="4665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659928" y="4655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61070" y="4632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4371628" y="4618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4894791" y="4614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18673" y="4541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3561070" y="4639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366642" y="4623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909954" y="4670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398575" y="4683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561070" y="4534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3561070" y="4473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561070" y="4628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561070" y="4606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561070" y="46798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111578" y="4633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561070" y="4284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862111" y="4203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561070" y="4259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561070" y="4673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4421014" y="4699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4974401" y="4689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5392499" y="4716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31014" y="4679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6419395" y="4711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561070" y="3294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561070" y="4661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4089569" y="4659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4888345" y="4628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402153" y="4635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3561070" y="4583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159958" y="4266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61070" y="46798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561070" y="4635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13872" y="4626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5432798" y="4639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561070" y="4697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331357" y="4674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854519" y="4645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895088" y="4629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6560015" y="4629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561070" y="38429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092149" y="3978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3883192" y="4649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3561070" y="4408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3561070" y="4618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118774" y="4621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140652" y="4664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561070" y="4575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597321" y="4521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182371" y="4359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238051" y="4145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561070" y="3422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61070" y="2863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310913" y="3074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633302" y="3033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61070" y="4444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390790" y="4336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561070" y="4673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3561070" y="4133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561070" y="4634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561070" y="4535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561070" y="4485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561070" y="47427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55529" y="4702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4909175" y="4707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3561070" y="4654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170587" y="4695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6189117" y="4646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3561070" y="4671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56646" y="4674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3561070" y="3534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863139" y="3550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561070" y="4665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4456995" y="4605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561070" y="4677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61070" y="4654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3561070" y="43458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61070" y="4442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793839" y="4384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150770" y="4265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449681" y="3856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561070" y="4718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3561070" y="4549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3878422" y="4577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561070" y="4653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108199" y="4681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3561070" y="3766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561070" y="4666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16750" y="4643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090709" y="4361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561070" y="3338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4464911" y="3216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5131997" y="30470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3561070" y="4662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456995" y="4685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465900" y="4656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561070" y="4743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844600" y="4660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355529" y="4669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561070" y="4259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61070" y="4620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618172" y="4629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61070" y="4621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182319" y="4645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561070" y="4758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104915" y="4746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737460" y="4614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412462" y="4663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61070" y="4675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874104" y="4649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98202" y="4654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561070" y="4518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3863294" y="44813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205848" y="4464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658488" y="4381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182371" y="4377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234453" y="4421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3561070" y="4625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526798" y="4643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3561070" y="46977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3561070" y="4676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897472" y="4664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5438625" y="4683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6118665" y="4660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6471278" y="4662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4129569" y="4624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4657727" y="4625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561070" y="4088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155475" y="3775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561070" y="4412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092868" y="44409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561070" y="4706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448360" y="4635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561070" y="4652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4367043" y="4648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561070" y="4227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561070" y="4250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561070" y="469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4612433" y="4717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561070" y="4412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561070" y="4357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3844600" y="3620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561070" y="46476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4160396" y="4716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5142072" y="4693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561070" y="3183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561070" y="4640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4486500" y="4676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561070" y="4661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561070" y="4360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561070" y="4619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851670" y="4662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561070" y="4595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561070" y="4644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4420800" y="4682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561070" y="4528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3561070" y="4723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61070" y="4654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561070" y="3608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089726" y="3784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371361" y="3569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664245" y="3295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925467" y="3364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561070" y="4628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561070" y="3298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4378221" y="3061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8215" y="4649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561070" y="4394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85699" y="4295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613152" y="4158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561070" y="4653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5146616" y="4639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5700392" y="4639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3561070" y="4657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352650" y="4635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876027" y="4701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404733" y="4684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6193434" y="4691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6712279" y="4709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3561070" y="4591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401585" y="4593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88215" y="4678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124402" y="4605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5136291" y="4535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3561070" y="4013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843161" y="4019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561070" y="4291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638339" y="4195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5197483" y="4165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3561070" y="4653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4446920" y="4203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61070" y="4652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118774" y="4673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561070" y="41013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155475" y="3903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561070" y="45811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3561070" y="4239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878200" y="4169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561070" y="4026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561070" y="2815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3848198" y="2632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3561070" y="3818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094653" y="3735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367043" y="3446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668563" y="36731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561070" y="4184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851076" y="4185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4084952" y="4155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4399426" y="4175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4652731" y="4181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402623" y="4169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907026" y="4183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229358" y="4079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3561070" y="2710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3833086" y="2740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175058" y="2496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3561070" y="4631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4374959" y="4639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561070" y="4605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908483" y="4570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561070" y="4697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836448" y="4640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91510" y="46476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561070" y="4022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830927" y="4061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561070" y="4602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561070" y="4537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72854" y="4212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561070" y="4417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561070" y="46701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422869" y="44097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5984891" y="4166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6464876" y="3857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561070" y="4662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561070" y="38000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561070" y="2694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3561070" y="4621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873385" y="4654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61070" y="4285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4749854" y="4298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161502" y="4083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561070" y="4106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3832172" y="3931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561070" y="4650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3561070" y="3922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561070" y="4352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068035" y="4269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1070" y="4652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561070" y="4604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561070" y="4668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084541" y="4666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561070" y="4586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210166" y="4619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119764" y="46128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704094" y="4661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61070" y="4678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369921" y="4663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899560" y="4685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5399695" y="4681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5931493" y="46875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561070" y="4636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396547" y="4631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914911" y="4609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3561070" y="4677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3561070" y="4331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351211" y="3974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561070" y="3646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561070" y="4695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4068118" y="4668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5140350" y="4694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61070" y="4607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561070" y="4642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96547" y="4671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61070" y="4666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561070" y="4645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561070" y="4630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4371361" y="4130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561070" y="46563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7108789" y="4614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3561070" y="4010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3833611" y="3993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61070" y="4723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61070" y="4643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381740" y="4667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4663526" y="4682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561070" y="35109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3828768" y="34695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4130249" y="3170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561070" y="31043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561070" y="4587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350800" y="4587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561070" y="4626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129331" y="4604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3561070" y="4614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407341" y="4621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899971" y="4594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5414088" y="4603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5947744" y="4654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561070" y="4599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4060485" y="4606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1070" y="3743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561070" y="4407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3561070" y="4133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3834525" y="4096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101504" y="4098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561070" y="4225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356897" y="41391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561070" y="4657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561070" y="4686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043991" y="4574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3561070" y="3696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3561070" y="40440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3799816" y="4136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127962" y="4135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3561070" y="4683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3848198" y="4642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142551" y="4630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375678" y="4663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4641217" y="4673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5159465" y="4699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561070" y="4665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3561070" y="4162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360566" y="4100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561070" y="4540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561070" y="3655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4180662" y="34956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561070" y="4228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6"/>
            <p:cNvSpPr/>
            <p:nvPr/>
          </p:nvSpPr>
          <p:spPr>
            <a:xfrm>
              <a:off x="3561070" y="4669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7"/>
            <p:cNvSpPr/>
            <p:nvPr/>
          </p:nvSpPr>
          <p:spPr>
            <a:xfrm>
              <a:off x="4118381" y="4578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8"/>
            <p:cNvSpPr/>
            <p:nvPr/>
          </p:nvSpPr>
          <p:spPr>
            <a:xfrm>
              <a:off x="5176220" y="4371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9"/>
            <p:cNvSpPr/>
            <p:nvPr/>
          </p:nvSpPr>
          <p:spPr>
            <a:xfrm>
              <a:off x="3561070" y="3877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70"/>
            <p:cNvSpPr/>
            <p:nvPr/>
          </p:nvSpPr>
          <p:spPr>
            <a:xfrm>
              <a:off x="3561070" y="4620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1"/>
            <p:cNvSpPr/>
            <p:nvPr/>
          </p:nvSpPr>
          <p:spPr>
            <a:xfrm>
              <a:off x="3561070" y="4528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2"/>
            <p:cNvSpPr/>
            <p:nvPr/>
          </p:nvSpPr>
          <p:spPr>
            <a:xfrm>
              <a:off x="3561070" y="4656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3"/>
            <p:cNvSpPr/>
            <p:nvPr/>
          </p:nvSpPr>
          <p:spPr>
            <a:xfrm>
              <a:off x="4416697" y="4680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4"/>
            <p:cNvSpPr/>
            <p:nvPr/>
          </p:nvSpPr>
          <p:spPr>
            <a:xfrm>
              <a:off x="5159343" y="4631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5"/>
            <p:cNvSpPr/>
            <p:nvPr/>
          </p:nvSpPr>
          <p:spPr>
            <a:xfrm>
              <a:off x="5443592" y="4723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6"/>
            <p:cNvSpPr/>
            <p:nvPr/>
          </p:nvSpPr>
          <p:spPr>
            <a:xfrm>
              <a:off x="3561070" y="4598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7"/>
            <p:cNvSpPr/>
            <p:nvPr/>
          </p:nvSpPr>
          <p:spPr>
            <a:xfrm>
              <a:off x="4149995" y="4565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8"/>
            <p:cNvSpPr/>
            <p:nvPr/>
          </p:nvSpPr>
          <p:spPr>
            <a:xfrm>
              <a:off x="4664965" y="4716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5121696" y="4730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80"/>
            <p:cNvSpPr/>
            <p:nvPr/>
          </p:nvSpPr>
          <p:spPr>
            <a:xfrm>
              <a:off x="3561070" y="4601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1"/>
            <p:cNvSpPr/>
            <p:nvPr/>
          </p:nvSpPr>
          <p:spPr>
            <a:xfrm>
              <a:off x="3561070" y="4692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2"/>
            <p:cNvSpPr/>
            <p:nvPr/>
          </p:nvSpPr>
          <p:spPr>
            <a:xfrm>
              <a:off x="3561070" y="4667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3"/>
            <p:cNvSpPr/>
            <p:nvPr/>
          </p:nvSpPr>
          <p:spPr>
            <a:xfrm>
              <a:off x="5682505" y="4658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4"/>
            <p:cNvSpPr/>
            <p:nvPr/>
          </p:nvSpPr>
          <p:spPr>
            <a:xfrm>
              <a:off x="3561070" y="35278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5"/>
            <p:cNvSpPr/>
            <p:nvPr/>
          </p:nvSpPr>
          <p:spPr>
            <a:xfrm>
              <a:off x="3561070" y="3590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6"/>
            <p:cNvSpPr/>
            <p:nvPr/>
          </p:nvSpPr>
          <p:spPr>
            <a:xfrm>
              <a:off x="4124187" y="3687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7"/>
            <p:cNvSpPr/>
            <p:nvPr/>
          </p:nvSpPr>
          <p:spPr>
            <a:xfrm>
              <a:off x="4622478" y="34025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8"/>
            <p:cNvSpPr/>
            <p:nvPr/>
          </p:nvSpPr>
          <p:spPr>
            <a:xfrm>
              <a:off x="3561070" y="3774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9"/>
            <p:cNvSpPr/>
            <p:nvPr/>
          </p:nvSpPr>
          <p:spPr>
            <a:xfrm>
              <a:off x="4482901" y="3967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3561070" y="3571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1"/>
            <p:cNvSpPr/>
            <p:nvPr/>
          </p:nvSpPr>
          <p:spPr>
            <a:xfrm>
              <a:off x="3561070" y="4485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2"/>
            <p:cNvSpPr/>
            <p:nvPr/>
          </p:nvSpPr>
          <p:spPr>
            <a:xfrm>
              <a:off x="4389351" y="4393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3"/>
            <p:cNvSpPr/>
            <p:nvPr/>
          </p:nvSpPr>
          <p:spPr>
            <a:xfrm>
              <a:off x="4875172" y="4393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4"/>
            <p:cNvSpPr/>
            <p:nvPr/>
          </p:nvSpPr>
          <p:spPr>
            <a:xfrm>
              <a:off x="5393938" y="4357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5"/>
            <p:cNvSpPr/>
            <p:nvPr/>
          </p:nvSpPr>
          <p:spPr>
            <a:xfrm>
              <a:off x="5973231" y="4399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6"/>
            <p:cNvSpPr/>
            <p:nvPr/>
          </p:nvSpPr>
          <p:spPr>
            <a:xfrm>
              <a:off x="3561070" y="4100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7"/>
            <p:cNvSpPr/>
            <p:nvPr/>
          </p:nvSpPr>
          <p:spPr>
            <a:xfrm>
              <a:off x="3837626" y="3857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8"/>
            <p:cNvSpPr/>
            <p:nvPr/>
          </p:nvSpPr>
          <p:spPr>
            <a:xfrm>
              <a:off x="3561070" y="4667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9"/>
            <p:cNvSpPr/>
            <p:nvPr/>
          </p:nvSpPr>
          <p:spPr>
            <a:xfrm>
              <a:off x="3561070" y="4525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1000"/>
            <p:cNvSpPr/>
            <p:nvPr/>
          </p:nvSpPr>
          <p:spPr>
            <a:xfrm>
              <a:off x="3824051" y="44604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1"/>
            <p:cNvSpPr/>
            <p:nvPr/>
          </p:nvSpPr>
          <p:spPr>
            <a:xfrm>
              <a:off x="4102223" y="44409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2"/>
            <p:cNvSpPr/>
            <p:nvPr/>
          </p:nvSpPr>
          <p:spPr>
            <a:xfrm>
              <a:off x="3561070" y="4598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3"/>
            <p:cNvSpPr/>
            <p:nvPr/>
          </p:nvSpPr>
          <p:spPr>
            <a:xfrm>
              <a:off x="3561070" y="4209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4"/>
            <p:cNvSpPr/>
            <p:nvPr/>
          </p:nvSpPr>
          <p:spPr>
            <a:xfrm>
              <a:off x="3873355" y="4247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5"/>
            <p:cNvSpPr/>
            <p:nvPr/>
          </p:nvSpPr>
          <p:spPr>
            <a:xfrm>
              <a:off x="3561070" y="4433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6"/>
            <p:cNvSpPr/>
            <p:nvPr/>
          </p:nvSpPr>
          <p:spPr>
            <a:xfrm>
              <a:off x="4174975" y="4079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7"/>
            <p:cNvSpPr/>
            <p:nvPr/>
          </p:nvSpPr>
          <p:spPr>
            <a:xfrm>
              <a:off x="3561070" y="4617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8"/>
            <p:cNvSpPr/>
            <p:nvPr/>
          </p:nvSpPr>
          <p:spPr>
            <a:xfrm>
              <a:off x="3561070" y="4660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9"/>
            <p:cNvSpPr/>
            <p:nvPr/>
          </p:nvSpPr>
          <p:spPr>
            <a:xfrm>
              <a:off x="3561070" y="4641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10"/>
            <p:cNvSpPr/>
            <p:nvPr/>
          </p:nvSpPr>
          <p:spPr>
            <a:xfrm>
              <a:off x="4366323" y="4676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1"/>
            <p:cNvSpPr/>
            <p:nvPr/>
          </p:nvSpPr>
          <p:spPr>
            <a:xfrm>
              <a:off x="3561070" y="4659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2"/>
            <p:cNvSpPr/>
            <p:nvPr/>
          </p:nvSpPr>
          <p:spPr>
            <a:xfrm>
              <a:off x="4388696" y="4616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3"/>
            <p:cNvSpPr/>
            <p:nvPr/>
          </p:nvSpPr>
          <p:spPr>
            <a:xfrm>
              <a:off x="5215432" y="4655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4"/>
            <p:cNvSpPr/>
            <p:nvPr/>
          </p:nvSpPr>
          <p:spPr>
            <a:xfrm>
              <a:off x="5658758" y="4692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5"/>
            <p:cNvSpPr/>
            <p:nvPr/>
          </p:nvSpPr>
          <p:spPr>
            <a:xfrm>
              <a:off x="6210705" y="4655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6"/>
            <p:cNvSpPr/>
            <p:nvPr/>
          </p:nvSpPr>
          <p:spPr>
            <a:xfrm>
              <a:off x="6733148" y="4662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7"/>
            <p:cNvSpPr/>
            <p:nvPr/>
          </p:nvSpPr>
          <p:spPr>
            <a:xfrm>
              <a:off x="3561070" y="4667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8"/>
            <p:cNvSpPr/>
            <p:nvPr/>
          </p:nvSpPr>
          <p:spPr>
            <a:xfrm>
              <a:off x="3561070" y="4166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9"/>
            <p:cNvSpPr/>
            <p:nvPr/>
          </p:nvSpPr>
          <p:spPr>
            <a:xfrm>
              <a:off x="4118889" y="4006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20"/>
            <p:cNvSpPr/>
            <p:nvPr/>
          </p:nvSpPr>
          <p:spPr>
            <a:xfrm>
              <a:off x="3561070" y="4653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1"/>
            <p:cNvSpPr/>
            <p:nvPr/>
          </p:nvSpPr>
          <p:spPr>
            <a:xfrm>
              <a:off x="3561070" y="3486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2"/>
            <p:cNvSpPr/>
            <p:nvPr/>
          </p:nvSpPr>
          <p:spPr>
            <a:xfrm>
              <a:off x="3561070" y="3629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3"/>
            <p:cNvSpPr/>
            <p:nvPr/>
          </p:nvSpPr>
          <p:spPr>
            <a:xfrm>
              <a:off x="4084813" y="3963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4"/>
            <p:cNvSpPr/>
            <p:nvPr/>
          </p:nvSpPr>
          <p:spPr>
            <a:xfrm>
              <a:off x="4351211" y="3627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5"/>
            <p:cNvSpPr/>
            <p:nvPr/>
          </p:nvSpPr>
          <p:spPr>
            <a:xfrm>
              <a:off x="3561070" y="4628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6"/>
            <p:cNvSpPr/>
            <p:nvPr/>
          </p:nvSpPr>
          <p:spPr>
            <a:xfrm>
              <a:off x="4124551" y="4624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7"/>
            <p:cNvSpPr/>
            <p:nvPr/>
          </p:nvSpPr>
          <p:spPr>
            <a:xfrm>
              <a:off x="4643290" y="4611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8"/>
            <p:cNvSpPr/>
            <p:nvPr/>
          </p:nvSpPr>
          <p:spPr>
            <a:xfrm>
              <a:off x="3561070" y="4543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9"/>
            <p:cNvSpPr/>
            <p:nvPr/>
          </p:nvSpPr>
          <p:spPr>
            <a:xfrm>
              <a:off x="4376583" y="4297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30"/>
            <p:cNvSpPr/>
            <p:nvPr/>
          </p:nvSpPr>
          <p:spPr>
            <a:xfrm>
              <a:off x="4849372" y="4146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1"/>
            <p:cNvSpPr/>
            <p:nvPr/>
          </p:nvSpPr>
          <p:spPr>
            <a:xfrm>
              <a:off x="5388366" y="3962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2"/>
            <p:cNvSpPr/>
            <p:nvPr/>
          </p:nvSpPr>
          <p:spPr>
            <a:xfrm>
              <a:off x="5930239" y="3846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3"/>
            <p:cNvSpPr/>
            <p:nvPr/>
          </p:nvSpPr>
          <p:spPr>
            <a:xfrm>
              <a:off x="3561070" y="4621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4"/>
            <p:cNvSpPr/>
            <p:nvPr/>
          </p:nvSpPr>
          <p:spPr>
            <a:xfrm>
              <a:off x="4366323" y="45279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5"/>
            <p:cNvSpPr/>
            <p:nvPr/>
          </p:nvSpPr>
          <p:spPr>
            <a:xfrm>
              <a:off x="4934236" y="4389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6"/>
            <p:cNvSpPr/>
            <p:nvPr/>
          </p:nvSpPr>
          <p:spPr>
            <a:xfrm>
              <a:off x="5399695" y="4166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7"/>
            <p:cNvSpPr/>
            <p:nvPr/>
          </p:nvSpPr>
          <p:spPr>
            <a:xfrm>
              <a:off x="3561070" y="4034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8"/>
            <p:cNvSpPr/>
            <p:nvPr/>
          </p:nvSpPr>
          <p:spPr>
            <a:xfrm>
              <a:off x="3857877" y="4040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9"/>
            <p:cNvSpPr/>
            <p:nvPr/>
          </p:nvSpPr>
          <p:spPr>
            <a:xfrm>
              <a:off x="3561070" y="4181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40"/>
            <p:cNvSpPr/>
            <p:nvPr/>
          </p:nvSpPr>
          <p:spPr>
            <a:xfrm>
              <a:off x="3561070" y="3583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1"/>
            <p:cNvSpPr/>
            <p:nvPr/>
          </p:nvSpPr>
          <p:spPr>
            <a:xfrm>
              <a:off x="3878422" y="3532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2"/>
            <p:cNvSpPr/>
            <p:nvPr/>
          </p:nvSpPr>
          <p:spPr>
            <a:xfrm>
              <a:off x="3561070" y="2385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3"/>
            <p:cNvSpPr/>
            <p:nvPr/>
          </p:nvSpPr>
          <p:spPr>
            <a:xfrm>
              <a:off x="3561070" y="2776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4"/>
            <p:cNvSpPr/>
            <p:nvPr/>
          </p:nvSpPr>
          <p:spPr>
            <a:xfrm>
              <a:off x="3872443" y="2980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5"/>
            <p:cNvSpPr/>
            <p:nvPr/>
          </p:nvSpPr>
          <p:spPr>
            <a:xfrm>
              <a:off x="4170587" y="2845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6"/>
            <p:cNvSpPr/>
            <p:nvPr/>
          </p:nvSpPr>
          <p:spPr>
            <a:xfrm>
              <a:off x="4679357" y="2537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7"/>
            <p:cNvSpPr/>
            <p:nvPr/>
          </p:nvSpPr>
          <p:spPr>
            <a:xfrm>
              <a:off x="3561070" y="4627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8"/>
            <p:cNvSpPr/>
            <p:nvPr/>
          </p:nvSpPr>
          <p:spPr>
            <a:xfrm>
              <a:off x="4156574" y="4641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9"/>
            <p:cNvSpPr/>
            <p:nvPr/>
          </p:nvSpPr>
          <p:spPr>
            <a:xfrm>
              <a:off x="4609554" y="4615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50"/>
            <p:cNvSpPr/>
            <p:nvPr/>
          </p:nvSpPr>
          <p:spPr>
            <a:xfrm>
              <a:off x="3561070" y="4641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1"/>
            <p:cNvSpPr/>
            <p:nvPr/>
          </p:nvSpPr>
          <p:spPr>
            <a:xfrm>
              <a:off x="3561070" y="4662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2"/>
            <p:cNvSpPr/>
            <p:nvPr/>
          </p:nvSpPr>
          <p:spPr>
            <a:xfrm>
              <a:off x="4788651" y="4735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3"/>
            <p:cNvSpPr/>
            <p:nvPr/>
          </p:nvSpPr>
          <p:spPr>
            <a:xfrm>
              <a:off x="4044654" y="46476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4"/>
            <p:cNvSpPr/>
            <p:nvPr/>
          </p:nvSpPr>
          <p:spPr>
            <a:xfrm>
              <a:off x="3561070" y="4671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5"/>
            <p:cNvSpPr/>
            <p:nvPr/>
          </p:nvSpPr>
          <p:spPr>
            <a:xfrm>
              <a:off x="3561070" y="4580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6"/>
            <p:cNvSpPr/>
            <p:nvPr/>
          </p:nvSpPr>
          <p:spPr>
            <a:xfrm>
              <a:off x="3561070" y="46389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7"/>
            <p:cNvSpPr/>
            <p:nvPr/>
          </p:nvSpPr>
          <p:spPr>
            <a:xfrm>
              <a:off x="4141083" y="4623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8"/>
            <p:cNvSpPr/>
            <p:nvPr/>
          </p:nvSpPr>
          <p:spPr>
            <a:xfrm>
              <a:off x="3561070" y="4120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9"/>
            <p:cNvSpPr/>
            <p:nvPr/>
          </p:nvSpPr>
          <p:spPr>
            <a:xfrm>
              <a:off x="3561070" y="4640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60"/>
            <p:cNvSpPr/>
            <p:nvPr/>
          </p:nvSpPr>
          <p:spPr>
            <a:xfrm>
              <a:off x="3823011" y="4633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1"/>
            <p:cNvSpPr/>
            <p:nvPr/>
          </p:nvSpPr>
          <p:spPr>
            <a:xfrm>
              <a:off x="3561070" y="4628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2"/>
            <p:cNvSpPr/>
            <p:nvPr/>
          </p:nvSpPr>
          <p:spPr>
            <a:xfrm>
              <a:off x="4493696" y="4594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3"/>
            <p:cNvSpPr/>
            <p:nvPr/>
          </p:nvSpPr>
          <p:spPr>
            <a:xfrm>
              <a:off x="5394658" y="4349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4"/>
            <p:cNvSpPr/>
            <p:nvPr/>
          </p:nvSpPr>
          <p:spPr>
            <a:xfrm>
              <a:off x="3561070" y="46517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5"/>
            <p:cNvSpPr/>
            <p:nvPr/>
          </p:nvSpPr>
          <p:spPr>
            <a:xfrm>
              <a:off x="3561070" y="4452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6"/>
            <p:cNvSpPr/>
            <p:nvPr/>
          </p:nvSpPr>
          <p:spPr>
            <a:xfrm>
              <a:off x="4613152" y="4631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7"/>
            <p:cNvSpPr/>
            <p:nvPr/>
          </p:nvSpPr>
          <p:spPr>
            <a:xfrm>
              <a:off x="3561070" y="4635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8"/>
            <p:cNvSpPr/>
            <p:nvPr/>
          </p:nvSpPr>
          <p:spPr>
            <a:xfrm>
              <a:off x="3561070" y="3598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9"/>
            <p:cNvSpPr/>
            <p:nvPr/>
          </p:nvSpPr>
          <p:spPr>
            <a:xfrm>
              <a:off x="3561070" y="4440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70"/>
            <p:cNvSpPr/>
            <p:nvPr/>
          </p:nvSpPr>
          <p:spPr>
            <a:xfrm>
              <a:off x="4224558" y="42343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1"/>
            <p:cNvSpPr/>
            <p:nvPr/>
          </p:nvSpPr>
          <p:spPr>
            <a:xfrm>
              <a:off x="4658488" y="3990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2"/>
            <p:cNvSpPr/>
            <p:nvPr/>
          </p:nvSpPr>
          <p:spPr>
            <a:xfrm>
              <a:off x="5177333" y="3940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3"/>
            <p:cNvSpPr/>
            <p:nvPr/>
          </p:nvSpPr>
          <p:spPr>
            <a:xfrm>
              <a:off x="5688982" y="43642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4"/>
            <p:cNvSpPr/>
            <p:nvPr/>
          </p:nvSpPr>
          <p:spPr>
            <a:xfrm>
              <a:off x="3561070" y="4689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5"/>
            <p:cNvSpPr/>
            <p:nvPr/>
          </p:nvSpPr>
          <p:spPr>
            <a:xfrm>
              <a:off x="4140363" y="4671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6"/>
            <p:cNvSpPr/>
            <p:nvPr/>
          </p:nvSpPr>
          <p:spPr>
            <a:xfrm>
              <a:off x="4752758" y="4671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7"/>
            <p:cNvSpPr/>
            <p:nvPr/>
          </p:nvSpPr>
          <p:spPr>
            <a:xfrm>
              <a:off x="4935512" y="4183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8"/>
            <p:cNvSpPr/>
            <p:nvPr/>
          </p:nvSpPr>
          <p:spPr>
            <a:xfrm>
              <a:off x="3561070" y="4586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9"/>
            <p:cNvSpPr/>
            <p:nvPr/>
          </p:nvSpPr>
          <p:spPr>
            <a:xfrm>
              <a:off x="3561070" y="3540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80"/>
            <p:cNvSpPr/>
            <p:nvPr/>
          </p:nvSpPr>
          <p:spPr>
            <a:xfrm>
              <a:off x="3820852" y="3456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1"/>
            <p:cNvSpPr/>
            <p:nvPr/>
          </p:nvSpPr>
          <p:spPr>
            <a:xfrm>
              <a:off x="3561070" y="4681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2"/>
            <p:cNvSpPr/>
            <p:nvPr/>
          </p:nvSpPr>
          <p:spPr>
            <a:xfrm>
              <a:off x="3561070" y="3843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3"/>
            <p:cNvSpPr/>
            <p:nvPr/>
          </p:nvSpPr>
          <p:spPr>
            <a:xfrm>
              <a:off x="3561070" y="4673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4"/>
            <p:cNvSpPr/>
            <p:nvPr/>
          </p:nvSpPr>
          <p:spPr>
            <a:xfrm>
              <a:off x="4348231" y="4705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5"/>
            <p:cNvSpPr/>
            <p:nvPr/>
          </p:nvSpPr>
          <p:spPr>
            <a:xfrm>
              <a:off x="3561070" y="4746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6"/>
            <p:cNvSpPr/>
            <p:nvPr/>
          </p:nvSpPr>
          <p:spPr>
            <a:xfrm>
              <a:off x="5196824" y="4722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7"/>
            <p:cNvSpPr/>
            <p:nvPr/>
          </p:nvSpPr>
          <p:spPr>
            <a:xfrm>
              <a:off x="3561070" y="4703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8"/>
            <p:cNvSpPr/>
            <p:nvPr/>
          </p:nvSpPr>
          <p:spPr>
            <a:xfrm>
              <a:off x="3561070" y="4653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9"/>
            <p:cNvSpPr/>
            <p:nvPr/>
          </p:nvSpPr>
          <p:spPr>
            <a:xfrm>
              <a:off x="3561070" y="4611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90"/>
            <p:cNvSpPr/>
            <p:nvPr/>
          </p:nvSpPr>
          <p:spPr>
            <a:xfrm>
              <a:off x="3827909" y="4662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1"/>
            <p:cNvSpPr/>
            <p:nvPr/>
          </p:nvSpPr>
          <p:spPr>
            <a:xfrm>
              <a:off x="3561070" y="3442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2"/>
            <p:cNvSpPr/>
            <p:nvPr/>
          </p:nvSpPr>
          <p:spPr>
            <a:xfrm>
              <a:off x="3827359" y="3242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3"/>
            <p:cNvSpPr/>
            <p:nvPr/>
          </p:nvSpPr>
          <p:spPr>
            <a:xfrm>
              <a:off x="4089300" y="3337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4"/>
            <p:cNvSpPr/>
            <p:nvPr/>
          </p:nvSpPr>
          <p:spPr>
            <a:xfrm>
              <a:off x="3561070" y="4203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5"/>
            <p:cNvSpPr/>
            <p:nvPr/>
          </p:nvSpPr>
          <p:spPr>
            <a:xfrm>
              <a:off x="3561070" y="4609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6"/>
            <p:cNvSpPr/>
            <p:nvPr/>
          </p:nvSpPr>
          <p:spPr>
            <a:xfrm>
              <a:off x="3561070" y="3040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7"/>
            <p:cNvSpPr/>
            <p:nvPr/>
          </p:nvSpPr>
          <p:spPr>
            <a:xfrm>
              <a:off x="3826405" y="28065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8"/>
            <p:cNvSpPr/>
            <p:nvPr/>
          </p:nvSpPr>
          <p:spPr>
            <a:xfrm>
              <a:off x="3561070" y="4640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9"/>
            <p:cNvSpPr/>
            <p:nvPr/>
          </p:nvSpPr>
          <p:spPr>
            <a:xfrm>
              <a:off x="4089180" y="4628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100"/>
            <p:cNvSpPr/>
            <p:nvPr/>
          </p:nvSpPr>
          <p:spPr>
            <a:xfrm>
              <a:off x="4345549" y="3364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1"/>
            <p:cNvSpPr/>
            <p:nvPr/>
          </p:nvSpPr>
          <p:spPr>
            <a:xfrm>
              <a:off x="3561070" y="3706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2"/>
            <p:cNvSpPr/>
            <p:nvPr/>
          </p:nvSpPr>
          <p:spPr>
            <a:xfrm>
              <a:off x="4059439" y="3585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3"/>
            <p:cNvSpPr/>
            <p:nvPr/>
          </p:nvSpPr>
          <p:spPr>
            <a:xfrm>
              <a:off x="3561070" y="42307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4"/>
            <p:cNvSpPr/>
            <p:nvPr/>
          </p:nvSpPr>
          <p:spPr>
            <a:xfrm>
              <a:off x="3561070" y="4558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5"/>
            <p:cNvSpPr/>
            <p:nvPr/>
          </p:nvSpPr>
          <p:spPr>
            <a:xfrm>
              <a:off x="3855125" y="4592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6"/>
            <p:cNvSpPr/>
            <p:nvPr/>
          </p:nvSpPr>
          <p:spPr>
            <a:xfrm>
              <a:off x="3561070" y="4489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7"/>
            <p:cNvSpPr/>
            <p:nvPr/>
          </p:nvSpPr>
          <p:spPr>
            <a:xfrm>
              <a:off x="4467070" y="4214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8"/>
            <p:cNvSpPr/>
            <p:nvPr/>
          </p:nvSpPr>
          <p:spPr>
            <a:xfrm>
              <a:off x="3561070" y="3930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9"/>
            <p:cNvSpPr/>
            <p:nvPr/>
          </p:nvSpPr>
          <p:spPr>
            <a:xfrm>
              <a:off x="3561070" y="4274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10"/>
            <p:cNvSpPr/>
            <p:nvPr/>
          </p:nvSpPr>
          <p:spPr>
            <a:xfrm>
              <a:off x="3561070" y="4606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1"/>
            <p:cNvSpPr/>
            <p:nvPr/>
          </p:nvSpPr>
          <p:spPr>
            <a:xfrm>
              <a:off x="4325779" y="4616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2"/>
            <p:cNvSpPr/>
            <p:nvPr/>
          </p:nvSpPr>
          <p:spPr>
            <a:xfrm>
              <a:off x="5383618" y="4565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3"/>
            <p:cNvSpPr/>
            <p:nvPr/>
          </p:nvSpPr>
          <p:spPr>
            <a:xfrm>
              <a:off x="5910379" y="4583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4"/>
            <p:cNvSpPr/>
            <p:nvPr/>
          </p:nvSpPr>
          <p:spPr>
            <a:xfrm>
              <a:off x="6439298" y="4583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5"/>
            <p:cNvSpPr/>
            <p:nvPr/>
          </p:nvSpPr>
          <p:spPr>
            <a:xfrm>
              <a:off x="3561070" y="4623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6"/>
            <p:cNvSpPr/>
            <p:nvPr/>
          </p:nvSpPr>
          <p:spPr>
            <a:xfrm>
              <a:off x="3844600" y="1951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7"/>
            <p:cNvSpPr/>
            <p:nvPr/>
          </p:nvSpPr>
          <p:spPr>
            <a:xfrm>
              <a:off x="3561070" y="4637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8"/>
            <p:cNvSpPr/>
            <p:nvPr/>
          </p:nvSpPr>
          <p:spPr>
            <a:xfrm>
              <a:off x="3561070" y="4659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9"/>
            <p:cNvSpPr/>
            <p:nvPr/>
          </p:nvSpPr>
          <p:spPr>
            <a:xfrm>
              <a:off x="3561070" y="4682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20"/>
            <p:cNvSpPr/>
            <p:nvPr/>
          </p:nvSpPr>
          <p:spPr>
            <a:xfrm>
              <a:off x="4354090" y="4700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1"/>
            <p:cNvSpPr/>
            <p:nvPr/>
          </p:nvSpPr>
          <p:spPr>
            <a:xfrm>
              <a:off x="4895243" y="4692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2"/>
            <p:cNvSpPr/>
            <p:nvPr/>
          </p:nvSpPr>
          <p:spPr>
            <a:xfrm>
              <a:off x="5414088" y="4718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3"/>
            <p:cNvSpPr/>
            <p:nvPr/>
          </p:nvSpPr>
          <p:spPr>
            <a:xfrm>
              <a:off x="5932933" y="4696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4"/>
            <p:cNvSpPr/>
            <p:nvPr/>
          </p:nvSpPr>
          <p:spPr>
            <a:xfrm>
              <a:off x="3561070" y="3517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5"/>
            <p:cNvSpPr/>
            <p:nvPr/>
          </p:nvSpPr>
          <p:spPr>
            <a:xfrm>
              <a:off x="4091213" y="3608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6"/>
            <p:cNvSpPr/>
            <p:nvPr/>
          </p:nvSpPr>
          <p:spPr>
            <a:xfrm>
              <a:off x="4357688" y="3589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7"/>
            <p:cNvSpPr/>
            <p:nvPr/>
          </p:nvSpPr>
          <p:spPr>
            <a:xfrm>
              <a:off x="4876533" y="32848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8"/>
            <p:cNvSpPr/>
            <p:nvPr/>
          </p:nvSpPr>
          <p:spPr>
            <a:xfrm>
              <a:off x="3561070" y="46875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9"/>
            <p:cNvSpPr/>
            <p:nvPr/>
          </p:nvSpPr>
          <p:spPr>
            <a:xfrm>
              <a:off x="3561070" y="4409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30"/>
            <p:cNvSpPr/>
            <p:nvPr/>
          </p:nvSpPr>
          <p:spPr>
            <a:xfrm>
              <a:off x="5177142" y="4005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1"/>
            <p:cNvSpPr/>
            <p:nvPr/>
          </p:nvSpPr>
          <p:spPr>
            <a:xfrm>
              <a:off x="3561070" y="4642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2"/>
            <p:cNvSpPr/>
            <p:nvPr/>
          </p:nvSpPr>
          <p:spPr>
            <a:xfrm>
              <a:off x="4416697" y="4651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3"/>
            <p:cNvSpPr/>
            <p:nvPr/>
          </p:nvSpPr>
          <p:spPr>
            <a:xfrm>
              <a:off x="4915042" y="4624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4"/>
            <p:cNvSpPr/>
            <p:nvPr/>
          </p:nvSpPr>
          <p:spPr>
            <a:xfrm>
              <a:off x="5404013" y="4666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5"/>
            <p:cNvSpPr/>
            <p:nvPr/>
          </p:nvSpPr>
          <p:spPr>
            <a:xfrm>
              <a:off x="5952767" y="4619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6"/>
            <p:cNvSpPr/>
            <p:nvPr/>
          </p:nvSpPr>
          <p:spPr>
            <a:xfrm>
              <a:off x="3561070" y="3717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7"/>
            <p:cNvSpPr/>
            <p:nvPr/>
          </p:nvSpPr>
          <p:spPr>
            <a:xfrm>
              <a:off x="3561070" y="4629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8"/>
            <p:cNvSpPr/>
            <p:nvPr/>
          </p:nvSpPr>
          <p:spPr>
            <a:xfrm>
              <a:off x="6325125" y="4183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9"/>
            <p:cNvSpPr/>
            <p:nvPr/>
          </p:nvSpPr>
          <p:spPr>
            <a:xfrm>
              <a:off x="3561070" y="4135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40"/>
            <p:cNvSpPr/>
            <p:nvPr/>
          </p:nvSpPr>
          <p:spPr>
            <a:xfrm>
              <a:off x="3561070" y="4408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1"/>
            <p:cNvSpPr/>
            <p:nvPr/>
          </p:nvSpPr>
          <p:spPr>
            <a:xfrm>
              <a:off x="4296263" y="4370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2"/>
            <p:cNvSpPr/>
            <p:nvPr/>
          </p:nvSpPr>
          <p:spPr>
            <a:xfrm>
              <a:off x="4875093" y="4226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3"/>
            <p:cNvSpPr/>
            <p:nvPr/>
          </p:nvSpPr>
          <p:spPr>
            <a:xfrm>
              <a:off x="5494024" y="4218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4"/>
            <p:cNvSpPr/>
            <p:nvPr/>
          </p:nvSpPr>
          <p:spPr>
            <a:xfrm>
              <a:off x="5971072" y="4075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5"/>
            <p:cNvSpPr/>
            <p:nvPr/>
          </p:nvSpPr>
          <p:spPr>
            <a:xfrm>
              <a:off x="6424102" y="4012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6"/>
            <p:cNvSpPr/>
            <p:nvPr/>
          </p:nvSpPr>
          <p:spPr>
            <a:xfrm>
              <a:off x="3561070" y="4640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7"/>
            <p:cNvSpPr/>
            <p:nvPr/>
          </p:nvSpPr>
          <p:spPr>
            <a:xfrm>
              <a:off x="4351931" y="4654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8"/>
            <p:cNvSpPr/>
            <p:nvPr/>
          </p:nvSpPr>
          <p:spPr>
            <a:xfrm>
              <a:off x="4956410" y="4648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9"/>
            <p:cNvSpPr/>
            <p:nvPr/>
          </p:nvSpPr>
          <p:spPr>
            <a:xfrm>
              <a:off x="5473096" y="4624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50"/>
            <p:cNvSpPr/>
            <p:nvPr/>
          </p:nvSpPr>
          <p:spPr>
            <a:xfrm>
              <a:off x="5916381" y="4633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1"/>
            <p:cNvSpPr/>
            <p:nvPr/>
          </p:nvSpPr>
          <p:spPr>
            <a:xfrm>
              <a:off x="3561070" y="4642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2"/>
            <p:cNvSpPr/>
            <p:nvPr/>
          </p:nvSpPr>
          <p:spPr>
            <a:xfrm>
              <a:off x="4405902" y="4661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3"/>
            <p:cNvSpPr/>
            <p:nvPr/>
          </p:nvSpPr>
          <p:spPr>
            <a:xfrm>
              <a:off x="5091579" y="4614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4"/>
            <p:cNvSpPr/>
            <p:nvPr/>
          </p:nvSpPr>
          <p:spPr>
            <a:xfrm>
              <a:off x="3561070" y="4665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5"/>
            <p:cNvSpPr/>
            <p:nvPr/>
          </p:nvSpPr>
          <p:spPr>
            <a:xfrm>
              <a:off x="3561070" y="4634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6"/>
            <p:cNvSpPr/>
            <p:nvPr/>
          </p:nvSpPr>
          <p:spPr>
            <a:xfrm>
              <a:off x="4653451" y="4564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7"/>
            <p:cNvSpPr/>
            <p:nvPr/>
          </p:nvSpPr>
          <p:spPr>
            <a:xfrm>
              <a:off x="3561070" y="4588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8"/>
            <p:cNvSpPr/>
            <p:nvPr/>
          </p:nvSpPr>
          <p:spPr>
            <a:xfrm>
              <a:off x="4923151" y="4581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9"/>
            <p:cNvSpPr/>
            <p:nvPr/>
          </p:nvSpPr>
          <p:spPr>
            <a:xfrm>
              <a:off x="5439274" y="4555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60"/>
            <p:cNvSpPr/>
            <p:nvPr/>
          </p:nvSpPr>
          <p:spPr>
            <a:xfrm>
              <a:off x="3827606" y="3149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1"/>
            <p:cNvSpPr/>
            <p:nvPr/>
          </p:nvSpPr>
          <p:spPr>
            <a:xfrm>
              <a:off x="4089270" y="3160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2"/>
            <p:cNvSpPr/>
            <p:nvPr/>
          </p:nvSpPr>
          <p:spPr>
            <a:xfrm>
              <a:off x="4356249" y="3308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3"/>
            <p:cNvSpPr/>
            <p:nvPr/>
          </p:nvSpPr>
          <p:spPr>
            <a:xfrm>
              <a:off x="3561070" y="4654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4"/>
            <p:cNvSpPr/>
            <p:nvPr/>
          </p:nvSpPr>
          <p:spPr>
            <a:xfrm>
              <a:off x="4104382" y="4634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5"/>
            <p:cNvSpPr/>
            <p:nvPr/>
          </p:nvSpPr>
          <p:spPr>
            <a:xfrm>
              <a:off x="4618190" y="4597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6"/>
            <p:cNvSpPr/>
            <p:nvPr/>
          </p:nvSpPr>
          <p:spPr>
            <a:xfrm>
              <a:off x="5160062" y="4466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7"/>
            <p:cNvSpPr/>
            <p:nvPr/>
          </p:nvSpPr>
          <p:spPr>
            <a:xfrm>
              <a:off x="5653721" y="4265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8"/>
            <p:cNvSpPr/>
            <p:nvPr/>
          </p:nvSpPr>
          <p:spPr>
            <a:xfrm>
              <a:off x="3561070" y="4614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9"/>
            <p:cNvSpPr/>
            <p:nvPr/>
          </p:nvSpPr>
          <p:spPr>
            <a:xfrm>
              <a:off x="4869337" y="4678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70"/>
            <p:cNvSpPr/>
            <p:nvPr/>
          </p:nvSpPr>
          <p:spPr>
            <a:xfrm>
              <a:off x="3561070" y="4643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1"/>
            <p:cNvSpPr/>
            <p:nvPr/>
          </p:nvSpPr>
          <p:spPr>
            <a:xfrm>
              <a:off x="3561070" y="2819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2"/>
            <p:cNvSpPr/>
            <p:nvPr/>
          </p:nvSpPr>
          <p:spPr>
            <a:xfrm>
              <a:off x="3834474" y="3207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3"/>
            <p:cNvSpPr/>
            <p:nvPr/>
          </p:nvSpPr>
          <p:spPr>
            <a:xfrm>
              <a:off x="3561070" y="3360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4"/>
            <p:cNvSpPr/>
            <p:nvPr/>
          </p:nvSpPr>
          <p:spPr>
            <a:xfrm>
              <a:off x="3561070" y="4690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5"/>
            <p:cNvSpPr/>
            <p:nvPr/>
          </p:nvSpPr>
          <p:spPr>
            <a:xfrm>
              <a:off x="4349963" y="4560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6"/>
            <p:cNvSpPr/>
            <p:nvPr/>
          </p:nvSpPr>
          <p:spPr>
            <a:xfrm>
              <a:off x="5158094" y="4213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7"/>
            <p:cNvSpPr/>
            <p:nvPr/>
          </p:nvSpPr>
          <p:spPr>
            <a:xfrm>
              <a:off x="3561070" y="4681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8"/>
            <p:cNvSpPr/>
            <p:nvPr/>
          </p:nvSpPr>
          <p:spPr>
            <a:xfrm>
              <a:off x="4341689" y="4710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9"/>
            <p:cNvSpPr/>
            <p:nvPr/>
          </p:nvSpPr>
          <p:spPr>
            <a:xfrm>
              <a:off x="3561070" y="4691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80"/>
            <p:cNvSpPr/>
            <p:nvPr/>
          </p:nvSpPr>
          <p:spPr>
            <a:xfrm>
              <a:off x="4133167" y="4657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1"/>
            <p:cNvSpPr/>
            <p:nvPr/>
          </p:nvSpPr>
          <p:spPr>
            <a:xfrm>
              <a:off x="4675759" y="4681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2"/>
            <p:cNvSpPr/>
            <p:nvPr/>
          </p:nvSpPr>
          <p:spPr>
            <a:xfrm>
              <a:off x="5183090" y="4702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3"/>
            <p:cNvSpPr/>
            <p:nvPr/>
          </p:nvSpPr>
          <p:spPr>
            <a:xfrm>
              <a:off x="3561070" y="4671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4"/>
            <p:cNvSpPr/>
            <p:nvPr/>
          </p:nvSpPr>
          <p:spPr>
            <a:xfrm>
              <a:off x="4096016" y="4669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5"/>
            <p:cNvSpPr/>
            <p:nvPr/>
          </p:nvSpPr>
          <p:spPr>
            <a:xfrm>
              <a:off x="4582928" y="4666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6"/>
            <p:cNvSpPr/>
            <p:nvPr/>
          </p:nvSpPr>
          <p:spPr>
            <a:xfrm>
              <a:off x="5136612" y="4654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7"/>
            <p:cNvSpPr/>
            <p:nvPr/>
          </p:nvSpPr>
          <p:spPr>
            <a:xfrm>
              <a:off x="5660197" y="4683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8"/>
            <p:cNvSpPr/>
            <p:nvPr/>
          </p:nvSpPr>
          <p:spPr>
            <a:xfrm>
              <a:off x="3561070" y="4579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9"/>
            <p:cNvSpPr/>
            <p:nvPr/>
          </p:nvSpPr>
          <p:spPr>
            <a:xfrm>
              <a:off x="4361866" y="4629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90"/>
            <p:cNvSpPr/>
            <p:nvPr/>
          </p:nvSpPr>
          <p:spPr>
            <a:xfrm>
              <a:off x="3561070" y="4631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1"/>
            <p:cNvSpPr/>
            <p:nvPr/>
          </p:nvSpPr>
          <p:spPr>
            <a:xfrm>
              <a:off x="4652012" y="4658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2"/>
            <p:cNvSpPr/>
            <p:nvPr/>
          </p:nvSpPr>
          <p:spPr>
            <a:xfrm>
              <a:off x="3561070" y="4635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3"/>
            <p:cNvSpPr/>
            <p:nvPr/>
          </p:nvSpPr>
          <p:spPr>
            <a:xfrm>
              <a:off x="4103088" y="4631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4"/>
            <p:cNvSpPr/>
            <p:nvPr/>
          </p:nvSpPr>
          <p:spPr>
            <a:xfrm>
              <a:off x="3561070" y="4645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5"/>
            <p:cNvSpPr/>
            <p:nvPr/>
          </p:nvSpPr>
          <p:spPr>
            <a:xfrm>
              <a:off x="5226267" y="4659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6"/>
            <p:cNvSpPr/>
            <p:nvPr/>
          </p:nvSpPr>
          <p:spPr>
            <a:xfrm>
              <a:off x="3561070" y="4703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7"/>
            <p:cNvSpPr/>
            <p:nvPr/>
          </p:nvSpPr>
          <p:spPr>
            <a:xfrm>
              <a:off x="3561070" y="4642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8"/>
            <p:cNvSpPr/>
            <p:nvPr/>
          </p:nvSpPr>
          <p:spPr>
            <a:xfrm>
              <a:off x="3561070" y="4677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9"/>
            <p:cNvSpPr/>
            <p:nvPr/>
          </p:nvSpPr>
          <p:spPr>
            <a:xfrm>
              <a:off x="4135153" y="4682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200"/>
            <p:cNvSpPr/>
            <p:nvPr/>
          </p:nvSpPr>
          <p:spPr>
            <a:xfrm>
              <a:off x="3561070" y="4631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1"/>
            <p:cNvSpPr/>
            <p:nvPr/>
          </p:nvSpPr>
          <p:spPr>
            <a:xfrm>
              <a:off x="4959006" y="4525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2"/>
            <p:cNvSpPr/>
            <p:nvPr/>
          </p:nvSpPr>
          <p:spPr>
            <a:xfrm>
              <a:off x="3561070" y="4643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3"/>
            <p:cNvSpPr/>
            <p:nvPr/>
          </p:nvSpPr>
          <p:spPr>
            <a:xfrm>
              <a:off x="5175894" y="4664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4"/>
            <p:cNvSpPr/>
            <p:nvPr/>
          </p:nvSpPr>
          <p:spPr>
            <a:xfrm>
              <a:off x="3561070" y="2240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5"/>
            <p:cNvSpPr/>
            <p:nvPr/>
          </p:nvSpPr>
          <p:spPr>
            <a:xfrm>
              <a:off x="3561070" y="3061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6"/>
            <p:cNvSpPr/>
            <p:nvPr/>
          </p:nvSpPr>
          <p:spPr>
            <a:xfrm>
              <a:off x="3561070" y="4395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7"/>
            <p:cNvSpPr/>
            <p:nvPr/>
          </p:nvSpPr>
          <p:spPr>
            <a:xfrm>
              <a:off x="3561070" y="4305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8"/>
            <p:cNvSpPr/>
            <p:nvPr/>
          </p:nvSpPr>
          <p:spPr>
            <a:xfrm>
              <a:off x="4111578" y="4186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9"/>
            <p:cNvSpPr/>
            <p:nvPr/>
          </p:nvSpPr>
          <p:spPr>
            <a:xfrm>
              <a:off x="4664245" y="4012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10"/>
            <p:cNvSpPr/>
            <p:nvPr/>
          </p:nvSpPr>
          <p:spPr>
            <a:xfrm>
              <a:off x="3561070" y="4639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1"/>
            <p:cNvSpPr/>
            <p:nvPr/>
          </p:nvSpPr>
          <p:spPr>
            <a:xfrm>
              <a:off x="4109911" y="4656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2"/>
            <p:cNvSpPr/>
            <p:nvPr/>
          </p:nvSpPr>
          <p:spPr>
            <a:xfrm>
              <a:off x="5377159" y="4651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3"/>
            <p:cNvSpPr/>
            <p:nvPr/>
          </p:nvSpPr>
          <p:spPr>
            <a:xfrm>
              <a:off x="3561070" y="4430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4"/>
            <p:cNvSpPr/>
            <p:nvPr/>
          </p:nvSpPr>
          <p:spPr>
            <a:xfrm>
              <a:off x="3561070" y="4165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5"/>
            <p:cNvSpPr/>
            <p:nvPr/>
          </p:nvSpPr>
          <p:spPr>
            <a:xfrm>
              <a:off x="3561070" y="4653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6"/>
            <p:cNvSpPr/>
            <p:nvPr/>
          </p:nvSpPr>
          <p:spPr>
            <a:xfrm>
              <a:off x="3561070" y="4429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7"/>
            <p:cNvSpPr/>
            <p:nvPr/>
          </p:nvSpPr>
          <p:spPr>
            <a:xfrm>
              <a:off x="4168715" y="4370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8"/>
            <p:cNvSpPr/>
            <p:nvPr/>
          </p:nvSpPr>
          <p:spPr>
            <a:xfrm>
              <a:off x="3561070" y="3879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9"/>
            <p:cNvSpPr/>
            <p:nvPr/>
          </p:nvSpPr>
          <p:spPr>
            <a:xfrm>
              <a:off x="3561070" y="4633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20"/>
            <p:cNvSpPr/>
            <p:nvPr/>
          </p:nvSpPr>
          <p:spPr>
            <a:xfrm>
              <a:off x="4088822" y="4633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1"/>
            <p:cNvSpPr/>
            <p:nvPr/>
          </p:nvSpPr>
          <p:spPr>
            <a:xfrm>
              <a:off x="4636900" y="4617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2"/>
            <p:cNvSpPr/>
            <p:nvPr/>
          </p:nvSpPr>
          <p:spPr>
            <a:xfrm>
              <a:off x="3561070" y="4632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3"/>
            <p:cNvSpPr/>
            <p:nvPr/>
          </p:nvSpPr>
          <p:spPr>
            <a:xfrm>
              <a:off x="4089567" y="4645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4"/>
            <p:cNvSpPr/>
            <p:nvPr/>
          </p:nvSpPr>
          <p:spPr>
            <a:xfrm>
              <a:off x="3561070" y="4615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5"/>
            <p:cNvSpPr/>
            <p:nvPr/>
          </p:nvSpPr>
          <p:spPr>
            <a:xfrm>
              <a:off x="4099119" y="4672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6"/>
            <p:cNvSpPr/>
            <p:nvPr/>
          </p:nvSpPr>
          <p:spPr>
            <a:xfrm>
              <a:off x="3561070" y="4645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7"/>
            <p:cNvSpPr/>
            <p:nvPr/>
          </p:nvSpPr>
          <p:spPr>
            <a:xfrm>
              <a:off x="4341689" y="4600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8"/>
            <p:cNvSpPr/>
            <p:nvPr/>
          </p:nvSpPr>
          <p:spPr>
            <a:xfrm>
              <a:off x="4881403" y="4622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9"/>
            <p:cNvSpPr/>
            <p:nvPr/>
          </p:nvSpPr>
          <p:spPr>
            <a:xfrm>
              <a:off x="5405285" y="4597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30"/>
            <p:cNvSpPr/>
            <p:nvPr/>
          </p:nvSpPr>
          <p:spPr>
            <a:xfrm>
              <a:off x="5937083" y="4596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1"/>
            <p:cNvSpPr/>
            <p:nvPr/>
          </p:nvSpPr>
          <p:spPr>
            <a:xfrm>
              <a:off x="6466003" y="4645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2"/>
            <p:cNvSpPr/>
            <p:nvPr/>
          </p:nvSpPr>
          <p:spPr>
            <a:xfrm>
              <a:off x="3561070" y="3353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3"/>
            <p:cNvSpPr/>
            <p:nvPr/>
          </p:nvSpPr>
          <p:spPr>
            <a:xfrm>
              <a:off x="3561070" y="4680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4"/>
            <p:cNvSpPr/>
            <p:nvPr/>
          </p:nvSpPr>
          <p:spPr>
            <a:xfrm>
              <a:off x="3561070" y="4653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5"/>
            <p:cNvSpPr/>
            <p:nvPr/>
          </p:nvSpPr>
          <p:spPr>
            <a:xfrm>
              <a:off x="3561070" y="3528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6"/>
            <p:cNvSpPr/>
            <p:nvPr/>
          </p:nvSpPr>
          <p:spPr>
            <a:xfrm>
              <a:off x="4698695" y="2807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7"/>
            <p:cNvSpPr/>
            <p:nvPr/>
          </p:nvSpPr>
          <p:spPr>
            <a:xfrm>
              <a:off x="3561070" y="4684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8"/>
            <p:cNvSpPr/>
            <p:nvPr/>
          </p:nvSpPr>
          <p:spPr>
            <a:xfrm>
              <a:off x="4141083" y="4728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9"/>
            <p:cNvSpPr/>
            <p:nvPr/>
          </p:nvSpPr>
          <p:spPr>
            <a:xfrm>
              <a:off x="3561070" y="4631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40"/>
            <p:cNvSpPr/>
            <p:nvPr/>
          </p:nvSpPr>
          <p:spPr>
            <a:xfrm>
              <a:off x="4368482" y="4624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1"/>
            <p:cNvSpPr/>
            <p:nvPr/>
          </p:nvSpPr>
          <p:spPr>
            <a:xfrm>
              <a:off x="4919790" y="4627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2"/>
            <p:cNvSpPr/>
            <p:nvPr/>
          </p:nvSpPr>
          <p:spPr>
            <a:xfrm>
              <a:off x="5373069" y="4609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3"/>
            <p:cNvSpPr/>
            <p:nvPr/>
          </p:nvSpPr>
          <p:spPr>
            <a:xfrm>
              <a:off x="3561070" y="3762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4"/>
            <p:cNvSpPr/>
            <p:nvPr/>
          </p:nvSpPr>
          <p:spPr>
            <a:xfrm>
              <a:off x="3561070" y="3097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5"/>
            <p:cNvSpPr/>
            <p:nvPr/>
          </p:nvSpPr>
          <p:spPr>
            <a:xfrm>
              <a:off x="3561070" y="4677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6"/>
            <p:cNvSpPr/>
            <p:nvPr/>
          </p:nvSpPr>
          <p:spPr>
            <a:xfrm>
              <a:off x="3764535" y="4662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7"/>
            <p:cNvSpPr/>
            <p:nvPr/>
          </p:nvSpPr>
          <p:spPr>
            <a:xfrm>
              <a:off x="4397267" y="4597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8"/>
            <p:cNvSpPr/>
            <p:nvPr/>
          </p:nvSpPr>
          <p:spPr>
            <a:xfrm>
              <a:off x="4910626" y="4645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9"/>
            <p:cNvSpPr/>
            <p:nvPr/>
          </p:nvSpPr>
          <p:spPr>
            <a:xfrm>
              <a:off x="5388901" y="4653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50"/>
            <p:cNvSpPr/>
            <p:nvPr/>
          </p:nvSpPr>
          <p:spPr>
            <a:xfrm>
              <a:off x="6199191" y="4625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1"/>
            <p:cNvSpPr/>
            <p:nvPr/>
          </p:nvSpPr>
          <p:spPr>
            <a:xfrm>
              <a:off x="3561070" y="4335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2"/>
            <p:cNvSpPr/>
            <p:nvPr/>
          </p:nvSpPr>
          <p:spPr>
            <a:xfrm>
              <a:off x="4109948" y="3753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3"/>
            <p:cNvSpPr/>
            <p:nvPr/>
          </p:nvSpPr>
          <p:spPr>
            <a:xfrm>
              <a:off x="4789988" y="3507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4"/>
            <p:cNvSpPr/>
            <p:nvPr/>
          </p:nvSpPr>
          <p:spPr>
            <a:xfrm>
              <a:off x="5172825" y="3460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5"/>
            <p:cNvSpPr/>
            <p:nvPr/>
          </p:nvSpPr>
          <p:spPr>
            <a:xfrm>
              <a:off x="5429729" y="3495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6"/>
            <p:cNvSpPr/>
            <p:nvPr/>
          </p:nvSpPr>
          <p:spPr>
            <a:xfrm>
              <a:off x="3561070" y="4671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7"/>
            <p:cNvSpPr/>
            <p:nvPr/>
          </p:nvSpPr>
          <p:spPr>
            <a:xfrm>
              <a:off x="6167528" y="4642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8"/>
            <p:cNvSpPr/>
            <p:nvPr/>
          </p:nvSpPr>
          <p:spPr>
            <a:xfrm>
              <a:off x="3561070" y="4667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9"/>
            <p:cNvSpPr/>
            <p:nvPr/>
          </p:nvSpPr>
          <p:spPr>
            <a:xfrm>
              <a:off x="3561070" y="4685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60"/>
            <p:cNvSpPr/>
            <p:nvPr/>
          </p:nvSpPr>
          <p:spPr>
            <a:xfrm>
              <a:off x="4395108" y="4679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1"/>
            <p:cNvSpPr/>
            <p:nvPr/>
          </p:nvSpPr>
          <p:spPr>
            <a:xfrm>
              <a:off x="3561070" y="4470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2"/>
            <p:cNvSpPr/>
            <p:nvPr/>
          </p:nvSpPr>
          <p:spPr>
            <a:xfrm>
              <a:off x="4605237" y="4496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3"/>
            <p:cNvSpPr/>
            <p:nvPr/>
          </p:nvSpPr>
          <p:spPr>
            <a:xfrm>
              <a:off x="3561070" y="4599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4"/>
            <p:cNvSpPr/>
            <p:nvPr/>
          </p:nvSpPr>
          <p:spPr>
            <a:xfrm>
              <a:off x="4135223" y="4591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5"/>
            <p:cNvSpPr/>
            <p:nvPr/>
          </p:nvSpPr>
          <p:spPr>
            <a:xfrm>
              <a:off x="3561070" y="2599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6"/>
            <p:cNvSpPr/>
            <p:nvPr/>
          </p:nvSpPr>
          <p:spPr>
            <a:xfrm>
              <a:off x="3561070" y="4607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3585896" y="4323600"/>
              <a:ext cx="835477" cy="90543"/>
            </a:xfrm>
            <a:custGeom>
              <a:avLst/>
              <a:pathLst>
                <a:path w="835477" h="90543">
                  <a:moveTo>
                    <a:pt x="0" y="0"/>
                  </a:moveTo>
                  <a:lnTo>
                    <a:pt x="835477" y="9054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3585896" y="4537937"/>
              <a:ext cx="785103" cy="42458"/>
            </a:xfrm>
            <a:custGeom>
              <a:avLst/>
              <a:pathLst>
                <a:path w="785103" h="42458">
                  <a:moveTo>
                    <a:pt x="0" y="42458"/>
                  </a:moveTo>
                  <a:lnTo>
                    <a:pt x="7851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4911433" y="4688842"/>
              <a:ext cx="1062156" cy="26600"/>
            </a:xfrm>
            <a:custGeom>
              <a:avLst/>
              <a:pathLst>
                <a:path w="1062156" h="26600">
                  <a:moveTo>
                    <a:pt x="0" y="15857"/>
                  </a:moveTo>
                  <a:lnTo>
                    <a:pt x="719618" y="26600"/>
                  </a:lnTo>
                  <a:lnTo>
                    <a:pt x="106215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3585896" y="4211572"/>
              <a:ext cx="271408" cy="129932"/>
            </a:xfrm>
            <a:custGeom>
              <a:avLst/>
              <a:pathLst>
                <a:path w="271408" h="129932">
                  <a:moveTo>
                    <a:pt x="0" y="129932"/>
                  </a:moveTo>
                  <a:lnTo>
                    <a:pt x="27140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3585896" y="2555191"/>
              <a:ext cx="785103" cy="346827"/>
            </a:xfrm>
            <a:custGeom>
              <a:avLst/>
              <a:pathLst>
                <a:path w="785103" h="346827">
                  <a:moveTo>
                    <a:pt x="0" y="346827"/>
                  </a:moveTo>
                  <a:lnTo>
                    <a:pt x="301856" y="275722"/>
                  </a:lnTo>
                  <a:lnTo>
                    <a:pt x="532517" y="280326"/>
                  </a:lnTo>
                  <a:lnTo>
                    <a:pt x="7851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3585896" y="4733858"/>
              <a:ext cx="507047" cy="19950"/>
            </a:xfrm>
            <a:custGeom>
              <a:avLst/>
              <a:pathLst>
                <a:path w="507047" h="19950">
                  <a:moveTo>
                    <a:pt x="0" y="0"/>
                  </a:moveTo>
                  <a:lnTo>
                    <a:pt x="507047" y="1995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3585896" y="4665823"/>
              <a:ext cx="1646378" cy="50642"/>
            </a:xfrm>
            <a:custGeom>
              <a:avLst/>
              <a:pathLst>
                <a:path w="1646378" h="50642">
                  <a:moveTo>
                    <a:pt x="0" y="0"/>
                  </a:moveTo>
                  <a:lnTo>
                    <a:pt x="1092380" y="50642"/>
                  </a:lnTo>
                  <a:lnTo>
                    <a:pt x="1646378" y="1790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3585896" y="4651500"/>
              <a:ext cx="554121" cy="54735"/>
            </a:xfrm>
            <a:custGeom>
              <a:avLst/>
              <a:pathLst>
                <a:path w="554121" h="54735">
                  <a:moveTo>
                    <a:pt x="0" y="54735"/>
                  </a:moveTo>
                  <a:lnTo>
                    <a:pt x="293620" y="0"/>
                  </a:lnTo>
                  <a:lnTo>
                    <a:pt x="554121" y="2353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3585896" y="3689285"/>
              <a:ext cx="937131" cy="128909"/>
            </a:xfrm>
            <a:custGeom>
              <a:avLst/>
              <a:pathLst>
                <a:path w="937131" h="128909">
                  <a:moveTo>
                    <a:pt x="0" y="128909"/>
                  </a:moveTo>
                  <a:lnTo>
                    <a:pt x="312314" y="124816"/>
                  </a:lnTo>
                  <a:lnTo>
                    <a:pt x="93713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3585896" y="4218733"/>
              <a:ext cx="1591795" cy="80823"/>
            </a:xfrm>
            <a:custGeom>
              <a:avLst/>
              <a:pathLst>
                <a:path w="1591795" h="80823">
                  <a:moveTo>
                    <a:pt x="0" y="80823"/>
                  </a:moveTo>
                  <a:lnTo>
                    <a:pt x="871227" y="14834"/>
                  </a:lnTo>
                  <a:lnTo>
                    <a:pt x="159179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3585896" y="4624899"/>
              <a:ext cx="1347925" cy="55758"/>
            </a:xfrm>
            <a:custGeom>
              <a:avLst/>
              <a:pathLst>
                <a:path w="1347925" h="55758">
                  <a:moveTo>
                    <a:pt x="0" y="55758"/>
                  </a:moveTo>
                  <a:lnTo>
                    <a:pt x="612475" y="36831"/>
                  </a:lnTo>
                  <a:lnTo>
                    <a:pt x="13479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3585896" y="4403912"/>
              <a:ext cx="952774" cy="184155"/>
            </a:xfrm>
            <a:custGeom>
              <a:avLst/>
              <a:pathLst>
                <a:path w="952774" h="184155">
                  <a:moveTo>
                    <a:pt x="0" y="184155"/>
                  </a:moveTo>
                  <a:lnTo>
                    <a:pt x="95277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3585896" y="4357362"/>
              <a:ext cx="302072" cy="78777"/>
            </a:xfrm>
            <a:custGeom>
              <a:avLst/>
              <a:pathLst>
                <a:path w="302072" h="78777">
                  <a:moveTo>
                    <a:pt x="0" y="0"/>
                  </a:moveTo>
                  <a:lnTo>
                    <a:pt x="302072" y="7877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3585896" y="4634619"/>
              <a:ext cx="888009" cy="98728"/>
            </a:xfrm>
            <a:custGeom>
              <a:avLst/>
              <a:pathLst>
                <a:path w="888009" h="98728">
                  <a:moveTo>
                    <a:pt x="0" y="98728"/>
                  </a:moveTo>
                  <a:lnTo>
                    <a:pt x="88800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3585896" y="2993585"/>
              <a:ext cx="554580" cy="446066"/>
            </a:xfrm>
            <a:custGeom>
              <a:avLst/>
              <a:pathLst>
                <a:path w="554580" h="446066">
                  <a:moveTo>
                    <a:pt x="0" y="446066"/>
                  </a:moveTo>
                  <a:lnTo>
                    <a:pt x="55458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3585896" y="3965007"/>
              <a:ext cx="1325061" cy="196944"/>
            </a:xfrm>
            <a:custGeom>
              <a:avLst/>
              <a:pathLst>
                <a:path w="1325061" h="196944">
                  <a:moveTo>
                    <a:pt x="0" y="196944"/>
                  </a:moveTo>
                  <a:lnTo>
                    <a:pt x="633508" y="0"/>
                  </a:lnTo>
                  <a:lnTo>
                    <a:pt x="1325061" y="1790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3585896" y="4657638"/>
              <a:ext cx="845551" cy="16369"/>
            </a:xfrm>
            <a:custGeom>
              <a:avLst/>
              <a:pathLst>
                <a:path w="845551" h="16369">
                  <a:moveTo>
                    <a:pt x="0" y="0"/>
                  </a:moveTo>
                  <a:lnTo>
                    <a:pt x="845551" y="1636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3585896" y="4354804"/>
              <a:ext cx="861383" cy="180063"/>
            </a:xfrm>
            <a:custGeom>
              <a:avLst/>
              <a:pathLst>
                <a:path w="861383" h="180063">
                  <a:moveTo>
                    <a:pt x="0" y="180063"/>
                  </a:moveTo>
                  <a:lnTo>
                    <a:pt x="86138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l1285"/>
            <p:cNvSpPr/>
            <p:nvPr/>
          </p:nvSpPr>
          <p:spPr>
            <a:xfrm>
              <a:off x="3585896" y="4520544"/>
              <a:ext cx="1334172" cy="112028"/>
            </a:xfrm>
            <a:custGeom>
              <a:avLst/>
              <a:pathLst>
                <a:path w="1334172" h="112028">
                  <a:moveTo>
                    <a:pt x="0" y="56781"/>
                  </a:moveTo>
                  <a:lnTo>
                    <a:pt x="286408" y="112028"/>
                  </a:lnTo>
                  <a:lnTo>
                    <a:pt x="795669" y="0"/>
                  </a:lnTo>
                  <a:lnTo>
                    <a:pt x="1334172" y="665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l1286"/>
            <p:cNvSpPr/>
            <p:nvPr/>
          </p:nvSpPr>
          <p:spPr>
            <a:xfrm>
              <a:off x="3585896" y="3953242"/>
              <a:ext cx="1838874" cy="408723"/>
            </a:xfrm>
            <a:custGeom>
              <a:avLst/>
              <a:pathLst>
                <a:path w="1838874" h="408723">
                  <a:moveTo>
                    <a:pt x="0" y="408723"/>
                  </a:moveTo>
                  <a:lnTo>
                    <a:pt x="791829" y="86962"/>
                  </a:lnTo>
                  <a:lnTo>
                    <a:pt x="1320029" y="0"/>
                  </a:lnTo>
                  <a:lnTo>
                    <a:pt x="1838874" y="1534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l1287"/>
            <p:cNvSpPr/>
            <p:nvPr/>
          </p:nvSpPr>
          <p:spPr>
            <a:xfrm>
              <a:off x="3585896" y="4582953"/>
              <a:ext cx="541872" cy="12277"/>
            </a:xfrm>
            <a:custGeom>
              <a:avLst/>
              <a:pathLst>
                <a:path w="541872" h="12277">
                  <a:moveTo>
                    <a:pt x="0" y="12277"/>
                  </a:moveTo>
                  <a:lnTo>
                    <a:pt x="54187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l1288"/>
            <p:cNvSpPr/>
            <p:nvPr/>
          </p:nvSpPr>
          <p:spPr>
            <a:xfrm>
              <a:off x="3585896" y="4634107"/>
              <a:ext cx="2110640" cy="49108"/>
            </a:xfrm>
            <a:custGeom>
              <a:avLst/>
              <a:pathLst>
                <a:path w="2110640" h="49108">
                  <a:moveTo>
                    <a:pt x="0" y="0"/>
                  </a:moveTo>
                  <a:lnTo>
                    <a:pt x="580732" y="19950"/>
                  </a:lnTo>
                  <a:lnTo>
                    <a:pt x="1085904" y="9719"/>
                  </a:lnTo>
                  <a:lnTo>
                    <a:pt x="1604749" y="40411"/>
                  </a:lnTo>
                  <a:lnTo>
                    <a:pt x="2110640" y="491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l1289"/>
            <p:cNvSpPr/>
            <p:nvPr/>
          </p:nvSpPr>
          <p:spPr>
            <a:xfrm>
              <a:off x="3585896" y="4171160"/>
              <a:ext cx="3172078" cy="485967"/>
            </a:xfrm>
            <a:custGeom>
              <a:avLst/>
              <a:pathLst>
                <a:path w="3172078" h="485967">
                  <a:moveTo>
                    <a:pt x="0" y="485967"/>
                  </a:moveTo>
                  <a:lnTo>
                    <a:pt x="317207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l1290"/>
            <p:cNvSpPr/>
            <p:nvPr/>
          </p:nvSpPr>
          <p:spPr>
            <a:xfrm>
              <a:off x="3585896" y="4666334"/>
              <a:ext cx="1838625" cy="72639"/>
            </a:xfrm>
            <a:custGeom>
              <a:avLst/>
              <a:pathLst>
                <a:path w="1838625" h="72639">
                  <a:moveTo>
                    <a:pt x="0" y="9207"/>
                  </a:moveTo>
                  <a:lnTo>
                    <a:pt x="276679" y="59850"/>
                  </a:lnTo>
                  <a:lnTo>
                    <a:pt x="559863" y="54223"/>
                  </a:lnTo>
                  <a:lnTo>
                    <a:pt x="926148" y="58827"/>
                  </a:lnTo>
                  <a:lnTo>
                    <a:pt x="1305075" y="72639"/>
                  </a:lnTo>
                  <a:lnTo>
                    <a:pt x="18386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l1291"/>
            <p:cNvSpPr/>
            <p:nvPr/>
          </p:nvSpPr>
          <p:spPr>
            <a:xfrm>
              <a:off x="3585896" y="4630526"/>
              <a:ext cx="2919492" cy="104355"/>
            </a:xfrm>
            <a:custGeom>
              <a:avLst/>
              <a:pathLst>
                <a:path w="2919492" h="104355">
                  <a:moveTo>
                    <a:pt x="0" y="69058"/>
                  </a:moveTo>
                  <a:lnTo>
                    <a:pt x="608854" y="52689"/>
                  </a:lnTo>
                  <a:lnTo>
                    <a:pt x="917513" y="0"/>
                  </a:lnTo>
                  <a:lnTo>
                    <a:pt x="1339929" y="41435"/>
                  </a:lnTo>
                  <a:lnTo>
                    <a:pt x="1893316" y="104355"/>
                  </a:lnTo>
                  <a:lnTo>
                    <a:pt x="2392011" y="56781"/>
                  </a:lnTo>
                  <a:lnTo>
                    <a:pt x="2919492" y="424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l1292"/>
            <p:cNvSpPr/>
            <p:nvPr/>
          </p:nvSpPr>
          <p:spPr>
            <a:xfrm>
              <a:off x="3585896" y="4253518"/>
              <a:ext cx="251866" cy="45015"/>
            </a:xfrm>
            <a:custGeom>
              <a:avLst/>
              <a:pathLst>
                <a:path w="251866" h="45015">
                  <a:moveTo>
                    <a:pt x="0" y="0"/>
                  </a:moveTo>
                  <a:lnTo>
                    <a:pt x="251866" y="450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l1293"/>
            <p:cNvSpPr/>
            <p:nvPr/>
          </p:nvSpPr>
          <p:spPr>
            <a:xfrm>
              <a:off x="3585896" y="4037135"/>
              <a:ext cx="302035" cy="95147"/>
            </a:xfrm>
            <a:custGeom>
              <a:avLst/>
              <a:pathLst>
                <a:path w="302035" h="95147">
                  <a:moveTo>
                    <a:pt x="0" y="95147"/>
                  </a:moveTo>
                  <a:lnTo>
                    <a:pt x="3020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l1294"/>
            <p:cNvSpPr/>
            <p:nvPr/>
          </p:nvSpPr>
          <p:spPr>
            <a:xfrm>
              <a:off x="3585896" y="4180879"/>
              <a:ext cx="291819" cy="13300"/>
            </a:xfrm>
            <a:custGeom>
              <a:avLst/>
              <a:pathLst>
                <a:path w="291819" h="13300">
                  <a:moveTo>
                    <a:pt x="0" y="0"/>
                  </a:moveTo>
                  <a:lnTo>
                    <a:pt x="291819" y="133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l1295"/>
            <p:cNvSpPr/>
            <p:nvPr/>
          </p:nvSpPr>
          <p:spPr>
            <a:xfrm>
              <a:off x="3585896" y="4058620"/>
              <a:ext cx="881532" cy="131466"/>
            </a:xfrm>
            <a:custGeom>
              <a:avLst/>
              <a:pathLst>
                <a:path w="881532" h="131466">
                  <a:moveTo>
                    <a:pt x="0" y="0"/>
                  </a:moveTo>
                  <a:lnTo>
                    <a:pt x="342426" y="131466"/>
                  </a:lnTo>
                  <a:lnTo>
                    <a:pt x="881532" y="7110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l1296"/>
            <p:cNvSpPr/>
            <p:nvPr/>
          </p:nvSpPr>
          <p:spPr>
            <a:xfrm>
              <a:off x="3585896" y="4674008"/>
              <a:ext cx="1333254" cy="33761"/>
            </a:xfrm>
            <a:custGeom>
              <a:avLst/>
              <a:pathLst>
                <a:path w="1333254" h="33761">
                  <a:moveTo>
                    <a:pt x="0" y="33761"/>
                  </a:moveTo>
                  <a:lnTo>
                    <a:pt x="835477" y="18927"/>
                  </a:lnTo>
                  <a:lnTo>
                    <a:pt x="133325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l1297"/>
            <p:cNvSpPr/>
            <p:nvPr/>
          </p:nvSpPr>
          <p:spPr>
            <a:xfrm>
              <a:off x="3585896" y="4538448"/>
              <a:ext cx="554039" cy="128397"/>
            </a:xfrm>
            <a:custGeom>
              <a:avLst/>
              <a:pathLst>
                <a:path w="554039" h="128397">
                  <a:moveTo>
                    <a:pt x="0" y="128397"/>
                  </a:moveTo>
                  <a:lnTo>
                    <a:pt x="5540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l1298"/>
            <p:cNvSpPr/>
            <p:nvPr/>
          </p:nvSpPr>
          <p:spPr>
            <a:xfrm>
              <a:off x="3585896" y="4654057"/>
              <a:ext cx="2398488" cy="57804"/>
            </a:xfrm>
            <a:custGeom>
              <a:avLst/>
              <a:pathLst>
                <a:path w="2398488" h="57804">
                  <a:moveTo>
                    <a:pt x="0" y="53712"/>
                  </a:moveTo>
                  <a:lnTo>
                    <a:pt x="277053" y="57804"/>
                  </a:lnTo>
                  <a:lnTo>
                    <a:pt x="805972" y="15346"/>
                  </a:lnTo>
                  <a:lnTo>
                    <a:pt x="1344966" y="18927"/>
                  </a:lnTo>
                  <a:lnTo>
                    <a:pt x="1868129" y="0"/>
                  </a:lnTo>
                  <a:lnTo>
                    <a:pt x="2398488" y="225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l1299"/>
            <p:cNvSpPr/>
            <p:nvPr/>
          </p:nvSpPr>
          <p:spPr>
            <a:xfrm>
              <a:off x="3585896" y="4667869"/>
              <a:ext cx="814608" cy="58316"/>
            </a:xfrm>
            <a:custGeom>
              <a:avLst/>
              <a:pathLst>
                <a:path w="814608" h="58316">
                  <a:moveTo>
                    <a:pt x="0" y="0"/>
                  </a:moveTo>
                  <a:lnTo>
                    <a:pt x="814608" y="5831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l1300"/>
            <p:cNvSpPr/>
            <p:nvPr/>
          </p:nvSpPr>
          <p:spPr>
            <a:xfrm>
              <a:off x="3585896" y="4672985"/>
              <a:ext cx="916074" cy="17904"/>
            </a:xfrm>
            <a:custGeom>
              <a:avLst/>
              <a:pathLst>
                <a:path w="916074" h="17904">
                  <a:moveTo>
                    <a:pt x="0" y="0"/>
                  </a:moveTo>
                  <a:lnTo>
                    <a:pt x="916074" y="1790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l1301"/>
            <p:cNvSpPr/>
            <p:nvPr/>
          </p:nvSpPr>
          <p:spPr>
            <a:xfrm>
              <a:off x="3585896" y="4249937"/>
              <a:ext cx="543593" cy="92077"/>
            </a:xfrm>
            <a:custGeom>
              <a:avLst/>
              <a:pathLst>
                <a:path w="543593" h="92077">
                  <a:moveTo>
                    <a:pt x="0" y="70081"/>
                  </a:moveTo>
                  <a:lnTo>
                    <a:pt x="281651" y="92077"/>
                  </a:lnTo>
                  <a:lnTo>
                    <a:pt x="54359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l1302"/>
            <p:cNvSpPr/>
            <p:nvPr/>
          </p:nvSpPr>
          <p:spPr>
            <a:xfrm>
              <a:off x="3585896" y="3314323"/>
              <a:ext cx="2671223" cy="194898"/>
            </a:xfrm>
            <a:custGeom>
              <a:avLst/>
              <a:pathLst>
                <a:path w="2671223" h="194898">
                  <a:moveTo>
                    <a:pt x="0" y="194898"/>
                  </a:moveTo>
                  <a:lnTo>
                    <a:pt x="805253" y="17392"/>
                  </a:lnTo>
                  <a:lnTo>
                    <a:pt x="1313875" y="39388"/>
                  </a:lnTo>
                  <a:lnTo>
                    <a:pt x="1837185" y="0"/>
                  </a:lnTo>
                  <a:lnTo>
                    <a:pt x="2671223" y="133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l1303"/>
            <p:cNvSpPr/>
            <p:nvPr/>
          </p:nvSpPr>
          <p:spPr>
            <a:xfrm>
              <a:off x="3585896" y="4253007"/>
              <a:ext cx="574798" cy="255772"/>
            </a:xfrm>
            <a:custGeom>
              <a:avLst/>
              <a:pathLst>
                <a:path w="574798" h="255772">
                  <a:moveTo>
                    <a:pt x="0" y="255772"/>
                  </a:moveTo>
                  <a:lnTo>
                    <a:pt x="5747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l1304"/>
            <p:cNvSpPr/>
            <p:nvPr/>
          </p:nvSpPr>
          <p:spPr>
            <a:xfrm>
              <a:off x="3585896" y="4663777"/>
              <a:ext cx="841233" cy="80823"/>
            </a:xfrm>
            <a:custGeom>
              <a:avLst/>
              <a:pathLst>
                <a:path w="841233" h="80823">
                  <a:moveTo>
                    <a:pt x="0" y="0"/>
                  </a:moveTo>
                  <a:lnTo>
                    <a:pt x="841233" y="8082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l1305"/>
            <p:cNvSpPr/>
            <p:nvPr/>
          </p:nvSpPr>
          <p:spPr>
            <a:xfrm>
              <a:off x="3585896" y="4621319"/>
              <a:ext cx="835988" cy="49619"/>
            </a:xfrm>
            <a:custGeom>
              <a:avLst/>
              <a:pathLst>
                <a:path w="835988" h="49619">
                  <a:moveTo>
                    <a:pt x="0" y="0"/>
                  </a:moveTo>
                  <a:lnTo>
                    <a:pt x="835988" y="4961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l1306"/>
            <p:cNvSpPr/>
            <p:nvPr/>
          </p:nvSpPr>
          <p:spPr>
            <a:xfrm>
              <a:off x="3585896" y="4667869"/>
              <a:ext cx="1423012" cy="55246"/>
            </a:xfrm>
            <a:custGeom>
              <a:avLst/>
              <a:pathLst>
                <a:path w="1423012" h="55246">
                  <a:moveTo>
                    <a:pt x="0" y="55246"/>
                  </a:moveTo>
                  <a:lnTo>
                    <a:pt x="14230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l1307"/>
            <p:cNvSpPr/>
            <p:nvPr/>
          </p:nvSpPr>
          <p:spPr>
            <a:xfrm>
              <a:off x="3585896" y="4663265"/>
              <a:ext cx="840274" cy="8696"/>
            </a:xfrm>
            <a:custGeom>
              <a:avLst/>
              <a:pathLst>
                <a:path w="840274" h="8696">
                  <a:moveTo>
                    <a:pt x="0" y="8696"/>
                  </a:moveTo>
                  <a:lnTo>
                    <a:pt x="84027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l1308"/>
            <p:cNvSpPr/>
            <p:nvPr/>
          </p:nvSpPr>
          <p:spPr>
            <a:xfrm>
              <a:off x="3585896" y="4657638"/>
              <a:ext cx="2635150" cy="91566"/>
            </a:xfrm>
            <a:custGeom>
              <a:avLst/>
              <a:pathLst>
                <a:path w="2635150" h="91566">
                  <a:moveTo>
                    <a:pt x="0" y="0"/>
                  </a:moveTo>
                  <a:lnTo>
                    <a:pt x="860663" y="28646"/>
                  </a:lnTo>
                  <a:lnTo>
                    <a:pt x="1649096" y="91566"/>
                  </a:lnTo>
                  <a:lnTo>
                    <a:pt x="2144462" y="51665"/>
                  </a:lnTo>
                  <a:lnTo>
                    <a:pt x="2635150" y="910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l1309"/>
            <p:cNvSpPr/>
            <p:nvPr/>
          </p:nvSpPr>
          <p:spPr>
            <a:xfrm>
              <a:off x="3585896" y="4658150"/>
              <a:ext cx="1635159" cy="42458"/>
            </a:xfrm>
            <a:custGeom>
              <a:avLst/>
              <a:pathLst>
                <a:path w="1635159" h="42458">
                  <a:moveTo>
                    <a:pt x="0" y="19438"/>
                  </a:moveTo>
                  <a:lnTo>
                    <a:pt x="1066431" y="42458"/>
                  </a:lnTo>
                  <a:lnTo>
                    <a:pt x="163515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l1310"/>
            <p:cNvSpPr/>
            <p:nvPr/>
          </p:nvSpPr>
          <p:spPr>
            <a:xfrm>
              <a:off x="3585896" y="4666334"/>
              <a:ext cx="1697487" cy="45015"/>
            </a:xfrm>
            <a:custGeom>
              <a:avLst/>
              <a:pathLst>
                <a:path w="1697487" h="45015">
                  <a:moveTo>
                    <a:pt x="0" y="17392"/>
                  </a:moveTo>
                  <a:lnTo>
                    <a:pt x="574163" y="0"/>
                  </a:lnTo>
                  <a:lnTo>
                    <a:pt x="1207427" y="45015"/>
                  </a:lnTo>
                  <a:lnTo>
                    <a:pt x="1697487" y="4143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l1311"/>
            <p:cNvSpPr/>
            <p:nvPr/>
          </p:nvSpPr>
          <p:spPr>
            <a:xfrm>
              <a:off x="3585896" y="4637688"/>
              <a:ext cx="843392" cy="69058"/>
            </a:xfrm>
            <a:custGeom>
              <a:avLst/>
              <a:pathLst>
                <a:path w="843392" h="69058">
                  <a:moveTo>
                    <a:pt x="0" y="0"/>
                  </a:moveTo>
                  <a:lnTo>
                    <a:pt x="843392" y="690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l1312"/>
            <p:cNvSpPr/>
            <p:nvPr/>
          </p:nvSpPr>
          <p:spPr>
            <a:xfrm>
              <a:off x="3585896" y="4157860"/>
              <a:ext cx="2365704" cy="479316"/>
            </a:xfrm>
            <a:custGeom>
              <a:avLst/>
              <a:pathLst>
                <a:path w="2365704" h="479316">
                  <a:moveTo>
                    <a:pt x="0" y="479316"/>
                  </a:moveTo>
                  <a:lnTo>
                    <a:pt x="807010" y="295161"/>
                  </a:lnTo>
                  <a:lnTo>
                    <a:pt x="1325136" y="150905"/>
                  </a:lnTo>
                  <a:lnTo>
                    <a:pt x="1869167" y="85939"/>
                  </a:lnTo>
                  <a:lnTo>
                    <a:pt x="23657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l1313"/>
            <p:cNvSpPr/>
            <p:nvPr/>
          </p:nvSpPr>
          <p:spPr>
            <a:xfrm>
              <a:off x="3585896" y="4610576"/>
              <a:ext cx="548077" cy="46038"/>
            </a:xfrm>
            <a:custGeom>
              <a:avLst/>
              <a:pathLst>
                <a:path w="548077" h="46038">
                  <a:moveTo>
                    <a:pt x="0" y="46038"/>
                  </a:moveTo>
                  <a:lnTo>
                    <a:pt x="54807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l1314"/>
            <p:cNvSpPr/>
            <p:nvPr/>
          </p:nvSpPr>
          <p:spPr>
            <a:xfrm>
              <a:off x="3585896" y="4639734"/>
              <a:ext cx="291819" cy="17392"/>
            </a:xfrm>
            <a:custGeom>
              <a:avLst/>
              <a:pathLst>
                <a:path w="291819" h="17392">
                  <a:moveTo>
                    <a:pt x="0" y="17392"/>
                  </a:moveTo>
                  <a:lnTo>
                    <a:pt x="29181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l1315"/>
            <p:cNvSpPr/>
            <p:nvPr/>
          </p:nvSpPr>
          <p:spPr>
            <a:xfrm>
              <a:off x="3585896" y="4708281"/>
              <a:ext cx="2099127" cy="16880"/>
            </a:xfrm>
            <a:custGeom>
              <a:avLst/>
              <a:pathLst>
                <a:path w="2099127" h="16880">
                  <a:moveTo>
                    <a:pt x="0" y="9719"/>
                  </a:moveTo>
                  <a:lnTo>
                    <a:pt x="534945" y="4092"/>
                  </a:lnTo>
                  <a:lnTo>
                    <a:pt x="1021858" y="6138"/>
                  </a:lnTo>
                  <a:lnTo>
                    <a:pt x="1575541" y="0"/>
                  </a:lnTo>
                  <a:lnTo>
                    <a:pt x="2099127" y="1688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6"/>
            <p:cNvSpPr/>
            <p:nvPr/>
          </p:nvSpPr>
          <p:spPr>
            <a:xfrm>
              <a:off x="3585896" y="4555841"/>
              <a:ext cx="1875325" cy="31204"/>
            </a:xfrm>
            <a:custGeom>
              <a:avLst/>
              <a:pathLst>
                <a:path w="1875325" h="31204">
                  <a:moveTo>
                    <a:pt x="0" y="0"/>
                  </a:moveTo>
                  <a:lnTo>
                    <a:pt x="1359359" y="31204"/>
                  </a:lnTo>
                  <a:lnTo>
                    <a:pt x="1875325" y="184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l1317"/>
            <p:cNvSpPr/>
            <p:nvPr/>
          </p:nvSpPr>
          <p:spPr>
            <a:xfrm>
              <a:off x="3585896" y="2596626"/>
              <a:ext cx="529607" cy="195921"/>
            </a:xfrm>
            <a:custGeom>
              <a:avLst/>
              <a:pathLst>
                <a:path w="529607" h="195921">
                  <a:moveTo>
                    <a:pt x="0" y="195921"/>
                  </a:moveTo>
                  <a:lnTo>
                    <a:pt x="261941" y="8184"/>
                  </a:lnTo>
                  <a:lnTo>
                    <a:pt x="5296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l1318"/>
            <p:cNvSpPr/>
            <p:nvPr/>
          </p:nvSpPr>
          <p:spPr>
            <a:xfrm>
              <a:off x="3585896" y="4303138"/>
              <a:ext cx="278270" cy="19438"/>
            </a:xfrm>
            <a:custGeom>
              <a:avLst/>
              <a:pathLst>
                <a:path w="278270" h="19438">
                  <a:moveTo>
                    <a:pt x="0" y="19438"/>
                  </a:moveTo>
                  <a:lnTo>
                    <a:pt x="2782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l1319"/>
            <p:cNvSpPr/>
            <p:nvPr/>
          </p:nvSpPr>
          <p:spPr>
            <a:xfrm>
              <a:off x="3585896" y="4353781"/>
              <a:ext cx="587208" cy="182109"/>
            </a:xfrm>
            <a:custGeom>
              <a:avLst/>
              <a:pathLst>
                <a:path w="587208" h="182109">
                  <a:moveTo>
                    <a:pt x="0" y="182109"/>
                  </a:moveTo>
                  <a:lnTo>
                    <a:pt x="58720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20"/>
            <p:cNvSpPr/>
            <p:nvPr/>
          </p:nvSpPr>
          <p:spPr>
            <a:xfrm>
              <a:off x="3585896" y="4254541"/>
              <a:ext cx="790141" cy="180575"/>
            </a:xfrm>
            <a:custGeom>
              <a:avLst/>
              <a:pathLst>
                <a:path w="790141" h="180575">
                  <a:moveTo>
                    <a:pt x="0" y="180575"/>
                  </a:moveTo>
                  <a:lnTo>
                    <a:pt x="7901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l1321"/>
            <p:cNvSpPr/>
            <p:nvPr/>
          </p:nvSpPr>
          <p:spPr>
            <a:xfrm>
              <a:off x="3585896" y="4637688"/>
              <a:ext cx="1837820" cy="69570"/>
            </a:xfrm>
            <a:custGeom>
              <a:avLst/>
              <a:pathLst>
                <a:path w="1837820" h="69570">
                  <a:moveTo>
                    <a:pt x="0" y="49108"/>
                  </a:moveTo>
                  <a:lnTo>
                    <a:pt x="790776" y="69570"/>
                  </a:lnTo>
                  <a:lnTo>
                    <a:pt x="1313938" y="64454"/>
                  </a:lnTo>
                  <a:lnTo>
                    <a:pt x="183782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l1322"/>
            <p:cNvSpPr/>
            <p:nvPr/>
          </p:nvSpPr>
          <p:spPr>
            <a:xfrm>
              <a:off x="3585896" y="4642292"/>
              <a:ext cx="1308985" cy="3580"/>
            </a:xfrm>
            <a:custGeom>
              <a:avLst/>
              <a:pathLst>
                <a:path w="1308985" h="3580">
                  <a:moveTo>
                    <a:pt x="0" y="3580"/>
                  </a:moveTo>
                  <a:lnTo>
                    <a:pt x="130898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l1323"/>
            <p:cNvSpPr/>
            <p:nvPr/>
          </p:nvSpPr>
          <p:spPr>
            <a:xfrm>
              <a:off x="3585896" y="4428466"/>
              <a:ext cx="1611890" cy="208198"/>
            </a:xfrm>
            <a:custGeom>
              <a:avLst/>
              <a:pathLst>
                <a:path w="1611890" h="208198">
                  <a:moveTo>
                    <a:pt x="0" y="208198"/>
                  </a:moveTo>
                  <a:lnTo>
                    <a:pt x="16118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4"/>
            <p:cNvSpPr/>
            <p:nvPr/>
          </p:nvSpPr>
          <p:spPr>
            <a:xfrm>
              <a:off x="3585896" y="4494967"/>
              <a:ext cx="936223" cy="67523"/>
            </a:xfrm>
            <a:custGeom>
              <a:avLst/>
              <a:pathLst>
                <a:path w="936223" h="67523">
                  <a:moveTo>
                    <a:pt x="0" y="67523"/>
                  </a:moveTo>
                  <a:lnTo>
                    <a:pt x="437528" y="51154"/>
                  </a:lnTo>
                  <a:lnTo>
                    <a:pt x="93622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l1325"/>
            <p:cNvSpPr/>
            <p:nvPr/>
          </p:nvSpPr>
          <p:spPr>
            <a:xfrm>
              <a:off x="3585896" y="4627457"/>
              <a:ext cx="508721" cy="38877"/>
            </a:xfrm>
            <a:custGeom>
              <a:avLst/>
              <a:pathLst>
                <a:path w="508721" h="38877">
                  <a:moveTo>
                    <a:pt x="0" y="38877"/>
                  </a:moveTo>
                  <a:lnTo>
                    <a:pt x="5087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l1326"/>
            <p:cNvSpPr/>
            <p:nvPr/>
          </p:nvSpPr>
          <p:spPr>
            <a:xfrm>
              <a:off x="3585896" y="4663777"/>
              <a:ext cx="834037" cy="9207"/>
            </a:xfrm>
            <a:custGeom>
              <a:avLst/>
              <a:pathLst>
                <a:path w="834037" h="9207">
                  <a:moveTo>
                    <a:pt x="0" y="0"/>
                  </a:moveTo>
                  <a:lnTo>
                    <a:pt x="834037" y="92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l1327"/>
            <p:cNvSpPr/>
            <p:nvPr/>
          </p:nvSpPr>
          <p:spPr>
            <a:xfrm>
              <a:off x="4095386" y="3408959"/>
              <a:ext cx="808131" cy="172390"/>
            </a:xfrm>
            <a:custGeom>
              <a:avLst/>
              <a:pathLst>
                <a:path w="808131" h="172390">
                  <a:moveTo>
                    <a:pt x="0" y="172390"/>
                  </a:moveTo>
                  <a:lnTo>
                    <a:pt x="299361" y="99239"/>
                  </a:lnTo>
                  <a:lnTo>
                    <a:pt x="545470" y="0"/>
                  </a:lnTo>
                  <a:lnTo>
                    <a:pt x="808131" y="15909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l1328"/>
            <p:cNvSpPr/>
            <p:nvPr/>
          </p:nvSpPr>
          <p:spPr>
            <a:xfrm>
              <a:off x="3585896" y="4513894"/>
              <a:ext cx="265716" cy="24554"/>
            </a:xfrm>
            <a:custGeom>
              <a:avLst/>
              <a:pathLst>
                <a:path w="265716" h="24554">
                  <a:moveTo>
                    <a:pt x="0" y="0"/>
                  </a:moveTo>
                  <a:lnTo>
                    <a:pt x="265716" y="245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l1329"/>
            <p:cNvSpPr/>
            <p:nvPr/>
          </p:nvSpPr>
          <p:spPr>
            <a:xfrm>
              <a:off x="3585896" y="4560956"/>
              <a:ext cx="1861475" cy="165228"/>
            </a:xfrm>
            <a:custGeom>
              <a:avLst/>
              <a:pathLst>
                <a:path w="1861475" h="165228">
                  <a:moveTo>
                    <a:pt x="0" y="54735"/>
                  </a:moveTo>
                  <a:lnTo>
                    <a:pt x="790683" y="0"/>
                  </a:lnTo>
                  <a:lnTo>
                    <a:pt x="1337593" y="165228"/>
                  </a:lnTo>
                  <a:lnTo>
                    <a:pt x="1861475" y="13760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l1330"/>
            <p:cNvSpPr/>
            <p:nvPr/>
          </p:nvSpPr>
          <p:spPr>
            <a:xfrm>
              <a:off x="3585896" y="3104590"/>
              <a:ext cx="272015" cy="282883"/>
            </a:xfrm>
            <a:custGeom>
              <a:avLst/>
              <a:pathLst>
                <a:path w="272015" h="282883">
                  <a:moveTo>
                    <a:pt x="0" y="282883"/>
                  </a:moveTo>
                  <a:lnTo>
                    <a:pt x="27201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3585896" y="4706235"/>
              <a:ext cx="855626" cy="33250"/>
            </a:xfrm>
            <a:custGeom>
              <a:avLst/>
              <a:pathLst>
                <a:path w="855626" h="33250">
                  <a:moveTo>
                    <a:pt x="0" y="26088"/>
                  </a:moveTo>
                  <a:lnTo>
                    <a:pt x="308159" y="33250"/>
                  </a:lnTo>
                  <a:lnTo>
                    <a:pt x="588647" y="31715"/>
                  </a:lnTo>
                  <a:lnTo>
                    <a:pt x="85562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3585896" y="3954265"/>
              <a:ext cx="544334" cy="29669"/>
            </a:xfrm>
            <a:custGeom>
              <a:avLst/>
              <a:pathLst>
                <a:path w="544334" h="29669">
                  <a:moveTo>
                    <a:pt x="0" y="29669"/>
                  </a:moveTo>
                  <a:lnTo>
                    <a:pt x="5443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3585896" y="4040204"/>
              <a:ext cx="313753" cy="61385"/>
            </a:xfrm>
            <a:custGeom>
              <a:avLst/>
              <a:pathLst>
                <a:path w="313753" h="61385">
                  <a:moveTo>
                    <a:pt x="0" y="0"/>
                  </a:moveTo>
                  <a:lnTo>
                    <a:pt x="313753" y="6138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3585896" y="2690751"/>
              <a:ext cx="572816" cy="446066"/>
            </a:xfrm>
            <a:custGeom>
              <a:avLst/>
              <a:pathLst>
                <a:path w="572816" h="446066">
                  <a:moveTo>
                    <a:pt x="0" y="433277"/>
                  </a:moveTo>
                  <a:lnTo>
                    <a:pt x="330041" y="446066"/>
                  </a:lnTo>
                  <a:lnTo>
                    <a:pt x="57281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3585896" y="4698562"/>
              <a:ext cx="550089" cy="16880"/>
            </a:xfrm>
            <a:custGeom>
              <a:avLst/>
              <a:pathLst>
                <a:path w="550089" h="16880">
                  <a:moveTo>
                    <a:pt x="0" y="16880"/>
                  </a:moveTo>
                  <a:lnTo>
                    <a:pt x="55008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3585896" y="3404355"/>
              <a:ext cx="816589" cy="201548"/>
            </a:xfrm>
            <a:custGeom>
              <a:avLst/>
              <a:pathLst>
                <a:path w="816589" h="201548">
                  <a:moveTo>
                    <a:pt x="0" y="0"/>
                  </a:moveTo>
                  <a:lnTo>
                    <a:pt x="244493" y="189782"/>
                  </a:lnTo>
                  <a:lnTo>
                    <a:pt x="574798" y="115097"/>
                  </a:lnTo>
                  <a:lnTo>
                    <a:pt x="816589" y="20154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3585896" y="3433513"/>
              <a:ext cx="266398" cy="11253"/>
            </a:xfrm>
            <a:custGeom>
              <a:avLst/>
              <a:pathLst>
                <a:path w="266398" h="11253">
                  <a:moveTo>
                    <a:pt x="0" y="0"/>
                  </a:moveTo>
                  <a:lnTo>
                    <a:pt x="266398" y="112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3585896" y="3794663"/>
              <a:ext cx="302239" cy="89520"/>
            </a:xfrm>
            <a:custGeom>
              <a:avLst/>
              <a:pathLst>
                <a:path w="302239" h="89520">
                  <a:moveTo>
                    <a:pt x="0" y="89520"/>
                  </a:moveTo>
                  <a:lnTo>
                    <a:pt x="3022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3585896" y="4376289"/>
              <a:ext cx="1081501" cy="38365"/>
            </a:xfrm>
            <a:custGeom>
              <a:avLst/>
              <a:pathLst>
                <a:path w="1081501" h="38365">
                  <a:moveTo>
                    <a:pt x="0" y="0"/>
                  </a:moveTo>
                  <a:lnTo>
                    <a:pt x="542727" y="34785"/>
                  </a:lnTo>
                  <a:lnTo>
                    <a:pt x="1081501" y="3836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3585896" y="4221291"/>
              <a:ext cx="1862372" cy="357057"/>
            </a:xfrm>
            <a:custGeom>
              <a:avLst/>
              <a:pathLst>
                <a:path w="1862372" h="357057">
                  <a:moveTo>
                    <a:pt x="0" y="357057"/>
                  </a:moveTo>
                  <a:lnTo>
                    <a:pt x="261443" y="350919"/>
                  </a:lnTo>
                  <a:lnTo>
                    <a:pt x="533237" y="293114"/>
                  </a:lnTo>
                  <a:lnTo>
                    <a:pt x="786542" y="226614"/>
                  </a:lnTo>
                  <a:lnTo>
                    <a:pt x="1339357" y="135047"/>
                  </a:lnTo>
                  <a:lnTo>
                    <a:pt x="186237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3585896" y="4581418"/>
              <a:ext cx="569218" cy="39388"/>
            </a:xfrm>
            <a:custGeom>
              <a:avLst/>
              <a:pathLst>
                <a:path w="569218" h="39388">
                  <a:moveTo>
                    <a:pt x="0" y="39388"/>
                  </a:moveTo>
                  <a:lnTo>
                    <a:pt x="5692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3585896" y="2509664"/>
              <a:ext cx="532867" cy="314088"/>
            </a:xfrm>
            <a:custGeom>
              <a:avLst/>
              <a:pathLst>
                <a:path w="532867" h="314088">
                  <a:moveTo>
                    <a:pt x="0" y="314088"/>
                  </a:moveTo>
                  <a:lnTo>
                    <a:pt x="265169" y="209221"/>
                  </a:lnTo>
                  <a:lnTo>
                    <a:pt x="53286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3585896" y="4340481"/>
              <a:ext cx="2385763" cy="299253"/>
            </a:xfrm>
            <a:custGeom>
              <a:avLst/>
              <a:pathLst>
                <a:path w="2385763" h="299253">
                  <a:moveTo>
                    <a:pt x="0" y="0"/>
                  </a:moveTo>
                  <a:lnTo>
                    <a:pt x="321795" y="277256"/>
                  </a:lnTo>
                  <a:lnTo>
                    <a:pt x="593685" y="277768"/>
                  </a:lnTo>
                  <a:lnTo>
                    <a:pt x="866420" y="269072"/>
                  </a:lnTo>
                  <a:lnTo>
                    <a:pt x="1329379" y="299253"/>
                  </a:lnTo>
                  <a:lnTo>
                    <a:pt x="2114958" y="288510"/>
                  </a:lnTo>
                  <a:lnTo>
                    <a:pt x="2385763" y="2859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3585896" y="4104659"/>
              <a:ext cx="356930" cy="207686"/>
            </a:xfrm>
            <a:custGeom>
              <a:avLst/>
              <a:pathLst>
                <a:path w="356930" h="207686">
                  <a:moveTo>
                    <a:pt x="0" y="207686"/>
                  </a:moveTo>
                  <a:lnTo>
                    <a:pt x="35693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3585896" y="4594207"/>
              <a:ext cx="2367544" cy="37854"/>
            </a:xfrm>
            <a:custGeom>
              <a:avLst/>
              <a:pathLst>
                <a:path w="2367544" h="37854">
                  <a:moveTo>
                    <a:pt x="0" y="20461"/>
                  </a:moveTo>
                  <a:lnTo>
                    <a:pt x="352514" y="35296"/>
                  </a:lnTo>
                  <a:lnTo>
                    <a:pt x="553457" y="13300"/>
                  </a:lnTo>
                  <a:lnTo>
                    <a:pt x="815327" y="0"/>
                  </a:lnTo>
                  <a:lnTo>
                    <a:pt x="1082306" y="26088"/>
                  </a:lnTo>
                  <a:lnTo>
                    <a:pt x="1566064" y="37854"/>
                  </a:lnTo>
                  <a:lnTo>
                    <a:pt x="2105603" y="12277"/>
                  </a:lnTo>
                  <a:lnTo>
                    <a:pt x="2367544" y="2353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3585896" y="3294373"/>
              <a:ext cx="266978" cy="73150"/>
            </a:xfrm>
            <a:custGeom>
              <a:avLst/>
              <a:pathLst>
                <a:path w="266978" h="73150">
                  <a:moveTo>
                    <a:pt x="0" y="0"/>
                  </a:moveTo>
                  <a:lnTo>
                    <a:pt x="266978" y="7315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3585896" y="3439140"/>
              <a:ext cx="282090" cy="18927"/>
            </a:xfrm>
            <a:custGeom>
              <a:avLst/>
              <a:pathLst>
                <a:path w="282090" h="18927">
                  <a:moveTo>
                    <a:pt x="0" y="18927"/>
                  </a:moveTo>
                  <a:lnTo>
                    <a:pt x="2820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3585896" y="4353781"/>
              <a:ext cx="617432" cy="78266"/>
            </a:xfrm>
            <a:custGeom>
              <a:avLst/>
              <a:pathLst>
                <a:path w="617432" h="78266">
                  <a:moveTo>
                    <a:pt x="0" y="78266"/>
                  </a:moveTo>
                  <a:lnTo>
                    <a:pt x="6174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3585896" y="3244753"/>
              <a:ext cx="1575964" cy="446066"/>
            </a:xfrm>
            <a:custGeom>
              <a:avLst/>
              <a:pathLst>
                <a:path w="1575964" h="446066">
                  <a:moveTo>
                    <a:pt x="0" y="446066"/>
                  </a:moveTo>
                  <a:lnTo>
                    <a:pt x="503732" y="361661"/>
                  </a:lnTo>
                  <a:lnTo>
                    <a:pt x="1047044" y="147836"/>
                  </a:lnTo>
                  <a:lnTo>
                    <a:pt x="1314023" y="55758"/>
                  </a:lnTo>
                  <a:lnTo>
                    <a:pt x="157596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3585896" y="4661731"/>
              <a:ext cx="1624178" cy="27111"/>
            </a:xfrm>
            <a:custGeom>
              <a:avLst/>
              <a:pathLst>
                <a:path w="1624178" h="27111">
                  <a:moveTo>
                    <a:pt x="0" y="22507"/>
                  </a:moveTo>
                  <a:lnTo>
                    <a:pt x="528199" y="0"/>
                  </a:lnTo>
                  <a:lnTo>
                    <a:pt x="1112420" y="27111"/>
                  </a:lnTo>
                  <a:lnTo>
                    <a:pt x="1624178" y="2097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3585896" y="3893391"/>
              <a:ext cx="834037" cy="94635"/>
            </a:xfrm>
            <a:custGeom>
              <a:avLst/>
              <a:pathLst>
                <a:path w="834037" h="94635">
                  <a:moveTo>
                    <a:pt x="0" y="94635"/>
                  </a:moveTo>
                  <a:lnTo>
                    <a:pt x="83403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3585896" y="1905530"/>
              <a:ext cx="262660" cy="350919"/>
            </a:xfrm>
            <a:custGeom>
              <a:avLst/>
              <a:pathLst>
                <a:path w="262660" h="350919">
                  <a:moveTo>
                    <a:pt x="0" y="350919"/>
                  </a:moveTo>
                  <a:lnTo>
                    <a:pt x="26266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3585896" y="4264261"/>
              <a:ext cx="1671254" cy="296695"/>
            </a:xfrm>
            <a:custGeom>
              <a:avLst/>
              <a:pathLst>
                <a:path w="1671254" h="296695">
                  <a:moveTo>
                    <a:pt x="0" y="296695"/>
                  </a:moveTo>
                  <a:lnTo>
                    <a:pt x="795178" y="212802"/>
                  </a:lnTo>
                  <a:lnTo>
                    <a:pt x="167125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3585896" y="4020254"/>
              <a:ext cx="327426" cy="196944"/>
            </a:xfrm>
            <a:custGeom>
              <a:avLst/>
              <a:pathLst>
                <a:path w="327426" h="196944">
                  <a:moveTo>
                    <a:pt x="0" y="196944"/>
                  </a:moveTo>
                  <a:lnTo>
                    <a:pt x="32742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3585896" y="4611599"/>
              <a:ext cx="795178" cy="54735"/>
            </a:xfrm>
            <a:custGeom>
              <a:avLst/>
              <a:pathLst>
                <a:path w="795178" h="54735">
                  <a:moveTo>
                    <a:pt x="0" y="31204"/>
                  </a:moveTo>
                  <a:lnTo>
                    <a:pt x="573535" y="0"/>
                  </a:lnTo>
                  <a:lnTo>
                    <a:pt x="795178" y="5473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3585896" y="2556214"/>
              <a:ext cx="530759" cy="685980"/>
            </a:xfrm>
            <a:custGeom>
              <a:avLst/>
              <a:pathLst>
                <a:path w="530759" h="685980">
                  <a:moveTo>
                    <a:pt x="0" y="685980"/>
                  </a:moveTo>
                  <a:lnTo>
                    <a:pt x="274174" y="227125"/>
                  </a:lnTo>
                  <a:lnTo>
                    <a:pt x="53075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3585896" y="4662242"/>
              <a:ext cx="3156246" cy="89520"/>
            </a:xfrm>
            <a:custGeom>
              <a:avLst/>
              <a:pathLst>
                <a:path w="3156246" h="89520">
                  <a:moveTo>
                    <a:pt x="0" y="50642"/>
                  </a:moveTo>
                  <a:lnTo>
                    <a:pt x="1325537" y="0"/>
                  </a:lnTo>
                  <a:lnTo>
                    <a:pt x="1863811" y="40923"/>
                  </a:lnTo>
                  <a:lnTo>
                    <a:pt x="2453179" y="57804"/>
                  </a:lnTo>
                  <a:lnTo>
                    <a:pt x="3156246" y="8952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3585896" y="4163998"/>
              <a:ext cx="1584352" cy="480851"/>
            </a:xfrm>
            <a:custGeom>
              <a:avLst/>
              <a:pathLst>
                <a:path w="1584352" h="480851">
                  <a:moveTo>
                    <a:pt x="0" y="480851"/>
                  </a:moveTo>
                  <a:lnTo>
                    <a:pt x="803813" y="317668"/>
                  </a:lnTo>
                  <a:lnTo>
                    <a:pt x="15843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3585896" y="4459671"/>
              <a:ext cx="860663" cy="138116"/>
            </a:xfrm>
            <a:custGeom>
              <a:avLst/>
              <a:pathLst>
                <a:path w="860663" h="138116">
                  <a:moveTo>
                    <a:pt x="0" y="138116"/>
                  </a:moveTo>
                  <a:lnTo>
                    <a:pt x="8606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3585896" y="4713908"/>
              <a:ext cx="268417" cy="1023"/>
            </a:xfrm>
            <a:custGeom>
              <a:avLst/>
              <a:pathLst>
                <a:path w="268417" h="1023">
                  <a:moveTo>
                    <a:pt x="0" y="1023"/>
                  </a:moveTo>
                  <a:lnTo>
                    <a:pt x="26841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4632941" y="4731812"/>
              <a:ext cx="664207" cy="12788"/>
            </a:xfrm>
            <a:custGeom>
              <a:avLst/>
              <a:pathLst>
                <a:path w="664207" h="12788">
                  <a:moveTo>
                    <a:pt x="0" y="12788"/>
                  </a:moveTo>
                  <a:lnTo>
                    <a:pt x="6642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3585896" y="4660708"/>
              <a:ext cx="1550657" cy="6650"/>
            </a:xfrm>
            <a:custGeom>
              <a:avLst/>
              <a:pathLst>
                <a:path w="1550657" h="6650">
                  <a:moveTo>
                    <a:pt x="0" y="5626"/>
                  </a:moveTo>
                  <a:lnTo>
                    <a:pt x="885130" y="0"/>
                  </a:lnTo>
                  <a:lnTo>
                    <a:pt x="1550657" y="665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3585896" y="4628480"/>
              <a:ext cx="1075829" cy="59339"/>
            </a:xfrm>
            <a:custGeom>
              <a:avLst/>
              <a:pathLst>
                <a:path w="1075829" h="59339">
                  <a:moveTo>
                    <a:pt x="0" y="59339"/>
                  </a:moveTo>
                  <a:lnTo>
                    <a:pt x="552079" y="43992"/>
                  </a:lnTo>
                  <a:lnTo>
                    <a:pt x="107582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3585896" y="4074989"/>
              <a:ext cx="1090941" cy="134024"/>
            </a:xfrm>
            <a:custGeom>
              <a:avLst/>
              <a:pathLst>
                <a:path w="1090941" h="134024">
                  <a:moveTo>
                    <a:pt x="0" y="0"/>
                  </a:moveTo>
                  <a:lnTo>
                    <a:pt x="286408" y="134024"/>
                  </a:lnTo>
                  <a:lnTo>
                    <a:pt x="557495" y="92589"/>
                  </a:lnTo>
                  <a:lnTo>
                    <a:pt x="824682" y="104355"/>
                  </a:lnTo>
                  <a:lnTo>
                    <a:pt x="1090941" y="1432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3585896" y="3628923"/>
              <a:ext cx="2402805" cy="883948"/>
            </a:xfrm>
            <a:custGeom>
              <a:avLst/>
              <a:pathLst>
                <a:path w="2402805" h="883948">
                  <a:moveTo>
                    <a:pt x="0" y="883948"/>
                  </a:moveTo>
                  <a:lnTo>
                    <a:pt x="820365" y="610783"/>
                  </a:lnTo>
                  <a:lnTo>
                    <a:pt x="240280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3585896" y="2771063"/>
              <a:ext cx="287127" cy="272141"/>
            </a:xfrm>
            <a:custGeom>
              <a:avLst/>
              <a:pathLst>
                <a:path w="287127" h="272141">
                  <a:moveTo>
                    <a:pt x="0" y="272141"/>
                  </a:moveTo>
                  <a:lnTo>
                    <a:pt x="2871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3585896" y="4710327"/>
              <a:ext cx="1076549" cy="37342"/>
            </a:xfrm>
            <a:custGeom>
              <a:avLst/>
              <a:pathLst>
                <a:path w="1076549" h="37342">
                  <a:moveTo>
                    <a:pt x="0" y="37342"/>
                  </a:moveTo>
                  <a:lnTo>
                    <a:pt x="107654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4666763" y="4589603"/>
              <a:ext cx="533956" cy="37342"/>
            </a:xfrm>
            <a:custGeom>
              <a:avLst/>
              <a:pathLst>
                <a:path w="533956" h="37342">
                  <a:moveTo>
                    <a:pt x="0" y="37342"/>
                  </a:moveTo>
                  <a:lnTo>
                    <a:pt x="53395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3585896" y="4660708"/>
              <a:ext cx="1878078" cy="31715"/>
            </a:xfrm>
            <a:custGeom>
              <a:avLst/>
              <a:pathLst>
                <a:path w="1878078" h="31715">
                  <a:moveTo>
                    <a:pt x="0" y="21996"/>
                  </a:moveTo>
                  <a:lnTo>
                    <a:pt x="281964" y="0"/>
                  </a:lnTo>
                  <a:lnTo>
                    <a:pt x="553980" y="11253"/>
                  </a:lnTo>
                  <a:lnTo>
                    <a:pt x="1057101" y="6650"/>
                  </a:lnTo>
                  <a:lnTo>
                    <a:pt x="1279355" y="29669"/>
                  </a:lnTo>
                  <a:lnTo>
                    <a:pt x="1682342" y="19950"/>
                  </a:lnTo>
                  <a:lnTo>
                    <a:pt x="1878078" y="317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3585896" y="4638711"/>
              <a:ext cx="2628766" cy="44504"/>
            </a:xfrm>
            <a:custGeom>
              <a:avLst/>
              <a:pathLst>
                <a:path w="2628766" h="44504">
                  <a:moveTo>
                    <a:pt x="0" y="0"/>
                  </a:moveTo>
                  <a:lnTo>
                    <a:pt x="792529" y="9719"/>
                  </a:lnTo>
                  <a:lnTo>
                    <a:pt x="1561572" y="30181"/>
                  </a:lnTo>
                  <a:lnTo>
                    <a:pt x="2095528" y="2046"/>
                  </a:lnTo>
                  <a:lnTo>
                    <a:pt x="2628766" y="4450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3837763" y="2854445"/>
              <a:ext cx="260501" cy="109470"/>
            </a:xfrm>
            <a:custGeom>
              <a:avLst/>
              <a:pathLst>
                <a:path w="260501" h="109470">
                  <a:moveTo>
                    <a:pt x="0" y="0"/>
                  </a:moveTo>
                  <a:lnTo>
                    <a:pt x="260501" y="10947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3585896" y="4623365"/>
              <a:ext cx="850589" cy="94124"/>
            </a:xfrm>
            <a:custGeom>
              <a:avLst/>
              <a:pathLst>
                <a:path w="850589" h="94124">
                  <a:moveTo>
                    <a:pt x="0" y="0"/>
                  </a:moveTo>
                  <a:lnTo>
                    <a:pt x="850589" y="9412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3585896" y="4657127"/>
              <a:ext cx="1332013" cy="34273"/>
            </a:xfrm>
            <a:custGeom>
              <a:avLst/>
              <a:pathLst>
                <a:path w="1332013" h="34273">
                  <a:moveTo>
                    <a:pt x="0" y="0"/>
                  </a:moveTo>
                  <a:lnTo>
                    <a:pt x="820365" y="34273"/>
                  </a:lnTo>
                  <a:lnTo>
                    <a:pt x="1332013" y="306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3585896" y="4641269"/>
              <a:ext cx="758477" cy="87474"/>
            </a:xfrm>
            <a:custGeom>
              <a:avLst/>
              <a:pathLst>
                <a:path w="758477" h="87474">
                  <a:moveTo>
                    <a:pt x="0" y="0"/>
                  </a:moveTo>
                  <a:lnTo>
                    <a:pt x="758477" y="8747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3585896" y="4663777"/>
              <a:ext cx="536835" cy="29158"/>
            </a:xfrm>
            <a:custGeom>
              <a:avLst/>
              <a:pathLst>
                <a:path w="536835" h="29158">
                  <a:moveTo>
                    <a:pt x="0" y="29158"/>
                  </a:moveTo>
                  <a:lnTo>
                    <a:pt x="5368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3585896" y="3685704"/>
              <a:ext cx="307444" cy="105889"/>
            </a:xfrm>
            <a:custGeom>
              <a:avLst/>
              <a:pathLst>
                <a:path w="307444" h="105889">
                  <a:moveTo>
                    <a:pt x="0" y="105889"/>
                  </a:moveTo>
                  <a:lnTo>
                    <a:pt x="30744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3585896" y="4620296"/>
              <a:ext cx="2124313" cy="49108"/>
            </a:xfrm>
            <a:custGeom>
              <a:avLst/>
              <a:pathLst>
                <a:path w="2124313" h="49108">
                  <a:moveTo>
                    <a:pt x="0" y="1534"/>
                  </a:moveTo>
                  <a:lnTo>
                    <a:pt x="769991" y="0"/>
                  </a:lnTo>
                  <a:lnTo>
                    <a:pt x="1338911" y="49108"/>
                  </a:lnTo>
                  <a:lnTo>
                    <a:pt x="2124313" y="2506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3585896" y="4616203"/>
              <a:ext cx="1641237" cy="63943"/>
            </a:xfrm>
            <a:custGeom>
              <a:avLst/>
              <a:pathLst>
                <a:path w="1641237" h="63943">
                  <a:moveTo>
                    <a:pt x="0" y="0"/>
                  </a:moveTo>
                  <a:lnTo>
                    <a:pt x="838355" y="63943"/>
                  </a:lnTo>
                  <a:lnTo>
                    <a:pt x="1641237" y="4296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6234717" y="4604949"/>
              <a:ext cx="525415" cy="34785"/>
            </a:xfrm>
            <a:custGeom>
              <a:avLst/>
              <a:pathLst>
                <a:path w="525415" h="34785">
                  <a:moveTo>
                    <a:pt x="0" y="34785"/>
                  </a:moveTo>
                  <a:lnTo>
                    <a:pt x="52541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3887680" y="3079524"/>
              <a:ext cx="221379" cy="37854"/>
            </a:xfrm>
            <a:custGeom>
              <a:avLst/>
              <a:pathLst>
                <a:path w="221379" h="37854">
                  <a:moveTo>
                    <a:pt x="0" y="37854"/>
                  </a:moveTo>
                  <a:lnTo>
                    <a:pt x="22137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3585896" y="3708212"/>
              <a:ext cx="318790" cy="46550"/>
            </a:xfrm>
            <a:custGeom>
              <a:avLst/>
              <a:pathLst>
                <a:path w="318790" h="46550">
                  <a:moveTo>
                    <a:pt x="0" y="46550"/>
                  </a:moveTo>
                  <a:lnTo>
                    <a:pt x="3187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3585896" y="4402378"/>
              <a:ext cx="533274" cy="30181"/>
            </a:xfrm>
            <a:custGeom>
              <a:avLst/>
              <a:pathLst>
                <a:path w="533274" h="30181">
                  <a:moveTo>
                    <a:pt x="0" y="0"/>
                  </a:moveTo>
                  <a:lnTo>
                    <a:pt x="533274" y="3018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5210112" y="4443813"/>
              <a:ext cx="518693" cy="9719"/>
            </a:xfrm>
            <a:custGeom>
              <a:avLst/>
              <a:pathLst>
                <a:path w="518693" h="9719">
                  <a:moveTo>
                    <a:pt x="0" y="0"/>
                  </a:moveTo>
                  <a:lnTo>
                    <a:pt x="518693" y="971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3853964" y="4692935"/>
              <a:ext cx="285318" cy="21484"/>
            </a:xfrm>
            <a:custGeom>
              <a:avLst/>
              <a:pathLst>
                <a:path w="285318" h="21484">
                  <a:moveTo>
                    <a:pt x="0" y="21484"/>
                  </a:moveTo>
                  <a:lnTo>
                    <a:pt x="2853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3585896" y="4649454"/>
              <a:ext cx="580012" cy="1534"/>
            </a:xfrm>
            <a:custGeom>
              <a:avLst/>
              <a:pathLst>
                <a:path w="580012" h="1534">
                  <a:moveTo>
                    <a:pt x="0" y="0"/>
                  </a:moveTo>
                  <a:lnTo>
                    <a:pt x="580012" y="153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3585896" y="3978307"/>
              <a:ext cx="1144193" cy="337107"/>
            </a:xfrm>
            <a:custGeom>
              <a:avLst/>
              <a:pathLst>
                <a:path w="1144193" h="337107">
                  <a:moveTo>
                    <a:pt x="0" y="337107"/>
                  </a:moveTo>
                  <a:lnTo>
                    <a:pt x="272015" y="246564"/>
                  </a:lnTo>
                  <a:lnTo>
                    <a:pt x="539987" y="161647"/>
                  </a:lnTo>
                  <a:lnTo>
                    <a:pt x="801654" y="27111"/>
                  </a:lnTo>
                  <a:lnTo>
                    <a:pt x="114419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3585896" y="4619272"/>
              <a:ext cx="2394575" cy="41946"/>
            </a:xfrm>
            <a:custGeom>
              <a:avLst/>
              <a:pathLst>
                <a:path w="2394575" h="41946">
                  <a:moveTo>
                    <a:pt x="0" y="0"/>
                  </a:moveTo>
                  <a:lnTo>
                    <a:pt x="788701" y="30181"/>
                  </a:lnTo>
                  <a:lnTo>
                    <a:pt x="1316661" y="41946"/>
                  </a:lnTo>
                  <a:lnTo>
                    <a:pt x="1845821" y="27623"/>
                  </a:lnTo>
                  <a:lnTo>
                    <a:pt x="2394575" y="869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3585896" y="3909761"/>
              <a:ext cx="922550" cy="148347"/>
            </a:xfrm>
            <a:custGeom>
              <a:avLst/>
              <a:pathLst>
                <a:path w="922550" h="148347">
                  <a:moveTo>
                    <a:pt x="0" y="148347"/>
                  </a:moveTo>
                  <a:lnTo>
                    <a:pt x="92255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3585896" y="4660196"/>
              <a:ext cx="1508674" cy="9207"/>
            </a:xfrm>
            <a:custGeom>
              <a:avLst/>
              <a:pathLst>
                <a:path w="1508674" h="9207">
                  <a:moveTo>
                    <a:pt x="0" y="3069"/>
                  </a:moveTo>
                  <a:lnTo>
                    <a:pt x="619225" y="0"/>
                  </a:lnTo>
                  <a:lnTo>
                    <a:pt x="1508674" y="92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3585896" y="4691400"/>
              <a:ext cx="513087" cy="23531"/>
            </a:xfrm>
            <a:custGeom>
              <a:avLst/>
              <a:pathLst>
                <a:path w="513087" h="23531">
                  <a:moveTo>
                    <a:pt x="0" y="23531"/>
                  </a:moveTo>
                  <a:lnTo>
                    <a:pt x="285094" y="5626"/>
                  </a:lnTo>
                  <a:lnTo>
                    <a:pt x="51308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3585896" y="4159906"/>
              <a:ext cx="266732" cy="33250"/>
            </a:xfrm>
            <a:custGeom>
              <a:avLst/>
              <a:pathLst>
                <a:path w="266732" h="33250">
                  <a:moveTo>
                    <a:pt x="0" y="33250"/>
                  </a:moveTo>
                  <a:lnTo>
                    <a:pt x="2667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3585896" y="4683215"/>
              <a:ext cx="888009" cy="111516"/>
            </a:xfrm>
            <a:custGeom>
              <a:avLst/>
              <a:pathLst>
                <a:path w="888009" h="111516">
                  <a:moveTo>
                    <a:pt x="0" y="111516"/>
                  </a:moveTo>
                  <a:lnTo>
                    <a:pt x="88800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3585896" y="4705212"/>
              <a:ext cx="884865" cy="43992"/>
            </a:xfrm>
            <a:custGeom>
              <a:avLst/>
              <a:pathLst>
                <a:path w="884865" h="43992">
                  <a:moveTo>
                    <a:pt x="0" y="4092"/>
                  </a:moveTo>
                  <a:lnTo>
                    <a:pt x="361161" y="0"/>
                  </a:lnTo>
                  <a:lnTo>
                    <a:pt x="884865" y="439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3585896" y="4283188"/>
              <a:ext cx="1143971" cy="24554"/>
            </a:xfrm>
            <a:custGeom>
              <a:avLst/>
              <a:pathLst>
                <a:path w="1143971" h="24554">
                  <a:moveTo>
                    <a:pt x="0" y="0"/>
                  </a:moveTo>
                  <a:lnTo>
                    <a:pt x="1143971" y="245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3585896" y="3952730"/>
              <a:ext cx="1313710" cy="129932"/>
            </a:xfrm>
            <a:custGeom>
              <a:avLst/>
              <a:pathLst>
                <a:path w="1313710" h="129932">
                  <a:moveTo>
                    <a:pt x="0" y="129932"/>
                  </a:moveTo>
                  <a:lnTo>
                    <a:pt x="850589" y="0"/>
                  </a:lnTo>
                  <a:lnTo>
                    <a:pt x="1132679" y="41435"/>
                  </a:lnTo>
                  <a:lnTo>
                    <a:pt x="1313710" y="9258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3585896" y="4644850"/>
              <a:ext cx="568769" cy="32738"/>
            </a:xfrm>
            <a:custGeom>
              <a:avLst/>
              <a:pathLst>
                <a:path w="568769" h="32738">
                  <a:moveTo>
                    <a:pt x="0" y="32738"/>
                  </a:moveTo>
                  <a:lnTo>
                    <a:pt x="5687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3585896" y="4668381"/>
              <a:ext cx="932625" cy="15857"/>
            </a:xfrm>
            <a:custGeom>
              <a:avLst/>
              <a:pathLst>
                <a:path w="932625" h="15857">
                  <a:moveTo>
                    <a:pt x="0" y="13300"/>
                  </a:moveTo>
                  <a:lnTo>
                    <a:pt x="307996" y="12277"/>
                  </a:lnTo>
                  <a:lnTo>
                    <a:pt x="580299" y="0"/>
                  </a:lnTo>
                  <a:lnTo>
                    <a:pt x="932625" y="1585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3585896" y="4372197"/>
              <a:ext cx="1343142" cy="103843"/>
            </a:xfrm>
            <a:custGeom>
              <a:avLst/>
              <a:pathLst>
                <a:path w="1343142" h="103843">
                  <a:moveTo>
                    <a:pt x="0" y="12788"/>
                  </a:moveTo>
                  <a:lnTo>
                    <a:pt x="891221" y="0"/>
                  </a:lnTo>
                  <a:lnTo>
                    <a:pt x="1343142" y="10384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3585896" y="3873952"/>
              <a:ext cx="527480" cy="381100"/>
            </a:xfrm>
            <a:custGeom>
              <a:avLst/>
              <a:pathLst>
                <a:path w="527480" h="381100">
                  <a:moveTo>
                    <a:pt x="0" y="381100"/>
                  </a:moveTo>
                  <a:lnTo>
                    <a:pt x="315415" y="0"/>
                  </a:lnTo>
                  <a:lnTo>
                    <a:pt x="527480" y="12737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3585896" y="4648942"/>
              <a:ext cx="1599479" cy="27623"/>
            </a:xfrm>
            <a:custGeom>
              <a:avLst/>
              <a:pathLst>
                <a:path w="1599479" h="27623">
                  <a:moveTo>
                    <a:pt x="0" y="27623"/>
                  </a:moveTo>
                  <a:lnTo>
                    <a:pt x="1112361" y="6138"/>
                  </a:lnTo>
                  <a:lnTo>
                    <a:pt x="159947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3585896" y="4682704"/>
              <a:ext cx="1864134" cy="9719"/>
            </a:xfrm>
            <a:custGeom>
              <a:avLst/>
              <a:pathLst>
                <a:path w="1864134" h="9719">
                  <a:moveTo>
                    <a:pt x="0" y="9719"/>
                  </a:moveTo>
                  <a:lnTo>
                    <a:pt x="18641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3585896" y="4445347"/>
              <a:ext cx="658450" cy="119189"/>
            </a:xfrm>
            <a:custGeom>
              <a:avLst/>
              <a:pathLst>
                <a:path w="658450" h="119189">
                  <a:moveTo>
                    <a:pt x="0" y="119189"/>
                  </a:moveTo>
                  <a:lnTo>
                    <a:pt x="65845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3585896" y="3237080"/>
              <a:ext cx="594404" cy="18415"/>
            </a:xfrm>
            <a:custGeom>
              <a:avLst/>
              <a:pathLst>
                <a:path w="594404" h="18415">
                  <a:moveTo>
                    <a:pt x="0" y="0"/>
                  </a:moveTo>
                  <a:lnTo>
                    <a:pt x="272735" y="14323"/>
                  </a:lnTo>
                  <a:lnTo>
                    <a:pt x="594404" y="184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4987713" y="3309208"/>
              <a:ext cx="472789" cy="289022"/>
            </a:xfrm>
            <a:custGeom>
              <a:avLst/>
              <a:pathLst>
                <a:path w="472789" h="289022">
                  <a:moveTo>
                    <a:pt x="0" y="0"/>
                  </a:moveTo>
                  <a:lnTo>
                    <a:pt x="472789" y="28902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3585896" y="4626946"/>
              <a:ext cx="1172258" cy="36319"/>
            </a:xfrm>
            <a:custGeom>
              <a:avLst/>
              <a:pathLst>
                <a:path w="1172258" h="36319">
                  <a:moveTo>
                    <a:pt x="0" y="36319"/>
                  </a:moveTo>
                  <a:lnTo>
                    <a:pt x="117225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3585896" y="4422328"/>
              <a:ext cx="317247" cy="42969"/>
            </a:xfrm>
            <a:custGeom>
              <a:avLst/>
              <a:pathLst>
                <a:path w="317247" h="42969">
                  <a:moveTo>
                    <a:pt x="0" y="42969"/>
                  </a:moveTo>
                  <a:lnTo>
                    <a:pt x="31724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3585896" y="4449951"/>
              <a:ext cx="553386" cy="79800"/>
            </a:xfrm>
            <a:custGeom>
              <a:avLst/>
              <a:pathLst>
                <a:path w="553386" h="79800">
                  <a:moveTo>
                    <a:pt x="0" y="79800"/>
                  </a:moveTo>
                  <a:lnTo>
                    <a:pt x="306789" y="54735"/>
                  </a:lnTo>
                  <a:lnTo>
                    <a:pt x="55338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3585896" y="2605323"/>
              <a:ext cx="1057119" cy="265491"/>
            </a:xfrm>
            <a:custGeom>
              <a:avLst/>
              <a:pathLst>
                <a:path w="1057119" h="265491">
                  <a:moveTo>
                    <a:pt x="0" y="265491"/>
                  </a:moveTo>
                  <a:lnTo>
                    <a:pt x="265539" y="0"/>
                  </a:lnTo>
                  <a:lnTo>
                    <a:pt x="537250" y="132489"/>
                  </a:lnTo>
                  <a:lnTo>
                    <a:pt x="763515" y="125839"/>
                  </a:lnTo>
                  <a:lnTo>
                    <a:pt x="1057119" y="12635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3585896" y="4639734"/>
              <a:ext cx="588695" cy="14323"/>
            </a:xfrm>
            <a:custGeom>
              <a:avLst/>
              <a:pathLst>
                <a:path w="588695" h="14323">
                  <a:moveTo>
                    <a:pt x="0" y="0"/>
                  </a:moveTo>
                  <a:lnTo>
                    <a:pt x="588695" y="1432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3585896" y="4341504"/>
              <a:ext cx="282810" cy="2557"/>
            </a:xfrm>
            <a:custGeom>
              <a:avLst/>
              <a:pathLst>
                <a:path w="282810" h="2557">
                  <a:moveTo>
                    <a:pt x="0" y="0"/>
                  </a:moveTo>
                  <a:lnTo>
                    <a:pt x="282810" y="255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3585896" y="4646896"/>
              <a:ext cx="1661598" cy="59339"/>
            </a:xfrm>
            <a:custGeom>
              <a:avLst/>
              <a:pathLst>
                <a:path w="1661598" h="59339">
                  <a:moveTo>
                    <a:pt x="0" y="0"/>
                  </a:moveTo>
                  <a:lnTo>
                    <a:pt x="531078" y="11765"/>
                  </a:lnTo>
                  <a:lnTo>
                    <a:pt x="1070792" y="3069"/>
                  </a:lnTo>
                  <a:lnTo>
                    <a:pt x="1661598" y="5933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3585896" y="4654569"/>
              <a:ext cx="800935" cy="25577"/>
            </a:xfrm>
            <a:custGeom>
              <a:avLst/>
              <a:pathLst>
                <a:path w="800935" h="25577">
                  <a:moveTo>
                    <a:pt x="0" y="25577"/>
                  </a:moveTo>
                  <a:lnTo>
                    <a:pt x="8009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3585896" y="4649965"/>
              <a:ext cx="1142502" cy="39900"/>
            </a:xfrm>
            <a:custGeom>
              <a:avLst/>
              <a:pathLst>
                <a:path w="1142502" h="39900">
                  <a:moveTo>
                    <a:pt x="0" y="39900"/>
                  </a:moveTo>
                  <a:lnTo>
                    <a:pt x="508418" y="30181"/>
                  </a:lnTo>
                  <a:lnTo>
                    <a:pt x="114250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3585896" y="4625923"/>
              <a:ext cx="568596" cy="61385"/>
            </a:xfrm>
            <a:custGeom>
              <a:avLst/>
              <a:pathLst>
                <a:path w="568596" h="61385">
                  <a:moveTo>
                    <a:pt x="0" y="0"/>
                  </a:moveTo>
                  <a:lnTo>
                    <a:pt x="568596" y="6138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3585896" y="4643315"/>
              <a:ext cx="2516824" cy="15857"/>
            </a:xfrm>
            <a:custGeom>
              <a:avLst/>
              <a:pathLst>
                <a:path w="2516824" h="15857">
                  <a:moveTo>
                    <a:pt x="0" y="13811"/>
                  </a:moveTo>
                  <a:lnTo>
                    <a:pt x="791898" y="0"/>
                  </a:lnTo>
                  <a:lnTo>
                    <a:pt x="1390621" y="4603"/>
                  </a:lnTo>
                  <a:lnTo>
                    <a:pt x="1833906" y="15857"/>
                  </a:lnTo>
                  <a:lnTo>
                    <a:pt x="2516824" y="1023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3585896" y="4661219"/>
              <a:ext cx="2426553" cy="41946"/>
            </a:xfrm>
            <a:custGeom>
              <a:avLst/>
              <a:pathLst>
                <a:path w="2426553" h="41946">
                  <a:moveTo>
                    <a:pt x="0" y="26088"/>
                  </a:moveTo>
                  <a:lnTo>
                    <a:pt x="568498" y="0"/>
                  </a:lnTo>
                  <a:lnTo>
                    <a:pt x="827561" y="26088"/>
                  </a:lnTo>
                  <a:lnTo>
                    <a:pt x="1349284" y="13300"/>
                  </a:lnTo>
                  <a:lnTo>
                    <a:pt x="1822793" y="41946"/>
                  </a:lnTo>
                  <a:lnTo>
                    <a:pt x="2426553" y="194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4129534" y="4214129"/>
              <a:ext cx="302239" cy="63431"/>
            </a:xfrm>
            <a:custGeom>
              <a:avLst/>
              <a:pathLst>
                <a:path w="302239" h="63431">
                  <a:moveTo>
                    <a:pt x="0" y="0"/>
                  </a:moveTo>
                  <a:lnTo>
                    <a:pt x="302239" y="6343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3585896" y="4399820"/>
              <a:ext cx="564114" cy="73662"/>
            </a:xfrm>
            <a:custGeom>
              <a:avLst/>
              <a:pathLst>
                <a:path w="564114" h="73662">
                  <a:moveTo>
                    <a:pt x="0" y="73662"/>
                  </a:moveTo>
                  <a:lnTo>
                    <a:pt x="276986" y="19438"/>
                  </a:lnTo>
                  <a:lnTo>
                    <a:pt x="56411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3585896" y="4576303"/>
              <a:ext cx="1841316" cy="53712"/>
            </a:xfrm>
            <a:custGeom>
              <a:avLst/>
              <a:pathLst>
                <a:path w="1841316" h="53712">
                  <a:moveTo>
                    <a:pt x="0" y="53712"/>
                  </a:moveTo>
                  <a:lnTo>
                    <a:pt x="508583" y="27623"/>
                  </a:lnTo>
                  <a:lnTo>
                    <a:pt x="1201576" y="38877"/>
                  </a:lnTo>
                  <a:lnTo>
                    <a:pt x="184131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3585896" y="4675031"/>
              <a:ext cx="543274" cy="1023"/>
            </a:xfrm>
            <a:custGeom>
              <a:avLst/>
              <a:pathLst>
                <a:path w="543274" h="1023">
                  <a:moveTo>
                    <a:pt x="0" y="0"/>
                  </a:moveTo>
                  <a:lnTo>
                    <a:pt x="543274" y="102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3585896" y="4649965"/>
              <a:ext cx="1458884" cy="10230"/>
            </a:xfrm>
            <a:custGeom>
              <a:avLst/>
              <a:pathLst>
                <a:path w="1458884" h="10230">
                  <a:moveTo>
                    <a:pt x="0" y="10230"/>
                  </a:moveTo>
                  <a:lnTo>
                    <a:pt x="14588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3585896" y="4657127"/>
              <a:ext cx="1050642" cy="17392"/>
            </a:xfrm>
            <a:custGeom>
              <a:avLst/>
              <a:pathLst>
                <a:path w="1050642" h="17392">
                  <a:moveTo>
                    <a:pt x="0" y="0"/>
                  </a:moveTo>
                  <a:lnTo>
                    <a:pt x="552051" y="17392"/>
                  </a:lnTo>
                  <a:lnTo>
                    <a:pt x="1050642" y="971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3585896" y="4051970"/>
              <a:ext cx="1461287" cy="50642"/>
            </a:xfrm>
            <a:custGeom>
              <a:avLst/>
              <a:pathLst>
                <a:path w="1461287" h="50642">
                  <a:moveTo>
                    <a:pt x="0" y="50642"/>
                  </a:moveTo>
                  <a:lnTo>
                    <a:pt x="553457" y="47062"/>
                  </a:lnTo>
                  <a:lnTo>
                    <a:pt x="815327" y="3580"/>
                  </a:lnTo>
                  <a:lnTo>
                    <a:pt x="146128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3585896" y="3664219"/>
              <a:ext cx="307247" cy="227125"/>
            </a:xfrm>
            <a:custGeom>
              <a:avLst/>
              <a:pathLst>
                <a:path w="307247" h="227125">
                  <a:moveTo>
                    <a:pt x="0" y="227125"/>
                  </a:moveTo>
                  <a:lnTo>
                    <a:pt x="30724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3585896" y="4688842"/>
              <a:ext cx="1853357" cy="28134"/>
            </a:xfrm>
            <a:custGeom>
              <a:avLst/>
              <a:pathLst>
                <a:path w="1853357" h="28134">
                  <a:moveTo>
                    <a:pt x="0" y="28134"/>
                  </a:moveTo>
                  <a:lnTo>
                    <a:pt x="791949" y="5115"/>
                  </a:lnTo>
                  <a:lnTo>
                    <a:pt x="185335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3585896" y="4641269"/>
              <a:ext cx="513087" cy="11253"/>
            </a:xfrm>
            <a:custGeom>
              <a:avLst/>
              <a:pathLst>
                <a:path w="513087" h="11253">
                  <a:moveTo>
                    <a:pt x="0" y="0"/>
                  </a:moveTo>
                  <a:lnTo>
                    <a:pt x="513087" y="112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3585896" y="4661219"/>
              <a:ext cx="1098857" cy="28646"/>
            </a:xfrm>
            <a:custGeom>
              <a:avLst/>
              <a:pathLst>
                <a:path w="1098857" h="28646">
                  <a:moveTo>
                    <a:pt x="0" y="0"/>
                  </a:moveTo>
                  <a:lnTo>
                    <a:pt x="550234" y="28646"/>
                  </a:lnTo>
                  <a:lnTo>
                    <a:pt x="1098857" y="194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3585896" y="4566072"/>
              <a:ext cx="1857602" cy="91054"/>
            </a:xfrm>
            <a:custGeom>
              <a:avLst/>
              <a:pathLst>
                <a:path w="1857602" h="91054">
                  <a:moveTo>
                    <a:pt x="0" y="91054"/>
                  </a:moveTo>
                  <a:lnTo>
                    <a:pt x="810557" y="77243"/>
                  </a:lnTo>
                  <a:lnTo>
                    <a:pt x="1333720" y="73150"/>
                  </a:lnTo>
                  <a:lnTo>
                    <a:pt x="185760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3585896" y="4647919"/>
              <a:ext cx="1837504" cy="60362"/>
            </a:xfrm>
            <a:custGeom>
              <a:avLst/>
              <a:pathLst>
                <a:path w="1837504" h="60362">
                  <a:moveTo>
                    <a:pt x="0" y="16880"/>
                  </a:moveTo>
                  <a:lnTo>
                    <a:pt x="805571" y="0"/>
                  </a:lnTo>
                  <a:lnTo>
                    <a:pt x="1348883" y="47573"/>
                  </a:lnTo>
                  <a:lnTo>
                    <a:pt x="1837504" y="6036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3585896" y="4658661"/>
              <a:ext cx="550508" cy="46038"/>
            </a:xfrm>
            <a:custGeom>
              <a:avLst/>
              <a:pathLst>
                <a:path w="550508" h="46038">
                  <a:moveTo>
                    <a:pt x="0" y="46038"/>
                  </a:moveTo>
                  <a:lnTo>
                    <a:pt x="55050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3585896" y="4228453"/>
              <a:ext cx="301040" cy="80823"/>
            </a:xfrm>
            <a:custGeom>
              <a:avLst/>
              <a:pathLst>
                <a:path w="301040" h="80823">
                  <a:moveTo>
                    <a:pt x="0" y="80823"/>
                  </a:moveTo>
                  <a:lnTo>
                    <a:pt x="30104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3585896" y="4698562"/>
              <a:ext cx="2858324" cy="42458"/>
            </a:xfrm>
            <a:custGeom>
              <a:avLst/>
              <a:pathLst>
                <a:path w="2858324" h="42458">
                  <a:moveTo>
                    <a:pt x="0" y="0"/>
                  </a:moveTo>
                  <a:lnTo>
                    <a:pt x="859944" y="26088"/>
                  </a:lnTo>
                  <a:lnTo>
                    <a:pt x="1413330" y="15857"/>
                  </a:lnTo>
                  <a:lnTo>
                    <a:pt x="1831428" y="42458"/>
                  </a:lnTo>
                  <a:lnTo>
                    <a:pt x="2369943" y="5626"/>
                  </a:lnTo>
                  <a:lnTo>
                    <a:pt x="2858324" y="378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3585896" y="4653546"/>
              <a:ext cx="1841082" cy="33250"/>
            </a:xfrm>
            <a:custGeom>
              <a:avLst/>
              <a:pathLst>
                <a:path w="1841082" h="33250">
                  <a:moveTo>
                    <a:pt x="0" y="33250"/>
                  </a:moveTo>
                  <a:lnTo>
                    <a:pt x="528498" y="30692"/>
                  </a:lnTo>
                  <a:lnTo>
                    <a:pt x="1327275" y="0"/>
                  </a:lnTo>
                  <a:lnTo>
                    <a:pt x="1841082" y="665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3585896" y="4651500"/>
              <a:ext cx="1871727" cy="12788"/>
            </a:xfrm>
            <a:custGeom>
              <a:avLst/>
              <a:pathLst>
                <a:path w="1871727" h="12788">
                  <a:moveTo>
                    <a:pt x="0" y="8696"/>
                  </a:moveTo>
                  <a:lnTo>
                    <a:pt x="1052801" y="0"/>
                  </a:lnTo>
                  <a:lnTo>
                    <a:pt x="1871727" y="1278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3585896" y="4669915"/>
              <a:ext cx="1293449" cy="52177"/>
            </a:xfrm>
            <a:custGeom>
              <a:avLst/>
              <a:pathLst>
                <a:path w="1293449" h="52177">
                  <a:moveTo>
                    <a:pt x="0" y="52177"/>
                  </a:moveTo>
                  <a:lnTo>
                    <a:pt x="770286" y="29669"/>
                  </a:lnTo>
                  <a:lnTo>
                    <a:pt x="129344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5919914" y="4654057"/>
              <a:ext cx="664927" cy="511"/>
            </a:xfrm>
            <a:custGeom>
              <a:avLst/>
              <a:pathLst>
                <a:path w="664927" h="511">
                  <a:moveTo>
                    <a:pt x="0" y="511"/>
                  </a:moveTo>
                  <a:lnTo>
                    <a:pt x="6649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3585896" y="4643315"/>
              <a:ext cx="1579582" cy="46038"/>
            </a:xfrm>
            <a:custGeom>
              <a:avLst/>
              <a:pathLst>
                <a:path w="1579582" h="46038">
                  <a:moveTo>
                    <a:pt x="0" y="0"/>
                  </a:moveTo>
                  <a:lnTo>
                    <a:pt x="557704" y="3069"/>
                  </a:lnTo>
                  <a:lnTo>
                    <a:pt x="1579582" y="460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3585896" y="4384474"/>
              <a:ext cx="1621300" cy="215360"/>
            </a:xfrm>
            <a:custGeom>
              <a:avLst/>
              <a:pathLst>
                <a:path w="1621300" h="215360">
                  <a:moveTo>
                    <a:pt x="0" y="215360"/>
                  </a:moveTo>
                  <a:lnTo>
                    <a:pt x="1036250" y="161647"/>
                  </a:lnTo>
                  <a:lnTo>
                    <a:pt x="162130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4335739" y="3058039"/>
              <a:ext cx="322389" cy="40923"/>
            </a:xfrm>
            <a:custGeom>
              <a:avLst/>
              <a:pathLst>
                <a:path w="322389" h="40923">
                  <a:moveTo>
                    <a:pt x="0" y="40923"/>
                  </a:moveTo>
                  <a:lnTo>
                    <a:pt x="32238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3585896" y="4361454"/>
              <a:ext cx="829720" cy="107424"/>
            </a:xfrm>
            <a:custGeom>
              <a:avLst/>
              <a:pathLst>
                <a:path w="829720" h="107424">
                  <a:moveTo>
                    <a:pt x="0" y="107424"/>
                  </a:moveTo>
                  <a:lnTo>
                    <a:pt x="82972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3585896" y="4727208"/>
              <a:ext cx="1348104" cy="40411"/>
            </a:xfrm>
            <a:custGeom>
              <a:avLst/>
              <a:pathLst>
                <a:path w="1348104" h="40411">
                  <a:moveTo>
                    <a:pt x="0" y="40411"/>
                  </a:moveTo>
                  <a:lnTo>
                    <a:pt x="794458" y="0"/>
                  </a:lnTo>
                  <a:lnTo>
                    <a:pt x="1348104" y="51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3585896" y="4679123"/>
              <a:ext cx="609516" cy="41435"/>
            </a:xfrm>
            <a:custGeom>
              <a:avLst/>
              <a:pathLst>
                <a:path w="609516" h="41435">
                  <a:moveTo>
                    <a:pt x="0" y="0"/>
                  </a:moveTo>
                  <a:lnTo>
                    <a:pt x="609516" y="4143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3585896" y="3559353"/>
              <a:ext cx="302068" cy="16369"/>
            </a:xfrm>
            <a:custGeom>
              <a:avLst/>
              <a:pathLst>
                <a:path w="302068" h="16369">
                  <a:moveTo>
                    <a:pt x="0" y="0"/>
                  </a:moveTo>
                  <a:lnTo>
                    <a:pt x="302068" y="1636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3585896" y="4630015"/>
              <a:ext cx="895924" cy="59850"/>
            </a:xfrm>
            <a:custGeom>
              <a:avLst/>
              <a:pathLst>
                <a:path w="895924" h="59850">
                  <a:moveTo>
                    <a:pt x="0" y="59850"/>
                  </a:moveTo>
                  <a:lnTo>
                    <a:pt x="89592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3585896" y="4290349"/>
              <a:ext cx="589699" cy="176994"/>
            </a:xfrm>
            <a:custGeom>
              <a:avLst/>
              <a:pathLst>
                <a:path w="589699" h="176994">
                  <a:moveTo>
                    <a:pt x="0" y="176994"/>
                  </a:moveTo>
                  <a:lnTo>
                    <a:pt x="232769" y="118678"/>
                  </a:lnTo>
                  <a:lnTo>
                    <a:pt x="58969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3585896" y="4574257"/>
              <a:ext cx="317351" cy="27623"/>
            </a:xfrm>
            <a:custGeom>
              <a:avLst/>
              <a:pathLst>
                <a:path w="317351" h="27623">
                  <a:moveTo>
                    <a:pt x="0" y="0"/>
                  </a:moveTo>
                  <a:lnTo>
                    <a:pt x="317351" y="2762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3585896" y="4678100"/>
              <a:ext cx="1547128" cy="28134"/>
            </a:xfrm>
            <a:custGeom>
              <a:avLst/>
              <a:pathLst>
                <a:path w="1547128" h="28134">
                  <a:moveTo>
                    <a:pt x="0" y="0"/>
                  </a:moveTo>
                  <a:lnTo>
                    <a:pt x="1547128" y="2813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3585896" y="4667869"/>
              <a:ext cx="1055680" cy="23531"/>
            </a:xfrm>
            <a:custGeom>
              <a:avLst/>
              <a:pathLst>
                <a:path w="1055680" h="23531">
                  <a:moveTo>
                    <a:pt x="0" y="23531"/>
                  </a:moveTo>
                  <a:lnTo>
                    <a:pt x="105568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3585896" y="3071851"/>
              <a:ext cx="1570927" cy="291068"/>
            </a:xfrm>
            <a:custGeom>
              <a:avLst/>
              <a:pathLst>
                <a:path w="1570927" h="291068">
                  <a:moveTo>
                    <a:pt x="0" y="291068"/>
                  </a:moveTo>
                  <a:lnTo>
                    <a:pt x="903840" y="169321"/>
                  </a:lnTo>
                  <a:lnTo>
                    <a:pt x="15709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3585896" y="4681681"/>
              <a:ext cx="1904830" cy="28646"/>
            </a:xfrm>
            <a:custGeom>
              <a:avLst/>
              <a:pathLst>
                <a:path w="1904830" h="28646">
                  <a:moveTo>
                    <a:pt x="0" y="6138"/>
                  </a:moveTo>
                  <a:lnTo>
                    <a:pt x="895924" y="28646"/>
                  </a:lnTo>
                  <a:lnTo>
                    <a:pt x="190483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3585896" y="4685262"/>
              <a:ext cx="794458" cy="82870"/>
            </a:xfrm>
            <a:custGeom>
              <a:avLst/>
              <a:pathLst>
                <a:path w="794458" h="82870">
                  <a:moveTo>
                    <a:pt x="0" y="82870"/>
                  </a:moveTo>
                  <a:lnTo>
                    <a:pt x="283529" y="0"/>
                  </a:lnTo>
                  <a:lnTo>
                    <a:pt x="794458" y="92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3585896" y="4639734"/>
              <a:ext cx="1851391" cy="143743"/>
            </a:xfrm>
            <a:custGeom>
              <a:avLst/>
              <a:pathLst>
                <a:path w="1851391" h="143743">
                  <a:moveTo>
                    <a:pt x="0" y="143743"/>
                  </a:moveTo>
                  <a:lnTo>
                    <a:pt x="543844" y="131978"/>
                  </a:lnTo>
                  <a:lnTo>
                    <a:pt x="1176389" y="0"/>
                  </a:lnTo>
                  <a:lnTo>
                    <a:pt x="1851391" y="4859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3585896" y="4674008"/>
              <a:ext cx="937131" cy="26088"/>
            </a:xfrm>
            <a:custGeom>
              <a:avLst/>
              <a:pathLst>
                <a:path w="937131" h="26088">
                  <a:moveTo>
                    <a:pt x="0" y="26088"/>
                  </a:moveTo>
                  <a:lnTo>
                    <a:pt x="313034" y="0"/>
                  </a:lnTo>
                  <a:lnTo>
                    <a:pt x="937131" y="51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3585896" y="4402378"/>
              <a:ext cx="1621300" cy="140674"/>
            </a:xfrm>
            <a:custGeom>
              <a:avLst/>
              <a:pathLst>
                <a:path w="1621300" h="140674">
                  <a:moveTo>
                    <a:pt x="0" y="140674"/>
                  </a:moveTo>
                  <a:lnTo>
                    <a:pt x="302224" y="103843"/>
                  </a:lnTo>
                  <a:lnTo>
                    <a:pt x="644778" y="86962"/>
                  </a:lnTo>
                  <a:lnTo>
                    <a:pt x="1097418" y="4092"/>
                  </a:lnTo>
                  <a:lnTo>
                    <a:pt x="162130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3585896" y="4649965"/>
              <a:ext cx="965727" cy="18415"/>
            </a:xfrm>
            <a:custGeom>
              <a:avLst/>
              <a:pathLst>
                <a:path w="965727" h="18415">
                  <a:moveTo>
                    <a:pt x="0" y="0"/>
                  </a:moveTo>
                  <a:lnTo>
                    <a:pt x="965727" y="184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4922298" y="4685262"/>
              <a:ext cx="1573805" cy="23531"/>
            </a:xfrm>
            <a:custGeom>
              <a:avLst/>
              <a:pathLst>
                <a:path w="1573805" h="23531">
                  <a:moveTo>
                    <a:pt x="0" y="4092"/>
                  </a:moveTo>
                  <a:lnTo>
                    <a:pt x="541153" y="23531"/>
                  </a:lnTo>
                  <a:lnTo>
                    <a:pt x="1221192" y="0"/>
                  </a:lnTo>
                  <a:lnTo>
                    <a:pt x="1573805" y="255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4154395" y="4648942"/>
              <a:ext cx="528158" cy="1023"/>
            </a:xfrm>
            <a:custGeom>
              <a:avLst/>
              <a:pathLst>
                <a:path w="528158" h="1023">
                  <a:moveTo>
                    <a:pt x="0" y="0"/>
                  </a:moveTo>
                  <a:lnTo>
                    <a:pt x="528158" y="102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3585896" y="3800290"/>
              <a:ext cx="594404" cy="313065"/>
            </a:xfrm>
            <a:custGeom>
              <a:avLst/>
              <a:pathLst>
                <a:path w="594404" h="313065">
                  <a:moveTo>
                    <a:pt x="0" y="313065"/>
                  </a:moveTo>
                  <a:lnTo>
                    <a:pt x="5944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3585896" y="4437674"/>
              <a:ext cx="531798" cy="28134"/>
            </a:xfrm>
            <a:custGeom>
              <a:avLst/>
              <a:pathLst>
                <a:path w="531798" h="28134">
                  <a:moveTo>
                    <a:pt x="0" y="0"/>
                  </a:moveTo>
                  <a:lnTo>
                    <a:pt x="531798" y="2813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3585896" y="4660708"/>
              <a:ext cx="887289" cy="71104"/>
            </a:xfrm>
            <a:custGeom>
              <a:avLst/>
              <a:pathLst>
                <a:path w="887289" h="71104">
                  <a:moveTo>
                    <a:pt x="0" y="71104"/>
                  </a:moveTo>
                  <a:lnTo>
                    <a:pt x="88728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3585896" y="4672985"/>
              <a:ext cx="805972" cy="4092"/>
            </a:xfrm>
            <a:custGeom>
              <a:avLst/>
              <a:pathLst>
                <a:path w="805972" h="4092">
                  <a:moveTo>
                    <a:pt x="0" y="4092"/>
                  </a:moveTo>
                  <a:lnTo>
                    <a:pt x="80597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3585896" y="4672473"/>
              <a:ext cx="599326" cy="68546"/>
            </a:xfrm>
            <a:custGeom>
              <a:avLst/>
              <a:pathLst>
                <a:path w="599326" h="68546">
                  <a:moveTo>
                    <a:pt x="0" y="0"/>
                  </a:moveTo>
                  <a:lnTo>
                    <a:pt x="599326" y="6854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3585896" y="4665311"/>
              <a:ext cx="925429" cy="36319"/>
            </a:xfrm>
            <a:custGeom>
              <a:avLst/>
              <a:pathLst>
                <a:path w="925429" h="36319">
                  <a:moveTo>
                    <a:pt x="0" y="0"/>
                  </a:moveTo>
                  <a:lnTo>
                    <a:pt x="925429" y="3631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3585896" y="4644338"/>
              <a:ext cx="290600" cy="42969"/>
            </a:xfrm>
            <a:custGeom>
              <a:avLst/>
              <a:pathLst>
                <a:path w="290600" h="42969">
                  <a:moveTo>
                    <a:pt x="0" y="0"/>
                  </a:moveTo>
                  <a:lnTo>
                    <a:pt x="290600" y="4296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3585896" y="4668892"/>
              <a:ext cx="859729" cy="38877"/>
            </a:xfrm>
            <a:custGeom>
              <a:avLst/>
              <a:pathLst>
                <a:path w="859729" h="38877">
                  <a:moveTo>
                    <a:pt x="0" y="0"/>
                  </a:moveTo>
                  <a:lnTo>
                    <a:pt x="859729" y="3887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4114552" y="3319950"/>
              <a:ext cx="835740" cy="489036"/>
            </a:xfrm>
            <a:custGeom>
              <a:avLst/>
              <a:pathLst>
                <a:path w="835740" h="489036">
                  <a:moveTo>
                    <a:pt x="0" y="489036"/>
                  </a:moveTo>
                  <a:lnTo>
                    <a:pt x="281634" y="274187"/>
                  </a:lnTo>
                  <a:lnTo>
                    <a:pt x="574518" y="0"/>
                  </a:lnTo>
                  <a:lnTo>
                    <a:pt x="835740" y="690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3585896" y="3086686"/>
              <a:ext cx="817150" cy="236333"/>
            </a:xfrm>
            <a:custGeom>
              <a:avLst/>
              <a:pathLst>
                <a:path w="817150" h="236333">
                  <a:moveTo>
                    <a:pt x="0" y="236333"/>
                  </a:moveTo>
                  <a:lnTo>
                    <a:pt x="81715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3585896" y="4183437"/>
              <a:ext cx="1052082" cy="235821"/>
            </a:xfrm>
            <a:custGeom>
              <a:avLst/>
              <a:pathLst>
                <a:path w="1052082" h="235821">
                  <a:moveTo>
                    <a:pt x="0" y="235821"/>
                  </a:moveTo>
                  <a:lnTo>
                    <a:pt x="624628" y="136582"/>
                  </a:lnTo>
                  <a:lnTo>
                    <a:pt x="10520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5171442" y="4664800"/>
              <a:ext cx="553775" cy="0"/>
            </a:xfrm>
            <a:custGeom>
              <a:avLst/>
              <a:pathLst>
                <a:path w="553775" h="0">
                  <a:moveTo>
                    <a:pt x="0" y="0"/>
                  </a:moveTo>
                  <a:lnTo>
                    <a:pt x="55377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3585896" y="4660708"/>
              <a:ext cx="3151209" cy="73150"/>
            </a:xfrm>
            <a:custGeom>
              <a:avLst/>
              <a:pathLst>
                <a:path w="3151209" h="73150">
                  <a:moveTo>
                    <a:pt x="0" y="21484"/>
                  </a:moveTo>
                  <a:lnTo>
                    <a:pt x="791580" y="0"/>
                  </a:lnTo>
                  <a:lnTo>
                    <a:pt x="1314957" y="65477"/>
                  </a:lnTo>
                  <a:lnTo>
                    <a:pt x="1843662" y="49108"/>
                  </a:lnTo>
                  <a:lnTo>
                    <a:pt x="2632364" y="55246"/>
                  </a:lnTo>
                  <a:lnTo>
                    <a:pt x="3151209" y="7315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3585896" y="4616715"/>
              <a:ext cx="840514" cy="1534"/>
            </a:xfrm>
            <a:custGeom>
              <a:avLst/>
              <a:pathLst>
                <a:path w="840514" h="1534">
                  <a:moveTo>
                    <a:pt x="0" y="0"/>
                  </a:moveTo>
                  <a:lnTo>
                    <a:pt x="840514" y="153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3585896" y="4038158"/>
              <a:ext cx="282090" cy="6138"/>
            </a:xfrm>
            <a:custGeom>
              <a:avLst/>
              <a:pathLst>
                <a:path w="282090" h="6138">
                  <a:moveTo>
                    <a:pt x="0" y="0"/>
                  </a:moveTo>
                  <a:lnTo>
                    <a:pt x="282090" y="61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3585896" y="4190087"/>
              <a:ext cx="1636412" cy="126351"/>
            </a:xfrm>
            <a:custGeom>
              <a:avLst/>
              <a:pathLst>
                <a:path w="1636412" h="126351">
                  <a:moveTo>
                    <a:pt x="0" y="126351"/>
                  </a:moveTo>
                  <a:lnTo>
                    <a:pt x="1077268" y="30692"/>
                  </a:lnTo>
                  <a:lnTo>
                    <a:pt x="16364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3585896" y="4227941"/>
              <a:ext cx="885850" cy="450670"/>
            </a:xfrm>
            <a:custGeom>
              <a:avLst/>
              <a:pathLst>
                <a:path w="885850" h="450670">
                  <a:moveTo>
                    <a:pt x="0" y="450670"/>
                  </a:moveTo>
                  <a:lnTo>
                    <a:pt x="88585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3585896" y="4677077"/>
              <a:ext cx="557704" cy="20973"/>
            </a:xfrm>
            <a:custGeom>
              <a:avLst/>
              <a:pathLst>
                <a:path w="557704" h="20973">
                  <a:moveTo>
                    <a:pt x="0" y="0"/>
                  </a:moveTo>
                  <a:lnTo>
                    <a:pt x="557704" y="2097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3585896" y="3928176"/>
              <a:ext cx="594404" cy="197967"/>
            </a:xfrm>
            <a:custGeom>
              <a:avLst/>
              <a:pathLst>
                <a:path w="594404" h="197967">
                  <a:moveTo>
                    <a:pt x="0" y="197967"/>
                  </a:moveTo>
                  <a:lnTo>
                    <a:pt x="5944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3585896" y="4194691"/>
              <a:ext cx="317129" cy="69570"/>
            </a:xfrm>
            <a:custGeom>
              <a:avLst/>
              <a:pathLst>
                <a:path w="317129" h="69570">
                  <a:moveTo>
                    <a:pt x="0" y="69570"/>
                  </a:moveTo>
                  <a:lnTo>
                    <a:pt x="31712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3585896" y="2656989"/>
              <a:ext cx="287127" cy="183644"/>
            </a:xfrm>
            <a:custGeom>
              <a:avLst/>
              <a:pathLst>
                <a:path w="287127" h="183644">
                  <a:moveTo>
                    <a:pt x="0" y="183644"/>
                  </a:moveTo>
                  <a:lnTo>
                    <a:pt x="2871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4119479" y="3470856"/>
              <a:ext cx="573909" cy="289022"/>
            </a:xfrm>
            <a:custGeom>
              <a:avLst/>
              <a:pathLst>
                <a:path w="573909" h="289022">
                  <a:moveTo>
                    <a:pt x="0" y="289022"/>
                  </a:moveTo>
                  <a:lnTo>
                    <a:pt x="272389" y="0"/>
                  </a:lnTo>
                  <a:lnTo>
                    <a:pt x="573909" y="22712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3585896" y="4104659"/>
              <a:ext cx="2668288" cy="105378"/>
            </a:xfrm>
            <a:custGeom>
              <a:avLst/>
              <a:pathLst>
                <a:path w="2668288" h="105378">
                  <a:moveTo>
                    <a:pt x="0" y="104355"/>
                  </a:moveTo>
                  <a:lnTo>
                    <a:pt x="290006" y="105378"/>
                  </a:lnTo>
                  <a:lnTo>
                    <a:pt x="523882" y="75197"/>
                  </a:lnTo>
                  <a:lnTo>
                    <a:pt x="838355" y="95658"/>
                  </a:lnTo>
                  <a:lnTo>
                    <a:pt x="1091661" y="101797"/>
                  </a:lnTo>
                  <a:lnTo>
                    <a:pt x="1841552" y="90031"/>
                  </a:lnTo>
                  <a:lnTo>
                    <a:pt x="2345956" y="103331"/>
                  </a:lnTo>
                  <a:lnTo>
                    <a:pt x="266828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3585896" y="2521429"/>
              <a:ext cx="613987" cy="243495"/>
            </a:xfrm>
            <a:custGeom>
              <a:avLst/>
              <a:pathLst>
                <a:path w="613987" h="243495">
                  <a:moveTo>
                    <a:pt x="0" y="214337"/>
                  </a:moveTo>
                  <a:lnTo>
                    <a:pt x="272015" y="243495"/>
                  </a:lnTo>
                  <a:lnTo>
                    <a:pt x="61398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3585896" y="4656615"/>
              <a:ext cx="813888" cy="8184"/>
            </a:xfrm>
            <a:custGeom>
              <a:avLst/>
              <a:pathLst>
                <a:path w="813888" h="8184">
                  <a:moveTo>
                    <a:pt x="0" y="0"/>
                  </a:moveTo>
                  <a:lnTo>
                    <a:pt x="813888" y="818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3585896" y="4595230"/>
              <a:ext cx="347412" cy="35296"/>
            </a:xfrm>
            <a:custGeom>
              <a:avLst/>
              <a:pathLst>
                <a:path w="347412" h="35296">
                  <a:moveTo>
                    <a:pt x="0" y="35296"/>
                  </a:moveTo>
                  <a:lnTo>
                    <a:pt x="3474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3585896" y="4665311"/>
              <a:ext cx="275377" cy="56781"/>
            </a:xfrm>
            <a:custGeom>
              <a:avLst/>
              <a:pathLst>
                <a:path w="275377" h="56781">
                  <a:moveTo>
                    <a:pt x="0" y="56781"/>
                  </a:moveTo>
                  <a:lnTo>
                    <a:pt x="27537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3585896" y="4046854"/>
              <a:ext cx="269856" cy="39900"/>
            </a:xfrm>
            <a:custGeom>
              <a:avLst/>
              <a:pathLst>
                <a:path w="269856" h="39900">
                  <a:moveTo>
                    <a:pt x="0" y="0"/>
                  </a:moveTo>
                  <a:lnTo>
                    <a:pt x="269856" y="399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5447695" y="3882137"/>
              <a:ext cx="1042007" cy="552467"/>
            </a:xfrm>
            <a:custGeom>
              <a:avLst/>
              <a:pathLst>
                <a:path w="1042007" h="552467">
                  <a:moveTo>
                    <a:pt x="0" y="552467"/>
                  </a:moveTo>
                  <a:lnTo>
                    <a:pt x="562022" y="308972"/>
                  </a:lnTo>
                  <a:lnTo>
                    <a:pt x="10420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3585896" y="4646384"/>
              <a:ext cx="312314" cy="33250"/>
            </a:xfrm>
            <a:custGeom>
              <a:avLst/>
              <a:pathLst>
                <a:path w="312314" h="33250">
                  <a:moveTo>
                    <a:pt x="0" y="0"/>
                  </a:moveTo>
                  <a:lnTo>
                    <a:pt x="312314" y="3325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3585896" y="4108240"/>
              <a:ext cx="1600431" cy="214848"/>
            </a:xfrm>
            <a:custGeom>
              <a:avLst/>
              <a:pathLst>
                <a:path w="1600431" h="214848">
                  <a:moveTo>
                    <a:pt x="0" y="202059"/>
                  </a:moveTo>
                  <a:lnTo>
                    <a:pt x="1188784" y="214848"/>
                  </a:lnTo>
                  <a:lnTo>
                    <a:pt x="160043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3585896" y="3956823"/>
              <a:ext cx="271101" cy="174436"/>
            </a:xfrm>
            <a:custGeom>
              <a:avLst/>
              <a:pathLst>
                <a:path w="271101" h="174436">
                  <a:moveTo>
                    <a:pt x="0" y="174436"/>
                  </a:moveTo>
                  <a:lnTo>
                    <a:pt x="27110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3585896" y="4293930"/>
              <a:ext cx="506965" cy="83893"/>
            </a:xfrm>
            <a:custGeom>
              <a:avLst/>
              <a:pathLst>
                <a:path w="506965" h="83893">
                  <a:moveTo>
                    <a:pt x="0" y="83893"/>
                  </a:moveTo>
                  <a:lnTo>
                    <a:pt x="50696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3585896" y="4690889"/>
              <a:ext cx="523471" cy="2557"/>
            </a:xfrm>
            <a:custGeom>
              <a:avLst/>
              <a:pathLst>
                <a:path w="523471" h="2557">
                  <a:moveTo>
                    <a:pt x="0" y="2557"/>
                  </a:moveTo>
                  <a:lnTo>
                    <a:pt x="52347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3585896" y="4611599"/>
              <a:ext cx="2143023" cy="74685"/>
            </a:xfrm>
            <a:custGeom>
              <a:avLst/>
              <a:pathLst>
                <a:path w="2143023" h="74685">
                  <a:moveTo>
                    <a:pt x="0" y="0"/>
                  </a:moveTo>
                  <a:lnTo>
                    <a:pt x="649095" y="32227"/>
                  </a:lnTo>
                  <a:lnTo>
                    <a:pt x="1558693" y="26088"/>
                  </a:lnTo>
                  <a:lnTo>
                    <a:pt x="2143023" y="7468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3585896" y="4688331"/>
              <a:ext cx="2370423" cy="24042"/>
            </a:xfrm>
            <a:custGeom>
              <a:avLst/>
              <a:pathLst>
                <a:path w="2370423" h="24042">
                  <a:moveTo>
                    <a:pt x="0" y="14834"/>
                  </a:moveTo>
                  <a:lnTo>
                    <a:pt x="808851" y="0"/>
                  </a:lnTo>
                  <a:lnTo>
                    <a:pt x="1338490" y="21996"/>
                  </a:lnTo>
                  <a:lnTo>
                    <a:pt x="1838625" y="18415"/>
                  </a:lnTo>
                  <a:lnTo>
                    <a:pt x="2370423" y="2404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3585896" y="4634619"/>
              <a:ext cx="2353840" cy="26600"/>
            </a:xfrm>
            <a:custGeom>
              <a:avLst/>
              <a:pathLst>
                <a:path w="2353840" h="26600">
                  <a:moveTo>
                    <a:pt x="0" y="26600"/>
                  </a:moveTo>
                  <a:lnTo>
                    <a:pt x="835477" y="21996"/>
                  </a:lnTo>
                  <a:lnTo>
                    <a:pt x="235384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3585896" y="3999281"/>
              <a:ext cx="790141" cy="356546"/>
            </a:xfrm>
            <a:custGeom>
              <a:avLst/>
              <a:pathLst>
                <a:path w="790141" h="356546">
                  <a:moveTo>
                    <a:pt x="0" y="356546"/>
                  </a:moveTo>
                  <a:lnTo>
                    <a:pt x="7901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3585896" y="4692935"/>
              <a:ext cx="507047" cy="27623"/>
            </a:xfrm>
            <a:custGeom>
              <a:avLst/>
              <a:pathLst>
                <a:path w="507047" h="27623">
                  <a:moveTo>
                    <a:pt x="0" y="27623"/>
                  </a:moveTo>
                  <a:lnTo>
                    <a:pt x="50704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3585896" y="4667358"/>
              <a:ext cx="835477" cy="29158"/>
            </a:xfrm>
            <a:custGeom>
              <a:avLst/>
              <a:pathLst>
                <a:path w="835477" h="29158">
                  <a:moveTo>
                    <a:pt x="0" y="0"/>
                  </a:moveTo>
                  <a:lnTo>
                    <a:pt x="835477" y="291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3585896" y="4639734"/>
              <a:ext cx="3547718" cy="41435"/>
            </a:xfrm>
            <a:custGeom>
              <a:avLst/>
              <a:pathLst>
                <a:path w="3547718" h="41435">
                  <a:moveTo>
                    <a:pt x="0" y="41435"/>
                  </a:moveTo>
                  <a:lnTo>
                    <a:pt x="35477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3585896" y="4018208"/>
              <a:ext cx="272540" cy="17392"/>
            </a:xfrm>
            <a:custGeom>
              <a:avLst/>
              <a:pathLst>
                <a:path w="272540" h="17392">
                  <a:moveTo>
                    <a:pt x="0" y="17392"/>
                  </a:moveTo>
                  <a:lnTo>
                    <a:pt x="27254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4406566" y="4692423"/>
              <a:ext cx="281785" cy="15346"/>
            </a:xfrm>
            <a:custGeom>
              <a:avLst/>
              <a:pathLst>
                <a:path w="281785" h="15346">
                  <a:moveTo>
                    <a:pt x="0" y="0"/>
                  </a:moveTo>
                  <a:lnTo>
                    <a:pt x="281785" y="1534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3585896" y="3195133"/>
              <a:ext cx="569178" cy="340688"/>
            </a:xfrm>
            <a:custGeom>
              <a:avLst/>
              <a:pathLst>
                <a:path w="569178" h="340688">
                  <a:moveTo>
                    <a:pt x="0" y="340688"/>
                  </a:moveTo>
                  <a:lnTo>
                    <a:pt x="267698" y="299253"/>
                  </a:lnTo>
                  <a:lnTo>
                    <a:pt x="56917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3585896" y="4612111"/>
              <a:ext cx="789730" cy="511"/>
            </a:xfrm>
            <a:custGeom>
              <a:avLst/>
              <a:pathLst>
                <a:path w="789730" h="511">
                  <a:moveTo>
                    <a:pt x="0" y="511"/>
                  </a:moveTo>
                  <a:lnTo>
                    <a:pt x="78973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3585896" y="4628992"/>
              <a:ext cx="568260" cy="21996"/>
            </a:xfrm>
            <a:custGeom>
              <a:avLst/>
              <a:pathLst>
                <a:path w="568260" h="21996">
                  <a:moveTo>
                    <a:pt x="0" y="21996"/>
                  </a:moveTo>
                  <a:lnTo>
                    <a:pt x="56826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3585896" y="4619272"/>
              <a:ext cx="2386673" cy="60362"/>
            </a:xfrm>
            <a:custGeom>
              <a:avLst/>
              <a:pathLst>
                <a:path w="2386673" h="60362">
                  <a:moveTo>
                    <a:pt x="0" y="20461"/>
                  </a:moveTo>
                  <a:lnTo>
                    <a:pt x="846271" y="26600"/>
                  </a:lnTo>
                  <a:lnTo>
                    <a:pt x="1338901" y="0"/>
                  </a:lnTo>
                  <a:lnTo>
                    <a:pt x="1853017" y="8696"/>
                  </a:lnTo>
                  <a:lnTo>
                    <a:pt x="2386673" y="6036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3585896" y="4624388"/>
              <a:ext cx="499415" cy="7161"/>
            </a:xfrm>
            <a:custGeom>
              <a:avLst/>
              <a:pathLst>
                <a:path w="499415" h="7161">
                  <a:moveTo>
                    <a:pt x="0" y="0"/>
                  </a:moveTo>
                  <a:lnTo>
                    <a:pt x="499415" y="716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3585896" y="4121028"/>
              <a:ext cx="540433" cy="36831"/>
            </a:xfrm>
            <a:custGeom>
              <a:avLst/>
              <a:pathLst>
                <a:path w="540433" h="36831">
                  <a:moveTo>
                    <a:pt x="0" y="36831"/>
                  </a:moveTo>
                  <a:lnTo>
                    <a:pt x="273455" y="0"/>
                  </a:lnTo>
                  <a:lnTo>
                    <a:pt x="540433" y="255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3585896" y="4163998"/>
              <a:ext cx="795827" cy="85939"/>
            </a:xfrm>
            <a:custGeom>
              <a:avLst/>
              <a:pathLst>
                <a:path w="795827" h="85939">
                  <a:moveTo>
                    <a:pt x="0" y="85939"/>
                  </a:moveTo>
                  <a:lnTo>
                    <a:pt x="7958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3585896" y="4068851"/>
              <a:ext cx="566892" cy="92589"/>
            </a:xfrm>
            <a:custGeom>
              <a:avLst/>
              <a:pathLst>
                <a:path w="566892" h="92589">
                  <a:moveTo>
                    <a:pt x="0" y="0"/>
                  </a:moveTo>
                  <a:lnTo>
                    <a:pt x="238746" y="92589"/>
                  </a:lnTo>
                  <a:lnTo>
                    <a:pt x="566892" y="910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3585896" y="4655081"/>
              <a:ext cx="1598394" cy="69570"/>
            </a:xfrm>
            <a:custGeom>
              <a:avLst/>
              <a:pathLst>
                <a:path w="1598394" h="69570">
                  <a:moveTo>
                    <a:pt x="0" y="53200"/>
                  </a:moveTo>
                  <a:lnTo>
                    <a:pt x="287127" y="11765"/>
                  </a:lnTo>
                  <a:lnTo>
                    <a:pt x="581481" y="0"/>
                  </a:lnTo>
                  <a:lnTo>
                    <a:pt x="814608" y="33250"/>
                  </a:lnTo>
                  <a:lnTo>
                    <a:pt x="1080147" y="42969"/>
                  </a:lnTo>
                  <a:lnTo>
                    <a:pt x="1598394" y="6957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3585896" y="4125632"/>
              <a:ext cx="799496" cy="61896"/>
            </a:xfrm>
            <a:custGeom>
              <a:avLst/>
              <a:pathLst>
                <a:path w="799496" h="61896">
                  <a:moveTo>
                    <a:pt x="0" y="61896"/>
                  </a:moveTo>
                  <a:lnTo>
                    <a:pt x="79949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3585896" y="3520475"/>
              <a:ext cx="619591" cy="159601"/>
            </a:xfrm>
            <a:custGeom>
              <a:avLst/>
              <a:pathLst>
                <a:path w="619591" h="159601">
                  <a:moveTo>
                    <a:pt x="0" y="159601"/>
                  </a:moveTo>
                  <a:lnTo>
                    <a:pt x="61959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3585896" y="4602903"/>
              <a:ext cx="557311" cy="91054"/>
            </a:xfrm>
            <a:custGeom>
              <a:avLst/>
              <a:pathLst>
                <a:path w="557311" h="91054">
                  <a:moveTo>
                    <a:pt x="0" y="91054"/>
                  </a:moveTo>
                  <a:lnTo>
                    <a:pt x="55731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3585896" y="4656615"/>
              <a:ext cx="1882521" cy="92077"/>
            </a:xfrm>
            <a:custGeom>
              <a:avLst/>
              <a:pathLst>
                <a:path w="1882521" h="92077">
                  <a:moveTo>
                    <a:pt x="0" y="25065"/>
                  </a:moveTo>
                  <a:lnTo>
                    <a:pt x="855626" y="49108"/>
                  </a:lnTo>
                  <a:lnTo>
                    <a:pt x="1598272" y="0"/>
                  </a:lnTo>
                  <a:lnTo>
                    <a:pt x="1882521" y="9207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3585896" y="4590626"/>
              <a:ext cx="588925" cy="32738"/>
            </a:xfrm>
            <a:custGeom>
              <a:avLst/>
              <a:pathLst>
                <a:path w="588925" h="32738">
                  <a:moveTo>
                    <a:pt x="0" y="32738"/>
                  </a:moveTo>
                  <a:lnTo>
                    <a:pt x="5889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4689791" y="4741532"/>
              <a:ext cx="456731" cy="13811"/>
            </a:xfrm>
            <a:custGeom>
              <a:avLst/>
              <a:pathLst>
                <a:path w="456731" h="13811">
                  <a:moveTo>
                    <a:pt x="0" y="0"/>
                  </a:moveTo>
                  <a:lnTo>
                    <a:pt x="456731" y="1381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4149013" y="3427374"/>
              <a:ext cx="498290" cy="285441"/>
            </a:xfrm>
            <a:custGeom>
              <a:avLst/>
              <a:pathLst>
                <a:path w="498290" h="285441">
                  <a:moveTo>
                    <a:pt x="0" y="285441"/>
                  </a:moveTo>
                  <a:lnTo>
                    <a:pt x="4982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3585896" y="3799267"/>
              <a:ext cx="921831" cy="193363"/>
            </a:xfrm>
            <a:custGeom>
              <a:avLst/>
              <a:pathLst>
                <a:path w="921831" h="193363">
                  <a:moveTo>
                    <a:pt x="0" y="0"/>
                  </a:moveTo>
                  <a:lnTo>
                    <a:pt x="921831" y="1933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3585896" y="4381916"/>
              <a:ext cx="2412161" cy="128397"/>
            </a:xfrm>
            <a:custGeom>
              <a:avLst/>
              <a:pathLst>
                <a:path w="2412161" h="128397">
                  <a:moveTo>
                    <a:pt x="0" y="128397"/>
                  </a:moveTo>
                  <a:lnTo>
                    <a:pt x="828280" y="36831"/>
                  </a:lnTo>
                  <a:lnTo>
                    <a:pt x="1314101" y="36319"/>
                  </a:lnTo>
                  <a:lnTo>
                    <a:pt x="1832868" y="0"/>
                  </a:lnTo>
                  <a:lnTo>
                    <a:pt x="2412161" y="4194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3585896" y="3882649"/>
              <a:ext cx="276555" cy="242983"/>
            </a:xfrm>
            <a:custGeom>
              <a:avLst/>
              <a:pathLst>
                <a:path w="276555" h="242983">
                  <a:moveTo>
                    <a:pt x="0" y="242983"/>
                  </a:moveTo>
                  <a:lnTo>
                    <a:pt x="2765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3585896" y="4465809"/>
              <a:ext cx="541153" cy="84404"/>
            </a:xfrm>
            <a:custGeom>
              <a:avLst/>
              <a:pathLst>
                <a:path w="541153" h="84404">
                  <a:moveTo>
                    <a:pt x="0" y="84404"/>
                  </a:moveTo>
                  <a:lnTo>
                    <a:pt x="262981" y="19438"/>
                  </a:lnTo>
                  <a:lnTo>
                    <a:pt x="54115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3585896" y="4234080"/>
              <a:ext cx="312284" cy="37854"/>
            </a:xfrm>
            <a:custGeom>
              <a:avLst/>
              <a:pathLst>
                <a:path w="312284" h="37854">
                  <a:moveTo>
                    <a:pt x="0" y="0"/>
                  </a:moveTo>
                  <a:lnTo>
                    <a:pt x="312284" y="378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3585896" y="4104659"/>
              <a:ext cx="613905" cy="353988"/>
            </a:xfrm>
            <a:custGeom>
              <a:avLst/>
              <a:pathLst>
                <a:path w="613905" h="353988">
                  <a:moveTo>
                    <a:pt x="0" y="353988"/>
                  </a:moveTo>
                  <a:lnTo>
                    <a:pt x="61390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3585896" y="4666334"/>
              <a:ext cx="805253" cy="35296"/>
            </a:xfrm>
            <a:custGeom>
              <a:avLst/>
              <a:pathLst>
                <a:path w="805253" h="35296">
                  <a:moveTo>
                    <a:pt x="0" y="0"/>
                  </a:moveTo>
                  <a:lnTo>
                    <a:pt x="805253" y="3529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3585896" y="4641780"/>
              <a:ext cx="3172078" cy="75708"/>
            </a:xfrm>
            <a:custGeom>
              <a:avLst/>
              <a:pathLst>
                <a:path w="3172078" h="75708">
                  <a:moveTo>
                    <a:pt x="0" y="42458"/>
                  </a:moveTo>
                  <a:lnTo>
                    <a:pt x="827626" y="0"/>
                  </a:lnTo>
                  <a:lnTo>
                    <a:pt x="1654361" y="38877"/>
                  </a:lnTo>
                  <a:lnTo>
                    <a:pt x="2097687" y="75708"/>
                  </a:lnTo>
                  <a:lnTo>
                    <a:pt x="2649635" y="38877"/>
                  </a:lnTo>
                  <a:lnTo>
                    <a:pt x="3172078" y="460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4109639" y="3651942"/>
              <a:ext cx="266398" cy="336084"/>
            </a:xfrm>
            <a:custGeom>
              <a:avLst/>
              <a:pathLst>
                <a:path w="266398" h="336084">
                  <a:moveTo>
                    <a:pt x="0" y="336084"/>
                  </a:moveTo>
                  <a:lnTo>
                    <a:pt x="2663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3585896" y="4636153"/>
              <a:ext cx="1082219" cy="16880"/>
            </a:xfrm>
            <a:custGeom>
              <a:avLst/>
              <a:pathLst>
                <a:path w="1082219" h="16880">
                  <a:moveTo>
                    <a:pt x="0" y="16880"/>
                  </a:moveTo>
                  <a:lnTo>
                    <a:pt x="563480" y="12788"/>
                  </a:lnTo>
                  <a:lnTo>
                    <a:pt x="108221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3585896" y="3871395"/>
              <a:ext cx="2369168" cy="697234"/>
            </a:xfrm>
            <a:custGeom>
              <a:avLst/>
              <a:pathLst>
                <a:path w="2369168" h="697234">
                  <a:moveTo>
                    <a:pt x="0" y="697234"/>
                  </a:moveTo>
                  <a:lnTo>
                    <a:pt x="815512" y="451182"/>
                  </a:lnTo>
                  <a:lnTo>
                    <a:pt x="1288301" y="300276"/>
                  </a:lnTo>
                  <a:lnTo>
                    <a:pt x="1827296" y="115609"/>
                  </a:lnTo>
                  <a:lnTo>
                    <a:pt x="236916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3585896" y="4191110"/>
              <a:ext cx="1838625" cy="455274"/>
            </a:xfrm>
            <a:custGeom>
              <a:avLst/>
              <a:pathLst>
                <a:path w="1838625" h="455274">
                  <a:moveTo>
                    <a:pt x="0" y="455274"/>
                  </a:moveTo>
                  <a:lnTo>
                    <a:pt x="805253" y="361661"/>
                  </a:lnTo>
                  <a:lnTo>
                    <a:pt x="1373165" y="223544"/>
                  </a:lnTo>
                  <a:lnTo>
                    <a:pt x="18386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3585896" y="4059131"/>
              <a:ext cx="296807" cy="6138"/>
            </a:xfrm>
            <a:custGeom>
              <a:avLst/>
              <a:pathLst>
                <a:path w="296807" h="6138">
                  <a:moveTo>
                    <a:pt x="0" y="0"/>
                  </a:moveTo>
                  <a:lnTo>
                    <a:pt x="296807" y="61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3585896" y="3557818"/>
              <a:ext cx="317351" cy="50642"/>
            </a:xfrm>
            <a:custGeom>
              <a:avLst/>
              <a:pathLst>
                <a:path w="317351" h="50642">
                  <a:moveTo>
                    <a:pt x="0" y="50642"/>
                  </a:moveTo>
                  <a:lnTo>
                    <a:pt x="31735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3585896" y="2561841"/>
              <a:ext cx="1118287" cy="442997"/>
            </a:xfrm>
            <a:custGeom>
              <a:avLst/>
              <a:pathLst>
                <a:path w="1118287" h="442997">
                  <a:moveTo>
                    <a:pt x="0" y="239914"/>
                  </a:moveTo>
                  <a:lnTo>
                    <a:pt x="311372" y="442997"/>
                  </a:lnTo>
                  <a:lnTo>
                    <a:pt x="609516" y="308461"/>
                  </a:lnTo>
                  <a:lnTo>
                    <a:pt x="111828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3585896" y="4640757"/>
              <a:ext cx="1048484" cy="25577"/>
            </a:xfrm>
            <a:custGeom>
              <a:avLst/>
              <a:pathLst>
                <a:path w="1048484" h="25577">
                  <a:moveTo>
                    <a:pt x="0" y="11765"/>
                  </a:moveTo>
                  <a:lnTo>
                    <a:pt x="595503" y="25577"/>
                  </a:lnTo>
                  <a:lnTo>
                    <a:pt x="10484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3585896" y="4687819"/>
              <a:ext cx="1227580" cy="72127"/>
            </a:xfrm>
            <a:custGeom>
              <a:avLst/>
              <a:pathLst>
                <a:path w="1227580" h="72127">
                  <a:moveTo>
                    <a:pt x="0" y="0"/>
                  </a:moveTo>
                  <a:lnTo>
                    <a:pt x="1227580" y="7212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3585896" y="4647919"/>
              <a:ext cx="580012" cy="15857"/>
            </a:xfrm>
            <a:custGeom>
              <a:avLst/>
              <a:pathLst>
                <a:path w="580012" h="15857">
                  <a:moveTo>
                    <a:pt x="0" y="15857"/>
                  </a:moveTo>
                  <a:lnTo>
                    <a:pt x="5800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3585896" y="4658150"/>
              <a:ext cx="261941" cy="7673"/>
            </a:xfrm>
            <a:custGeom>
              <a:avLst/>
              <a:pathLst>
                <a:path w="261941" h="7673">
                  <a:moveTo>
                    <a:pt x="0" y="7673"/>
                  </a:moveTo>
                  <a:lnTo>
                    <a:pt x="2619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3585896" y="4374243"/>
              <a:ext cx="1833587" cy="278791"/>
            </a:xfrm>
            <a:custGeom>
              <a:avLst/>
              <a:pathLst>
                <a:path w="1833587" h="278791">
                  <a:moveTo>
                    <a:pt x="0" y="278791"/>
                  </a:moveTo>
                  <a:lnTo>
                    <a:pt x="932625" y="245029"/>
                  </a:lnTo>
                  <a:lnTo>
                    <a:pt x="183358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3585896" y="3965519"/>
              <a:ext cx="2127911" cy="499778"/>
            </a:xfrm>
            <a:custGeom>
              <a:avLst/>
              <a:pathLst>
                <a:path w="2127911" h="499778">
                  <a:moveTo>
                    <a:pt x="0" y="499778"/>
                  </a:moveTo>
                  <a:lnTo>
                    <a:pt x="663488" y="293626"/>
                  </a:lnTo>
                  <a:lnTo>
                    <a:pt x="1097418" y="50131"/>
                  </a:lnTo>
                  <a:lnTo>
                    <a:pt x="1616263" y="0"/>
                  </a:lnTo>
                  <a:lnTo>
                    <a:pt x="2127911" y="4235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3585896" y="4696004"/>
              <a:ext cx="1191688" cy="18415"/>
            </a:xfrm>
            <a:custGeom>
              <a:avLst/>
              <a:pathLst>
                <a:path w="1191688" h="18415">
                  <a:moveTo>
                    <a:pt x="0" y="18415"/>
                  </a:moveTo>
                  <a:lnTo>
                    <a:pt x="579292" y="511"/>
                  </a:lnTo>
                  <a:lnTo>
                    <a:pt x="119168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3585896" y="3481598"/>
              <a:ext cx="259782" cy="83381"/>
            </a:xfrm>
            <a:custGeom>
              <a:avLst/>
              <a:pathLst>
                <a:path w="259782" h="83381">
                  <a:moveTo>
                    <a:pt x="0" y="83381"/>
                  </a:moveTo>
                  <a:lnTo>
                    <a:pt x="2597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3585896" y="4698562"/>
              <a:ext cx="787160" cy="31715"/>
            </a:xfrm>
            <a:custGeom>
              <a:avLst/>
              <a:pathLst>
                <a:path w="787160" h="31715">
                  <a:moveTo>
                    <a:pt x="0" y="0"/>
                  </a:moveTo>
                  <a:lnTo>
                    <a:pt x="787160" y="317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3585896" y="4636153"/>
              <a:ext cx="266838" cy="51154"/>
            </a:xfrm>
            <a:custGeom>
              <a:avLst/>
              <a:pathLst>
                <a:path w="266838" h="51154">
                  <a:moveTo>
                    <a:pt x="0" y="0"/>
                  </a:moveTo>
                  <a:lnTo>
                    <a:pt x="266838" y="511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3585896" y="3267772"/>
              <a:ext cx="528229" cy="199502"/>
            </a:xfrm>
            <a:custGeom>
              <a:avLst/>
              <a:pathLst>
                <a:path w="528229" h="199502">
                  <a:moveTo>
                    <a:pt x="0" y="199502"/>
                  </a:moveTo>
                  <a:lnTo>
                    <a:pt x="266288" y="0"/>
                  </a:lnTo>
                  <a:lnTo>
                    <a:pt x="528229" y="9412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3585896" y="2831425"/>
              <a:ext cx="265334" cy="234287"/>
            </a:xfrm>
            <a:custGeom>
              <a:avLst/>
              <a:pathLst>
                <a:path w="265334" h="234287">
                  <a:moveTo>
                    <a:pt x="0" y="234287"/>
                  </a:moveTo>
                  <a:lnTo>
                    <a:pt x="2653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3585896" y="4653546"/>
              <a:ext cx="528109" cy="11765"/>
            </a:xfrm>
            <a:custGeom>
              <a:avLst/>
              <a:pathLst>
                <a:path w="528109" h="11765">
                  <a:moveTo>
                    <a:pt x="0" y="11765"/>
                  </a:moveTo>
                  <a:lnTo>
                    <a:pt x="52810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3585896" y="3610507"/>
              <a:ext cx="498369" cy="121235"/>
            </a:xfrm>
            <a:custGeom>
              <a:avLst/>
              <a:pathLst>
                <a:path w="498369" h="121235">
                  <a:moveTo>
                    <a:pt x="0" y="121235"/>
                  </a:moveTo>
                  <a:lnTo>
                    <a:pt x="4983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3585896" y="4583464"/>
              <a:ext cx="294054" cy="34273"/>
            </a:xfrm>
            <a:custGeom>
              <a:avLst/>
              <a:pathLst>
                <a:path w="294054" h="34273">
                  <a:moveTo>
                    <a:pt x="0" y="0"/>
                  </a:moveTo>
                  <a:lnTo>
                    <a:pt x="294054" y="3427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3585896" y="4239707"/>
              <a:ext cx="905999" cy="274699"/>
            </a:xfrm>
            <a:custGeom>
              <a:avLst/>
              <a:pathLst>
                <a:path w="905999" h="274699">
                  <a:moveTo>
                    <a:pt x="0" y="274699"/>
                  </a:moveTo>
                  <a:lnTo>
                    <a:pt x="90599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3585896" y="4631549"/>
              <a:ext cx="764708" cy="9719"/>
            </a:xfrm>
            <a:custGeom>
              <a:avLst/>
              <a:pathLst>
                <a:path w="764708" h="9719">
                  <a:moveTo>
                    <a:pt x="0" y="0"/>
                  </a:moveTo>
                  <a:lnTo>
                    <a:pt x="764708" y="971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5408444" y="4590114"/>
              <a:ext cx="1055680" cy="18415"/>
            </a:xfrm>
            <a:custGeom>
              <a:avLst/>
              <a:pathLst>
                <a:path w="1055680" h="18415">
                  <a:moveTo>
                    <a:pt x="0" y="0"/>
                  </a:moveTo>
                  <a:lnTo>
                    <a:pt x="526760" y="18415"/>
                  </a:lnTo>
                  <a:lnTo>
                    <a:pt x="1055680" y="1790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3585896" y="4707258"/>
              <a:ext cx="2371862" cy="35808"/>
            </a:xfrm>
            <a:custGeom>
              <a:avLst/>
              <a:pathLst>
                <a:path w="2371862" h="35808">
                  <a:moveTo>
                    <a:pt x="0" y="0"/>
                  </a:moveTo>
                  <a:lnTo>
                    <a:pt x="793019" y="18415"/>
                  </a:lnTo>
                  <a:lnTo>
                    <a:pt x="1334172" y="9719"/>
                  </a:lnTo>
                  <a:lnTo>
                    <a:pt x="1853017" y="35808"/>
                  </a:lnTo>
                  <a:lnTo>
                    <a:pt x="2371862" y="1381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3585896" y="3541960"/>
              <a:ext cx="796617" cy="91566"/>
            </a:xfrm>
            <a:custGeom>
              <a:avLst/>
              <a:pathLst>
                <a:path w="796617" h="91566">
                  <a:moveTo>
                    <a:pt x="0" y="0"/>
                  </a:moveTo>
                  <a:lnTo>
                    <a:pt x="530142" y="91566"/>
                  </a:lnTo>
                  <a:lnTo>
                    <a:pt x="796617" y="7212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3585896" y="4644338"/>
              <a:ext cx="2391697" cy="47062"/>
            </a:xfrm>
            <a:custGeom>
              <a:avLst/>
              <a:pathLst>
                <a:path w="2391697" h="47062">
                  <a:moveTo>
                    <a:pt x="0" y="23019"/>
                  </a:moveTo>
                  <a:lnTo>
                    <a:pt x="855626" y="31715"/>
                  </a:lnTo>
                  <a:lnTo>
                    <a:pt x="1353971" y="5115"/>
                  </a:lnTo>
                  <a:lnTo>
                    <a:pt x="1842942" y="47062"/>
                  </a:lnTo>
                  <a:lnTo>
                    <a:pt x="239169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3585896" y="4037135"/>
              <a:ext cx="2863031" cy="395935"/>
            </a:xfrm>
            <a:custGeom>
              <a:avLst/>
              <a:pathLst>
                <a:path w="2863031" h="395935">
                  <a:moveTo>
                    <a:pt x="0" y="395935"/>
                  </a:moveTo>
                  <a:lnTo>
                    <a:pt x="735192" y="358592"/>
                  </a:lnTo>
                  <a:lnTo>
                    <a:pt x="1314023" y="213825"/>
                  </a:lnTo>
                  <a:lnTo>
                    <a:pt x="1932954" y="206663"/>
                  </a:lnTo>
                  <a:lnTo>
                    <a:pt x="2410002" y="62919"/>
                  </a:lnTo>
                  <a:lnTo>
                    <a:pt x="286303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3585896" y="4648942"/>
              <a:ext cx="2355311" cy="30181"/>
            </a:xfrm>
            <a:custGeom>
              <a:avLst/>
              <a:pathLst>
                <a:path w="2355311" h="30181">
                  <a:moveTo>
                    <a:pt x="0" y="16369"/>
                  </a:moveTo>
                  <a:lnTo>
                    <a:pt x="790860" y="30181"/>
                  </a:lnTo>
                  <a:lnTo>
                    <a:pt x="1395340" y="24042"/>
                  </a:lnTo>
                  <a:lnTo>
                    <a:pt x="1912026" y="0"/>
                  </a:lnTo>
                  <a:lnTo>
                    <a:pt x="2355311" y="92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3585896" y="4639734"/>
              <a:ext cx="1530508" cy="47062"/>
            </a:xfrm>
            <a:custGeom>
              <a:avLst/>
              <a:pathLst>
                <a:path w="1530508" h="47062">
                  <a:moveTo>
                    <a:pt x="0" y="27623"/>
                  </a:moveTo>
                  <a:lnTo>
                    <a:pt x="844832" y="47062"/>
                  </a:lnTo>
                  <a:lnTo>
                    <a:pt x="153050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4947977" y="4579884"/>
              <a:ext cx="516123" cy="26600"/>
            </a:xfrm>
            <a:custGeom>
              <a:avLst/>
              <a:pathLst>
                <a:path w="516123" h="26600">
                  <a:moveTo>
                    <a:pt x="0" y="26600"/>
                  </a:moveTo>
                  <a:lnTo>
                    <a:pt x="51612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3852432" y="3174671"/>
              <a:ext cx="528642" cy="159090"/>
            </a:xfrm>
            <a:custGeom>
              <a:avLst/>
              <a:pathLst>
                <a:path w="528642" h="159090">
                  <a:moveTo>
                    <a:pt x="0" y="0"/>
                  </a:moveTo>
                  <a:lnTo>
                    <a:pt x="261663" y="10742"/>
                  </a:lnTo>
                  <a:lnTo>
                    <a:pt x="528642" y="15909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3585896" y="4290349"/>
              <a:ext cx="2092650" cy="389285"/>
            </a:xfrm>
            <a:custGeom>
              <a:avLst/>
              <a:pathLst>
                <a:path w="2092650" h="389285">
                  <a:moveTo>
                    <a:pt x="0" y="389285"/>
                  </a:moveTo>
                  <a:lnTo>
                    <a:pt x="543311" y="368823"/>
                  </a:lnTo>
                  <a:lnTo>
                    <a:pt x="1057119" y="331992"/>
                  </a:lnTo>
                  <a:lnTo>
                    <a:pt x="1598992" y="200525"/>
                  </a:lnTo>
                  <a:lnTo>
                    <a:pt x="209265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3585896" y="4639734"/>
              <a:ext cx="1308266" cy="63431"/>
            </a:xfrm>
            <a:custGeom>
              <a:avLst/>
              <a:pathLst>
                <a:path w="1308266" h="63431">
                  <a:moveTo>
                    <a:pt x="0" y="0"/>
                  </a:moveTo>
                  <a:lnTo>
                    <a:pt x="1308266" y="6343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3585896" y="2844214"/>
              <a:ext cx="273403" cy="388262"/>
            </a:xfrm>
            <a:custGeom>
              <a:avLst/>
              <a:pathLst>
                <a:path w="273403" h="388262">
                  <a:moveTo>
                    <a:pt x="0" y="0"/>
                  </a:moveTo>
                  <a:lnTo>
                    <a:pt x="273403" y="38826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3585896" y="4238683"/>
              <a:ext cx="1597024" cy="476759"/>
            </a:xfrm>
            <a:custGeom>
              <a:avLst/>
              <a:pathLst>
                <a:path w="1597024" h="476759">
                  <a:moveTo>
                    <a:pt x="0" y="476759"/>
                  </a:moveTo>
                  <a:lnTo>
                    <a:pt x="788892" y="346315"/>
                  </a:lnTo>
                  <a:lnTo>
                    <a:pt x="159702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3585896" y="4706746"/>
              <a:ext cx="780618" cy="28134"/>
            </a:xfrm>
            <a:custGeom>
              <a:avLst/>
              <a:pathLst>
                <a:path w="780618" h="28134">
                  <a:moveTo>
                    <a:pt x="0" y="0"/>
                  </a:moveTo>
                  <a:lnTo>
                    <a:pt x="780618" y="2813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4157993" y="4682192"/>
              <a:ext cx="1049923" cy="45527"/>
            </a:xfrm>
            <a:custGeom>
              <a:avLst/>
              <a:pathLst>
                <a:path w="1049923" h="45527">
                  <a:moveTo>
                    <a:pt x="0" y="0"/>
                  </a:moveTo>
                  <a:lnTo>
                    <a:pt x="542592" y="24554"/>
                  </a:lnTo>
                  <a:lnTo>
                    <a:pt x="1049923" y="4552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3585896" y="4679635"/>
              <a:ext cx="2099127" cy="29158"/>
            </a:xfrm>
            <a:custGeom>
              <a:avLst/>
              <a:pathLst>
                <a:path w="2099127" h="29158">
                  <a:moveTo>
                    <a:pt x="0" y="16369"/>
                  </a:moveTo>
                  <a:lnTo>
                    <a:pt x="534945" y="14323"/>
                  </a:lnTo>
                  <a:lnTo>
                    <a:pt x="1021858" y="11765"/>
                  </a:lnTo>
                  <a:lnTo>
                    <a:pt x="1575541" y="0"/>
                  </a:lnTo>
                  <a:lnTo>
                    <a:pt x="2099127" y="291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3585896" y="4603926"/>
              <a:ext cx="800795" cy="50131"/>
            </a:xfrm>
            <a:custGeom>
              <a:avLst/>
              <a:pathLst>
                <a:path w="800795" h="50131">
                  <a:moveTo>
                    <a:pt x="0" y="0"/>
                  </a:moveTo>
                  <a:lnTo>
                    <a:pt x="800795" y="5013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3585896" y="4656615"/>
              <a:ext cx="1090941" cy="26600"/>
            </a:xfrm>
            <a:custGeom>
              <a:avLst/>
              <a:pathLst>
                <a:path w="1090941" h="26600">
                  <a:moveTo>
                    <a:pt x="0" y="0"/>
                  </a:moveTo>
                  <a:lnTo>
                    <a:pt x="1090941" y="266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3585896" y="4656104"/>
              <a:ext cx="542018" cy="4092"/>
            </a:xfrm>
            <a:custGeom>
              <a:avLst/>
              <a:pathLst>
                <a:path w="542018" h="4092">
                  <a:moveTo>
                    <a:pt x="0" y="4092"/>
                  </a:moveTo>
                  <a:lnTo>
                    <a:pt x="5420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3585896" y="4702654"/>
              <a:ext cx="574082" cy="5115"/>
            </a:xfrm>
            <a:custGeom>
              <a:avLst/>
              <a:pathLst>
                <a:path w="574082" h="5115">
                  <a:moveTo>
                    <a:pt x="0" y="0"/>
                  </a:moveTo>
                  <a:lnTo>
                    <a:pt x="574082" y="51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3585896" y="4550214"/>
              <a:ext cx="1397935" cy="105889"/>
            </a:xfrm>
            <a:custGeom>
              <a:avLst/>
              <a:pathLst>
                <a:path w="1397935" h="105889">
                  <a:moveTo>
                    <a:pt x="0" y="105889"/>
                  </a:moveTo>
                  <a:lnTo>
                    <a:pt x="13979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3585896" y="4037135"/>
              <a:ext cx="1103175" cy="293114"/>
            </a:xfrm>
            <a:custGeom>
              <a:avLst/>
              <a:pathLst>
                <a:path w="1103175" h="293114">
                  <a:moveTo>
                    <a:pt x="0" y="293114"/>
                  </a:moveTo>
                  <a:lnTo>
                    <a:pt x="550508" y="173925"/>
                  </a:lnTo>
                  <a:lnTo>
                    <a:pt x="110317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3585896" y="4664800"/>
              <a:ext cx="1816088" cy="16880"/>
            </a:xfrm>
            <a:custGeom>
              <a:avLst/>
              <a:pathLst>
                <a:path w="1816088" h="16880">
                  <a:moveTo>
                    <a:pt x="0" y="0"/>
                  </a:moveTo>
                  <a:lnTo>
                    <a:pt x="548840" y="16880"/>
                  </a:lnTo>
                  <a:lnTo>
                    <a:pt x="1816088" y="112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3585896" y="4395216"/>
              <a:ext cx="607645" cy="58827"/>
            </a:xfrm>
            <a:custGeom>
              <a:avLst/>
              <a:pathLst>
                <a:path w="607645" h="58827">
                  <a:moveTo>
                    <a:pt x="0" y="58827"/>
                  </a:moveTo>
                  <a:lnTo>
                    <a:pt x="60764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3585896" y="4642803"/>
              <a:ext cx="1075829" cy="15857"/>
            </a:xfrm>
            <a:custGeom>
              <a:avLst/>
              <a:pathLst>
                <a:path w="1075829" h="15857">
                  <a:moveTo>
                    <a:pt x="0" y="15857"/>
                  </a:moveTo>
                  <a:lnTo>
                    <a:pt x="527751" y="15346"/>
                  </a:lnTo>
                  <a:lnTo>
                    <a:pt x="107582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3585896" y="4657127"/>
              <a:ext cx="528496" cy="12788"/>
            </a:xfrm>
            <a:custGeom>
              <a:avLst/>
              <a:pathLst>
                <a:path w="528496" h="12788">
                  <a:moveTo>
                    <a:pt x="0" y="0"/>
                  </a:moveTo>
                  <a:lnTo>
                    <a:pt x="528496" y="1278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3585896" y="4621319"/>
              <a:ext cx="2904932" cy="49108"/>
            </a:xfrm>
            <a:custGeom>
              <a:avLst/>
              <a:pathLst>
                <a:path w="2904932" h="49108">
                  <a:moveTo>
                    <a:pt x="0" y="49108"/>
                  </a:moveTo>
                  <a:lnTo>
                    <a:pt x="780618" y="3580"/>
                  </a:lnTo>
                  <a:lnTo>
                    <a:pt x="1320332" y="26088"/>
                  </a:lnTo>
                  <a:lnTo>
                    <a:pt x="1844214" y="1023"/>
                  </a:lnTo>
                  <a:lnTo>
                    <a:pt x="2376012" y="0"/>
                  </a:lnTo>
                  <a:lnTo>
                    <a:pt x="2904932" y="491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3585896" y="4709304"/>
              <a:ext cx="580012" cy="43992"/>
            </a:xfrm>
            <a:custGeom>
              <a:avLst/>
              <a:pathLst>
                <a:path w="580012" h="43992">
                  <a:moveTo>
                    <a:pt x="0" y="0"/>
                  </a:moveTo>
                  <a:lnTo>
                    <a:pt x="580012" y="439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3585896" y="4634107"/>
              <a:ext cx="1811999" cy="21996"/>
            </a:xfrm>
            <a:custGeom>
              <a:avLst/>
              <a:pathLst>
                <a:path w="1811999" h="21996">
                  <a:moveTo>
                    <a:pt x="0" y="21996"/>
                  </a:moveTo>
                  <a:lnTo>
                    <a:pt x="807411" y="14834"/>
                  </a:lnTo>
                  <a:lnTo>
                    <a:pt x="1358720" y="17904"/>
                  </a:lnTo>
                  <a:lnTo>
                    <a:pt x="181199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3585896" y="4622342"/>
              <a:ext cx="2638121" cy="80312"/>
            </a:xfrm>
            <a:custGeom>
              <a:avLst/>
              <a:pathLst>
                <a:path w="2638121" h="80312">
                  <a:moveTo>
                    <a:pt x="0" y="80312"/>
                  </a:moveTo>
                  <a:lnTo>
                    <a:pt x="203465" y="65477"/>
                  </a:lnTo>
                  <a:lnTo>
                    <a:pt x="836196" y="0"/>
                  </a:lnTo>
                  <a:lnTo>
                    <a:pt x="1349555" y="48085"/>
                  </a:lnTo>
                  <a:lnTo>
                    <a:pt x="1827830" y="55758"/>
                  </a:lnTo>
                  <a:lnTo>
                    <a:pt x="2638121" y="2762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4814814" y="3485179"/>
              <a:ext cx="639740" cy="47062"/>
            </a:xfrm>
            <a:custGeom>
              <a:avLst/>
              <a:pathLst>
                <a:path w="639740" h="47062">
                  <a:moveTo>
                    <a:pt x="0" y="47062"/>
                  </a:moveTo>
                  <a:lnTo>
                    <a:pt x="382837" y="0"/>
                  </a:lnTo>
                  <a:lnTo>
                    <a:pt x="639740" y="3478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3585896" y="4704189"/>
              <a:ext cx="834037" cy="6138"/>
            </a:xfrm>
            <a:custGeom>
              <a:avLst/>
              <a:pathLst>
                <a:path w="834037" h="6138">
                  <a:moveTo>
                    <a:pt x="0" y="6138"/>
                  </a:moveTo>
                  <a:lnTo>
                    <a:pt x="83403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3585896" y="4495479"/>
              <a:ext cx="1044166" cy="26088"/>
            </a:xfrm>
            <a:custGeom>
              <a:avLst/>
              <a:pathLst>
                <a:path w="1044166" h="26088">
                  <a:moveTo>
                    <a:pt x="0" y="0"/>
                  </a:moveTo>
                  <a:lnTo>
                    <a:pt x="1044166" y="2608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3585896" y="4616203"/>
              <a:ext cx="574153" cy="7673"/>
            </a:xfrm>
            <a:custGeom>
              <a:avLst/>
              <a:pathLst>
                <a:path w="574153" h="7673">
                  <a:moveTo>
                    <a:pt x="0" y="7673"/>
                  </a:moveTo>
                  <a:lnTo>
                    <a:pt x="57415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rc1583"/>
            <p:cNvSpPr/>
            <p:nvPr/>
          </p:nvSpPr>
          <p:spPr>
            <a:xfrm>
              <a:off x="3400738" y="1761070"/>
              <a:ext cx="4073472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tx1584"/>
            <p:cNvSpPr/>
            <p:nvPr/>
          </p:nvSpPr>
          <p:spPr>
            <a:xfrm>
              <a:off x="3275953" y="462246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585" name="tx1585"/>
            <p:cNvSpPr/>
            <p:nvPr/>
          </p:nvSpPr>
          <p:spPr>
            <a:xfrm>
              <a:off x="3213797" y="3863028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586" name="tx1586"/>
            <p:cNvSpPr/>
            <p:nvPr/>
          </p:nvSpPr>
          <p:spPr>
            <a:xfrm>
              <a:off x="3213797" y="3103588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587" name="tx1587"/>
            <p:cNvSpPr/>
            <p:nvPr/>
          </p:nvSpPr>
          <p:spPr>
            <a:xfrm>
              <a:off x="3213797" y="2344094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588" name="pl1588"/>
            <p:cNvSpPr/>
            <p:nvPr/>
          </p:nvSpPr>
          <p:spPr>
            <a:xfrm>
              <a:off x="3365944" y="46641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3365944" y="39047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3365944" y="31452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3365944" y="238584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3585896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4899200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6212503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tx1595"/>
            <p:cNvSpPr/>
            <p:nvPr/>
          </p:nvSpPr>
          <p:spPr>
            <a:xfrm>
              <a:off x="3554818" y="50001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596" name="tx1596"/>
            <p:cNvSpPr/>
            <p:nvPr/>
          </p:nvSpPr>
          <p:spPr>
            <a:xfrm>
              <a:off x="4868122" y="50015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597" name="tx1597"/>
            <p:cNvSpPr/>
            <p:nvPr/>
          </p:nvSpPr>
          <p:spPr>
            <a:xfrm>
              <a:off x="6150348" y="50001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598" name="tx1598"/>
            <p:cNvSpPr/>
            <p:nvPr/>
          </p:nvSpPr>
          <p:spPr>
            <a:xfrm>
              <a:off x="4816294" y="51475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1599" name="tx1599"/>
            <p:cNvSpPr/>
            <p:nvPr/>
          </p:nvSpPr>
          <p:spPr>
            <a:xfrm rot="-5400000">
              <a:off x="2462636" y="3284579"/>
              <a:ext cx="1226399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Cortical Amyloid (Z)</a:t>
              </a:r>
            </a:p>
          </p:txBody>
        </p:sp>
        <p:sp>
          <p:nvSpPr>
            <p:cNvPr id="1600" name="rc1600"/>
            <p:cNvSpPr/>
            <p:nvPr/>
          </p:nvSpPr>
          <p:spPr>
            <a:xfrm>
              <a:off x="7543800" y="1691481"/>
              <a:ext cx="4572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rc1601"/>
            <p:cNvSpPr/>
            <p:nvPr/>
          </p:nvSpPr>
          <p:spPr>
            <a:xfrm>
              <a:off x="7613389" y="1761070"/>
              <a:ext cx="4432821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2" name="pl1602"/>
            <p:cNvSpPr/>
            <p:nvPr/>
          </p:nvSpPr>
          <p:spPr>
            <a:xfrm>
              <a:off x="7613389" y="4418486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l1603"/>
            <p:cNvSpPr/>
            <p:nvPr/>
          </p:nvSpPr>
          <p:spPr>
            <a:xfrm>
              <a:off x="7613389" y="3665993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4"/>
            <p:cNvSpPr/>
            <p:nvPr/>
          </p:nvSpPr>
          <p:spPr>
            <a:xfrm>
              <a:off x="7613389" y="2913500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7613389" y="2161007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7814880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8620848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9426816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10232783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11038751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l1611"/>
            <p:cNvSpPr/>
            <p:nvPr/>
          </p:nvSpPr>
          <p:spPr>
            <a:xfrm>
              <a:off x="11844719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2"/>
            <p:cNvSpPr/>
            <p:nvPr/>
          </p:nvSpPr>
          <p:spPr>
            <a:xfrm>
              <a:off x="7613389" y="4794732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l1613"/>
            <p:cNvSpPr/>
            <p:nvPr/>
          </p:nvSpPr>
          <p:spPr>
            <a:xfrm>
              <a:off x="7613389" y="4042239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l1614"/>
            <p:cNvSpPr/>
            <p:nvPr/>
          </p:nvSpPr>
          <p:spPr>
            <a:xfrm>
              <a:off x="7613389" y="3289746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l1615"/>
            <p:cNvSpPr/>
            <p:nvPr/>
          </p:nvSpPr>
          <p:spPr>
            <a:xfrm>
              <a:off x="7613389" y="2537254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6"/>
            <p:cNvSpPr/>
            <p:nvPr/>
          </p:nvSpPr>
          <p:spPr>
            <a:xfrm>
              <a:off x="7613389" y="1784761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l1617"/>
            <p:cNvSpPr/>
            <p:nvPr/>
          </p:nvSpPr>
          <p:spPr>
            <a:xfrm>
              <a:off x="8217864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9023832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9829799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10635767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11441735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rc1622"/>
            <p:cNvSpPr/>
            <p:nvPr/>
          </p:nvSpPr>
          <p:spPr>
            <a:xfrm>
              <a:off x="788436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23" name="rc1623"/>
            <p:cNvSpPr/>
            <p:nvPr/>
          </p:nvSpPr>
          <p:spPr>
            <a:xfrm>
              <a:off x="8023320" y="4764632"/>
              <a:ext cx="138959" cy="30099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24" name="rc1624"/>
            <p:cNvSpPr/>
            <p:nvPr/>
          </p:nvSpPr>
          <p:spPr>
            <a:xfrm>
              <a:off x="816228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25" name="rc1625"/>
            <p:cNvSpPr/>
            <p:nvPr/>
          </p:nvSpPr>
          <p:spPr>
            <a:xfrm>
              <a:off x="830124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26" name="rc1626"/>
            <p:cNvSpPr/>
            <p:nvPr/>
          </p:nvSpPr>
          <p:spPr>
            <a:xfrm>
              <a:off x="844020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27" name="rc1627"/>
            <p:cNvSpPr/>
            <p:nvPr/>
          </p:nvSpPr>
          <p:spPr>
            <a:xfrm>
              <a:off x="8579160" y="4764632"/>
              <a:ext cx="138959" cy="30099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28" name="rc1628"/>
            <p:cNvSpPr/>
            <p:nvPr/>
          </p:nvSpPr>
          <p:spPr>
            <a:xfrm>
              <a:off x="871812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29" name="rc1629"/>
            <p:cNvSpPr/>
            <p:nvPr/>
          </p:nvSpPr>
          <p:spPr>
            <a:xfrm>
              <a:off x="8857080" y="4764632"/>
              <a:ext cx="138959" cy="30099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30" name="rc1630"/>
            <p:cNvSpPr/>
            <p:nvPr/>
          </p:nvSpPr>
          <p:spPr>
            <a:xfrm>
              <a:off x="8996040" y="4704433"/>
              <a:ext cx="138959" cy="90299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31" name="rc1631"/>
            <p:cNvSpPr/>
            <p:nvPr/>
          </p:nvSpPr>
          <p:spPr>
            <a:xfrm>
              <a:off x="9135000" y="4764632"/>
              <a:ext cx="138959" cy="30099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32" name="rc1632"/>
            <p:cNvSpPr/>
            <p:nvPr/>
          </p:nvSpPr>
          <p:spPr>
            <a:xfrm>
              <a:off x="9273960" y="4614134"/>
              <a:ext cx="138959" cy="180598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33" name="rc1633"/>
            <p:cNvSpPr/>
            <p:nvPr/>
          </p:nvSpPr>
          <p:spPr>
            <a:xfrm>
              <a:off x="9412920" y="4523835"/>
              <a:ext cx="138959" cy="270897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34" name="rc1634"/>
            <p:cNvSpPr/>
            <p:nvPr/>
          </p:nvSpPr>
          <p:spPr>
            <a:xfrm>
              <a:off x="9551880" y="4373336"/>
              <a:ext cx="138959" cy="421395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35" name="rc1635"/>
            <p:cNvSpPr/>
            <p:nvPr/>
          </p:nvSpPr>
          <p:spPr>
            <a:xfrm>
              <a:off x="9690840" y="2055658"/>
              <a:ext cx="138959" cy="2739073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36" name="rc1636"/>
            <p:cNvSpPr/>
            <p:nvPr/>
          </p:nvSpPr>
          <p:spPr>
            <a:xfrm>
              <a:off x="9829799" y="2657652"/>
              <a:ext cx="138959" cy="2137079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37" name="rc1637"/>
            <p:cNvSpPr/>
            <p:nvPr/>
          </p:nvSpPr>
          <p:spPr>
            <a:xfrm>
              <a:off x="9968759" y="3861641"/>
              <a:ext cx="138959" cy="933091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38" name="rc1638"/>
            <p:cNvSpPr/>
            <p:nvPr/>
          </p:nvSpPr>
          <p:spPr>
            <a:xfrm>
              <a:off x="1010771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39" name="rc1639"/>
            <p:cNvSpPr/>
            <p:nvPr/>
          </p:nvSpPr>
          <p:spPr>
            <a:xfrm>
              <a:off x="1024667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40" name="rc1640"/>
            <p:cNvSpPr/>
            <p:nvPr/>
          </p:nvSpPr>
          <p:spPr>
            <a:xfrm>
              <a:off x="1038563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41" name="rc1641"/>
            <p:cNvSpPr/>
            <p:nvPr/>
          </p:nvSpPr>
          <p:spPr>
            <a:xfrm>
              <a:off x="1052459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42" name="rc1642"/>
            <p:cNvSpPr/>
            <p:nvPr/>
          </p:nvSpPr>
          <p:spPr>
            <a:xfrm>
              <a:off x="1066355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43" name="rc1643"/>
            <p:cNvSpPr/>
            <p:nvPr/>
          </p:nvSpPr>
          <p:spPr>
            <a:xfrm>
              <a:off x="1080251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44" name="rc1644"/>
            <p:cNvSpPr/>
            <p:nvPr/>
          </p:nvSpPr>
          <p:spPr>
            <a:xfrm>
              <a:off x="1094147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45" name="rc1645"/>
            <p:cNvSpPr/>
            <p:nvPr/>
          </p:nvSpPr>
          <p:spPr>
            <a:xfrm>
              <a:off x="1108043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46" name="rc1646"/>
            <p:cNvSpPr/>
            <p:nvPr/>
          </p:nvSpPr>
          <p:spPr>
            <a:xfrm>
              <a:off x="1121939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47" name="rc1647"/>
            <p:cNvSpPr/>
            <p:nvPr/>
          </p:nvSpPr>
          <p:spPr>
            <a:xfrm>
              <a:off x="1135835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48" name="rc1648"/>
            <p:cNvSpPr/>
            <p:nvPr/>
          </p:nvSpPr>
          <p:spPr>
            <a:xfrm>
              <a:off x="1149731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49" name="rc1649"/>
            <p:cNvSpPr/>
            <p:nvPr/>
          </p:nvSpPr>
          <p:spPr>
            <a:xfrm>
              <a:off x="1163627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50" name="rc1650"/>
            <p:cNvSpPr/>
            <p:nvPr/>
          </p:nvSpPr>
          <p:spPr>
            <a:xfrm>
              <a:off x="788436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51" name="rc1651"/>
            <p:cNvSpPr/>
            <p:nvPr/>
          </p:nvSpPr>
          <p:spPr>
            <a:xfrm>
              <a:off x="802332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52" name="rc1652"/>
            <p:cNvSpPr/>
            <p:nvPr/>
          </p:nvSpPr>
          <p:spPr>
            <a:xfrm>
              <a:off x="816228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53" name="rc1653"/>
            <p:cNvSpPr/>
            <p:nvPr/>
          </p:nvSpPr>
          <p:spPr>
            <a:xfrm>
              <a:off x="830124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54" name="rc1654"/>
            <p:cNvSpPr/>
            <p:nvPr/>
          </p:nvSpPr>
          <p:spPr>
            <a:xfrm>
              <a:off x="844020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55" name="rc1655"/>
            <p:cNvSpPr/>
            <p:nvPr/>
          </p:nvSpPr>
          <p:spPr>
            <a:xfrm>
              <a:off x="857916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56" name="rc1656"/>
            <p:cNvSpPr/>
            <p:nvPr/>
          </p:nvSpPr>
          <p:spPr>
            <a:xfrm>
              <a:off x="871812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57" name="rc1657"/>
            <p:cNvSpPr/>
            <p:nvPr/>
          </p:nvSpPr>
          <p:spPr>
            <a:xfrm>
              <a:off x="885708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58" name="rc1658"/>
            <p:cNvSpPr/>
            <p:nvPr/>
          </p:nvSpPr>
          <p:spPr>
            <a:xfrm>
              <a:off x="899604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59" name="rc1659"/>
            <p:cNvSpPr/>
            <p:nvPr/>
          </p:nvSpPr>
          <p:spPr>
            <a:xfrm>
              <a:off x="913500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60" name="rc1660"/>
            <p:cNvSpPr/>
            <p:nvPr/>
          </p:nvSpPr>
          <p:spPr>
            <a:xfrm>
              <a:off x="927396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61" name="rc1661"/>
            <p:cNvSpPr/>
            <p:nvPr/>
          </p:nvSpPr>
          <p:spPr>
            <a:xfrm>
              <a:off x="941292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62" name="rc1662"/>
            <p:cNvSpPr/>
            <p:nvPr/>
          </p:nvSpPr>
          <p:spPr>
            <a:xfrm>
              <a:off x="955188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63" name="rc1663"/>
            <p:cNvSpPr/>
            <p:nvPr/>
          </p:nvSpPr>
          <p:spPr>
            <a:xfrm>
              <a:off x="969084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64" name="rc1664"/>
            <p:cNvSpPr/>
            <p:nvPr/>
          </p:nvSpPr>
          <p:spPr>
            <a:xfrm>
              <a:off x="982979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65" name="rc1665"/>
            <p:cNvSpPr/>
            <p:nvPr/>
          </p:nvSpPr>
          <p:spPr>
            <a:xfrm>
              <a:off x="9968759" y="4584034"/>
              <a:ext cx="138959" cy="210697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66" name="rc1666"/>
            <p:cNvSpPr/>
            <p:nvPr/>
          </p:nvSpPr>
          <p:spPr>
            <a:xfrm>
              <a:off x="10107719" y="4283037"/>
              <a:ext cx="138959" cy="511695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67" name="rc1667"/>
            <p:cNvSpPr/>
            <p:nvPr/>
          </p:nvSpPr>
          <p:spPr>
            <a:xfrm>
              <a:off x="10246679" y="4132538"/>
              <a:ext cx="138959" cy="662193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68" name="rc1668"/>
            <p:cNvSpPr/>
            <p:nvPr/>
          </p:nvSpPr>
          <p:spPr>
            <a:xfrm>
              <a:off x="10385639" y="4433536"/>
              <a:ext cx="138959" cy="361196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69" name="rc1669"/>
            <p:cNvSpPr/>
            <p:nvPr/>
          </p:nvSpPr>
          <p:spPr>
            <a:xfrm>
              <a:off x="10524599" y="4433536"/>
              <a:ext cx="138959" cy="361196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70" name="rc1670"/>
            <p:cNvSpPr/>
            <p:nvPr/>
          </p:nvSpPr>
          <p:spPr>
            <a:xfrm>
              <a:off x="10663559" y="4433536"/>
              <a:ext cx="138959" cy="361196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71" name="rc1671"/>
            <p:cNvSpPr/>
            <p:nvPr/>
          </p:nvSpPr>
          <p:spPr>
            <a:xfrm>
              <a:off x="10802519" y="4674333"/>
              <a:ext cx="138959" cy="120398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72" name="rc1672"/>
            <p:cNvSpPr/>
            <p:nvPr/>
          </p:nvSpPr>
          <p:spPr>
            <a:xfrm>
              <a:off x="10941479" y="4764632"/>
              <a:ext cx="138959" cy="30099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73" name="rc1673"/>
            <p:cNvSpPr/>
            <p:nvPr/>
          </p:nvSpPr>
          <p:spPr>
            <a:xfrm>
              <a:off x="11080439" y="4704433"/>
              <a:ext cx="138959" cy="90299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74" name="rc1674"/>
            <p:cNvSpPr/>
            <p:nvPr/>
          </p:nvSpPr>
          <p:spPr>
            <a:xfrm>
              <a:off x="11219399" y="4704433"/>
              <a:ext cx="138959" cy="90299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75" name="rc1675"/>
            <p:cNvSpPr/>
            <p:nvPr/>
          </p:nvSpPr>
          <p:spPr>
            <a:xfrm>
              <a:off x="11358359" y="4704433"/>
              <a:ext cx="138959" cy="90299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76" name="rc1676"/>
            <p:cNvSpPr/>
            <p:nvPr/>
          </p:nvSpPr>
          <p:spPr>
            <a:xfrm>
              <a:off x="11497319" y="4674333"/>
              <a:ext cx="138959" cy="120398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77" name="rc1677"/>
            <p:cNvSpPr/>
            <p:nvPr/>
          </p:nvSpPr>
          <p:spPr>
            <a:xfrm>
              <a:off x="1163627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10051384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679" name="pg1679"/>
            <p:cNvSpPr/>
            <p:nvPr/>
          </p:nvSpPr>
          <p:spPr>
            <a:xfrm>
              <a:off x="10073542" y="2410835"/>
              <a:ext cx="1019769" cy="787324"/>
            </a:xfrm>
            <a:custGeom>
              <a:avLst/>
              <a:pathLst>
                <a:path w="1019769" h="787324">
                  <a:moveTo>
                    <a:pt x="25146" y="787324"/>
                  </a:moveTo>
                  <a:lnTo>
                    <a:pt x="994623" y="787324"/>
                  </a:lnTo>
                  <a:lnTo>
                    <a:pt x="993610" y="787303"/>
                  </a:lnTo>
                  <a:lnTo>
                    <a:pt x="997654" y="787140"/>
                  </a:lnTo>
                  <a:lnTo>
                    <a:pt x="1001619" y="786331"/>
                  </a:lnTo>
                  <a:lnTo>
                    <a:pt x="1005402" y="784896"/>
                  </a:lnTo>
                  <a:lnTo>
                    <a:pt x="1008907" y="782872"/>
                  </a:lnTo>
                  <a:lnTo>
                    <a:pt x="1012042" y="780313"/>
                  </a:lnTo>
                  <a:lnTo>
                    <a:pt x="1014725" y="777284"/>
                  </a:lnTo>
                  <a:lnTo>
                    <a:pt x="1016888" y="773864"/>
                  </a:lnTo>
                  <a:lnTo>
                    <a:pt x="1018474" y="770141"/>
                  </a:lnTo>
                  <a:lnTo>
                    <a:pt x="1019443" y="766211"/>
                  </a:lnTo>
                  <a:lnTo>
                    <a:pt x="1019769" y="762178"/>
                  </a:lnTo>
                  <a:lnTo>
                    <a:pt x="1019769" y="25146"/>
                  </a:lnTo>
                  <a:lnTo>
                    <a:pt x="1019443" y="21112"/>
                  </a:lnTo>
                  <a:lnTo>
                    <a:pt x="1018474" y="17183"/>
                  </a:lnTo>
                  <a:lnTo>
                    <a:pt x="1016888" y="13460"/>
                  </a:lnTo>
                  <a:lnTo>
                    <a:pt x="1014725" y="10039"/>
                  </a:lnTo>
                  <a:lnTo>
                    <a:pt x="1012042" y="7010"/>
                  </a:lnTo>
                  <a:lnTo>
                    <a:pt x="1008907" y="4451"/>
                  </a:lnTo>
                  <a:lnTo>
                    <a:pt x="1005402" y="2427"/>
                  </a:lnTo>
                  <a:lnTo>
                    <a:pt x="1001619" y="992"/>
                  </a:lnTo>
                  <a:lnTo>
                    <a:pt x="997654" y="183"/>
                  </a:lnTo>
                  <a:lnTo>
                    <a:pt x="994623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762178"/>
                  </a:lnTo>
                  <a:lnTo>
                    <a:pt x="81" y="760154"/>
                  </a:lnTo>
                  <a:lnTo>
                    <a:pt x="81" y="764201"/>
                  </a:lnTo>
                  <a:lnTo>
                    <a:pt x="730" y="768195"/>
                  </a:lnTo>
                  <a:lnTo>
                    <a:pt x="2012" y="772034"/>
                  </a:lnTo>
                  <a:lnTo>
                    <a:pt x="3892" y="775617"/>
                  </a:lnTo>
                  <a:lnTo>
                    <a:pt x="6323" y="778852"/>
                  </a:lnTo>
                  <a:lnTo>
                    <a:pt x="9242" y="781656"/>
                  </a:lnTo>
                  <a:lnTo>
                    <a:pt x="12573" y="783955"/>
                  </a:lnTo>
                  <a:lnTo>
                    <a:pt x="16229" y="785690"/>
                  </a:lnTo>
                  <a:lnTo>
                    <a:pt x="20116" y="786815"/>
                  </a:lnTo>
                  <a:lnTo>
                    <a:pt x="24133" y="787303"/>
                  </a:lnTo>
                  <a:close/>
                </a:path>
              </a:pathLst>
            </a:custGeom>
            <a:solidFill>
              <a:srgbClr val="FFD700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tx1680"/>
            <p:cNvSpPr/>
            <p:nvPr/>
          </p:nvSpPr>
          <p:spPr>
            <a:xfrm>
              <a:off x="10115452" y="2421640"/>
              <a:ext cx="7066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0.27 Z/year</a:t>
              </a:r>
            </a:p>
          </p:txBody>
        </p:sp>
        <p:sp>
          <p:nvSpPr>
            <p:cNvPr id="1681" name="tx1681"/>
            <p:cNvSpPr/>
            <p:nvPr/>
          </p:nvSpPr>
          <p:spPr>
            <a:xfrm>
              <a:off x="10115452" y="2651798"/>
              <a:ext cx="656208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xi = -0.409</a:t>
              </a:r>
            </a:p>
          </p:txBody>
        </p:sp>
        <p:sp>
          <p:nvSpPr>
            <p:cNvPr id="1682" name="tx1682"/>
            <p:cNvSpPr/>
            <p:nvPr/>
          </p:nvSpPr>
          <p:spPr>
            <a:xfrm>
              <a:off x="10115452" y="2825272"/>
              <a:ext cx="935949" cy="1298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omega = 1.004</a:t>
              </a:r>
            </a:p>
          </p:txBody>
        </p:sp>
        <p:sp>
          <p:nvSpPr>
            <p:cNvPr id="1683" name="tx1683"/>
            <p:cNvSpPr/>
            <p:nvPr/>
          </p:nvSpPr>
          <p:spPr>
            <a:xfrm>
              <a:off x="10115452" y="3028077"/>
              <a:ext cx="850614" cy="128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alpha = 2.871</a:t>
              </a:r>
            </a:p>
          </p:txBody>
        </p:sp>
        <p:sp>
          <p:nvSpPr>
            <p:cNvPr id="1684" name="pg1684"/>
            <p:cNvSpPr/>
            <p:nvPr/>
          </p:nvSpPr>
          <p:spPr>
            <a:xfrm>
              <a:off x="7814880" y="1905530"/>
              <a:ext cx="4029838" cy="2889201"/>
            </a:xfrm>
            <a:custGeom>
              <a:avLst/>
              <a:pathLst>
                <a:path w="4029838" h="2889201">
                  <a:moveTo>
                    <a:pt x="0" y="2889201"/>
                  </a:moveTo>
                  <a:lnTo>
                    <a:pt x="7886" y="2889201"/>
                  </a:lnTo>
                  <a:lnTo>
                    <a:pt x="15772" y="2889201"/>
                  </a:lnTo>
                  <a:lnTo>
                    <a:pt x="23658" y="2889201"/>
                  </a:lnTo>
                  <a:lnTo>
                    <a:pt x="31544" y="2889200"/>
                  </a:lnTo>
                  <a:lnTo>
                    <a:pt x="39430" y="2889199"/>
                  </a:lnTo>
                  <a:lnTo>
                    <a:pt x="47317" y="2889198"/>
                  </a:lnTo>
                  <a:lnTo>
                    <a:pt x="55203" y="2889196"/>
                  </a:lnTo>
                  <a:lnTo>
                    <a:pt x="63089" y="2889192"/>
                  </a:lnTo>
                  <a:lnTo>
                    <a:pt x="70975" y="2889186"/>
                  </a:lnTo>
                  <a:lnTo>
                    <a:pt x="78861" y="2889176"/>
                  </a:lnTo>
                  <a:lnTo>
                    <a:pt x="86747" y="2889161"/>
                  </a:lnTo>
                  <a:lnTo>
                    <a:pt x="94634" y="2889137"/>
                  </a:lnTo>
                  <a:lnTo>
                    <a:pt x="102520" y="2889102"/>
                  </a:lnTo>
                  <a:lnTo>
                    <a:pt x="110406" y="2889051"/>
                  </a:lnTo>
                  <a:lnTo>
                    <a:pt x="118292" y="2888978"/>
                  </a:lnTo>
                  <a:lnTo>
                    <a:pt x="126178" y="2888875"/>
                  </a:lnTo>
                  <a:lnTo>
                    <a:pt x="134065" y="2888732"/>
                  </a:lnTo>
                  <a:lnTo>
                    <a:pt x="141951" y="2888539"/>
                  </a:lnTo>
                  <a:lnTo>
                    <a:pt x="149837" y="2888281"/>
                  </a:lnTo>
                  <a:lnTo>
                    <a:pt x="157723" y="2887931"/>
                  </a:lnTo>
                  <a:lnTo>
                    <a:pt x="165609" y="2887476"/>
                  </a:lnTo>
                  <a:lnTo>
                    <a:pt x="173495" y="2886900"/>
                  </a:lnTo>
                  <a:lnTo>
                    <a:pt x="181382" y="2886185"/>
                  </a:lnTo>
                  <a:lnTo>
                    <a:pt x="189268" y="2885314"/>
                  </a:lnTo>
                  <a:lnTo>
                    <a:pt x="197154" y="2884274"/>
                  </a:lnTo>
                  <a:lnTo>
                    <a:pt x="205040" y="2883055"/>
                  </a:lnTo>
                  <a:lnTo>
                    <a:pt x="212926" y="2881657"/>
                  </a:lnTo>
                  <a:lnTo>
                    <a:pt x="220813" y="2880084"/>
                  </a:lnTo>
                  <a:lnTo>
                    <a:pt x="228699" y="2878338"/>
                  </a:lnTo>
                  <a:lnTo>
                    <a:pt x="236585" y="2876468"/>
                  </a:lnTo>
                  <a:lnTo>
                    <a:pt x="244471" y="2874520"/>
                  </a:lnTo>
                  <a:lnTo>
                    <a:pt x="252357" y="2872547"/>
                  </a:lnTo>
                  <a:lnTo>
                    <a:pt x="260243" y="2870608"/>
                  </a:lnTo>
                  <a:lnTo>
                    <a:pt x="268130" y="2868769"/>
                  </a:lnTo>
                  <a:lnTo>
                    <a:pt x="276016" y="2867098"/>
                  </a:lnTo>
                  <a:lnTo>
                    <a:pt x="283902" y="2865659"/>
                  </a:lnTo>
                  <a:lnTo>
                    <a:pt x="291788" y="2864515"/>
                  </a:lnTo>
                  <a:lnTo>
                    <a:pt x="299674" y="2863757"/>
                  </a:lnTo>
                  <a:lnTo>
                    <a:pt x="307561" y="2863402"/>
                  </a:lnTo>
                  <a:lnTo>
                    <a:pt x="315447" y="2863450"/>
                  </a:lnTo>
                  <a:lnTo>
                    <a:pt x="323333" y="2863899"/>
                  </a:lnTo>
                  <a:lnTo>
                    <a:pt x="331219" y="2864725"/>
                  </a:lnTo>
                  <a:lnTo>
                    <a:pt x="339105" y="2865894"/>
                  </a:lnTo>
                  <a:lnTo>
                    <a:pt x="346991" y="2867354"/>
                  </a:lnTo>
                  <a:lnTo>
                    <a:pt x="354878" y="2869048"/>
                  </a:lnTo>
                  <a:lnTo>
                    <a:pt x="362764" y="2870908"/>
                  </a:lnTo>
                  <a:lnTo>
                    <a:pt x="370650" y="2872868"/>
                  </a:lnTo>
                  <a:lnTo>
                    <a:pt x="378536" y="2874846"/>
                  </a:lnTo>
                  <a:lnTo>
                    <a:pt x="386422" y="2876779"/>
                  </a:lnTo>
                  <a:lnTo>
                    <a:pt x="394309" y="2878619"/>
                  </a:lnTo>
                  <a:lnTo>
                    <a:pt x="402195" y="2880330"/>
                  </a:lnTo>
                  <a:lnTo>
                    <a:pt x="410081" y="2881884"/>
                  </a:lnTo>
                  <a:lnTo>
                    <a:pt x="417967" y="2883265"/>
                  </a:lnTo>
                  <a:lnTo>
                    <a:pt x="425853" y="2884465"/>
                  </a:lnTo>
                  <a:lnTo>
                    <a:pt x="433739" y="2885488"/>
                  </a:lnTo>
                  <a:lnTo>
                    <a:pt x="441626" y="2886328"/>
                  </a:lnTo>
                  <a:lnTo>
                    <a:pt x="449512" y="2887007"/>
                  </a:lnTo>
                  <a:lnTo>
                    <a:pt x="457398" y="2887552"/>
                  </a:lnTo>
                  <a:lnTo>
                    <a:pt x="465284" y="2887983"/>
                  </a:lnTo>
                  <a:lnTo>
                    <a:pt x="473170" y="2888316"/>
                  </a:lnTo>
                  <a:lnTo>
                    <a:pt x="481056" y="2888569"/>
                  </a:lnTo>
                  <a:lnTo>
                    <a:pt x="488943" y="2888758"/>
                  </a:lnTo>
                  <a:lnTo>
                    <a:pt x="496829" y="2888896"/>
                  </a:lnTo>
                  <a:lnTo>
                    <a:pt x="504715" y="2888995"/>
                  </a:lnTo>
                  <a:lnTo>
                    <a:pt x="512601" y="2889063"/>
                  </a:lnTo>
                  <a:lnTo>
                    <a:pt x="520487" y="2889109"/>
                  </a:lnTo>
                  <a:lnTo>
                    <a:pt x="528374" y="2889141"/>
                  </a:lnTo>
                  <a:lnTo>
                    <a:pt x="536260" y="2889163"/>
                  </a:lnTo>
                  <a:lnTo>
                    <a:pt x="544146" y="2889177"/>
                  </a:lnTo>
                  <a:lnTo>
                    <a:pt x="552032" y="2889186"/>
                  </a:lnTo>
                  <a:lnTo>
                    <a:pt x="559918" y="2889191"/>
                  </a:lnTo>
                  <a:lnTo>
                    <a:pt x="567804" y="2889195"/>
                  </a:lnTo>
                  <a:lnTo>
                    <a:pt x="575691" y="2889196"/>
                  </a:lnTo>
                  <a:lnTo>
                    <a:pt x="583577" y="2889195"/>
                  </a:lnTo>
                  <a:lnTo>
                    <a:pt x="591463" y="2889193"/>
                  </a:lnTo>
                  <a:lnTo>
                    <a:pt x="599349" y="2889188"/>
                  </a:lnTo>
                  <a:lnTo>
                    <a:pt x="607235" y="2889181"/>
                  </a:lnTo>
                  <a:lnTo>
                    <a:pt x="615122" y="2889169"/>
                  </a:lnTo>
                  <a:lnTo>
                    <a:pt x="623008" y="2889150"/>
                  </a:lnTo>
                  <a:lnTo>
                    <a:pt x="630894" y="2889122"/>
                  </a:lnTo>
                  <a:lnTo>
                    <a:pt x="638780" y="2889081"/>
                  </a:lnTo>
                  <a:lnTo>
                    <a:pt x="646666" y="2889023"/>
                  </a:lnTo>
                  <a:lnTo>
                    <a:pt x="654552" y="2888938"/>
                  </a:lnTo>
                  <a:lnTo>
                    <a:pt x="662439" y="2888816"/>
                  </a:lnTo>
                  <a:lnTo>
                    <a:pt x="670325" y="2888648"/>
                  </a:lnTo>
                  <a:lnTo>
                    <a:pt x="678211" y="2888420"/>
                  </a:lnTo>
                  <a:lnTo>
                    <a:pt x="686097" y="2888117"/>
                  </a:lnTo>
                  <a:lnTo>
                    <a:pt x="693983" y="2887724"/>
                  </a:lnTo>
                  <a:lnTo>
                    <a:pt x="701870" y="2887221"/>
                  </a:lnTo>
                  <a:lnTo>
                    <a:pt x="709756" y="2886592"/>
                  </a:lnTo>
                  <a:lnTo>
                    <a:pt x="717642" y="2885818"/>
                  </a:lnTo>
                  <a:lnTo>
                    <a:pt x="725528" y="2884878"/>
                  </a:lnTo>
                  <a:lnTo>
                    <a:pt x="733414" y="2883743"/>
                  </a:lnTo>
                  <a:lnTo>
                    <a:pt x="741300" y="2882428"/>
                  </a:lnTo>
                  <a:lnTo>
                    <a:pt x="749187" y="2880935"/>
                  </a:lnTo>
                  <a:lnTo>
                    <a:pt x="757073" y="2879280"/>
                  </a:lnTo>
                  <a:lnTo>
                    <a:pt x="764959" y="2877484"/>
                  </a:lnTo>
                  <a:lnTo>
                    <a:pt x="772845" y="2875583"/>
                  </a:lnTo>
                  <a:lnTo>
                    <a:pt x="780731" y="2873620"/>
                  </a:lnTo>
                  <a:lnTo>
                    <a:pt x="788618" y="2871650"/>
                  </a:lnTo>
                  <a:lnTo>
                    <a:pt x="796504" y="2869735"/>
                  </a:lnTo>
                  <a:lnTo>
                    <a:pt x="804390" y="2867971"/>
                  </a:lnTo>
                  <a:lnTo>
                    <a:pt x="812276" y="2866418"/>
                  </a:lnTo>
                  <a:lnTo>
                    <a:pt x="820162" y="2865137"/>
                  </a:lnTo>
                  <a:lnTo>
                    <a:pt x="828048" y="2864182"/>
                  </a:lnTo>
                  <a:lnTo>
                    <a:pt x="835935" y="2863594"/>
                  </a:lnTo>
                  <a:lnTo>
                    <a:pt x="843821" y="2863399"/>
                  </a:lnTo>
                  <a:lnTo>
                    <a:pt x="851707" y="2863607"/>
                  </a:lnTo>
                  <a:lnTo>
                    <a:pt x="859593" y="2864209"/>
                  </a:lnTo>
                  <a:lnTo>
                    <a:pt x="867479" y="2865182"/>
                  </a:lnTo>
                  <a:lnTo>
                    <a:pt x="875366" y="2866520"/>
                  </a:lnTo>
                  <a:lnTo>
                    <a:pt x="883252" y="2868114"/>
                  </a:lnTo>
                  <a:lnTo>
                    <a:pt x="891138" y="2869899"/>
                  </a:lnTo>
                  <a:lnTo>
                    <a:pt x="899024" y="2871806"/>
                  </a:lnTo>
                  <a:lnTo>
                    <a:pt x="906910" y="2873769"/>
                  </a:lnTo>
                  <a:lnTo>
                    <a:pt x="914796" y="2875727"/>
                  </a:lnTo>
                  <a:lnTo>
                    <a:pt x="922683" y="2877624"/>
                  </a:lnTo>
                  <a:lnTo>
                    <a:pt x="930569" y="2879413"/>
                  </a:lnTo>
                  <a:lnTo>
                    <a:pt x="938455" y="2881059"/>
                  </a:lnTo>
                  <a:lnTo>
                    <a:pt x="946341" y="2882511"/>
                  </a:lnTo>
                  <a:lnTo>
                    <a:pt x="954227" y="2883775"/>
                  </a:lnTo>
                  <a:lnTo>
                    <a:pt x="962113" y="2884849"/>
                  </a:lnTo>
                  <a:lnTo>
                    <a:pt x="970000" y="2885736"/>
                  </a:lnTo>
                  <a:lnTo>
                    <a:pt x="977886" y="2886443"/>
                  </a:lnTo>
                  <a:lnTo>
                    <a:pt x="985772" y="2886976"/>
                  </a:lnTo>
                  <a:lnTo>
                    <a:pt x="993658" y="2887346"/>
                  </a:lnTo>
                  <a:lnTo>
                    <a:pt x="1001544" y="2887560"/>
                  </a:lnTo>
                  <a:lnTo>
                    <a:pt x="1009431" y="2887621"/>
                  </a:lnTo>
                  <a:lnTo>
                    <a:pt x="1017317" y="2887513"/>
                  </a:lnTo>
                  <a:lnTo>
                    <a:pt x="1025203" y="2887245"/>
                  </a:lnTo>
                  <a:lnTo>
                    <a:pt x="1033089" y="2886811"/>
                  </a:lnTo>
                  <a:lnTo>
                    <a:pt x="1040975" y="2886199"/>
                  </a:lnTo>
                  <a:lnTo>
                    <a:pt x="1048861" y="2885396"/>
                  </a:lnTo>
                  <a:lnTo>
                    <a:pt x="1056748" y="2884384"/>
                  </a:lnTo>
                  <a:lnTo>
                    <a:pt x="1064634" y="2883149"/>
                  </a:lnTo>
                  <a:lnTo>
                    <a:pt x="1072520" y="2881678"/>
                  </a:lnTo>
                  <a:lnTo>
                    <a:pt x="1080406" y="2879960"/>
                  </a:lnTo>
                  <a:lnTo>
                    <a:pt x="1088292" y="2877964"/>
                  </a:lnTo>
                  <a:lnTo>
                    <a:pt x="1096179" y="2875705"/>
                  </a:lnTo>
                  <a:lnTo>
                    <a:pt x="1104065" y="2873204"/>
                  </a:lnTo>
                  <a:lnTo>
                    <a:pt x="1111951" y="2870475"/>
                  </a:lnTo>
                  <a:lnTo>
                    <a:pt x="1119837" y="2867538"/>
                  </a:lnTo>
                  <a:lnTo>
                    <a:pt x="1127723" y="2864415"/>
                  </a:lnTo>
                  <a:lnTo>
                    <a:pt x="1135609" y="2861133"/>
                  </a:lnTo>
                  <a:lnTo>
                    <a:pt x="1143496" y="2857716"/>
                  </a:lnTo>
                  <a:lnTo>
                    <a:pt x="1151382" y="2854192"/>
                  </a:lnTo>
                  <a:lnTo>
                    <a:pt x="1159268" y="2850577"/>
                  </a:lnTo>
                  <a:lnTo>
                    <a:pt x="1167154" y="2846901"/>
                  </a:lnTo>
                  <a:lnTo>
                    <a:pt x="1175040" y="2843185"/>
                  </a:lnTo>
                  <a:lnTo>
                    <a:pt x="1182927" y="2839448"/>
                  </a:lnTo>
                  <a:lnTo>
                    <a:pt x="1190813" y="2835711"/>
                  </a:lnTo>
                  <a:lnTo>
                    <a:pt x="1198699" y="2832000"/>
                  </a:lnTo>
                  <a:lnTo>
                    <a:pt x="1206585" y="2828348"/>
                  </a:lnTo>
                  <a:lnTo>
                    <a:pt x="1214471" y="2824798"/>
                  </a:lnTo>
                  <a:lnTo>
                    <a:pt x="1222357" y="2821402"/>
                  </a:lnTo>
                  <a:lnTo>
                    <a:pt x="1230244" y="2818248"/>
                  </a:lnTo>
                  <a:lnTo>
                    <a:pt x="1238130" y="2815427"/>
                  </a:lnTo>
                  <a:lnTo>
                    <a:pt x="1246016" y="2813005"/>
                  </a:lnTo>
                  <a:lnTo>
                    <a:pt x="1253902" y="2811061"/>
                  </a:lnTo>
                  <a:lnTo>
                    <a:pt x="1261788" y="2809663"/>
                  </a:lnTo>
                  <a:lnTo>
                    <a:pt x="1269675" y="2808864"/>
                  </a:lnTo>
                  <a:lnTo>
                    <a:pt x="1277561" y="2808696"/>
                  </a:lnTo>
                  <a:lnTo>
                    <a:pt x="1285447" y="2809162"/>
                  </a:lnTo>
                  <a:lnTo>
                    <a:pt x="1293333" y="2810233"/>
                  </a:lnTo>
                  <a:lnTo>
                    <a:pt x="1301219" y="2811869"/>
                  </a:lnTo>
                  <a:lnTo>
                    <a:pt x="1309105" y="2813944"/>
                  </a:lnTo>
                  <a:lnTo>
                    <a:pt x="1316992" y="2816264"/>
                  </a:lnTo>
                  <a:lnTo>
                    <a:pt x="1324878" y="2818655"/>
                  </a:lnTo>
                  <a:lnTo>
                    <a:pt x="1332764" y="2820925"/>
                  </a:lnTo>
                  <a:lnTo>
                    <a:pt x="1340650" y="2822878"/>
                  </a:lnTo>
                  <a:lnTo>
                    <a:pt x="1348536" y="2824319"/>
                  </a:lnTo>
                  <a:lnTo>
                    <a:pt x="1356423" y="2825066"/>
                  </a:lnTo>
                  <a:lnTo>
                    <a:pt x="1364309" y="2824961"/>
                  </a:lnTo>
                  <a:lnTo>
                    <a:pt x="1372195" y="2823822"/>
                  </a:lnTo>
                  <a:lnTo>
                    <a:pt x="1380081" y="2821503"/>
                  </a:lnTo>
                  <a:lnTo>
                    <a:pt x="1387967" y="2818076"/>
                  </a:lnTo>
                  <a:lnTo>
                    <a:pt x="1395853" y="2813569"/>
                  </a:lnTo>
                  <a:lnTo>
                    <a:pt x="1403740" y="2808056"/>
                  </a:lnTo>
                  <a:lnTo>
                    <a:pt x="1411626" y="2801655"/>
                  </a:lnTo>
                  <a:lnTo>
                    <a:pt x="1419512" y="2794521"/>
                  </a:lnTo>
                  <a:lnTo>
                    <a:pt x="1427398" y="2786845"/>
                  </a:lnTo>
                  <a:lnTo>
                    <a:pt x="1435284" y="2778838"/>
                  </a:lnTo>
                  <a:lnTo>
                    <a:pt x="1443170" y="2770736"/>
                  </a:lnTo>
                  <a:lnTo>
                    <a:pt x="1451057" y="2762833"/>
                  </a:lnTo>
                  <a:lnTo>
                    <a:pt x="1458943" y="2755356"/>
                  </a:lnTo>
                  <a:lnTo>
                    <a:pt x="1466829" y="2748499"/>
                  </a:lnTo>
                  <a:lnTo>
                    <a:pt x="1474715" y="2742422"/>
                  </a:lnTo>
                  <a:lnTo>
                    <a:pt x="1482601" y="2737247"/>
                  </a:lnTo>
                  <a:lnTo>
                    <a:pt x="1490488" y="2733047"/>
                  </a:lnTo>
                  <a:lnTo>
                    <a:pt x="1498374" y="2729850"/>
                  </a:lnTo>
                  <a:lnTo>
                    <a:pt x="1506260" y="2727633"/>
                  </a:lnTo>
                  <a:lnTo>
                    <a:pt x="1514146" y="2726343"/>
                  </a:lnTo>
                  <a:lnTo>
                    <a:pt x="1522032" y="2725916"/>
                  </a:lnTo>
                  <a:lnTo>
                    <a:pt x="1529918" y="2726078"/>
                  </a:lnTo>
                  <a:lnTo>
                    <a:pt x="1537805" y="2726647"/>
                  </a:lnTo>
                  <a:lnTo>
                    <a:pt x="1545691" y="2727427"/>
                  </a:lnTo>
                  <a:lnTo>
                    <a:pt x="1553577" y="2728219"/>
                  </a:lnTo>
                  <a:lnTo>
                    <a:pt x="1561463" y="2728824"/>
                  </a:lnTo>
                  <a:lnTo>
                    <a:pt x="1569349" y="2729054"/>
                  </a:lnTo>
                  <a:lnTo>
                    <a:pt x="1577236" y="2728732"/>
                  </a:lnTo>
                  <a:lnTo>
                    <a:pt x="1585122" y="2727690"/>
                  </a:lnTo>
                  <a:lnTo>
                    <a:pt x="1593008" y="2725657"/>
                  </a:lnTo>
                  <a:lnTo>
                    <a:pt x="1600894" y="2722622"/>
                  </a:lnTo>
                  <a:lnTo>
                    <a:pt x="1608780" y="2718506"/>
                  </a:lnTo>
                  <a:lnTo>
                    <a:pt x="1616666" y="2713258"/>
                  </a:lnTo>
                  <a:lnTo>
                    <a:pt x="1624553" y="2706860"/>
                  </a:lnTo>
                  <a:lnTo>
                    <a:pt x="1632439" y="2699331"/>
                  </a:lnTo>
                  <a:lnTo>
                    <a:pt x="1640325" y="2690725"/>
                  </a:lnTo>
                  <a:lnTo>
                    <a:pt x="1648211" y="2681134"/>
                  </a:lnTo>
                  <a:lnTo>
                    <a:pt x="1656097" y="2670688"/>
                  </a:lnTo>
                  <a:lnTo>
                    <a:pt x="1663984" y="2659482"/>
                  </a:lnTo>
                  <a:lnTo>
                    <a:pt x="1671870" y="2647817"/>
                  </a:lnTo>
                  <a:lnTo>
                    <a:pt x="1679756" y="2635876"/>
                  </a:lnTo>
                  <a:lnTo>
                    <a:pt x="1687642" y="2623822"/>
                  </a:lnTo>
                  <a:lnTo>
                    <a:pt x="1695528" y="2611777"/>
                  </a:lnTo>
                  <a:lnTo>
                    <a:pt x="1703414" y="2599811"/>
                  </a:lnTo>
                  <a:lnTo>
                    <a:pt x="1711301" y="2587923"/>
                  </a:lnTo>
                  <a:lnTo>
                    <a:pt x="1719187" y="2576032"/>
                  </a:lnTo>
                  <a:lnTo>
                    <a:pt x="1727073" y="2563966"/>
                  </a:lnTo>
                  <a:lnTo>
                    <a:pt x="1734959" y="2551342"/>
                  </a:lnTo>
                  <a:lnTo>
                    <a:pt x="1742845" y="2537746"/>
                  </a:lnTo>
                  <a:lnTo>
                    <a:pt x="1750732" y="2522696"/>
                  </a:lnTo>
                  <a:lnTo>
                    <a:pt x="1758618" y="2505637"/>
                  </a:lnTo>
                  <a:lnTo>
                    <a:pt x="1766504" y="2485960"/>
                  </a:lnTo>
                  <a:lnTo>
                    <a:pt x="1774390" y="2463026"/>
                  </a:lnTo>
                  <a:lnTo>
                    <a:pt x="1782276" y="2436178"/>
                  </a:lnTo>
                  <a:lnTo>
                    <a:pt x="1790162" y="2404758"/>
                  </a:lnTo>
                  <a:lnTo>
                    <a:pt x="1798049" y="2368122"/>
                  </a:lnTo>
                  <a:lnTo>
                    <a:pt x="1805935" y="2324940"/>
                  </a:lnTo>
                  <a:lnTo>
                    <a:pt x="1813821" y="2275011"/>
                  </a:lnTo>
                  <a:lnTo>
                    <a:pt x="1821707" y="2218045"/>
                  </a:lnTo>
                  <a:lnTo>
                    <a:pt x="1829593" y="2153640"/>
                  </a:lnTo>
                  <a:lnTo>
                    <a:pt x="1837479" y="2081484"/>
                  </a:lnTo>
                  <a:lnTo>
                    <a:pt x="1845366" y="2001369"/>
                  </a:lnTo>
                  <a:lnTo>
                    <a:pt x="1853252" y="1913205"/>
                  </a:lnTo>
                  <a:lnTo>
                    <a:pt x="1861138" y="1817042"/>
                  </a:lnTo>
                  <a:lnTo>
                    <a:pt x="1869024" y="1713086"/>
                  </a:lnTo>
                  <a:lnTo>
                    <a:pt x="1876910" y="1601084"/>
                  </a:lnTo>
                  <a:lnTo>
                    <a:pt x="1884797" y="1482220"/>
                  </a:lnTo>
                  <a:lnTo>
                    <a:pt x="1892683" y="1357754"/>
                  </a:lnTo>
                  <a:lnTo>
                    <a:pt x="1900569" y="1228858"/>
                  </a:lnTo>
                  <a:lnTo>
                    <a:pt x="1908455" y="1096934"/>
                  </a:lnTo>
                  <a:lnTo>
                    <a:pt x="1916341" y="963605"/>
                  </a:lnTo>
                  <a:lnTo>
                    <a:pt x="1924227" y="830695"/>
                  </a:lnTo>
                  <a:lnTo>
                    <a:pt x="1932114" y="700194"/>
                  </a:lnTo>
                  <a:lnTo>
                    <a:pt x="1940000" y="574223"/>
                  </a:lnTo>
                  <a:lnTo>
                    <a:pt x="1947886" y="455774"/>
                  </a:lnTo>
                  <a:lnTo>
                    <a:pt x="1955772" y="347363"/>
                  </a:lnTo>
                  <a:lnTo>
                    <a:pt x="1963658" y="250675"/>
                  </a:lnTo>
                  <a:lnTo>
                    <a:pt x="1971545" y="167612"/>
                  </a:lnTo>
                  <a:lnTo>
                    <a:pt x="1979431" y="99835"/>
                  </a:lnTo>
                  <a:lnTo>
                    <a:pt x="1987317" y="48704"/>
                  </a:lnTo>
                  <a:lnTo>
                    <a:pt x="1995203" y="15222"/>
                  </a:lnTo>
                  <a:lnTo>
                    <a:pt x="2003089" y="0"/>
                  </a:lnTo>
                  <a:lnTo>
                    <a:pt x="2010975" y="3218"/>
                  </a:lnTo>
                  <a:lnTo>
                    <a:pt x="2018862" y="25824"/>
                  </a:lnTo>
                  <a:lnTo>
                    <a:pt x="2026748" y="66779"/>
                  </a:lnTo>
                  <a:lnTo>
                    <a:pt x="2034634" y="123439"/>
                  </a:lnTo>
                  <a:lnTo>
                    <a:pt x="2042520" y="194083"/>
                  </a:lnTo>
                  <a:lnTo>
                    <a:pt x="2050406" y="276698"/>
                  </a:lnTo>
                  <a:lnTo>
                    <a:pt x="2058293" y="369049"/>
                  </a:lnTo>
                  <a:lnTo>
                    <a:pt x="2066179" y="468765"/>
                  </a:lnTo>
                  <a:lnTo>
                    <a:pt x="2074065" y="573419"/>
                  </a:lnTo>
                  <a:lnTo>
                    <a:pt x="2081951" y="680624"/>
                  </a:lnTo>
                  <a:lnTo>
                    <a:pt x="2089837" y="787994"/>
                  </a:lnTo>
                  <a:lnTo>
                    <a:pt x="2097723" y="893055"/>
                  </a:lnTo>
                  <a:lnTo>
                    <a:pt x="2105610" y="994244"/>
                  </a:lnTo>
                  <a:lnTo>
                    <a:pt x="2113496" y="1090393"/>
                  </a:lnTo>
                  <a:lnTo>
                    <a:pt x="2121382" y="1180739"/>
                  </a:lnTo>
                  <a:lnTo>
                    <a:pt x="2129268" y="1264927"/>
                  </a:lnTo>
                  <a:lnTo>
                    <a:pt x="2137154" y="1342989"/>
                  </a:lnTo>
                  <a:lnTo>
                    <a:pt x="2145041" y="1415318"/>
                  </a:lnTo>
                  <a:lnTo>
                    <a:pt x="2152927" y="1482614"/>
                  </a:lnTo>
                  <a:lnTo>
                    <a:pt x="2160813" y="1545696"/>
                  </a:lnTo>
                  <a:lnTo>
                    <a:pt x="2168699" y="1605784"/>
                  </a:lnTo>
                  <a:lnTo>
                    <a:pt x="2176585" y="1664438"/>
                  </a:lnTo>
                  <a:lnTo>
                    <a:pt x="2184471" y="1722751"/>
                  </a:lnTo>
                  <a:lnTo>
                    <a:pt x="2192358" y="1781673"/>
                  </a:lnTo>
                  <a:lnTo>
                    <a:pt x="2200244" y="1841950"/>
                  </a:lnTo>
                  <a:lnTo>
                    <a:pt x="2208130" y="1904085"/>
                  </a:lnTo>
                  <a:lnTo>
                    <a:pt x="2216016" y="1968314"/>
                  </a:lnTo>
                  <a:lnTo>
                    <a:pt x="2223902" y="2034595"/>
                  </a:lnTo>
                  <a:lnTo>
                    <a:pt x="2231789" y="2102653"/>
                  </a:lnTo>
                  <a:lnTo>
                    <a:pt x="2239675" y="2171865"/>
                  </a:lnTo>
                  <a:lnTo>
                    <a:pt x="2247561" y="2241224"/>
                  </a:lnTo>
                  <a:lnTo>
                    <a:pt x="2255447" y="2309830"/>
                  </a:lnTo>
                  <a:lnTo>
                    <a:pt x="2263333" y="2376750"/>
                  </a:lnTo>
                  <a:lnTo>
                    <a:pt x="2271219" y="2441084"/>
                  </a:lnTo>
                  <a:lnTo>
                    <a:pt x="2279106" y="2502006"/>
                  </a:lnTo>
                  <a:lnTo>
                    <a:pt x="2286992" y="2558810"/>
                  </a:lnTo>
                  <a:lnTo>
                    <a:pt x="2294878" y="2610939"/>
                  </a:lnTo>
                  <a:lnTo>
                    <a:pt x="2302764" y="2657911"/>
                  </a:lnTo>
                  <a:lnTo>
                    <a:pt x="2310650" y="2698967"/>
                  </a:lnTo>
                  <a:lnTo>
                    <a:pt x="2318536" y="2734782"/>
                  </a:lnTo>
                  <a:lnTo>
                    <a:pt x="2326423" y="2765545"/>
                  </a:lnTo>
                  <a:lnTo>
                    <a:pt x="2334309" y="2791559"/>
                  </a:lnTo>
                  <a:lnTo>
                    <a:pt x="2342195" y="2813206"/>
                  </a:lnTo>
                  <a:lnTo>
                    <a:pt x="2350081" y="2830930"/>
                  </a:lnTo>
                  <a:lnTo>
                    <a:pt x="2357967" y="2845200"/>
                  </a:lnTo>
                  <a:lnTo>
                    <a:pt x="2365854" y="2856496"/>
                  </a:lnTo>
                  <a:lnTo>
                    <a:pt x="2373740" y="2865273"/>
                  </a:lnTo>
                  <a:lnTo>
                    <a:pt x="2381626" y="2871767"/>
                  </a:lnTo>
                  <a:lnTo>
                    <a:pt x="2389512" y="2876691"/>
                  </a:lnTo>
                  <a:lnTo>
                    <a:pt x="2397398" y="2880364"/>
                  </a:lnTo>
                  <a:lnTo>
                    <a:pt x="2405284" y="2883058"/>
                  </a:lnTo>
                  <a:lnTo>
                    <a:pt x="2413171" y="2885002"/>
                  </a:lnTo>
                  <a:lnTo>
                    <a:pt x="2421057" y="2886379"/>
                  </a:lnTo>
                  <a:lnTo>
                    <a:pt x="2428943" y="2887337"/>
                  </a:lnTo>
                  <a:lnTo>
                    <a:pt x="2436829" y="2887992"/>
                  </a:lnTo>
                  <a:lnTo>
                    <a:pt x="2444715" y="2888431"/>
                  </a:lnTo>
                  <a:lnTo>
                    <a:pt x="2452602" y="2888707"/>
                  </a:lnTo>
                  <a:lnTo>
                    <a:pt x="2460488" y="2888890"/>
                  </a:lnTo>
                  <a:lnTo>
                    <a:pt x="2468374" y="2889008"/>
                  </a:lnTo>
                  <a:lnTo>
                    <a:pt x="2476260" y="2889084"/>
                  </a:lnTo>
                  <a:lnTo>
                    <a:pt x="2484146" y="2889131"/>
                  </a:lnTo>
                  <a:lnTo>
                    <a:pt x="2492032" y="2889160"/>
                  </a:lnTo>
                  <a:lnTo>
                    <a:pt x="2499919" y="2889178"/>
                  </a:lnTo>
                  <a:lnTo>
                    <a:pt x="2507805" y="2889188"/>
                  </a:lnTo>
                  <a:lnTo>
                    <a:pt x="2515691" y="2889194"/>
                  </a:lnTo>
                  <a:lnTo>
                    <a:pt x="2523577" y="2889197"/>
                  </a:lnTo>
                  <a:lnTo>
                    <a:pt x="2531463" y="2889199"/>
                  </a:lnTo>
                  <a:lnTo>
                    <a:pt x="2539350" y="2889200"/>
                  </a:lnTo>
                  <a:lnTo>
                    <a:pt x="2547236" y="2889201"/>
                  </a:lnTo>
                  <a:lnTo>
                    <a:pt x="2555122" y="2889201"/>
                  </a:lnTo>
                  <a:lnTo>
                    <a:pt x="2563008" y="2889201"/>
                  </a:lnTo>
                  <a:lnTo>
                    <a:pt x="2570894" y="2889201"/>
                  </a:lnTo>
                  <a:lnTo>
                    <a:pt x="2578780" y="2889201"/>
                  </a:lnTo>
                  <a:lnTo>
                    <a:pt x="2586667" y="2889201"/>
                  </a:lnTo>
                  <a:lnTo>
                    <a:pt x="2594553" y="2889201"/>
                  </a:lnTo>
                  <a:lnTo>
                    <a:pt x="2602439" y="2889201"/>
                  </a:lnTo>
                  <a:lnTo>
                    <a:pt x="2610325" y="2889201"/>
                  </a:lnTo>
                  <a:lnTo>
                    <a:pt x="2618211" y="2889201"/>
                  </a:lnTo>
                  <a:lnTo>
                    <a:pt x="2626098" y="2889201"/>
                  </a:lnTo>
                  <a:lnTo>
                    <a:pt x="2633984" y="2889201"/>
                  </a:lnTo>
                  <a:lnTo>
                    <a:pt x="2641870" y="2889201"/>
                  </a:lnTo>
                  <a:lnTo>
                    <a:pt x="2649756" y="2889201"/>
                  </a:lnTo>
                  <a:lnTo>
                    <a:pt x="2657642" y="2889201"/>
                  </a:lnTo>
                  <a:lnTo>
                    <a:pt x="2665528" y="2889201"/>
                  </a:lnTo>
                  <a:lnTo>
                    <a:pt x="2673415" y="2889201"/>
                  </a:lnTo>
                  <a:lnTo>
                    <a:pt x="2681301" y="2889201"/>
                  </a:lnTo>
                  <a:lnTo>
                    <a:pt x="2689187" y="2889201"/>
                  </a:lnTo>
                  <a:lnTo>
                    <a:pt x="2697073" y="2889201"/>
                  </a:lnTo>
                  <a:lnTo>
                    <a:pt x="2704959" y="2889201"/>
                  </a:lnTo>
                  <a:lnTo>
                    <a:pt x="2712846" y="2889201"/>
                  </a:lnTo>
                  <a:lnTo>
                    <a:pt x="2720732" y="2889201"/>
                  </a:lnTo>
                  <a:lnTo>
                    <a:pt x="2728618" y="2889201"/>
                  </a:lnTo>
                  <a:lnTo>
                    <a:pt x="2736504" y="2889201"/>
                  </a:lnTo>
                  <a:lnTo>
                    <a:pt x="2744390" y="2889201"/>
                  </a:lnTo>
                  <a:lnTo>
                    <a:pt x="2752276" y="2889201"/>
                  </a:lnTo>
                  <a:lnTo>
                    <a:pt x="2760163" y="2889201"/>
                  </a:lnTo>
                  <a:lnTo>
                    <a:pt x="2768049" y="2889201"/>
                  </a:lnTo>
                  <a:lnTo>
                    <a:pt x="2775935" y="2889201"/>
                  </a:lnTo>
                  <a:lnTo>
                    <a:pt x="2783821" y="2889201"/>
                  </a:lnTo>
                  <a:lnTo>
                    <a:pt x="2791707" y="2889201"/>
                  </a:lnTo>
                  <a:lnTo>
                    <a:pt x="2799593" y="2889201"/>
                  </a:lnTo>
                  <a:lnTo>
                    <a:pt x="2807480" y="2889201"/>
                  </a:lnTo>
                  <a:lnTo>
                    <a:pt x="2815366" y="2889201"/>
                  </a:lnTo>
                  <a:lnTo>
                    <a:pt x="2823252" y="2889201"/>
                  </a:lnTo>
                  <a:lnTo>
                    <a:pt x="2831138" y="2889201"/>
                  </a:lnTo>
                  <a:lnTo>
                    <a:pt x="2839024" y="2889201"/>
                  </a:lnTo>
                  <a:lnTo>
                    <a:pt x="2846911" y="2889201"/>
                  </a:lnTo>
                  <a:lnTo>
                    <a:pt x="2854797" y="2889201"/>
                  </a:lnTo>
                  <a:lnTo>
                    <a:pt x="2862683" y="2889201"/>
                  </a:lnTo>
                  <a:lnTo>
                    <a:pt x="2870569" y="2889201"/>
                  </a:lnTo>
                  <a:lnTo>
                    <a:pt x="2878455" y="2889201"/>
                  </a:lnTo>
                  <a:lnTo>
                    <a:pt x="2886341" y="2889201"/>
                  </a:lnTo>
                  <a:lnTo>
                    <a:pt x="2894228" y="2889201"/>
                  </a:lnTo>
                  <a:lnTo>
                    <a:pt x="2902114" y="2889201"/>
                  </a:lnTo>
                  <a:lnTo>
                    <a:pt x="2910000" y="2889201"/>
                  </a:lnTo>
                  <a:lnTo>
                    <a:pt x="2917886" y="2889201"/>
                  </a:lnTo>
                  <a:lnTo>
                    <a:pt x="2925772" y="2889201"/>
                  </a:lnTo>
                  <a:lnTo>
                    <a:pt x="2933659" y="2889201"/>
                  </a:lnTo>
                  <a:lnTo>
                    <a:pt x="2941545" y="2889201"/>
                  </a:lnTo>
                  <a:lnTo>
                    <a:pt x="2949431" y="2889201"/>
                  </a:lnTo>
                  <a:lnTo>
                    <a:pt x="2957317" y="2889201"/>
                  </a:lnTo>
                  <a:lnTo>
                    <a:pt x="2965203" y="2889201"/>
                  </a:lnTo>
                  <a:lnTo>
                    <a:pt x="2973089" y="2889201"/>
                  </a:lnTo>
                  <a:lnTo>
                    <a:pt x="2980976" y="2889201"/>
                  </a:lnTo>
                  <a:lnTo>
                    <a:pt x="2988862" y="2889201"/>
                  </a:lnTo>
                  <a:lnTo>
                    <a:pt x="2996748" y="2889201"/>
                  </a:lnTo>
                  <a:lnTo>
                    <a:pt x="3004634" y="2889201"/>
                  </a:lnTo>
                  <a:lnTo>
                    <a:pt x="3012520" y="2889201"/>
                  </a:lnTo>
                  <a:lnTo>
                    <a:pt x="3020407" y="2889201"/>
                  </a:lnTo>
                  <a:lnTo>
                    <a:pt x="3028293" y="2889201"/>
                  </a:lnTo>
                  <a:lnTo>
                    <a:pt x="3036179" y="2889201"/>
                  </a:lnTo>
                  <a:lnTo>
                    <a:pt x="3044065" y="2889201"/>
                  </a:lnTo>
                  <a:lnTo>
                    <a:pt x="3051951" y="2889201"/>
                  </a:lnTo>
                  <a:lnTo>
                    <a:pt x="3059837" y="2889201"/>
                  </a:lnTo>
                  <a:lnTo>
                    <a:pt x="3067724" y="2889201"/>
                  </a:lnTo>
                  <a:lnTo>
                    <a:pt x="3075610" y="2889201"/>
                  </a:lnTo>
                  <a:lnTo>
                    <a:pt x="3083496" y="2889201"/>
                  </a:lnTo>
                  <a:lnTo>
                    <a:pt x="3091382" y="2889201"/>
                  </a:lnTo>
                  <a:lnTo>
                    <a:pt x="3099268" y="2889201"/>
                  </a:lnTo>
                  <a:lnTo>
                    <a:pt x="3107155" y="2889201"/>
                  </a:lnTo>
                  <a:lnTo>
                    <a:pt x="3115041" y="2889201"/>
                  </a:lnTo>
                  <a:lnTo>
                    <a:pt x="3122927" y="2889201"/>
                  </a:lnTo>
                  <a:lnTo>
                    <a:pt x="3130813" y="2889201"/>
                  </a:lnTo>
                  <a:lnTo>
                    <a:pt x="3138699" y="2889201"/>
                  </a:lnTo>
                  <a:lnTo>
                    <a:pt x="3146585" y="2889201"/>
                  </a:lnTo>
                  <a:lnTo>
                    <a:pt x="3154472" y="2889201"/>
                  </a:lnTo>
                  <a:lnTo>
                    <a:pt x="3162358" y="2889201"/>
                  </a:lnTo>
                  <a:lnTo>
                    <a:pt x="3170244" y="2889201"/>
                  </a:lnTo>
                  <a:lnTo>
                    <a:pt x="3178130" y="2889201"/>
                  </a:lnTo>
                  <a:lnTo>
                    <a:pt x="3186016" y="2889201"/>
                  </a:lnTo>
                  <a:lnTo>
                    <a:pt x="3193903" y="2889201"/>
                  </a:lnTo>
                  <a:lnTo>
                    <a:pt x="3201789" y="2889201"/>
                  </a:lnTo>
                  <a:lnTo>
                    <a:pt x="3209675" y="2889201"/>
                  </a:lnTo>
                  <a:lnTo>
                    <a:pt x="3217561" y="2889201"/>
                  </a:lnTo>
                  <a:lnTo>
                    <a:pt x="3225447" y="2889201"/>
                  </a:lnTo>
                  <a:lnTo>
                    <a:pt x="3233333" y="2889201"/>
                  </a:lnTo>
                  <a:lnTo>
                    <a:pt x="3241220" y="2889201"/>
                  </a:lnTo>
                  <a:lnTo>
                    <a:pt x="3249106" y="2889201"/>
                  </a:lnTo>
                  <a:lnTo>
                    <a:pt x="3256992" y="2889201"/>
                  </a:lnTo>
                  <a:lnTo>
                    <a:pt x="3264878" y="2889201"/>
                  </a:lnTo>
                  <a:lnTo>
                    <a:pt x="3272764" y="2889201"/>
                  </a:lnTo>
                  <a:lnTo>
                    <a:pt x="3280650" y="2889201"/>
                  </a:lnTo>
                  <a:lnTo>
                    <a:pt x="3288537" y="2889201"/>
                  </a:lnTo>
                  <a:lnTo>
                    <a:pt x="3296423" y="2889201"/>
                  </a:lnTo>
                  <a:lnTo>
                    <a:pt x="3304309" y="2889201"/>
                  </a:lnTo>
                  <a:lnTo>
                    <a:pt x="3312195" y="2889201"/>
                  </a:lnTo>
                  <a:lnTo>
                    <a:pt x="3320081" y="2889201"/>
                  </a:lnTo>
                  <a:lnTo>
                    <a:pt x="3327968" y="2889201"/>
                  </a:lnTo>
                  <a:lnTo>
                    <a:pt x="3335854" y="2889201"/>
                  </a:lnTo>
                  <a:lnTo>
                    <a:pt x="3343740" y="2889201"/>
                  </a:lnTo>
                  <a:lnTo>
                    <a:pt x="3351626" y="2889201"/>
                  </a:lnTo>
                  <a:lnTo>
                    <a:pt x="3359512" y="2889201"/>
                  </a:lnTo>
                  <a:lnTo>
                    <a:pt x="3367398" y="2889201"/>
                  </a:lnTo>
                  <a:lnTo>
                    <a:pt x="3375285" y="2889201"/>
                  </a:lnTo>
                  <a:lnTo>
                    <a:pt x="3383171" y="2889201"/>
                  </a:lnTo>
                  <a:lnTo>
                    <a:pt x="3391057" y="2889201"/>
                  </a:lnTo>
                  <a:lnTo>
                    <a:pt x="3398943" y="2889201"/>
                  </a:lnTo>
                  <a:lnTo>
                    <a:pt x="3406829" y="2889201"/>
                  </a:lnTo>
                  <a:lnTo>
                    <a:pt x="3414716" y="2889201"/>
                  </a:lnTo>
                  <a:lnTo>
                    <a:pt x="3422602" y="2889201"/>
                  </a:lnTo>
                  <a:lnTo>
                    <a:pt x="3430488" y="2889201"/>
                  </a:lnTo>
                  <a:lnTo>
                    <a:pt x="3438374" y="2889201"/>
                  </a:lnTo>
                  <a:lnTo>
                    <a:pt x="3446260" y="2889201"/>
                  </a:lnTo>
                  <a:lnTo>
                    <a:pt x="3454146" y="2889201"/>
                  </a:lnTo>
                  <a:lnTo>
                    <a:pt x="3462033" y="2889201"/>
                  </a:lnTo>
                  <a:lnTo>
                    <a:pt x="3469919" y="2889201"/>
                  </a:lnTo>
                  <a:lnTo>
                    <a:pt x="3477805" y="2889201"/>
                  </a:lnTo>
                  <a:lnTo>
                    <a:pt x="3485691" y="2889201"/>
                  </a:lnTo>
                  <a:lnTo>
                    <a:pt x="3493577" y="2889201"/>
                  </a:lnTo>
                  <a:lnTo>
                    <a:pt x="3501464" y="2889201"/>
                  </a:lnTo>
                  <a:lnTo>
                    <a:pt x="3509350" y="2889201"/>
                  </a:lnTo>
                  <a:lnTo>
                    <a:pt x="3517236" y="2889201"/>
                  </a:lnTo>
                  <a:lnTo>
                    <a:pt x="3525122" y="2889201"/>
                  </a:lnTo>
                  <a:lnTo>
                    <a:pt x="3533008" y="2889201"/>
                  </a:lnTo>
                  <a:lnTo>
                    <a:pt x="3540894" y="2889201"/>
                  </a:lnTo>
                  <a:lnTo>
                    <a:pt x="3548781" y="2889201"/>
                  </a:lnTo>
                  <a:lnTo>
                    <a:pt x="3556667" y="2889201"/>
                  </a:lnTo>
                  <a:lnTo>
                    <a:pt x="3564553" y="2889201"/>
                  </a:lnTo>
                  <a:lnTo>
                    <a:pt x="3572439" y="2889201"/>
                  </a:lnTo>
                  <a:lnTo>
                    <a:pt x="3580325" y="2889201"/>
                  </a:lnTo>
                  <a:lnTo>
                    <a:pt x="3588212" y="2889201"/>
                  </a:lnTo>
                  <a:lnTo>
                    <a:pt x="3596098" y="2889201"/>
                  </a:lnTo>
                  <a:lnTo>
                    <a:pt x="3603984" y="2889201"/>
                  </a:lnTo>
                  <a:lnTo>
                    <a:pt x="3611870" y="2889201"/>
                  </a:lnTo>
                  <a:lnTo>
                    <a:pt x="3619756" y="2889201"/>
                  </a:lnTo>
                  <a:lnTo>
                    <a:pt x="3627642" y="2889201"/>
                  </a:lnTo>
                  <a:lnTo>
                    <a:pt x="3635529" y="2889201"/>
                  </a:lnTo>
                  <a:lnTo>
                    <a:pt x="3643415" y="2889201"/>
                  </a:lnTo>
                  <a:lnTo>
                    <a:pt x="3651301" y="2889201"/>
                  </a:lnTo>
                  <a:lnTo>
                    <a:pt x="3659187" y="2889201"/>
                  </a:lnTo>
                  <a:lnTo>
                    <a:pt x="3667073" y="2889201"/>
                  </a:lnTo>
                  <a:lnTo>
                    <a:pt x="3674959" y="2889201"/>
                  </a:lnTo>
                  <a:lnTo>
                    <a:pt x="3682846" y="2889201"/>
                  </a:lnTo>
                  <a:lnTo>
                    <a:pt x="3690732" y="2889201"/>
                  </a:lnTo>
                  <a:lnTo>
                    <a:pt x="3698618" y="2889201"/>
                  </a:lnTo>
                  <a:lnTo>
                    <a:pt x="3706504" y="2889201"/>
                  </a:lnTo>
                  <a:lnTo>
                    <a:pt x="3714390" y="2889201"/>
                  </a:lnTo>
                  <a:lnTo>
                    <a:pt x="3722277" y="2889201"/>
                  </a:lnTo>
                  <a:lnTo>
                    <a:pt x="3730163" y="2889201"/>
                  </a:lnTo>
                  <a:lnTo>
                    <a:pt x="3738049" y="2889201"/>
                  </a:lnTo>
                  <a:lnTo>
                    <a:pt x="3745935" y="2889201"/>
                  </a:lnTo>
                  <a:lnTo>
                    <a:pt x="3753821" y="2889201"/>
                  </a:lnTo>
                  <a:lnTo>
                    <a:pt x="3761707" y="2889201"/>
                  </a:lnTo>
                  <a:lnTo>
                    <a:pt x="3769594" y="2889201"/>
                  </a:lnTo>
                  <a:lnTo>
                    <a:pt x="3777480" y="2889201"/>
                  </a:lnTo>
                  <a:lnTo>
                    <a:pt x="3785366" y="2889201"/>
                  </a:lnTo>
                  <a:lnTo>
                    <a:pt x="3793252" y="2889201"/>
                  </a:lnTo>
                  <a:lnTo>
                    <a:pt x="3801138" y="2889201"/>
                  </a:lnTo>
                  <a:lnTo>
                    <a:pt x="3809025" y="2889201"/>
                  </a:lnTo>
                  <a:lnTo>
                    <a:pt x="3816911" y="2889201"/>
                  </a:lnTo>
                  <a:lnTo>
                    <a:pt x="3824797" y="2889201"/>
                  </a:lnTo>
                  <a:lnTo>
                    <a:pt x="3832683" y="2889201"/>
                  </a:lnTo>
                  <a:lnTo>
                    <a:pt x="3840569" y="2889201"/>
                  </a:lnTo>
                  <a:lnTo>
                    <a:pt x="3848455" y="2889201"/>
                  </a:lnTo>
                  <a:lnTo>
                    <a:pt x="3856342" y="2889201"/>
                  </a:lnTo>
                  <a:lnTo>
                    <a:pt x="3864228" y="2889201"/>
                  </a:lnTo>
                  <a:lnTo>
                    <a:pt x="3872114" y="2889201"/>
                  </a:lnTo>
                  <a:lnTo>
                    <a:pt x="3880000" y="2889201"/>
                  </a:lnTo>
                  <a:lnTo>
                    <a:pt x="3887886" y="2889201"/>
                  </a:lnTo>
                  <a:lnTo>
                    <a:pt x="3895773" y="2889201"/>
                  </a:lnTo>
                  <a:lnTo>
                    <a:pt x="3903659" y="2889201"/>
                  </a:lnTo>
                  <a:lnTo>
                    <a:pt x="3911545" y="2889201"/>
                  </a:lnTo>
                  <a:lnTo>
                    <a:pt x="3919431" y="2889201"/>
                  </a:lnTo>
                  <a:lnTo>
                    <a:pt x="3927317" y="2889201"/>
                  </a:lnTo>
                  <a:lnTo>
                    <a:pt x="3935203" y="2889201"/>
                  </a:lnTo>
                  <a:lnTo>
                    <a:pt x="3943090" y="2889201"/>
                  </a:lnTo>
                  <a:lnTo>
                    <a:pt x="3950976" y="2889201"/>
                  </a:lnTo>
                  <a:lnTo>
                    <a:pt x="3958862" y="2889201"/>
                  </a:lnTo>
                  <a:lnTo>
                    <a:pt x="3966748" y="2889201"/>
                  </a:lnTo>
                  <a:lnTo>
                    <a:pt x="3974634" y="2889201"/>
                  </a:lnTo>
                  <a:lnTo>
                    <a:pt x="3982521" y="2889201"/>
                  </a:lnTo>
                  <a:lnTo>
                    <a:pt x="3990407" y="2889201"/>
                  </a:lnTo>
                  <a:lnTo>
                    <a:pt x="3998293" y="2889201"/>
                  </a:lnTo>
                  <a:lnTo>
                    <a:pt x="4006179" y="2889201"/>
                  </a:lnTo>
                  <a:lnTo>
                    <a:pt x="4014065" y="2889201"/>
                  </a:lnTo>
                  <a:lnTo>
                    <a:pt x="4021951" y="2889201"/>
                  </a:lnTo>
                  <a:lnTo>
                    <a:pt x="4029838" y="2889201"/>
                  </a:lnTo>
                  <a:lnTo>
                    <a:pt x="4021951" y="2889201"/>
                  </a:lnTo>
                  <a:lnTo>
                    <a:pt x="4014065" y="2889201"/>
                  </a:lnTo>
                  <a:lnTo>
                    <a:pt x="4006179" y="2889201"/>
                  </a:lnTo>
                  <a:lnTo>
                    <a:pt x="3998293" y="2889201"/>
                  </a:lnTo>
                  <a:lnTo>
                    <a:pt x="3990407" y="2889201"/>
                  </a:lnTo>
                  <a:lnTo>
                    <a:pt x="3982521" y="2889201"/>
                  </a:lnTo>
                  <a:lnTo>
                    <a:pt x="3974634" y="2889201"/>
                  </a:lnTo>
                  <a:lnTo>
                    <a:pt x="3966748" y="2889201"/>
                  </a:lnTo>
                  <a:lnTo>
                    <a:pt x="3958862" y="2889201"/>
                  </a:lnTo>
                  <a:lnTo>
                    <a:pt x="3950976" y="2889201"/>
                  </a:lnTo>
                  <a:lnTo>
                    <a:pt x="3943090" y="2889201"/>
                  </a:lnTo>
                  <a:lnTo>
                    <a:pt x="3935203" y="2889201"/>
                  </a:lnTo>
                  <a:lnTo>
                    <a:pt x="3927317" y="2889201"/>
                  </a:lnTo>
                  <a:lnTo>
                    <a:pt x="3919431" y="2889201"/>
                  </a:lnTo>
                  <a:lnTo>
                    <a:pt x="3911545" y="2889201"/>
                  </a:lnTo>
                  <a:lnTo>
                    <a:pt x="3903659" y="2889201"/>
                  </a:lnTo>
                  <a:lnTo>
                    <a:pt x="3895773" y="2889201"/>
                  </a:lnTo>
                  <a:lnTo>
                    <a:pt x="3887886" y="2889201"/>
                  </a:lnTo>
                  <a:lnTo>
                    <a:pt x="3880000" y="2889201"/>
                  </a:lnTo>
                  <a:lnTo>
                    <a:pt x="3872114" y="2889201"/>
                  </a:lnTo>
                  <a:lnTo>
                    <a:pt x="3864228" y="2889201"/>
                  </a:lnTo>
                  <a:lnTo>
                    <a:pt x="3856342" y="2889201"/>
                  </a:lnTo>
                  <a:lnTo>
                    <a:pt x="3848455" y="2889201"/>
                  </a:lnTo>
                  <a:lnTo>
                    <a:pt x="3840569" y="2889201"/>
                  </a:lnTo>
                  <a:lnTo>
                    <a:pt x="3832683" y="2889201"/>
                  </a:lnTo>
                  <a:lnTo>
                    <a:pt x="3824797" y="2889201"/>
                  </a:lnTo>
                  <a:lnTo>
                    <a:pt x="3816911" y="2889201"/>
                  </a:lnTo>
                  <a:lnTo>
                    <a:pt x="3809025" y="2889201"/>
                  </a:lnTo>
                  <a:lnTo>
                    <a:pt x="3801138" y="2889201"/>
                  </a:lnTo>
                  <a:lnTo>
                    <a:pt x="3793252" y="2889201"/>
                  </a:lnTo>
                  <a:lnTo>
                    <a:pt x="3785366" y="2889201"/>
                  </a:lnTo>
                  <a:lnTo>
                    <a:pt x="3777480" y="2889201"/>
                  </a:lnTo>
                  <a:lnTo>
                    <a:pt x="3769594" y="2889201"/>
                  </a:lnTo>
                  <a:lnTo>
                    <a:pt x="3761707" y="2889201"/>
                  </a:lnTo>
                  <a:lnTo>
                    <a:pt x="3753821" y="2889201"/>
                  </a:lnTo>
                  <a:lnTo>
                    <a:pt x="3745935" y="2889201"/>
                  </a:lnTo>
                  <a:lnTo>
                    <a:pt x="3738049" y="2889201"/>
                  </a:lnTo>
                  <a:lnTo>
                    <a:pt x="3730163" y="2889201"/>
                  </a:lnTo>
                  <a:lnTo>
                    <a:pt x="3722277" y="2889201"/>
                  </a:lnTo>
                  <a:lnTo>
                    <a:pt x="3714390" y="2889201"/>
                  </a:lnTo>
                  <a:lnTo>
                    <a:pt x="3706504" y="2889201"/>
                  </a:lnTo>
                  <a:lnTo>
                    <a:pt x="3698618" y="2889201"/>
                  </a:lnTo>
                  <a:lnTo>
                    <a:pt x="3690732" y="2889201"/>
                  </a:lnTo>
                  <a:lnTo>
                    <a:pt x="3682846" y="2889201"/>
                  </a:lnTo>
                  <a:lnTo>
                    <a:pt x="3674959" y="2889201"/>
                  </a:lnTo>
                  <a:lnTo>
                    <a:pt x="3667073" y="2889201"/>
                  </a:lnTo>
                  <a:lnTo>
                    <a:pt x="3659187" y="2889201"/>
                  </a:lnTo>
                  <a:lnTo>
                    <a:pt x="3651301" y="2889201"/>
                  </a:lnTo>
                  <a:lnTo>
                    <a:pt x="3643415" y="2889201"/>
                  </a:lnTo>
                  <a:lnTo>
                    <a:pt x="3635529" y="2889201"/>
                  </a:lnTo>
                  <a:lnTo>
                    <a:pt x="3627642" y="2889201"/>
                  </a:lnTo>
                  <a:lnTo>
                    <a:pt x="3619756" y="2889201"/>
                  </a:lnTo>
                  <a:lnTo>
                    <a:pt x="3611870" y="2889201"/>
                  </a:lnTo>
                  <a:lnTo>
                    <a:pt x="3603984" y="2889201"/>
                  </a:lnTo>
                  <a:lnTo>
                    <a:pt x="3596098" y="2889201"/>
                  </a:lnTo>
                  <a:lnTo>
                    <a:pt x="3588212" y="2889201"/>
                  </a:lnTo>
                  <a:lnTo>
                    <a:pt x="3580325" y="2889201"/>
                  </a:lnTo>
                  <a:lnTo>
                    <a:pt x="3572439" y="2889201"/>
                  </a:lnTo>
                  <a:lnTo>
                    <a:pt x="3564553" y="2889201"/>
                  </a:lnTo>
                  <a:lnTo>
                    <a:pt x="3556667" y="2889201"/>
                  </a:lnTo>
                  <a:lnTo>
                    <a:pt x="3548781" y="2889201"/>
                  </a:lnTo>
                  <a:lnTo>
                    <a:pt x="3540894" y="2889201"/>
                  </a:lnTo>
                  <a:lnTo>
                    <a:pt x="3533008" y="2889201"/>
                  </a:lnTo>
                  <a:lnTo>
                    <a:pt x="3525122" y="2889201"/>
                  </a:lnTo>
                  <a:lnTo>
                    <a:pt x="3517236" y="2889201"/>
                  </a:lnTo>
                  <a:lnTo>
                    <a:pt x="3509350" y="2889201"/>
                  </a:lnTo>
                  <a:lnTo>
                    <a:pt x="3501464" y="2889201"/>
                  </a:lnTo>
                  <a:lnTo>
                    <a:pt x="3493577" y="2889201"/>
                  </a:lnTo>
                  <a:lnTo>
                    <a:pt x="3485691" y="2889201"/>
                  </a:lnTo>
                  <a:lnTo>
                    <a:pt x="3477805" y="2889201"/>
                  </a:lnTo>
                  <a:lnTo>
                    <a:pt x="3469919" y="2889201"/>
                  </a:lnTo>
                  <a:lnTo>
                    <a:pt x="3462033" y="2889201"/>
                  </a:lnTo>
                  <a:lnTo>
                    <a:pt x="3454146" y="2889201"/>
                  </a:lnTo>
                  <a:lnTo>
                    <a:pt x="3446260" y="2889201"/>
                  </a:lnTo>
                  <a:lnTo>
                    <a:pt x="3438374" y="2889201"/>
                  </a:lnTo>
                  <a:lnTo>
                    <a:pt x="3430488" y="2889201"/>
                  </a:lnTo>
                  <a:lnTo>
                    <a:pt x="3422602" y="2889201"/>
                  </a:lnTo>
                  <a:lnTo>
                    <a:pt x="3414716" y="2889201"/>
                  </a:lnTo>
                  <a:lnTo>
                    <a:pt x="3406829" y="2889201"/>
                  </a:lnTo>
                  <a:lnTo>
                    <a:pt x="3398943" y="2889201"/>
                  </a:lnTo>
                  <a:lnTo>
                    <a:pt x="3391057" y="2889201"/>
                  </a:lnTo>
                  <a:lnTo>
                    <a:pt x="3383171" y="2889201"/>
                  </a:lnTo>
                  <a:lnTo>
                    <a:pt x="3375285" y="2889201"/>
                  </a:lnTo>
                  <a:lnTo>
                    <a:pt x="3367398" y="2889201"/>
                  </a:lnTo>
                  <a:lnTo>
                    <a:pt x="3359512" y="2889201"/>
                  </a:lnTo>
                  <a:lnTo>
                    <a:pt x="3351626" y="2889201"/>
                  </a:lnTo>
                  <a:lnTo>
                    <a:pt x="3343740" y="2889201"/>
                  </a:lnTo>
                  <a:lnTo>
                    <a:pt x="3335854" y="2889201"/>
                  </a:lnTo>
                  <a:lnTo>
                    <a:pt x="3327968" y="2889201"/>
                  </a:lnTo>
                  <a:lnTo>
                    <a:pt x="3320081" y="2889201"/>
                  </a:lnTo>
                  <a:lnTo>
                    <a:pt x="3312195" y="2889201"/>
                  </a:lnTo>
                  <a:lnTo>
                    <a:pt x="3304309" y="2889201"/>
                  </a:lnTo>
                  <a:lnTo>
                    <a:pt x="3296423" y="2889201"/>
                  </a:lnTo>
                  <a:lnTo>
                    <a:pt x="3288537" y="2889201"/>
                  </a:lnTo>
                  <a:lnTo>
                    <a:pt x="3280650" y="2889201"/>
                  </a:lnTo>
                  <a:lnTo>
                    <a:pt x="3272764" y="2889201"/>
                  </a:lnTo>
                  <a:lnTo>
                    <a:pt x="3264878" y="2889201"/>
                  </a:lnTo>
                  <a:lnTo>
                    <a:pt x="3256992" y="2889201"/>
                  </a:lnTo>
                  <a:lnTo>
                    <a:pt x="3249106" y="2889201"/>
                  </a:lnTo>
                  <a:lnTo>
                    <a:pt x="3241220" y="2889201"/>
                  </a:lnTo>
                  <a:lnTo>
                    <a:pt x="3233333" y="2889201"/>
                  </a:lnTo>
                  <a:lnTo>
                    <a:pt x="3225447" y="2889201"/>
                  </a:lnTo>
                  <a:lnTo>
                    <a:pt x="3217561" y="2889201"/>
                  </a:lnTo>
                  <a:lnTo>
                    <a:pt x="3209675" y="2889201"/>
                  </a:lnTo>
                  <a:lnTo>
                    <a:pt x="3201789" y="2889201"/>
                  </a:lnTo>
                  <a:lnTo>
                    <a:pt x="3193903" y="2889201"/>
                  </a:lnTo>
                  <a:lnTo>
                    <a:pt x="3186016" y="2889201"/>
                  </a:lnTo>
                  <a:lnTo>
                    <a:pt x="3178130" y="2889201"/>
                  </a:lnTo>
                  <a:lnTo>
                    <a:pt x="3170244" y="2889201"/>
                  </a:lnTo>
                  <a:lnTo>
                    <a:pt x="3162358" y="2889201"/>
                  </a:lnTo>
                  <a:lnTo>
                    <a:pt x="3154472" y="2889201"/>
                  </a:lnTo>
                  <a:lnTo>
                    <a:pt x="3146585" y="2889201"/>
                  </a:lnTo>
                  <a:lnTo>
                    <a:pt x="3138699" y="2889201"/>
                  </a:lnTo>
                  <a:lnTo>
                    <a:pt x="3130813" y="2889201"/>
                  </a:lnTo>
                  <a:lnTo>
                    <a:pt x="3122927" y="2889201"/>
                  </a:lnTo>
                  <a:lnTo>
                    <a:pt x="3115041" y="2889201"/>
                  </a:lnTo>
                  <a:lnTo>
                    <a:pt x="3107155" y="2889201"/>
                  </a:lnTo>
                  <a:lnTo>
                    <a:pt x="3099268" y="2889201"/>
                  </a:lnTo>
                  <a:lnTo>
                    <a:pt x="3091382" y="2889201"/>
                  </a:lnTo>
                  <a:lnTo>
                    <a:pt x="3083496" y="2889201"/>
                  </a:lnTo>
                  <a:lnTo>
                    <a:pt x="3075610" y="2889201"/>
                  </a:lnTo>
                  <a:lnTo>
                    <a:pt x="3067724" y="2889201"/>
                  </a:lnTo>
                  <a:lnTo>
                    <a:pt x="3059837" y="2889201"/>
                  </a:lnTo>
                  <a:lnTo>
                    <a:pt x="3051951" y="2889201"/>
                  </a:lnTo>
                  <a:lnTo>
                    <a:pt x="3044065" y="2889201"/>
                  </a:lnTo>
                  <a:lnTo>
                    <a:pt x="3036179" y="2889201"/>
                  </a:lnTo>
                  <a:lnTo>
                    <a:pt x="3028293" y="2889201"/>
                  </a:lnTo>
                  <a:lnTo>
                    <a:pt x="3020407" y="2889201"/>
                  </a:lnTo>
                  <a:lnTo>
                    <a:pt x="3012520" y="2889201"/>
                  </a:lnTo>
                  <a:lnTo>
                    <a:pt x="3004634" y="2889201"/>
                  </a:lnTo>
                  <a:lnTo>
                    <a:pt x="2996748" y="2889201"/>
                  </a:lnTo>
                  <a:lnTo>
                    <a:pt x="2988862" y="2889201"/>
                  </a:lnTo>
                  <a:lnTo>
                    <a:pt x="2980976" y="2889201"/>
                  </a:lnTo>
                  <a:lnTo>
                    <a:pt x="2973089" y="2889201"/>
                  </a:lnTo>
                  <a:lnTo>
                    <a:pt x="2965203" y="2889201"/>
                  </a:lnTo>
                  <a:lnTo>
                    <a:pt x="2957317" y="2889201"/>
                  </a:lnTo>
                  <a:lnTo>
                    <a:pt x="2949431" y="2889201"/>
                  </a:lnTo>
                  <a:lnTo>
                    <a:pt x="2941545" y="2889201"/>
                  </a:lnTo>
                  <a:lnTo>
                    <a:pt x="2933659" y="2889201"/>
                  </a:lnTo>
                  <a:lnTo>
                    <a:pt x="2925772" y="2889201"/>
                  </a:lnTo>
                  <a:lnTo>
                    <a:pt x="2917886" y="2889201"/>
                  </a:lnTo>
                  <a:lnTo>
                    <a:pt x="2910000" y="2889201"/>
                  </a:lnTo>
                  <a:lnTo>
                    <a:pt x="2902114" y="2889201"/>
                  </a:lnTo>
                  <a:lnTo>
                    <a:pt x="2894228" y="2889201"/>
                  </a:lnTo>
                  <a:lnTo>
                    <a:pt x="2886341" y="2889201"/>
                  </a:lnTo>
                  <a:lnTo>
                    <a:pt x="2878455" y="2889201"/>
                  </a:lnTo>
                  <a:lnTo>
                    <a:pt x="2870569" y="2889201"/>
                  </a:lnTo>
                  <a:lnTo>
                    <a:pt x="2862683" y="2889201"/>
                  </a:lnTo>
                  <a:lnTo>
                    <a:pt x="2854797" y="2889201"/>
                  </a:lnTo>
                  <a:lnTo>
                    <a:pt x="2846911" y="2889201"/>
                  </a:lnTo>
                  <a:lnTo>
                    <a:pt x="2839024" y="2889201"/>
                  </a:lnTo>
                  <a:lnTo>
                    <a:pt x="2831138" y="2889201"/>
                  </a:lnTo>
                  <a:lnTo>
                    <a:pt x="2823252" y="2889201"/>
                  </a:lnTo>
                  <a:lnTo>
                    <a:pt x="2815366" y="2889201"/>
                  </a:lnTo>
                  <a:lnTo>
                    <a:pt x="2807480" y="2889201"/>
                  </a:lnTo>
                  <a:lnTo>
                    <a:pt x="2799593" y="2889201"/>
                  </a:lnTo>
                  <a:lnTo>
                    <a:pt x="2791707" y="2889201"/>
                  </a:lnTo>
                  <a:lnTo>
                    <a:pt x="2783821" y="2889201"/>
                  </a:lnTo>
                  <a:lnTo>
                    <a:pt x="2775935" y="2889201"/>
                  </a:lnTo>
                  <a:lnTo>
                    <a:pt x="2768049" y="2889201"/>
                  </a:lnTo>
                  <a:lnTo>
                    <a:pt x="2760163" y="2889201"/>
                  </a:lnTo>
                  <a:lnTo>
                    <a:pt x="2752276" y="2889201"/>
                  </a:lnTo>
                  <a:lnTo>
                    <a:pt x="2744390" y="2889201"/>
                  </a:lnTo>
                  <a:lnTo>
                    <a:pt x="2736504" y="2889201"/>
                  </a:lnTo>
                  <a:lnTo>
                    <a:pt x="2728618" y="2889201"/>
                  </a:lnTo>
                  <a:lnTo>
                    <a:pt x="2720732" y="2889201"/>
                  </a:lnTo>
                  <a:lnTo>
                    <a:pt x="2712846" y="2889201"/>
                  </a:lnTo>
                  <a:lnTo>
                    <a:pt x="2704959" y="2889201"/>
                  </a:lnTo>
                  <a:lnTo>
                    <a:pt x="2697073" y="2889201"/>
                  </a:lnTo>
                  <a:lnTo>
                    <a:pt x="2689187" y="2889201"/>
                  </a:lnTo>
                  <a:lnTo>
                    <a:pt x="2681301" y="2889201"/>
                  </a:lnTo>
                  <a:lnTo>
                    <a:pt x="2673415" y="2889201"/>
                  </a:lnTo>
                  <a:lnTo>
                    <a:pt x="2665528" y="2889201"/>
                  </a:lnTo>
                  <a:lnTo>
                    <a:pt x="2657642" y="2889201"/>
                  </a:lnTo>
                  <a:lnTo>
                    <a:pt x="2649756" y="2889201"/>
                  </a:lnTo>
                  <a:lnTo>
                    <a:pt x="2641870" y="2889201"/>
                  </a:lnTo>
                  <a:lnTo>
                    <a:pt x="2633984" y="2889201"/>
                  </a:lnTo>
                  <a:lnTo>
                    <a:pt x="2626098" y="2889201"/>
                  </a:lnTo>
                  <a:lnTo>
                    <a:pt x="2618211" y="2889201"/>
                  </a:lnTo>
                  <a:lnTo>
                    <a:pt x="2610325" y="2889201"/>
                  </a:lnTo>
                  <a:lnTo>
                    <a:pt x="2602439" y="2889201"/>
                  </a:lnTo>
                  <a:lnTo>
                    <a:pt x="2594553" y="2889201"/>
                  </a:lnTo>
                  <a:lnTo>
                    <a:pt x="2586667" y="2889201"/>
                  </a:lnTo>
                  <a:lnTo>
                    <a:pt x="2578780" y="2889201"/>
                  </a:lnTo>
                  <a:lnTo>
                    <a:pt x="2570894" y="2889201"/>
                  </a:lnTo>
                  <a:lnTo>
                    <a:pt x="2563008" y="2889201"/>
                  </a:lnTo>
                  <a:lnTo>
                    <a:pt x="2555122" y="2889201"/>
                  </a:lnTo>
                  <a:lnTo>
                    <a:pt x="2547236" y="2889201"/>
                  </a:lnTo>
                  <a:lnTo>
                    <a:pt x="2539350" y="2889201"/>
                  </a:lnTo>
                  <a:lnTo>
                    <a:pt x="2531463" y="2889201"/>
                  </a:lnTo>
                  <a:lnTo>
                    <a:pt x="2523577" y="2889201"/>
                  </a:lnTo>
                  <a:lnTo>
                    <a:pt x="2515691" y="2889201"/>
                  </a:lnTo>
                  <a:lnTo>
                    <a:pt x="2507805" y="2889201"/>
                  </a:lnTo>
                  <a:lnTo>
                    <a:pt x="2499919" y="2889201"/>
                  </a:lnTo>
                  <a:lnTo>
                    <a:pt x="2492032" y="2889201"/>
                  </a:lnTo>
                  <a:lnTo>
                    <a:pt x="2484146" y="2889201"/>
                  </a:lnTo>
                  <a:lnTo>
                    <a:pt x="2476260" y="2889201"/>
                  </a:lnTo>
                  <a:lnTo>
                    <a:pt x="2468374" y="2889201"/>
                  </a:lnTo>
                  <a:lnTo>
                    <a:pt x="2460488" y="2889201"/>
                  </a:lnTo>
                  <a:lnTo>
                    <a:pt x="2452602" y="2889201"/>
                  </a:lnTo>
                  <a:lnTo>
                    <a:pt x="2444715" y="2889201"/>
                  </a:lnTo>
                  <a:lnTo>
                    <a:pt x="2436829" y="2889201"/>
                  </a:lnTo>
                  <a:lnTo>
                    <a:pt x="2428943" y="2889201"/>
                  </a:lnTo>
                  <a:lnTo>
                    <a:pt x="2421057" y="2889201"/>
                  </a:lnTo>
                  <a:lnTo>
                    <a:pt x="2413171" y="2889201"/>
                  </a:lnTo>
                  <a:lnTo>
                    <a:pt x="2405284" y="2889201"/>
                  </a:lnTo>
                  <a:lnTo>
                    <a:pt x="2397398" y="2889201"/>
                  </a:lnTo>
                  <a:lnTo>
                    <a:pt x="2389512" y="2889201"/>
                  </a:lnTo>
                  <a:lnTo>
                    <a:pt x="2381626" y="2889201"/>
                  </a:lnTo>
                  <a:lnTo>
                    <a:pt x="2373740" y="2889201"/>
                  </a:lnTo>
                  <a:lnTo>
                    <a:pt x="2365854" y="2889201"/>
                  </a:lnTo>
                  <a:lnTo>
                    <a:pt x="2357967" y="2889201"/>
                  </a:lnTo>
                  <a:lnTo>
                    <a:pt x="2350081" y="2889201"/>
                  </a:lnTo>
                  <a:lnTo>
                    <a:pt x="2342195" y="2889201"/>
                  </a:lnTo>
                  <a:lnTo>
                    <a:pt x="2334309" y="2889201"/>
                  </a:lnTo>
                  <a:lnTo>
                    <a:pt x="2326423" y="2889201"/>
                  </a:lnTo>
                  <a:lnTo>
                    <a:pt x="2318536" y="2889201"/>
                  </a:lnTo>
                  <a:lnTo>
                    <a:pt x="2310650" y="2889201"/>
                  </a:lnTo>
                  <a:lnTo>
                    <a:pt x="2302764" y="2889201"/>
                  </a:lnTo>
                  <a:lnTo>
                    <a:pt x="2294878" y="2889201"/>
                  </a:lnTo>
                  <a:lnTo>
                    <a:pt x="2286992" y="2889201"/>
                  </a:lnTo>
                  <a:lnTo>
                    <a:pt x="2279106" y="2889201"/>
                  </a:lnTo>
                  <a:lnTo>
                    <a:pt x="2271219" y="2889201"/>
                  </a:lnTo>
                  <a:lnTo>
                    <a:pt x="2263333" y="2889201"/>
                  </a:lnTo>
                  <a:lnTo>
                    <a:pt x="2255447" y="2889201"/>
                  </a:lnTo>
                  <a:lnTo>
                    <a:pt x="2247561" y="2889201"/>
                  </a:lnTo>
                  <a:lnTo>
                    <a:pt x="2239675" y="2889201"/>
                  </a:lnTo>
                  <a:lnTo>
                    <a:pt x="2231789" y="2889201"/>
                  </a:lnTo>
                  <a:lnTo>
                    <a:pt x="2223902" y="2889201"/>
                  </a:lnTo>
                  <a:lnTo>
                    <a:pt x="2216016" y="2889201"/>
                  </a:lnTo>
                  <a:lnTo>
                    <a:pt x="2208130" y="2889201"/>
                  </a:lnTo>
                  <a:lnTo>
                    <a:pt x="2200244" y="2889201"/>
                  </a:lnTo>
                  <a:lnTo>
                    <a:pt x="2192358" y="2889201"/>
                  </a:lnTo>
                  <a:lnTo>
                    <a:pt x="2184471" y="2889201"/>
                  </a:lnTo>
                  <a:lnTo>
                    <a:pt x="2176585" y="2889201"/>
                  </a:lnTo>
                  <a:lnTo>
                    <a:pt x="2168699" y="2889201"/>
                  </a:lnTo>
                  <a:lnTo>
                    <a:pt x="2160813" y="2889201"/>
                  </a:lnTo>
                  <a:lnTo>
                    <a:pt x="2152927" y="2889201"/>
                  </a:lnTo>
                  <a:lnTo>
                    <a:pt x="2145041" y="2889201"/>
                  </a:lnTo>
                  <a:lnTo>
                    <a:pt x="2137154" y="2889201"/>
                  </a:lnTo>
                  <a:lnTo>
                    <a:pt x="2129268" y="2889201"/>
                  </a:lnTo>
                  <a:lnTo>
                    <a:pt x="2121382" y="2889201"/>
                  </a:lnTo>
                  <a:lnTo>
                    <a:pt x="2113496" y="2889201"/>
                  </a:lnTo>
                  <a:lnTo>
                    <a:pt x="2105610" y="2889201"/>
                  </a:lnTo>
                  <a:lnTo>
                    <a:pt x="2097723" y="2889201"/>
                  </a:lnTo>
                  <a:lnTo>
                    <a:pt x="2089837" y="2889201"/>
                  </a:lnTo>
                  <a:lnTo>
                    <a:pt x="2081951" y="2889201"/>
                  </a:lnTo>
                  <a:lnTo>
                    <a:pt x="2074065" y="2889201"/>
                  </a:lnTo>
                  <a:lnTo>
                    <a:pt x="2066179" y="2889201"/>
                  </a:lnTo>
                  <a:lnTo>
                    <a:pt x="2058293" y="2889201"/>
                  </a:lnTo>
                  <a:lnTo>
                    <a:pt x="2050406" y="2889201"/>
                  </a:lnTo>
                  <a:lnTo>
                    <a:pt x="2042520" y="2889201"/>
                  </a:lnTo>
                  <a:lnTo>
                    <a:pt x="2034634" y="2889201"/>
                  </a:lnTo>
                  <a:lnTo>
                    <a:pt x="2026748" y="2889201"/>
                  </a:lnTo>
                  <a:lnTo>
                    <a:pt x="2018862" y="2889201"/>
                  </a:lnTo>
                  <a:lnTo>
                    <a:pt x="2010975" y="2889201"/>
                  </a:lnTo>
                  <a:lnTo>
                    <a:pt x="2003089" y="2889201"/>
                  </a:lnTo>
                  <a:lnTo>
                    <a:pt x="1995203" y="2889201"/>
                  </a:lnTo>
                  <a:lnTo>
                    <a:pt x="1987317" y="2889201"/>
                  </a:lnTo>
                  <a:lnTo>
                    <a:pt x="1979431" y="2889201"/>
                  </a:lnTo>
                  <a:lnTo>
                    <a:pt x="1971545" y="2889201"/>
                  </a:lnTo>
                  <a:lnTo>
                    <a:pt x="1963658" y="2889201"/>
                  </a:lnTo>
                  <a:lnTo>
                    <a:pt x="1955772" y="2889201"/>
                  </a:lnTo>
                  <a:lnTo>
                    <a:pt x="1947886" y="2889201"/>
                  </a:lnTo>
                  <a:lnTo>
                    <a:pt x="1940000" y="2889201"/>
                  </a:lnTo>
                  <a:lnTo>
                    <a:pt x="1932114" y="2889201"/>
                  </a:lnTo>
                  <a:lnTo>
                    <a:pt x="1924227" y="2889201"/>
                  </a:lnTo>
                  <a:lnTo>
                    <a:pt x="1916341" y="2889201"/>
                  </a:lnTo>
                  <a:lnTo>
                    <a:pt x="1908455" y="2889201"/>
                  </a:lnTo>
                  <a:lnTo>
                    <a:pt x="1900569" y="2889201"/>
                  </a:lnTo>
                  <a:lnTo>
                    <a:pt x="1892683" y="2889201"/>
                  </a:lnTo>
                  <a:lnTo>
                    <a:pt x="1884797" y="2889201"/>
                  </a:lnTo>
                  <a:lnTo>
                    <a:pt x="1876910" y="2889201"/>
                  </a:lnTo>
                  <a:lnTo>
                    <a:pt x="1869024" y="2889201"/>
                  </a:lnTo>
                  <a:lnTo>
                    <a:pt x="1861138" y="2889201"/>
                  </a:lnTo>
                  <a:lnTo>
                    <a:pt x="1853252" y="2889201"/>
                  </a:lnTo>
                  <a:lnTo>
                    <a:pt x="1845366" y="2889201"/>
                  </a:lnTo>
                  <a:lnTo>
                    <a:pt x="1837479" y="2889201"/>
                  </a:lnTo>
                  <a:lnTo>
                    <a:pt x="1829593" y="2889201"/>
                  </a:lnTo>
                  <a:lnTo>
                    <a:pt x="1821707" y="2889201"/>
                  </a:lnTo>
                  <a:lnTo>
                    <a:pt x="1813821" y="2889201"/>
                  </a:lnTo>
                  <a:lnTo>
                    <a:pt x="1805935" y="2889201"/>
                  </a:lnTo>
                  <a:lnTo>
                    <a:pt x="1798049" y="2889201"/>
                  </a:lnTo>
                  <a:lnTo>
                    <a:pt x="1790162" y="2889201"/>
                  </a:lnTo>
                  <a:lnTo>
                    <a:pt x="1782276" y="2889201"/>
                  </a:lnTo>
                  <a:lnTo>
                    <a:pt x="1774390" y="2889201"/>
                  </a:lnTo>
                  <a:lnTo>
                    <a:pt x="1766504" y="2889201"/>
                  </a:lnTo>
                  <a:lnTo>
                    <a:pt x="1758618" y="2889201"/>
                  </a:lnTo>
                  <a:lnTo>
                    <a:pt x="1750732" y="2889201"/>
                  </a:lnTo>
                  <a:lnTo>
                    <a:pt x="1742845" y="2889201"/>
                  </a:lnTo>
                  <a:lnTo>
                    <a:pt x="1734959" y="2889201"/>
                  </a:lnTo>
                  <a:lnTo>
                    <a:pt x="1727073" y="2889201"/>
                  </a:lnTo>
                  <a:lnTo>
                    <a:pt x="1719187" y="2889201"/>
                  </a:lnTo>
                  <a:lnTo>
                    <a:pt x="1711301" y="2889201"/>
                  </a:lnTo>
                  <a:lnTo>
                    <a:pt x="1703414" y="2889201"/>
                  </a:lnTo>
                  <a:lnTo>
                    <a:pt x="1695528" y="2889201"/>
                  </a:lnTo>
                  <a:lnTo>
                    <a:pt x="1687642" y="2889201"/>
                  </a:lnTo>
                  <a:lnTo>
                    <a:pt x="1679756" y="2889201"/>
                  </a:lnTo>
                  <a:lnTo>
                    <a:pt x="1671870" y="2889201"/>
                  </a:lnTo>
                  <a:lnTo>
                    <a:pt x="1663984" y="2889201"/>
                  </a:lnTo>
                  <a:lnTo>
                    <a:pt x="1656097" y="2889201"/>
                  </a:lnTo>
                  <a:lnTo>
                    <a:pt x="1648211" y="2889201"/>
                  </a:lnTo>
                  <a:lnTo>
                    <a:pt x="1640325" y="2889201"/>
                  </a:lnTo>
                  <a:lnTo>
                    <a:pt x="1632439" y="2889201"/>
                  </a:lnTo>
                  <a:lnTo>
                    <a:pt x="1624553" y="2889201"/>
                  </a:lnTo>
                  <a:lnTo>
                    <a:pt x="1616666" y="2889201"/>
                  </a:lnTo>
                  <a:lnTo>
                    <a:pt x="1608780" y="2889201"/>
                  </a:lnTo>
                  <a:lnTo>
                    <a:pt x="1600894" y="2889201"/>
                  </a:lnTo>
                  <a:lnTo>
                    <a:pt x="1593008" y="2889201"/>
                  </a:lnTo>
                  <a:lnTo>
                    <a:pt x="1585122" y="2889201"/>
                  </a:lnTo>
                  <a:lnTo>
                    <a:pt x="1577236" y="2889201"/>
                  </a:lnTo>
                  <a:lnTo>
                    <a:pt x="1569349" y="2889201"/>
                  </a:lnTo>
                  <a:lnTo>
                    <a:pt x="1561463" y="2889201"/>
                  </a:lnTo>
                  <a:lnTo>
                    <a:pt x="1553577" y="2889201"/>
                  </a:lnTo>
                  <a:lnTo>
                    <a:pt x="1545691" y="2889201"/>
                  </a:lnTo>
                  <a:lnTo>
                    <a:pt x="1537805" y="2889201"/>
                  </a:lnTo>
                  <a:lnTo>
                    <a:pt x="1529918" y="2889201"/>
                  </a:lnTo>
                  <a:lnTo>
                    <a:pt x="1522032" y="2889201"/>
                  </a:lnTo>
                  <a:lnTo>
                    <a:pt x="1514146" y="2889201"/>
                  </a:lnTo>
                  <a:lnTo>
                    <a:pt x="1506260" y="2889201"/>
                  </a:lnTo>
                  <a:lnTo>
                    <a:pt x="1498374" y="2889201"/>
                  </a:lnTo>
                  <a:lnTo>
                    <a:pt x="1490488" y="2889201"/>
                  </a:lnTo>
                  <a:lnTo>
                    <a:pt x="1482601" y="2889201"/>
                  </a:lnTo>
                  <a:lnTo>
                    <a:pt x="1474715" y="2889201"/>
                  </a:lnTo>
                  <a:lnTo>
                    <a:pt x="1466829" y="2889201"/>
                  </a:lnTo>
                  <a:lnTo>
                    <a:pt x="1458943" y="2889201"/>
                  </a:lnTo>
                  <a:lnTo>
                    <a:pt x="1451057" y="2889201"/>
                  </a:lnTo>
                  <a:lnTo>
                    <a:pt x="1443170" y="2889201"/>
                  </a:lnTo>
                  <a:lnTo>
                    <a:pt x="1435284" y="2889201"/>
                  </a:lnTo>
                  <a:lnTo>
                    <a:pt x="1427398" y="2889201"/>
                  </a:lnTo>
                  <a:lnTo>
                    <a:pt x="1419512" y="2889201"/>
                  </a:lnTo>
                  <a:lnTo>
                    <a:pt x="1411626" y="2889201"/>
                  </a:lnTo>
                  <a:lnTo>
                    <a:pt x="1403740" y="2889201"/>
                  </a:lnTo>
                  <a:lnTo>
                    <a:pt x="1395853" y="2889201"/>
                  </a:lnTo>
                  <a:lnTo>
                    <a:pt x="1387967" y="2889201"/>
                  </a:lnTo>
                  <a:lnTo>
                    <a:pt x="1380081" y="2889201"/>
                  </a:lnTo>
                  <a:lnTo>
                    <a:pt x="1372195" y="2889201"/>
                  </a:lnTo>
                  <a:lnTo>
                    <a:pt x="1364309" y="2889201"/>
                  </a:lnTo>
                  <a:lnTo>
                    <a:pt x="1356423" y="2889201"/>
                  </a:lnTo>
                  <a:lnTo>
                    <a:pt x="1348536" y="2889201"/>
                  </a:lnTo>
                  <a:lnTo>
                    <a:pt x="1340650" y="2889201"/>
                  </a:lnTo>
                  <a:lnTo>
                    <a:pt x="1332764" y="2889201"/>
                  </a:lnTo>
                  <a:lnTo>
                    <a:pt x="1324878" y="2889201"/>
                  </a:lnTo>
                  <a:lnTo>
                    <a:pt x="1316992" y="2889201"/>
                  </a:lnTo>
                  <a:lnTo>
                    <a:pt x="1309105" y="2889201"/>
                  </a:lnTo>
                  <a:lnTo>
                    <a:pt x="1301219" y="2889201"/>
                  </a:lnTo>
                  <a:lnTo>
                    <a:pt x="1293333" y="2889201"/>
                  </a:lnTo>
                  <a:lnTo>
                    <a:pt x="1285447" y="2889201"/>
                  </a:lnTo>
                  <a:lnTo>
                    <a:pt x="1277561" y="2889201"/>
                  </a:lnTo>
                  <a:lnTo>
                    <a:pt x="1269675" y="2889201"/>
                  </a:lnTo>
                  <a:lnTo>
                    <a:pt x="1261788" y="2889201"/>
                  </a:lnTo>
                  <a:lnTo>
                    <a:pt x="1253902" y="2889201"/>
                  </a:lnTo>
                  <a:lnTo>
                    <a:pt x="1246016" y="2889201"/>
                  </a:lnTo>
                  <a:lnTo>
                    <a:pt x="1238130" y="2889201"/>
                  </a:lnTo>
                  <a:lnTo>
                    <a:pt x="1230244" y="2889201"/>
                  </a:lnTo>
                  <a:lnTo>
                    <a:pt x="1222357" y="2889201"/>
                  </a:lnTo>
                  <a:lnTo>
                    <a:pt x="1214471" y="2889201"/>
                  </a:lnTo>
                  <a:lnTo>
                    <a:pt x="1206585" y="2889201"/>
                  </a:lnTo>
                  <a:lnTo>
                    <a:pt x="1198699" y="2889201"/>
                  </a:lnTo>
                  <a:lnTo>
                    <a:pt x="1190813" y="2889201"/>
                  </a:lnTo>
                  <a:lnTo>
                    <a:pt x="1182927" y="2889201"/>
                  </a:lnTo>
                  <a:lnTo>
                    <a:pt x="1175040" y="2889201"/>
                  </a:lnTo>
                  <a:lnTo>
                    <a:pt x="1167154" y="2889201"/>
                  </a:lnTo>
                  <a:lnTo>
                    <a:pt x="1159268" y="2889201"/>
                  </a:lnTo>
                  <a:lnTo>
                    <a:pt x="1151382" y="2889201"/>
                  </a:lnTo>
                  <a:lnTo>
                    <a:pt x="1143496" y="2889201"/>
                  </a:lnTo>
                  <a:lnTo>
                    <a:pt x="1135609" y="2889201"/>
                  </a:lnTo>
                  <a:lnTo>
                    <a:pt x="1127723" y="2889201"/>
                  </a:lnTo>
                  <a:lnTo>
                    <a:pt x="1119837" y="2889201"/>
                  </a:lnTo>
                  <a:lnTo>
                    <a:pt x="1111951" y="2889201"/>
                  </a:lnTo>
                  <a:lnTo>
                    <a:pt x="1104065" y="2889201"/>
                  </a:lnTo>
                  <a:lnTo>
                    <a:pt x="1096179" y="2889201"/>
                  </a:lnTo>
                  <a:lnTo>
                    <a:pt x="1088292" y="2889201"/>
                  </a:lnTo>
                  <a:lnTo>
                    <a:pt x="1080406" y="2889201"/>
                  </a:lnTo>
                  <a:lnTo>
                    <a:pt x="1072520" y="2889201"/>
                  </a:lnTo>
                  <a:lnTo>
                    <a:pt x="1064634" y="2889201"/>
                  </a:lnTo>
                  <a:lnTo>
                    <a:pt x="1056748" y="2889201"/>
                  </a:lnTo>
                  <a:lnTo>
                    <a:pt x="1048861" y="2889201"/>
                  </a:lnTo>
                  <a:lnTo>
                    <a:pt x="1040975" y="2889201"/>
                  </a:lnTo>
                  <a:lnTo>
                    <a:pt x="1033089" y="2889201"/>
                  </a:lnTo>
                  <a:lnTo>
                    <a:pt x="1025203" y="2889201"/>
                  </a:lnTo>
                  <a:lnTo>
                    <a:pt x="1017317" y="2889201"/>
                  </a:lnTo>
                  <a:lnTo>
                    <a:pt x="1009431" y="2889201"/>
                  </a:lnTo>
                  <a:lnTo>
                    <a:pt x="1001544" y="2889201"/>
                  </a:lnTo>
                  <a:lnTo>
                    <a:pt x="993658" y="2889201"/>
                  </a:lnTo>
                  <a:lnTo>
                    <a:pt x="985772" y="2889201"/>
                  </a:lnTo>
                  <a:lnTo>
                    <a:pt x="977886" y="2889201"/>
                  </a:lnTo>
                  <a:lnTo>
                    <a:pt x="970000" y="2889201"/>
                  </a:lnTo>
                  <a:lnTo>
                    <a:pt x="962113" y="2889201"/>
                  </a:lnTo>
                  <a:lnTo>
                    <a:pt x="954227" y="2889201"/>
                  </a:lnTo>
                  <a:lnTo>
                    <a:pt x="946341" y="2889201"/>
                  </a:lnTo>
                  <a:lnTo>
                    <a:pt x="938455" y="2889201"/>
                  </a:lnTo>
                  <a:lnTo>
                    <a:pt x="930569" y="2889201"/>
                  </a:lnTo>
                  <a:lnTo>
                    <a:pt x="922683" y="2889201"/>
                  </a:lnTo>
                  <a:lnTo>
                    <a:pt x="914796" y="2889201"/>
                  </a:lnTo>
                  <a:lnTo>
                    <a:pt x="906910" y="2889201"/>
                  </a:lnTo>
                  <a:lnTo>
                    <a:pt x="899024" y="2889201"/>
                  </a:lnTo>
                  <a:lnTo>
                    <a:pt x="891138" y="2889201"/>
                  </a:lnTo>
                  <a:lnTo>
                    <a:pt x="883252" y="2889201"/>
                  </a:lnTo>
                  <a:lnTo>
                    <a:pt x="875366" y="2889201"/>
                  </a:lnTo>
                  <a:lnTo>
                    <a:pt x="867479" y="2889201"/>
                  </a:lnTo>
                  <a:lnTo>
                    <a:pt x="859593" y="2889201"/>
                  </a:lnTo>
                  <a:lnTo>
                    <a:pt x="851707" y="2889201"/>
                  </a:lnTo>
                  <a:lnTo>
                    <a:pt x="843821" y="2889201"/>
                  </a:lnTo>
                  <a:lnTo>
                    <a:pt x="835935" y="2889201"/>
                  </a:lnTo>
                  <a:lnTo>
                    <a:pt x="828048" y="2889201"/>
                  </a:lnTo>
                  <a:lnTo>
                    <a:pt x="820162" y="2889201"/>
                  </a:lnTo>
                  <a:lnTo>
                    <a:pt x="812276" y="2889201"/>
                  </a:lnTo>
                  <a:lnTo>
                    <a:pt x="804390" y="2889201"/>
                  </a:lnTo>
                  <a:lnTo>
                    <a:pt x="796504" y="2889201"/>
                  </a:lnTo>
                  <a:lnTo>
                    <a:pt x="788618" y="2889201"/>
                  </a:lnTo>
                  <a:lnTo>
                    <a:pt x="780731" y="2889201"/>
                  </a:lnTo>
                  <a:lnTo>
                    <a:pt x="772845" y="2889201"/>
                  </a:lnTo>
                  <a:lnTo>
                    <a:pt x="764959" y="2889201"/>
                  </a:lnTo>
                  <a:lnTo>
                    <a:pt x="757073" y="2889201"/>
                  </a:lnTo>
                  <a:lnTo>
                    <a:pt x="749187" y="2889201"/>
                  </a:lnTo>
                  <a:lnTo>
                    <a:pt x="741300" y="2889201"/>
                  </a:lnTo>
                  <a:lnTo>
                    <a:pt x="733414" y="2889201"/>
                  </a:lnTo>
                  <a:lnTo>
                    <a:pt x="725528" y="2889201"/>
                  </a:lnTo>
                  <a:lnTo>
                    <a:pt x="717642" y="2889201"/>
                  </a:lnTo>
                  <a:lnTo>
                    <a:pt x="709756" y="2889201"/>
                  </a:lnTo>
                  <a:lnTo>
                    <a:pt x="701870" y="2889201"/>
                  </a:lnTo>
                  <a:lnTo>
                    <a:pt x="693983" y="2889201"/>
                  </a:lnTo>
                  <a:lnTo>
                    <a:pt x="686097" y="2889201"/>
                  </a:lnTo>
                  <a:lnTo>
                    <a:pt x="678211" y="2889201"/>
                  </a:lnTo>
                  <a:lnTo>
                    <a:pt x="670325" y="2889201"/>
                  </a:lnTo>
                  <a:lnTo>
                    <a:pt x="662439" y="2889201"/>
                  </a:lnTo>
                  <a:lnTo>
                    <a:pt x="654552" y="2889201"/>
                  </a:lnTo>
                  <a:lnTo>
                    <a:pt x="646666" y="2889201"/>
                  </a:lnTo>
                  <a:lnTo>
                    <a:pt x="638780" y="2889201"/>
                  </a:lnTo>
                  <a:lnTo>
                    <a:pt x="630894" y="2889201"/>
                  </a:lnTo>
                  <a:lnTo>
                    <a:pt x="623008" y="2889201"/>
                  </a:lnTo>
                  <a:lnTo>
                    <a:pt x="615122" y="2889201"/>
                  </a:lnTo>
                  <a:lnTo>
                    <a:pt x="607235" y="2889201"/>
                  </a:lnTo>
                  <a:lnTo>
                    <a:pt x="599349" y="2889201"/>
                  </a:lnTo>
                  <a:lnTo>
                    <a:pt x="591463" y="2889201"/>
                  </a:lnTo>
                  <a:lnTo>
                    <a:pt x="583577" y="2889201"/>
                  </a:lnTo>
                  <a:lnTo>
                    <a:pt x="575691" y="2889201"/>
                  </a:lnTo>
                  <a:lnTo>
                    <a:pt x="567804" y="2889201"/>
                  </a:lnTo>
                  <a:lnTo>
                    <a:pt x="559918" y="2889201"/>
                  </a:lnTo>
                  <a:lnTo>
                    <a:pt x="552032" y="2889201"/>
                  </a:lnTo>
                  <a:lnTo>
                    <a:pt x="544146" y="2889201"/>
                  </a:lnTo>
                  <a:lnTo>
                    <a:pt x="536260" y="2889201"/>
                  </a:lnTo>
                  <a:lnTo>
                    <a:pt x="528374" y="2889201"/>
                  </a:lnTo>
                  <a:lnTo>
                    <a:pt x="520487" y="2889201"/>
                  </a:lnTo>
                  <a:lnTo>
                    <a:pt x="512601" y="2889201"/>
                  </a:lnTo>
                  <a:lnTo>
                    <a:pt x="504715" y="2889201"/>
                  </a:lnTo>
                  <a:lnTo>
                    <a:pt x="496829" y="2889201"/>
                  </a:lnTo>
                  <a:lnTo>
                    <a:pt x="488943" y="2889201"/>
                  </a:lnTo>
                  <a:lnTo>
                    <a:pt x="481056" y="2889201"/>
                  </a:lnTo>
                  <a:lnTo>
                    <a:pt x="473170" y="2889201"/>
                  </a:lnTo>
                  <a:lnTo>
                    <a:pt x="465284" y="2889201"/>
                  </a:lnTo>
                  <a:lnTo>
                    <a:pt x="457398" y="2889201"/>
                  </a:lnTo>
                  <a:lnTo>
                    <a:pt x="449512" y="2889201"/>
                  </a:lnTo>
                  <a:lnTo>
                    <a:pt x="441626" y="2889201"/>
                  </a:lnTo>
                  <a:lnTo>
                    <a:pt x="433739" y="2889201"/>
                  </a:lnTo>
                  <a:lnTo>
                    <a:pt x="425853" y="2889201"/>
                  </a:lnTo>
                  <a:lnTo>
                    <a:pt x="417967" y="2889201"/>
                  </a:lnTo>
                  <a:lnTo>
                    <a:pt x="410081" y="2889201"/>
                  </a:lnTo>
                  <a:lnTo>
                    <a:pt x="402195" y="2889201"/>
                  </a:lnTo>
                  <a:lnTo>
                    <a:pt x="394309" y="2889201"/>
                  </a:lnTo>
                  <a:lnTo>
                    <a:pt x="386422" y="2889201"/>
                  </a:lnTo>
                  <a:lnTo>
                    <a:pt x="378536" y="2889201"/>
                  </a:lnTo>
                  <a:lnTo>
                    <a:pt x="370650" y="2889201"/>
                  </a:lnTo>
                  <a:lnTo>
                    <a:pt x="362764" y="2889201"/>
                  </a:lnTo>
                  <a:lnTo>
                    <a:pt x="354878" y="2889201"/>
                  </a:lnTo>
                  <a:lnTo>
                    <a:pt x="346991" y="2889201"/>
                  </a:lnTo>
                  <a:lnTo>
                    <a:pt x="339105" y="2889201"/>
                  </a:lnTo>
                  <a:lnTo>
                    <a:pt x="331219" y="2889201"/>
                  </a:lnTo>
                  <a:lnTo>
                    <a:pt x="323333" y="2889201"/>
                  </a:lnTo>
                  <a:lnTo>
                    <a:pt x="315447" y="2889201"/>
                  </a:lnTo>
                  <a:lnTo>
                    <a:pt x="307561" y="2889201"/>
                  </a:lnTo>
                  <a:lnTo>
                    <a:pt x="299674" y="2889201"/>
                  </a:lnTo>
                  <a:lnTo>
                    <a:pt x="291788" y="2889201"/>
                  </a:lnTo>
                  <a:lnTo>
                    <a:pt x="283902" y="2889201"/>
                  </a:lnTo>
                  <a:lnTo>
                    <a:pt x="276016" y="2889201"/>
                  </a:lnTo>
                  <a:lnTo>
                    <a:pt x="268130" y="2889201"/>
                  </a:lnTo>
                  <a:lnTo>
                    <a:pt x="260243" y="2889201"/>
                  </a:lnTo>
                  <a:lnTo>
                    <a:pt x="252357" y="2889201"/>
                  </a:lnTo>
                  <a:lnTo>
                    <a:pt x="244471" y="2889201"/>
                  </a:lnTo>
                  <a:lnTo>
                    <a:pt x="236585" y="2889201"/>
                  </a:lnTo>
                  <a:lnTo>
                    <a:pt x="228699" y="2889201"/>
                  </a:lnTo>
                  <a:lnTo>
                    <a:pt x="220813" y="2889201"/>
                  </a:lnTo>
                  <a:lnTo>
                    <a:pt x="212926" y="2889201"/>
                  </a:lnTo>
                  <a:lnTo>
                    <a:pt x="205040" y="2889201"/>
                  </a:lnTo>
                  <a:lnTo>
                    <a:pt x="197154" y="2889201"/>
                  </a:lnTo>
                  <a:lnTo>
                    <a:pt x="189268" y="2889201"/>
                  </a:lnTo>
                  <a:lnTo>
                    <a:pt x="181382" y="2889201"/>
                  </a:lnTo>
                  <a:lnTo>
                    <a:pt x="173495" y="2889201"/>
                  </a:lnTo>
                  <a:lnTo>
                    <a:pt x="165609" y="2889201"/>
                  </a:lnTo>
                  <a:lnTo>
                    <a:pt x="157723" y="2889201"/>
                  </a:lnTo>
                  <a:lnTo>
                    <a:pt x="149837" y="2889201"/>
                  </a:lnTo>
                  <a:lnTo>
                    <a:pt x="141951" y="2889201"/>
                  </a:lnTo>
                  <a:lnTo>
                    <a:pt x="134065" y="2889201"/>
                  </a:lnTo>
                  <a:lnTo>
                    <a:pt x="126178" y="2889201"/>
                  </a:lnTo>
                  <a:lnTo>
                    <a:pt x="118292" y="2889201"/>
                  </a:lnTo>
                  <a:lnTo>
                    <a:pt x="110406" y="2889201"/>
                  </a:lnTo>
                  <a:lnTo>
                    <a:pt x="102520" y="2889201"/>
                  </a:lnTo>
                  <a:lnTo>
                    <a:pt x="94634" y="2889201"/>
                  </a:lnTo>
                  <a:lnTo>
                    <a:pt x="86747" y="2889201"/>
                  </a:lnTo>
                  <a:lnTo>
                    <a:pt x="78861" y="2889201"/>
                  </a:lnTo>
                  <a:lnTo>
                    <a:pt x="70975" y="2889201"/>
                  </a:lnTo>
                  <a:lnTo>
                    <a:pt x="63089" y="2889201"/>
                  </a:lnTo>
                  <a:lnTo>
                    <a:pt x="55203" y="2889201"/>
                  </a:lnTo>
                  <a:lnTo>
                    <a:pt x="47317" y="2889201"/>
                  </a:lnTo>
                  <a:lnTo>
                    <a:pt x="39430" y="2889201"/>
                  </a:lnTo>
                  <a:lnTo>
                    <a:pt x="31544" y="2889201"/>
                  </a:lnTo>
                  <a:lnTo>
                    <a:pt x="23658" y="2889201"/>
                  </a:lnTo>
                  <a:lnTo>
                    <a:pt x="15772" y="2889201"/>
                  </a:lnTo>
                  <a:lnTo>
                    <a:pt x="7886" y="2889201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7814880" y="1905530"/>
              <a:ext cx="4029838" cy="2889201"/>
            </a:xfrm>
            <a:custGeom>
              <a:avLst/>
              <a:pathLst>
                <a:path w="4029838" h="2889201">
                  <a:moveTo>
                    <a:pt x="0" y="2889201"/>
                  </a:moveTo>
                  <a:lnTo>
                    <a:pt x="7886" y="2889201"/>
                  </a:lnTo>
                  <a:lnTo>
                    <a:pt x="15772" y="2889201"/>
                  </a:lnTo>
                  <a:lnTo>
                    <a:pt x="23658" y="2889201"/>
                  </a:lnTo>
                  <a:lnTo>
                    <a:pt x="31544" y="2889200"/>
                  </a:lnTo>
                  <a:lnTo>
                    <a:pt x="39430" y="2889199"/>
                  </a:lnTo>
                  <a:lnTo>
                    <a:pt x="47317" y="2889198"/>
                  </a:lnTo>
                  <a:lnTo>
                    <a:pt x="55203" y="2889196"/>
                  </a:lnTo>
                  <a:lnTo>
                    <a:pt x="63089" y="2889192"/>
                  </a:lnTo>
                  <a:lnTo>
                    <a:pt x="70975" y="2889186"/>
                  </a:lnTo>
                  <a:lnTo>
                    <a:pt x="78861" y="2889176"/>
                  </a:lnTo>
                  <a:lnTo>
                    <a:pt x="86747" y="2889161"/>
                  </a:lnTo>
                  <a:lnTo>
                    <a:pt x="94634" y="2889137"/>
                  </a:lnTo>
                  <a:lnTo>
                    <a:pt x="102520" y="2889102"/>
                  </a:lnTo>
                  <a:lnTo>
                    <a:pt x="110406" y="2889051"/>
                  </a:lnTo>
                  <a:lnTo>
                    <a:pt x="118292" y="2888978"/>
                  </a:lnTo>
                  <a:lnTo>
                    <a:pt x="126178" y="2888875"/>
                  </a:lnTo>
                  <a:lnTo>
                    <a:pt x="134065" y="2888732"/>
                  </a:lnTo>
                  <a:lnTo>
                    <a:pt x="141951" y="2888539"/>
                  </a:lnTo>
                  <a:lnTo>
                    <a:pt x="149837" y="2888281"/>
                  </a:lnTo>
                  <a:lnTo>
                    <a:pt x="157723" y="2887931"/>
                  </a:lnTo>
                  <a:lnTo>
                    <a:pt x="165609" y="2887476"/>
                  </a:lnTo>
                  <a:lnTo>
                    <a:pt x="173495" y="2886900"/>
                  </a:lnTo>
                  <a:lnTo>
                    <a:pt x="181382" y="2886185"/>
                  </a:lnTo>
                  <a:lnTo>
                    <a:pt x="189268" y="2885314"/>
                  </a:lnTo>
                  <a:lnTo>
                    <a:pt x="197154" y="2884274"/>
                  </a:lnTo>
                  <a:lnTo>
                    <a:pt x="205040" y="2883055"/>
                  </a:lnTo>
                  <a:lnTo>
                    <a:pt x="212926" y="2881657"/>
                  </a:lnTo>
                  <a:lnTo>
                    <a:pt x="220813" y="2880084"/>
                  </a:lnTo>
                  <a:lnTo>
                    <a:pt x="228699" y="2878338"/>
                  </a:lnTo>
                  <a:lnTo>
                    <a:pt x="236585" y="2876468"/>
                  </a:lnTo>
                  <a:lnTo>
                    <a:pt x="244471" y="2874520"/>
                  </a:lnTo>
                  <a:lnTo>
                    <a:pt x="252357" y="2872547"/>
                  </a:lnTo>
                  <a:lnTo>
                    <a:pt x="260243" y="2870608"/>
                  </a:lnTo>
                  <a:lnTo>
                    <a:pt x="268130" y="2868769"/>
                  </a:lnTo>
                  <a:lnTo>
                    <a:pt x="276016" y="2867098"/>
                  </a:lnTo>
                  <a:lnTo>
                    <a:pt x="283902" y="2865659"/>
                  </a:lnTo>
                  <a:lnTo>
                    <a:pt x="291788" y="2864515"/>
                  </a:lnTo>
                  <a:lnTo>
                    <a:pt x="299674" y="2863757"/>
                  </a:lnTo>
                  <a:lnTo>
                    <a:pt x="307561" y="2863402"/>
                  </a:lnTo>
                  <a:lnTo>
                    <a:pt x="315447" y="2863450"/>
                  </a:lnTo>
                  <a:lnTo>
                    <a:pt x="323333" y="2863899"/>
                  </a:lnTo>
                  <a:lnTo>
                    <a:pt x="331219" y="2864725"/>
                  </a:lnTo>
                  <a:lnTo>
                    <a:pt x="339105" y="2865894"/>
                  </a:lnTo>
                  <a:lnTo>
                    <a:pt x="346991" y="2867354"/>
                  </a:lnTo>
                  <a:lnTo>
                    <a:pt x="354878" y="2869048"/>
                  </a:lnTo>
                  <a:lnTo>
                    <a:pt x="362764" y="2870908"/>
                  </a:lnTo>
                  <a:lnTo>
                    <a:pt x="370650" y="2872868"/>
                  </a:lnTo>
                  <a:lnTo>
                    <a:pt x="378536" y="2874846"/>
                  </a:lnTo>
                  <a:lnTo>
                    <a:pt x="386422" y="2876779"/>
                  </a:lnTo>
                  <a:lnTo>
                    <a:pt x="394309" y="2878619"/>
                  </a:lnTo>
                  <a:lnTo>
                    <a:pt x="402195" y="2880330"/>
                  </a:lnTo>
                  <a:lnTo>
                    <a:pt x="410081" y="2881884"/>
                  </a:lnTo>
                  <a:lnTo>
                    <a:pt x="417967" y="2883265"/>
                  </a:lnTo>
                  <a:lnTo>
                    <a:pt x="425853" y="2884465"/>
                  </a:lnTo>
                  <a:lnTo>
                    <a:pt x="433739" y="2885488"/>
                  </a:lnTo>
                  <a:lnTo>
                    <a:pt x="441626" y="2886328"/>
                  </a:lnTo>
                  <a:lnTo>
                    <a:pt x="449512" y="2887007"/>
                  </a:lnTo>
                  <a:lnTo>
                    <a:pt x="457398" y="2887552"/>
                  </a:lnTo>
                  <a:lnTo>
                    <a:pt x="465284" y="2887983"/>
                  </a:lnTo>
                  <a:lnTo>
                    <a:pt x="473170" y="2888316"/>
                  </a:lnTo>
                  <a:lnTo>
                    <a:pt x="481056" y="2888569"/>
                  </a:lnTo>
                  <a:lnTo>
                    <a:pt x="488943" y="2888758"/>
                  </a:lnTo>
                  <a:lnTo>
                    <a:pt x="496829" y="2888896"/>
                  </a:lnTo>
                  <a:lnTo>
                    <a:pt x="504715" y="2888995"/>
                  </a:lnTo>
                  <a:lnTo>
                    <a:pt x="512601" y="2889063"/>
                  </a:lnTo>
                  <a:lnTo>
                    <a:pt x="520487" y="2889109"/>
                  </a:lnTo>
                  <a:lnTo>
                    <a:pt x="528374" y="2889141"/>
                  </a:lnTo>
                  <a:lnTo>
                    <a:pt x="536260" y="2889163"/>
                  </a:lnTo>
                  <a:lnTo>
                    <a:pt x="544146" y="2889177"/>
                  </a:lnTo>
                  <a:lnTo>
                    <a:pt x="552032" y="2889186"/>
                  </a:lnTo>
                  <a:lnTo>
                    <a:pt x="559918" y="2889191"/>
                  </a:lnTo>
                  <a:lnTo>
                    <a:pt x="567804" y="2889195"/>
                  </a:lnTo>
                  <a:lnTo>
                    <a:pt x="575691" y="2889196"/>
                  </a:lnTo>
                  <a:lnTo>
                    <a:pt x="583577" y="2889195"/>
                  </a:lnTo>
                  <a:lnTo>
                    <a:pt x="591463" y="2889193"/>
                  </a:lnTo>
                  <a:lnTo>
                    <a:pt x="599349" y="2889188"/>
                  </a:lnTo>
                  <a:lnTo>
                    <a:pt x="607235" y="2889181"/>
                  </a:lnTo>
                  <a:lnTo>
                    <a:pt x="615122" y="2889169"/>
                  </a:lnTo>
                  <a:lnTo>
                    <a:pt x="623008" y="2889150"/>
                  </a:lnTo>
                  <a:lnTo>
                    <a:pt x="630894" y="2889122"/>
                  </a:lnTo>
                  <a:lnTo>
                    <a:pt x="638780" y="2889081"/>
                  </a:lnTo>
                  <a:lnTo>
                    <a:pt x="646666" y="2889023"/>
                  </a:lnTo>
                  <a:lnTo>
                    <a:pt x="654552" y="2888938"/>
                  </a:lnTo>
                  <a:lnTo>
                    <a:pt x="662439" y="2888816"/>
                  </a:lnTo>
                  <a:lnTo>
                    <a:pt x="670325" y="2888648"/>
                  </a:lnTo>
                  <a:lnTo>
                    <a:pt x="678211" y="2888420"/>
                  </a:lnTo>
                  <a:lnTo>
                    <a:pt x="686097" y="2888117"/>
                  </a:lnTo>
                  <a:lnTo>
                    <a:pt x="693983" y="2887724"/>
                  </a:lnTo>
                  <a:lnTo>
                    <a:pt x="701870" y="2887221"/>
                  </a:lnTo>
                  <a:lnTo>
                    <a:pt x="709756" y="2886592"/>
                  </a:lnTo>
                  <a:lnTo>
                    <a:pt x="717642" y="2885818"/>
                  </a:lnTo>
                  <a:lnTo>
                    <a:pt x="725528" y="2884878"/>
                  </a:lnTo>
                  <a:lnTo>
                    <a:pt x="733414" y="2883743"/>
                  </a:lnTo>
                  <a:lnTo>
                    <a:pt x="741300" y="2882428"/>
                  </a:lnTo>
                  <a:lnTo>
                    <a:pt x="749187" y="2880935"/>
                  </a:lnTo>
                  <a:lnTo>
                    <a:pt x="757073" y="2879280"/>
                  </a:lnTo>
                  <a:lnTo>
                    <a:pt x="764959" y="2877484"/>
                  </a:lnTo>
                  <a:lnTo>
                    <a:pt x="772845" y="2875583"/>
                  </a:lnTo>
                  <a:lnTo>
                    <a:pt x="780731" y="2873620"/>
                  </a:lnTo>
                  <a:lnTo>
                    <a:pt x="788618" y="2871650"/>
                  </a:lnTo>
                  <a:lnTo>
                    <a:pt x="796504" y="2869735"/>
                  </a:lnTo>
                  <a:lnTo>
                    <a:pt x="804390" y="2867971"/>
                  </a:lnTo>
                  <a:lnTo>
                    <a:pt x="812276" y="2866418"/>
                  </a:lnTo>
                  <a:lnTo>
                    <a:pt x="820162" y="2865137"/>
                  </a:lnTo>
                  <a:lnTo>
                    <a:pt x="828048" y="2864182"/>
                  </a:lnTo>
                  <a:lnTo>
                    <a:pt x="835935" y="2863594"/>
                  </a:lnTo>
                  <a:lnTo>
                    <a:pt x="843821" y="2863399"/>
                  </a:lnTo>
                  <a:lnTo>
                    <a:pt x="851707" y="2863607"/>
                  </a:lnTo>
                  <a:lnTo>
                    <a:pt x="859593" y="2864209"/>
                  </a:lnTo>
                  <a:lnTo>
                    <a:pt x="867479" y="2865182"/>
                  </a:lnTo>
                  <a:lnTo>
                    <a:pt x="875366" y="2866520"/>
                  </a:lnTo>
                  <a:lnTo>
                    <a:pt x="883252" y="2868114"/>
                  </a:lnTo>
                  <a:lnTo>
                    <a:pt x="891138" y="2869899"/>
                  </a:lnTo>
                  <a:lnTo>
                    <a:pt x="899024" y="2871806"/>
                  </a:lnTo>
                  <a:lnTo>
                    <a:pt x="906910" y="2873769"/>
                  </a:lnTo>
                  <a:lnTo>
                    <a:pt x="914796" y="2875727"/>
                  </a:lnTo>
                  <a:lnTo>
                    <a:pt x="922683" y="2877624"/>
                  </a:lnTo>
                  <a:lnTo>
                    <a:pt x="930569" y="2879413"/>
                  </a:lnTo>
                  <a:lnTo>
                    <a:pt x="938455" y="2881059"/>
                  </a:lnTo>
                  <a:lnTo>
                    <a:pt x="946341" y="2882511"/>
                  </a:lnTo>
                  <a:lnTo>
                    <a:pt x="954227" y="2883775"/>
                  </a:lnTo>
                  <a:lnTo>
                    <a:pt x="962113" y="2884849"/>
                  </a:lnTo>
                  <a:lnTo>
                    <a:pt x="970000" y="2885736"/>
                  </a:lnTo>
                  <a:lnTo>
                    <a:pt x="977886" y="2886443"/>
                  </a:lnTo>
                  <a:lnTo>
                    <a:pt x="985772" y="2886976"/>
                  </a:lnTo>
                  <a:lnTo>
                    <a:pt x="993658" y="2887346"/>
                  </a:lnTo>
                  <a:lnTo>
                    <a:pt x="1001544" y="2887560"/>
                  </a:lnTo>
                  <a:lnTo>
                    <a:pt x="1009431" y="2887621"/>
                  </a:lnTo>
                  <a:lnTo>
                    <a:pt x="1017317" y="2887513"/>
                  </a:lnTo>
                  <a:lnTo>
                    <a:pt x="1025203" y="2887245"/>
                  </a:lnTo>
                  <a:lnTo>
                    <a:pt x="1033089" y="2886811"/>
                  </a:lnTo>
                  <a:lnTo>
                    <a:pt x="1040975" y="2886199"/>
                  </a:lnTo>
                  <a:lnTo>
                    <a:pt x="1048861" y="2885396"/>
                  </a:lnTo>
                  <a:lnTo>
                    <a:pt x="1056748" y="2884384"/>
                  </a:lnTo>
                  <a:lnTo>
                    <a:pt x="1064634" y="2883149"/>
                  </a:lnTo>
                  <a:lnTo>
                    <a:pt x="1072520" y="2881678"/>
                  </a:lnTo>
                  <a:lnTo>
                    <a:pt x="1080406" y="2879960"/>
                  </a:lnTo>
                  <a:lnTo>
                    <a:pt x="1088292" y="2877964"/>
                  </a:lnTo>
                  <a:lnTo>
                    <a:pt x="1096179" y="2875705"/>
                  </a:lnTo>
                  <a:lnTo>
                    <a:pt x="1104065" y="2873204"/>
                  </a:lnTo>
                  <a:lnTo>
                    <a:pt x="1111951" y="2870475"/>
                  </a:lnTo>
                  <a:lnTo>
                    <a:pt x="1119837" y="2867538"/>
                  </a:lnTo>
                  <a:lnTo>
                    <a:pt x="1127723" y="2864415"/>
                  </a:lnTo>
                  <a:lnTo>
                    <a:pt x="1135609" y="2861133"/>
                  </a:lnTo>
                  <a:lnTo>
                    <a:pt x="1143496" y="2857716"/>
                  </a:lnTo>
                  <a:lnTo>
                    <a:pt x="1151382" y="2854192"/>
                  </a:lnTo>
                  <a:lnTo>
                    <a:pt x="1159268" y="2850577"/>
                  </a:lnTo>
                  <a:lnTo>
                    <a:pt x="1167154" y="2846901"/>
                  </a:lnTo>
                  <a:lnTo>
                    <a:pt x="1175040" y="2843185"/>
                  </a:lnTo>
                  <a:lnTo>
                    <a:pt x="1182927" y="2839448"/>
                  </a:lnTo>
                  <a:lnTo>
                    <a:pt x="1190813" y="2835711"/>
                  </a:lnTo>
                  <a:lnTo>
                    <a:pt x="1198699" y="2832000"/>
                  </a:lnTo>
                  <a:lnTo>
                    <a:pt x="1206585" y="2828348"/>
                  </a:lnTo>
                  <a:lnTo>
                    <a:pt x="1214471" y="2824798"/>
                  </a:lnTo>
                  <a:lnTo>
                    <a:pt x="1222357" y="2821402"/>
                  </a:lnTo>
                  <a:lnTo>
                    <a:pt x="1230244" y="2818248"/>
                  </a:lnTo>
                  <a:lnTo>
                    <a:pt x="1238130" y="2815427"/>
                  </a:lnTo>
                  <a:lnTo>
                    <a:pt x="1246016" y="2813005"/>
                  </a:lnTo>
                  <a:lnTo>
                    <a:pt x="1253902" y="2811061"/>
                  </a:lnTo>
                  <a:lnTo>
                    <a:pt x="1261788" y="2809663"/>
                  </a:lnTo>
                  <a:lnTo>
                    <a:pt x="1269675" y="2808864"/>
                  </a:lnTo>
                  <a:lnTo>
                    <a:pt x="1277561" y="2808696"/>
                  </a:lnTo>
                  <a:lnTo>
                    <a:pt x="1285447" y="2809162"/>
                  </a:lnTo>
                  <a:lnTo>
                    <a:pt x="1293333" y="2810233"/>
                  </a:lnTo>
                  <a:lnTo>
                    <a:pt x="1301219" y="2811869"/>
                  </a:lnTo>
                  <a:lnTo>
                    <a:pt x="1309105" y="2813944"/>
                  </a:lnTo>
                  <a:lnTo>
                    <a:pt x="1316992" y="2816264"/>
                  </a:lnTo>
                  <a:lnTo>
                    <a:pt x="1324878" y="2818655"/>
                  </a:lnTo>
                  <a:lnTo>
                    <a:pt x="1332764" y="2820925"/>
                  </a:lnTo>
                  <a:lnTo>
                    <a:pt x="1340650" y="2822878"/>
                  </a:lnTo>
                  <a:lnTo>
                    <a:pt x="1348536" y="2824319"/>
                  </a:lnTo>
                  <a:lnTo>
                    <a:pt x="1356423" y="2825066"/>
                  </a:lnTo>
                  <a:lnTo>
                    <a:pt x="1364309" y="2824961"/>
                  </a:lnTo>
                  <a:lnTo>
                    <a:pt x="1372195" y="2823822"/>
                  </a:lnTo>
                  <a:lnTo>
                    <a:pt x="1380081" y="2821503"/>
                  </a:lnTo>
                  <a:lnTo>
                    <a:pt x="1387967" y="2818076"/>
                  </a:lnTo>
                  <a:lnTo>
                    <a:pt x="1395853" y="2813569"/>
                  </a:lnTo>
                  <a:lnTo>
                    <a:pt x="1403740" y="2808056"/>
                  </a:lnTo>
                  <a:lnTo>
                    <a:pt x="1411626" y="2801655"/>
                  </a:lnTo>
                  <a:lnTo>
                    <a:pt x="1419512" y="2794521"/>
                  </a:lnTo>
                  <a:lnTo>
                    <a:pt x="1427398" y="2786845"/>
                  </a:lnTo>
                  <a:lnTo>
                    <a:pt x="1435284" y="2778838"/>
                  </a:lnTo>
                  <a:lnTo>
                    <a:pt x="1443170" y="2770736"/>
                  </a:lnTo>
                  <a:lnTo>
                    <a:pt x="1451057" y="2762833"/>
                  </a:lnTo>
                  <a:lnTo>
                    <a:pt x="1458943" y="2755356"/>
                  </a:lnTo>
                  <a:lnTo>
                    <a:pt x="1466829" y="2748499"/>
                  </a:lnTo>
                  <a:lnTo>
                    <a:pt x="1474715" y="2742422"/>
                  </a:lnTo>
                  <a:lnTo>
                    <a:pt x="1482601" y="2737247"/>
                  </a:lnTo>
                  <a:lnTo>
                    <a:pt x="1490488" y="2733047"/>
                  </a:lnTo>
                  <a:lnTo>
                    <a:pt x="1498374" y="2729850"/>
                  </a:lnTo>
                  <a:lnTo>
                    <a:pt x="1506260" y="2727633"/>
                  </a:lnTo>
                  <a:lnTo>
                    <a:pt x="1514146" y="2726343"/>
                  </a:lnTo>
                  <a:lnTo>
                    <a:pt x="1522032" y="2725916"/>
                  </a:lnTo>
                  <a:lnTo>
                    <a:pt x="1529918" y="2726078"/>
                  </a:lnTo>
                  <a:lnTo>
                    <a:pt x="1537805" y="2726647"/>
                  </a:lnTo>
                  <a:lnTo>
                    <a:pt x="1545691" y="2727427"/>
                  </a:lnTo>
                  <a:lnTo>
                    <a:pt x="1553577" y="2728219"/>
                  </a:lnTo>
                  <a:lnTo>
                    <a:pt x="1561463" y="2728824"/>
                  </a:lnTo>
                  <a:lnTo>
                    <a:pt x="1569349" y="2729054"/>
                  </a:lnTo>
                  <a:lnTo>
                    <a:pt x="1577236" y="2728732"/>
                  </a:lnTo>
                  <a:lnTo>
                    <a:pt x="1585122" y="2727690"/>
                  </a:lnTo>
                  <a:lnTo>
                    <a:pt x="1593008" y="2725657"/>
                  </a:lnTo>
                  <a:lnTo>
                    <a:pt x="1600894" y="2722622"/>
                  </a:lnTo>
                  <a:lnTo>
                    <a:pt x="1608780" y="2718506"/>
                  </a:lnTo>
                  <a:lnTo>
                    <a:pt x="1616666" y="2713258"/>
                  </a:lnTo>
                  <a:lnTo>
                    <a:pt x="1624553" y="2706860"/>
                  </a:lnTo>
                  <a:lnTo>
                    <a:pt x="1632439" y="2699331"/>
                  </a:lnTo>
                  <a:lnTo>
                    <a:pt x="1640325" y="2690725"/>
                  </a:lnTo>
                  <a:lnTo>
                    <a:pt x="1648211" y="2681134"/>
                  </a:lnTo>
                  <a:lnTo>
                    <a:pt x="1656097" y="2670688"/>
                  </a:lnTo>
                  <a:lnTo>
                    <a:pt x="1663984" y="2659482"/>
                  </a:lnTo>
                  <a:lnTo>
                    <a:pt x="1671870" y="2647817"/>
                  </a:lnTo>
                  <a:lnTo>
                    <a:pt x="1679756" y="2635876"/>
                  </a:lnTo>
                  <a:lnTo>
                    <a:pt x="1687642" y="2623822"/>
                  </a:lnTo>
                  <a:lnTo>
                    <a:pt x="1695528" y="2611777"/>
                  </a:lnTo>
                  <a:lnTo>
                    <a:pt x="1703414" y="2599811"/>
                  </a:lnTo>
                  <a:lnTo>
                    <a:pt x="1711301" y="2587923"/>
                  </a:lnTo>
                  <a:lnTo>
                    <a:pt x="1719187" y="2576032"/>
                  </a:lnTo>
                  <a:lnTo>
                    <a:pt x="1727073" y="2563966"/>
                  </a:lnTo>
                  <a:lnTo>
                    <a:pt x="1734959" y="2551342"/>
                  </a:lnTo>
                  <a:lnTo>
                    <a:pt x="1742845" y="2537746"/>
                  </a:lnTo>
                  <a:lnTo>
                    <a:pt x="1750732" y="2522696"/>
                  </a:lnTo>
                  <a:lnTo>
                    <a:pt x="1758618" y="2505637"/>
                  </a:lnTo>
                  <a:lnTo>
                    <a:pt x="1766504" y="2485960"/>
                  </a:lnTo>
                  <a:lnTo>
                    <a:pt x="1774390" y="2463026"/>
                  </a:lnTo>
                  <a:lnTo>
                    <a:pt x="1782276" y="2436178"/>
                  </a:lnTo>
                  <a:lnTo>
                    <a:pt x="1790162" y="2404758"/>
                  </a:lnTo>
                  <a:lnTo>
                    <a:pt x="1798049" y="2368122"/>
                  </a:lnTo>
                  <a:lnTo>
                    <a:pt x="1805935" y="2324940"/>
                  </a:lnTo>
                  <a:lnTo>
                    <a:pt x="1813821" y="2275011"/>
                  </a:lnTo>
                  <a:lnTo>
                    <a:pt x="1821707" y="2218045"/>
                  </a:lnTo>
                  <a:lnTo>
                    <a:pt x="1829593" y="2153640"/>
                  </a:lnTo>
                  <a:lnTo>
                    <a:pt x="1837479" y="2081484"/>
                  </a:lnTo>
                  <a:lnTo>
                    <a:pt x="1845366" y="2001369"/>
                  </a:lnTo>
                  <a:lnTo>
                    <a:pt x="1853252" y="1913205"/>
                  </a:lnTo>
                  <a:lnTo>
                    <a:pt x="1861138" y="1817042"/>
                  </a:lnTo>
                  <a:lnTo>
                    <a:pt x="1869024" y="1713086"/>
                  </a:lnTo>
                  <a:lnTo>
                    <a:pt x="1876910" y="1601084"/>
                  </a:lnTo>
                  <a:lnTo>
                    <a:pt x="1884797" y="1482220"/>
                  </a:lnTo>
                  <a:lnTo>
                    <a:pt x="1892683" y="1357754"/>
                  </a:lnTo>
                  <a:lnTo>
                    <a:pt x="1900569" y="1228858"/>
                  </a:lnTo>
                  <a:lnTo>
                    <a:pt x="1908455" y="1096934"/>
                  </a:lnTo>
                  <a:lnTo>
                    <a:pt x="1916341" y="963605"/>
                  </a:lnTo>
                  <a:lnTo>
                    <a:pt x="1924227" y="830695"/>
                  </a:lnTo>
                  <a:lnTo>
                    <a:pt x="1932114" y="700194"/>
                  </a:lnTo>
                  <a:lnTo>
                    <a:pt x="1940000" y="574223"/>
                  </a:lnTo>
                  <a:lnTo>
                    <a:pt x="1947886" y="455774"/>
                  </a:lnTo>
                  <a:lnTo>
                    <a:pt x="1955772" y="347363"/>
                  </a:lnTo>
                  <a:lnTo>
                    <a:pt x="1963658" y="250675"/>
                  </a:lnTo>
                  <a:lnTo>
                    <a:pt x="1971545" y="167612"/>
                  </a:lnTo>
                  <a:lnTo>
                    <a:pt x="1979431" y="99835"/>
                  </a:lnTo>
                  <a:lnTo>
                    <a:pt x="1987317" y="48704"/>
                  </a:lnTo>
                  <a:lnTo>
                    <a:pt x="1995203" y="15222"/>
                  </a:lnTo>
                  <a:lnTo>
                    <a:pt x="2003089" y="0"/>
                  </a:lnTo>
                  <a:lnTo>
                    <a:pt x="2010975" y="3218"/>
                  </a:lnTo>
                  <a:lnTo>
                    <a:pt x="2018862" y="25824"/>
                  </a:lnTo>
                  <a:lnTo>
                    <a:pt x="2026748" y="66779"/>
                  </a:lnTo>
                  <a:lnTo>
                    <a:pt x="2034634" y="123439"/>
                  </a:lnTo>
                  <a:lnTo>
                    <a:pt x="2042520" y="194083"/>
                  </a:lnTo>
                  <a:lnTo>
                    <a:pt x="2050406" y="276698"/>
                  </a:lnTo>
                  <a:lnTo>
                    <a:pt x="2058293" y="369049"/>
                  </a:lnTo>
                  <a:lnTo>
                    <a:pt x="2066179" y="468765"/>
                  </a:lnTo>
                  <a:lnTo>
                    <a:pt x="2074065" y="573419"/>
                  </a:lnTo>
                  <a:lnTo>
                    <a:pt x="2081951" y="680624"/>
                  </a:lnTo>
                  <a:lnTo>
                    <a:pt x="2089837" y="787994"/>
                  </a:lnTo>
                  <a:lnTo>
                    <a:pt x="2097723" y="893055"/>
                  </a:lnTo>
                  <a:lnTo>
                    <a:pt x="2105610" y="994244"/>
                  </a:lnTo>
                  <a:lnTo>
                    <a:pt x="2113496" y="1090393"/>
                  </a:lnTo>
                  <a:lnTo>
                    <a:pt x="2121382" y="1180739"/>
                  </a:lnTo>
                  <a:lnTo>
                    <a:pt x="2129268" y="1264927"/>
                  </a:lnTo>
                  <a:lnTo>
                    <a:pt x="2137154" y="1342989"/>
                  </a:lnTo>
                  <a:lnTo>
                    <a:pt x="2145041" y="1415318"/>
                  </a:lnTo>
                  <a:lnTo>
                    <a:pt x="2152927" y="1482614"/>
                  </a:lnTo>
                  <a:lnTo>
                    <a:pt x="2160813" y="1545696"/>
                  </a:lnTo>
                  <a:lnTo>
                    <a:pt x="2168699" y="1605784"/>
                  </a:lnTo>
                  <a:lnTo>
                    <a:pt x="2176585" y="1664438"/>
                  </a:lnTo>
                  <a:lnTo>
                    <a:pt x="2184471" y="1722751"/>
                  </a:lnTo>
                  <a:lnTo>
                    <a:pt x="2192358" y="1781673"/>
                  </a:lnTo>
                  <a:lnTo>
                    <a:pt x="2200244" y="1841950"/>
                  </a:lnTo>
                  <a:lnTo>
                    <a:pt x="2208130" y="1904085"/>
                  </a:lnTo>
                  <a:lnTo>
                    <a:pt x="2216016" y="1968314"/>
                  </a:lnTo>
                  <a:lnTo>
                    <a:pt x="2223902" y="2034595"/>
                  </a:lnTo>
                  <a:lnTo>
                    <a:pt x="2231789" y="2102653"/>
                  </a:lnTo>
                  <a:lnTo>
                    <a:pt x="2239675" y="2171865"/>
                  </a:lnTo>
                  <a:lnTo>
                    <a:pt x="2247561" y="2241224"/>
                  </a:lnTo>
                  <a:lnTo>
                    <a:pt x="2255447" y="2309830"/>
                  </a:lnTo>
                  <a:lnTo>
                    <a:pt x="2263333" y="2376750"/>
                  </a:lnTo>
                  <a:lnTo>
                    <a:pt x="2271219" y="2441084"/>
                  </a:lnTo>
                  <a:lnTo>
                    <a:pt x="2279106" y="2502006"/>
                  </a:lnTo>
                  <a:lnTo>
                    <a:pt x="2286992" y="2558810"/>
                  </a:lnTo>
                  <a:lnTo>
                    <a:pt x="2294878" y="2610939"/>
                  </a:lnTo>
                  <a:lnTo>
                    <a:pt x="2302764" y="2657911"/>
                  </a:lnTo>
                  <a:lnTo>
                    <a:pt x="2310650" y="2698967"/>
                  </a:lnTo>
                  <a:lnTo>
                    <a:pt x="2318536" y="2734782"/>
                  </a:lnTo>
                  <a:lnTo>
                    <a:pt x="2326423" y="2765545"/>
                  </a:lnTo>
                  <a:lnTo>
                    <a:pt x="2334309" y="2791559"/>
                  </a:lnTo>
                  <a:lnTo>
                    <a:pt x="2342195" y="2813206"/>
                  </a:lnTo>
                  <a:lnTo>
                    <a:pt x="2350081" y="2830930"/>
                  </a:lnTo>
                  <a:lnTo>
                    <a:pt x="2357967" y="2845200"/>
                  </a:lnTo>
                  <a:lnTo>
                    <a:pt x="2365854" y="2856496"/>
                  </a:lnTo>
                  <a:lnTo>
                    <a:pt x="2373740" y="2865273"/>
                  </a:lnTo>
                  <a:lnTo>
                    <a:pt x="2381626" y="2871767"/>
                  </a:lnTo>
                  <a:lnTo>
                    <a:pt x="2389512" y="2876691"/>
                  </a:lnTo>
                  <a:lnTo>
                    <a:pt x="2397398" y="2880364"/>
                  </a:lnTo>
                  <a:lnTo>
                    <a:pt x="2405284" y="2883058"/>
                  </a:lnTo>
                  <a:lnTo>
                    <a:pt x="2413171" y="2885002"/>
                  </a:lnTo>
                  <a:lnTo>
                    <a:pt x="2421057" y="2886379"/>
                  </a:lnTo>
                  <a:lnTo>
                    <a:pt x="2428943" y="2887337"/>
                  </a:lnTo>
                  <a:lnTo>
                    <a:pt x="2436829" y="2887992"/>
                  </a:lnTo>
                  <a:lnTo>
                    <a:pt x="2444715" y="2888431"/>
                  </a:lnTo>
                  <a:lnTo>
                    <a:pt x="2452602" y="2888707"/>
                  </a:lnTo>
                  <a:lnTo>
                    <a:pt x="2460488" y="2888890"/>
                  </a:lnTo>
                  <a:lnTo>
                    <a:pt x="2468374" y="2889008"/>
                  </a:lnTo>
                  <a:lnTo>
                    <a:pt x="2476260" y="2889084"/>
                  </a:lnTo>
                  <a:lnTo>
                    <a:pt x="2484146" y="2889131"/>
                  </a:lnTo>
                  <a:lnTo>
                    <a:pt x="2492032" y="2889160"/>
                  </a:lnTo>
                  <a:lnTo>
                    <a:pt x="2499919" y="2889178"/>
                  </a:lnTo>
                  <a:lnTo>
                    <a:pt x="2507805" y="2889188"/>
                  </a:lnTo>
                  <a:lnTo>
                    <a:pt x="2515691" y="2889194"/>
                  </a:lnTo>
                  <a:lnTo>
                    <a:pt x="2523577" y="2889197"/>
                  </a:lnTo>
                  <a:lnTo>
                    <a:pt x="2531463" y="2889199"/>
                  </a:lnTo>
                  <a:lnTo>
                    <a:pt x="2539350" y="2889200"/>
                  </a:lnTo>
                  <a:lnTo>
                    <a:pt x="2547236" y="2889201"/>
                  </a:lnTo>
                  <a:lnTo>
                    <a:pt x="2555122" y="2889201"/>
                  </a:lnTo>
                  <a:lnTo>
                    <a:pt x="2563008" y="2889201"/>
                  </a:lnTo>
                  <a:lnTo>
                    <a:pt x="2570894" y="2889201"/>
                  </a:lnTo>
                  <a:lnTo>
                    <a:pt x="2578780" y="2889201"/>
                  </a:lnTo>
                  <a:lnTo>
                    <a:pt x="2586667" y="2889201"/>
                  </a:lnTo>
                  <a:lnTo>
                    <a:pt x="2594553" y="2889201"/>
                  </a:lnTo>
                  <a:lnTo>
                    <a:pt x="2602439" y="2889201"/>
                  </a:lnTo>
                  <a:lnTo>
                    <a:pt x="2610325" y="2889201"/>
                  </a:lnTo>
                  <a:lnTo>
                    <a:pt x="2618211" y="2889201"/>
                  </a:lnTo>
                  <a:lnTo>
                    <a:pt x="2626098" y="2889201"/>
                  </a:lnTo>
                  <a:lnTo>
                    <a:pt x="2633984" y="2889201"/>
                  </a:lnTo>
                  <a:lnTo>
                    <a:pt x="2641870" y="2889201"/>
                  </a:lnTo>
                  <a:lnTo>
                    <a:pt x="2649756" y="2889201"/>
                  </a:lnTo>
                  <a:lnTo>
                    <a:pt x="2657642" y="2889201"/>
                  </a:lnTo>
                  <a:lnTo>
                    <a:pt x="2665528" y="2889201"/>
                  </a:lnTo>
                  <a:lnTo>
                    <a:pt x="2673415" y="2889201"/>
                  </a:lnTo>
                  <a:lnTo>
                    <a:pt x="2681301" y="2889201"/>
                  </a:lnTo>
                  <a:lnTo>
                    <a:pt x="2689187" y="2889201"/>
                  </a:lnTo>
                  <a:lnTo>
                    <a:pt x="2697073" y="2889201"/>
                  </a:lnTo>
                  <a:lnTo>
                    <a:pt x="2704959" y="2889201"/>
                  </a:lnTo>
                  <a:lnTo>
                    <a:pt x="2712846" y="2889201"/>
                  </a:lnTo>
                  <a:lnTo>
                    <a:pt x="2720732" y="2889201"/>
                  </a:lnTo>
                  <a:lnTo>
                    <a:pt x="2728618" y="2889201"/>
                  </a:lnTo>
                  <a:lnTo>
                    <a:pt x="2736504" y="2889201"/>
                  </a:lnTo>
                  <a:lnTo>
                    <a:pt x="2744390" y="2889201"/>
                  </a:lnTo>
                  <a:lnTo>
                    <a:pt x="2752276" y="2889201"/>
                  </a:lnTo>
                  <a:lnTo>
                    <a:pt x="2760163" y="2889201"/>
                  </a:lnTo>
                  <a:lnTo>
                    <a:pt x="2768049" y="2889201"/>
                  </a:lnTo>
                  <a:lnTo>
                    <a:pt x="2775935" y="2889201"/>
                  </a:lnTo>
                  <a:lnTo>
                    <a:pt x="2783821" y="2889201"/>
                  </a:lnTo>
                  <a:lnTo>
                    <a:pt x="2791707" y="2889201"/>
                  </a:lnTo>
                  <a:lnTo>
                    <a:pt x="2799593" y="2889201"/>
                  </a:lnTo>
                  <a:lnTo>
                    <a:pt x="2807480" y="2889201"/>
                  </a:lnTo>
                  <a:lnTo>
                    <a:pt x="2815366" y="2889201"/>
                  </a:lnTo>
                  <a:lnTo>
                    <a:pt x="2823252" y="2889201"/>
                  </a:lnTo>
                  <a:lnTo>
                    <a:pt x="2831138" y="2889201"/>
                  </a:lnTo>
                  <a:lnTo>
                    <a:pt x="2839024" y="2889201"/>
                  </a:lnTo>
                  <a:lnTo>
                    <a:pt x="2846911" y="2889201"/>
                  </a:lnTo>
                  <a:lnTo>
                    <a:pt x="2854797" y="2889201"/>
                  </a:lnTo>
                  <a:lnTo>
                    <a:pt x="2862683" y="2889201"/>
                  </a:lnTo>
                  <a:lnTo>
                    <a:pt x="2870569" y="2889201"/>
                  </a:lnTo>
                  <a:lnTo>
                    <a:pt x="2878455" y="2889201"/>
                  </a:lnTo>
                  <a:lnTo>
                    <a:pt x="2886341" y="2889201"/>
                  </a:lnTo>
                  <a:lnTo>
                    <a:pt x="2894228" y="2889201"/>
                  </a:lnTo>
                  <a:lnTo>
                    <a:pt x="2902114" y="2889201"/>
                  </a:lnTo>
                  <a:lnTo>
                    <a:pt x="2910000" y="2889201"/>
                  </a:lnTo>
                  <a:lnTo>
                    <a:pt x="2917886" y="2889201"/>
                  </a:lnTo>
                  <a:lnTo>
                    <a:pt x="2925772" y="2889201"/>
                  </a:lnTo>
                  <a:lnTo>
                    <a:pt x="2933659" y="2889201"/>
                  </a:lnTo>
                  <a:lnTo>
                    <a:pt x="2941545" y="2889201"/>
                  </a:lnTo>
                  <a:lnTo>
                    <a:pt x="2949431" y="2889201"/>
                  </a:lnTo>
                  <a:lnTo>
                    <a:pt x="2957317" y="2889201"/>
                  </a:lnTo>
                  <a:lnTo>
                    <a:pt x="2965203" y="2889201"/>
                  </a:lnTo>
                  <a:lnTo>
                    <a:pt x="2973089" y="2889201"/>
                  </a:lnTo>
                  <a:lnTo>
                    <a:pt x="2980976" y="2889201"/>
                  </a:lnTo>
                  <a:lnTo>
                    <a:pt x="2988862" y="2889201"/>
                  </a:lnTo>
                  <a:lnTo>
                    <a:pt x="2996748" y="2889201"/>
                  </a:lnTo>
                  <a:lnTo>
                    <a:pt x="3004634" y="2889201"/>
                  </a:lnTo>
                  <a:lnTo>
                    <a:pt x="3012520" y="2889201"/>
                  </a:lnTo>
                  <a:lnTo>
                    <a:pt x="3020407" y="2889201"/>
                  </a:lnTo>
                  <a:lnTo>
                    <a:pt x="3028293" y="2889201"/>
                  </a:lnTo>
                  <a:lnTo>
                    <a:pt x="3036179" y="2889201"/>
                  </a:lnTo>
                  <a:lnTo>
                    <a:pt x="3044065" y="2889201"/>
                  </a:lnTo>
                  <a:lnTo>
                    <a:pt x="3051951" y="2889201"/>
                  </a:lnTo>
                  <a:lnTo>
                    <a:pt x="3059837" y="2889201"/>
                  </a:lnTo>
                  <a:lnTo>
                    <a:pt x="3067724" y="2889201"/>
                  </a:lnTo>
                  <a:lnTo>
                    <a:pt x="3075610" y="2889201"/>
                  </a:lnTo>
                  <a:lnTo>
                    <a:pt x="3083496" y="2889201"/>
                  </a:lnTo>
                  <a:lnTo>
                    <a:pt x="3091382" y="2889201"/>
                  </a:lnTo>
                  <a:lnTo>
                    <a:pt x="3099268" y="2889201"/>
                  </a:lnTo>
                  <a:lnTo>
                    <a:pt x="3107155" y="2889201"/>
                  </a:lnTo>
                  <a:lnTo>
                    <a:pt x="3115041" y="2889201"/>
                  </a:lnTo>
                  <a:lnTo>
                    <a:pt x="3122927" y="2889201"/>
                  </a:lnTo>
                  <a:lnTo>
                    <a:pt x="3130813" y="2889201"/>
                  </a:lnTo>
                  <a:lnTo>
                    <a:pt x="3138699" y="2889201"/>
                  </a:lnTo>
                  <a:lnTo>
                    <a:pt x="3146585" y="2889201"/>
                  </a:lnTo>
                  <a:lnTo>
                    <a:pt x="3154472" y="2889201"/>
                  </a:lnTo>
                  <a:lnTo>
                    <a:pt x="3162358" y="2889201"/>
                  </a:lnTo>
                  <a:lnTo>
                    <a:pt x="3170244" y="2889201"/>
                  </a:lnTo>
                  <a:lnTo>
                    <a:pt x="3178130" y="2889201"/>
                  </a:lnTo>
                  <a:lnTo>
                    <a:pt x="3186016" y="2889201"/>
                  </a:lnTo>
                  <a:lnTo>
                    <a:pt x="3193903" y="2889201"/>
                  </a:lnTo>
                  <a:lnTo>
                    <a:pt x="3201789" y="2889201"/>
                  </a:lnTo>
                  <a:lnTo>
                    <a:pt x="3209675" y="2889201"/>
                  </a:lnTo>
                  <a:lnTo>
                    <a:pt x="3217561" y="2889201"/>
                  </a:lnTo>
                  <a:lnTo>
                    <a:pt x="3225447" y="2889201"/>
                  </a:lnTo>
                  <a:lnTo>
                    <a:pt x="3233333" y="2889201"/>
                  </a:lnTo>
                  <a:lnTo>
                    <a:pt x="3241220" y="2889201"/>
                  </a:lnTo>
                  <a:lnTo>
                    <a:pt x="3249106" y="2889201"/>
                  </a:lnTo>
                  <a:lnTo>
                    <a:pt x="3256992" y="2889201"/>
                  </a:lnTo>
                  <a:lnTo>
                    <a:pt x="3264878" y="2889201"/>
                  </a:lnTo>
                  <a:lnTo>
                    <a:pt x="3272764" y="2889201"/>
                  </a:lnTo>
                  <a:lnTo>
                    <a:pt x="3280650" y="2889201"/>
                  </a:lnTo>
                  <a:lnTo>
                    <a:pt x="3288537" y="2889201"/>
                  </a:lnTo>
                  <a:lnTo>
                    <a:pt x="3296423" y="2889201"/>
                  </a:lnTo>
                  <a:lnTo>
                    <a:pt x="3304309" y="2889201"/>
                  </a:lnTo>
                  <a:lnTo>
                    <a:pt x="3312195" y="2889201"/>
                  </a:lnTo>
                  <a:lnTo>
                    <a:pt x="3320081" y="2889201"/>
                  </a:lnTo>
                  <a:lnTo>
                    <a:pt x="3327968" y="2889201"/>
                  </a:lnTo>
                  <a:lnTo>
                    <a:pt x="3335854" y="2889201"/>
                  </a:lnTo>
                  <a:lnTo>
                    <a:pt x="3343740" y="2889201"/>
                  </a:lnTo>
                  <a:lnTo>
                    <a:pt x="3351626" y="2889201"/>
                  </a:lnTo>
                  <a:lnTo>
                    <a:pt x="3359512" y="2889201"/>
                  </a:lnTo>
                  <a:lnTo>
                    <a:pt x="3367398" y="2889201"/>
                  </a:lnTo>
                  <a:lnTo>
                    <a:pt x="3375285" y="2889201"/>
                  </a:lnTo>
                  <a:lnTo>
                    <a:pt x="3383171" y="2889201"/>
                  </a:lnTo>
                  <a:lnTo>
                    <a:pt x="3391057" y="2889201"/>
                  </a:lnTo>
                  <a:lnTo>
                    <a:pt x="3398943" y="2889201"/>
                  </a:lnTo>
                  <a:lnTo>
                    <a:pt x="3406829" y="2889201"/>
                  </a:lnTo>
                  <a:lnTo>
                    <a:pt x="3414716" y="2889201"/>
                  </a:lnTo>
                  <a:lnTo>
                    <a:pt x="3422602" y="2889201"/>
                  </a:lnTo>
                  <a:lnTo>
                    <a:pt x="3430488" y="2889201"/>
                  </a:lnTo>
                  <a:lnTo>
                    <a:pt x="3438374" y="2889201"/>
                  </a:lnTo>
                  <a:lnTo>
                    <a:pt x="3446260" y="2889201"/>
                  </a:lnTo>
                  <a:lnTo>
                    <a:pt x="3454146" y="2889201"/>
                  </a:lnTo>
                  <a:lnTo>
                    <a:pt x="3462033" y="2889201"/>
                  </a:lnTo>
                  <a:lnTo>
                    <a:pt x="3469919" y="2889201"/>
                  </a:lnTo>
                  <a:lnTo>
                    <a:pt x="3477805" y="2889201"/>
                  </a:lnTo>
                  <a:lnTo>
                    <a:pt x="3485691" y="2889201"/>
                  </a:lnTo>
                  <a:lnTo>
                    <a:pt x="3493577" y="2889201"/>
                  </a:lnTo>
                  <a:lnTo>
                    <a:pt x="3501464" y="2889201"/>
                  </a:lnTo>
                  <a:lnTo>
                    <a:pt x="3509350" y="2889201"/>
                  </a:lnTo>
                  <a:lnTo>
                    <a:pt x="3517236" y="2889201"/>
                  </a:lnTo>
                  <a:lnTo>
                    <a:pt x="3525122" y="2889201"/>
                  </a:lnTo>
                  <a:lnTo>
                    <a:pt x="3533008" y="2889201"/>
                  </a:lnTo>
                  <a:lnTo>
                    <a:pt x="3540894" y="2889201"/>
                  </a:lnTo>
                  <a:lnTo>
                    <a:pt x="3548781" y="2889201"/>
                  </a:lnTo>
                  <a:lnTo>
                    <a:pt x="3556667" y="2889201"/>
                  </a:lnTo>
                  <a:lnTo>
                    <a:pt x="3564553" y="2889201"/>
                  </a:lnTo>
                  <a:lnTo>
                    <a:pt x="3572439" y="2889201"/>
                  </a:lnTo>
                  <a:lnTo>
                    <a:pt x="3580325" y="2889201"/>
                  </a:lnTo>
                  <a:lnTo>
                    <a:pt x="3588212" y="2889201"/>
                  </a:lnTo>
                  <a:lnTo>
                    <a:pt x="3596098" y="2889201"/>
                  </a:lnTo>
                  <a:lnTo>
                    <a:pt x="3603984" y="2889201"/>
                  </a:lnTo>
                  <a:lnTo>
                    <a:pt x="3611870" y="2889201"/>
                  </a:lnTo>
                  <a:lnTo>
                    <a:pt x="3619756" y="2889201"/>
                  </a:lnTo>
                  <a:lnTo>
                    <a:pt x="3627642" y="2889201"/>
                  </a:lnTo>
                  <a:lnTo>
                    <a:pt x="3635529" y="2889201"/>
                  </a:lnTo>
                  <a:lnTo>
                    <a:pt x="3643415" y="2889201"/>
                  </a:lnTo>
                  <a:lnTo>
                    <a:pt x="3651301" y="2889201"/>
                  </a:lnTo>
                  <a:lnTo>
                    <a:pt x="3659187" y="2889201"/>
                  </a:lnTo>
                  <a:lnTo>
                    <a:pt x="3667073" y="2889201"/>
                  </a:lnTo>
                  <a:lnTo>
                    <a:pt x="3674959" y="2889201"/>
                  </a:lnTo>
                  <a:lnTo>
                    <a:pt x="3682846" y="2889201"/>
                  </a:lnTo>
                  <a:lnTo>
                    <a:pt x="3690732" y="2889201"/>
                  </a:lnTo>
                  <a:lnTo>
                    <a:pt x="3698618" y="2889201"/>
                  </a:lnTo>
                  <a:lnTo>
                    <a:pt x="3706504" y="2889201"/>
                  </a:lnTo>
                  <a:lnTo>
                    <a:pt x="3714390" y="2889201"/>
                  </a:lnTo>
                  <a:lnTo>
                    <a:pt x="3722277" y="2889201"/>
                  </a:lnTo>
                  <a:lnTo>
                    <a:pt x="3730163" y="2889201"/>
                  </a:lnTo>
                  <a:lnTo>
                    <a:pt x="3738049" y="2889201"/>
                  </a:lnTo>
                  <a:lnTo>
                    <a:pt x="3745935" y="2889201"/>
                  </a:lnTo>
                  <a:lnTo>
                    <a:pt x="3753821" y="2889201"/>
                  </a:lnTo>
                  <a:lnTo>
                    <a:pt x="3761707" y="2889201"/>
                  </a:lnTo>
                  <a:lnTo>
                    <a:pt x="3769594" y="2889201"/>
                  </a:lnTo>
                  <a:lnTo>
                    <a:pt x="3777480" y="2889201"/>
                  </a:lnTo>
                  <a:lnTo>
                    <a:pt x="3785366" y="2889201"/>
                  </a:lnTo>
                  <a:lnTo>
                    <a:pt x="3793252" y="2889201"/>
                  </a:lnTo>
                  <a:lnTo>
                    <a:pt x="3801138" y="2889201"/>
                  </a:lnTo>
                  <a:lnTo>
                    <a:pt x="3809025" y="2889201"/>
                  </a:lnTo>
                  <a:lnTo>
                    <a:pt x="3816911" y="2889201"/>
                  </a:lnTo>
                  <a:lnTo>
                    <a:pt x="3824797" y="2889201"/>
                  </a:lnTo>
                  <a:lnTo>
                    <a:pt x="3832683" y="2889201"/>
                  </a:lnTo>
                  <a:lnTo>
                    <a:pt x="3840569" y="2889201"/>
                  </a:lnTo>
                  <a:lnTo>
                    <a:pt x="3848455" y="2889201"/>
                  </a:lnTo>
                  <a:lnTo>
                    <a:pt x="3856342" y="2889201"/>
                  </a:lnTo>
                  <a:lnTo>
                    <a:pt x="3864228" y="2889201"/>
                  </a:lnTo>
                  <a:lnTo>
                    <a:pt x="3872114" y="2889201"/>
                  </a:lnTo>
                  <a:lnTo>
                    <a:pt x="3880000" y="2889201"/>
                  </a:lnTo>
                  <a:lnTo>
                    <a:pt x="3887886" y="2889201"/>
                  </a:lnTo>
                  <a:lnTo>
                    <a:pt x="3895773" y="2889201"/>
                  </a:lnTo>
                  <a:lnTo>
                    <a:pt x="3903659" y="2889201"/>
                  </a:lnTo>
                  <a:lnTo>
                    <a:pt x="3911545" y="2889201"/>
                  </a:lnTo>
                  <a:lnTo>
                    <a:pt x="3919431" y="2889201"/>
                  </a:lnTo>
                  <a:lnTo>
                    <a:pt x="3927317" y="2889201"/>
                  </a:lnTo>
                  <a:lnTo>
                    <a:pt x="3935203" y="2889201"/>
                  </a:lnTo>
                  <a:lnTo>
                    <a:pt x="3943090" y="2889201"/>
                  </a:lnTo>
                  <a:lnTo>
                    <a:pt x="3950976" y="2889201"/>
                  </a:lnTo>
                  <a:lnTo>
                    <a:pt x="3958862" y="2889201"/>
                  </a:lnTo>
                  <a:lnTo>
                    <a:pt x="3966748" y="2889201"/>
                  </a:lnTo>
                  <a:lnTo>
                    <a:pt x="3974634" y="2889201"/>
                  </a:lnTo>
                  <a:lnTo>
                    <a:pt x="3982521" y="2889201"/>
                  </a:lnTo>
                  <a:lnTo>
                    <a:pt x="3990407" y="2889201"/>
                  </a:lnTo>
                  <a:lnTo>
                    <a:pt x="3998293" y="2889201"/>
                  </a:lnTo>
                  <a:lnTo>
                    <a:pt x="4006179" y="2889201"/>
                  </a:lnTo>
                  <a:lnTo>
                    <a:pt x="4014065" y="2889201"/>
                  </a:lnTo>
                  <a:lnTo>
                    <a:pt x="4021951" y="2889201"/>
                  </a:lnTo>
                  <a:lnTo>
                    <a:pt x="4029838" y="288920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6"/>
            <p:cNvSpPr/>
            <p:nvPr/>
          </p:nvSpPr>
          <p:spPr>
            <a:xfrm>
              <a:off x="7814880" y="4381631"/>
              <a:ext cx="4029838" cy="413101"/>
            </a:xfrm>
            <a:custGeom>
              <a:avLst/>
              <a:pathLst>
                <a:path w="4029838" h="413101">
                  <a:moveTo>
                    <a:pt x="0" y="413101"/>
                  </a:moveTo>
                  <a:lnTo>
                    <a:pt x="7886" y="413101"/>
                  </a:lnTo>
                  <a:lnTo>
                    <a:pt x="15772" y="413101"/>
                  </a:lnTo>
                  <a:lnTo>
                    <a:pt x="23658" y="413101"/>
                  </a:lnTo>
                  <a:lnTo>
                    <a:pt x="31544" y="413101"/>
                  </a:lnTo>
                  <a:lnTo>
                    <a:pt x="39430" y="413101"/>
                  </a:lnTo>
                  <a:lnTo>
                    <a:pt x="47317" y="413101"/>
                  </a:lnTo>
                  <a:lnTo>
                    <a:pt x="55203" y="413101"/>
                  </a:lnTo>
                  <a:lnTo>
                    <a:pt x="63089" y="413101"/>
                  </a:lnTo>
                  <a:lnTo>
                    <a:pt x="70975" y="413101"/>
                  </a:lnTo>
                  <a:lnTo>
                    <a:pt x="78861" y="413101"/>
                  </a:lnTo>
                  <a:lnTo>
                    <a:pt x="86747" y="413101"/>
                  </a:lnTo>
                  <a:lnTo>
                    <a:pt x="94634" y="413101"/>
                  </a:lnTo>
                  <a:lnTo>
                    <a:pt x="102520" y="413101"/>
                  </a:lnTo>
                  <a:lnTo>
                    <a:pt x="110406" y="413101"/>
                  </a:lnTo>
                  <a:lnTo>
                    <a:pt x="118292" y="413101"/>
                  </a:lnTo>
                  <a:lnTo>
                    <a:pt x="126178" y="413101"/>
                  </a:lnTo>
                  <a:lnTo>
                    <a:pt x="134065" y="413101"/>
                  </a:lnTo>
                  <a:lnTo>
                    <a:pt x="141951" y="413101"/>
                  </a:lnTo>
                  <a:lnTo>
                    <a:pt x="149837" y="413101"/>
                  </a:lnTo>
                  <a:lnTo>
                    <a:pt x="157723" y="413101"/>
                  </a:lnTo>
                  <a:lnTo>
                    <a:pt x="165609" y="413101"/>
                  </a:lnTo>
                  <a:lnTo>
                    <a:pt x="173495" y="413101"/>
                  </a:lnTo>
                  <a:lnTo>
                    <a:pt x="181382" y="413101"/>
                  </a:lnTo>
                  <a:lnTo>
                    <a:pt x="189268" y="413101"/>
                  </a:lnTo>
                  <a:lnTo>
                    <a:pt x="197154" y="413101"/>
                  </a:lnTo>
                  <a:lnTo>
                    <a:pt x="205040" y="413101"/>
                  </a:lnTo>
                  <a:lnTo>
                    <a:pt x="212926" y="413101"/>
                  </a:lnTo>
                  <a:lnTo>
                    <a:pt x="220813" y="413101"/>
                  </a:lnTo>
                  <a:lnTo>
                    <a:pt x="228699" y="413101"/>
                  </a:lnTo>
                  <a:lnTo>
                    <a:pt x="236585" y="413101"/>
                  </a:lnTo>
                  <a:lnTo>
                    <a:pt x="244471" y="413101"/>
                  </a:lnTo>
                  <a:lnTo>
                    <a:pt x="252357" y="413101"/>
                  </a:lnTo>
                  <a:lnTo>
                    <a:pt x="260243" y="413101"/>
                  </a:lnTo>
                  <a:lnTo>
                    <a:pt x="268130" y="413101"/>
                  </a:lnTo>
                  <a:lnTo>
                    <a:pt x="276016" y="413101"/>
                  </a:lnTo>
                  <a:lnTo>
                    <a:pt x="283902" y="413101"/>
                  </a:lnTo>
                  <a:lnTo>
                    <a:pt x="291788" y="413101"/>
                  </a:lnTo>
                  <a:lnTo>
                    <a:pt x="299674" y="413101"/>
                  </a:lnTo>
                  <a:lnTo>
                    <a:pt x="307561" y="413101"/>
                  </a:lnTo>
                  <a:lnTo>
                    <a:pt x="315447" y="413101"/>
                  </a:lnTo>
                  <a:lnTo>
                    <a:pt x="323333" y="413101"/>
                  </a:lnTo>
                  <a:lnTo>
                    <a:pt x="331219" y="413101"/>
                  </a:lnTo>
                  <a:lnTo>
                    <a:pt x="339105" y="413101"/>
                  </a:lnTo>
                  <a:lnTo>
                    <a:pt x="346991" y="413101"/>
                  </a:lnTo>
                  <a:lnTo>
                    <a:pt x="354878" y="413101"/>
                  </a:lnTo>
                  <a:lnTo>
                    <a:pt x="362764" y="413101"/>
                  </a:lnTo>
                  <a:lnTo>
                    <a:pt x="370650" y="413101"/>
                  </a:lnTo>
                  <a:lnTo>
                    <a:pt x="378536" y="413101"/>
                  </a:lnTo>
                  <a:lnTo>
                    <a:pt x="386422" y="413101"/>
                  </a:lnTo>
                  <a:lnTo>
                    <a:pt x="394309" y="413101"/>
                  </a:lnTo>
                  <a:lnTo>
                    <a:pt x="402195" y="413101"/>
                  </a:lnTo>
                  <a:lnTo>
                    <a:pt x="410081" y="413101"/>
                  </a:lnTo>
                  <a:lnTo>
                    <a:pt x="417967" y="413101"/>
                  </a:lnTo>
                  <a:lnTo>
                    <a:pt x="425853" y="413101"/>
                  </a:lnTo>
                  <a:lnTo>
                    <a:pt x="433739" y="413101"/>
                  </a:lnTo>
                  <a:lnTo>
                    <a:pt x="441626" y="413101"/>
                  </a:lnTo>
                  <a:lnTo>
                    <a:pt x="449512" y="413101"/>
                  </a:lnTo>
                  <a:lnTo>
                    <a:pt x="457398" y="413101"/>
                  </a:lnTo>
                  <a:lnTo>
                    <a:pt x="465284" y="413101"/>
                  </a:lnTo>
                  <a:lnTo>
                    <a:pt x="473170" y="413101"/>
                  </a:lnTo>
                  <a:lnTo>
                    <a:pt x="481056" y="413101"/>
                  </a:lnTo>
                  <a:lnTo>
                    <a:pt x="488943" y="413101"/>
                  </a:lnTo>
                  <a:lnTo>
                    <a:pt x="496829" y="413101"/>
                  </a:lnTo>
                  <a:lnTo>
                    <a:pt x="504715" y="413101"/>
                  </a:lnTo>
                  <a:lnTo>
                    <a:pt x="512601" y="413101"/>
                  </a:lnTo>
                  <a:lnTo>
                    <a:pt x="520487" y="413101"/>
                  </a:lnTo>
                  <a:lnTo>
                    <a:pt x="528374" y="413101"/>
                  </a:lnTo>
                  <a:lnTo>
                    <a:pt x="536260" y="413101"/>
                  </a:lnTo>
                  <a:lnTo>
                    <a:pt x="544146" y="413101"/>
                  </a:lnTo>
                  <a:lnTo>
                    <a:pt x="552032" y="413101"/>
                  </a:lnTo>
                  <a:lnTo>
                    <a:pt x="559918" y="413101"/>
                  </a:lnTo>
                  <a:lnTo>
                    <a:pt x="567804" y="413101"/>
                  </a:lnTo>
                  <a:lnTo>
                    <a:pt x="575691" y="413101"/>
                  </a:lnTo>
                  <a:lnTo>
                    <a:pt x="583577" y="413101"/>
                  </a:lnTo>
                  <a:lnTo>
                    <a:pt x="591463" y="413101"/>
                  </a:lnTo>
                  <a:lnTo>
                    <a:pt x="599349" y="413101"/>
                  </a:lnTo>
                  <a:lnTo>
                    <a:pt x="607235" y="413101"/>
                  </a:lnTo>
                  <a:lnTo>
                    <a:pt x="615122" y="413101"/>
                  </a:lnTo>
                  <a:lnTo>
                    <a:pt x="623008" y="413101"/>
                  </a:lnTo>
                  <a:lnTo>
                    <a:pt x="630894" y="413101"/>
                  </a:lnTo>
                  <a:lnTo>
                    <a:pt x="638780" y="413101"/>
                  </a:lnTo>
                  <a:lnTo>
                    <a:pt x="646666" y="413101"/>
                  </a:lnTo>
                  <a:lnTo>
                    <a:pt x="654552" y="413101"/>
                  </a:lnTo>
                  <a:lnTo>
                    <a:pt x="662439" y="413101"/>
                  </a:lnTo>
                  <a:lnTo>
                    <a:pt x="670325" y="413101"/>
                  </a:lnTo>
                  <a:lnTo>
                    <a:pt x="678211" y="413101"/>
                  </a:lnTo>
                  <a:lnTo>
                    <a:pt x="686097" y="413101"/>
                  </a:lnTo>
                  <a:lnTo>
                    <a:pt x="693983" y="413101"/>
                  </a:lnTo>
                  <a:lnTo>
                    <a:pt x="701870" y="413101"/>
                  </a:lnTo>
                  <a:lnTo>
                    <a:pt x="709756" y="413101"/>
                  </a:lnTo>
                  <a:lnTo>
                    <a:pt x="717642" y="413101"/>
                  </a:lnTo>
                  <a:lnTo>
                    <a:pt x="725528" y="413101"/>
                  </a:lnTo>
                  <a:lnTo>
                    <a:pt x="733414" y="413101"/>
                  </a:lnTo>
                  <a:lnTo>
                    <a:pt x="741300" y="413101"/>
                  </a:lnTo>
                  <a:lnTo>
                    <a:pt x="749187" y="413101"/>
                  </a:lnTo>
                  <a:lnTo>
                    <a:pt x="757073" y="413101"/>
                  </a:lnTo>
                  <a:lnTo>
                    <a:pt x="764959" y="413101"/>
                  </a:lnTo>
                  <a:lnTo>
                    <a:pt x="772845" y="413101"/>
                  </a:lnTo>
                  <a:lnTo>
                    <a:pt x="780731" y="413101"/>
                  </a:lnTo>
                  <a:lnTo>
                    <a:pt x="788618" y="413101"/>
                  </a:lnTo>
                  <a:lnTo>
                    <a:pt x="796504" y="413101"/>
                  </a:lnTo>
                  <a:lnTo>
                    <a:pt x="804390" y="413101"/>
                  </a:lnTo>
                  <a:lnTo>
                    <a:pt x="812276" y="413101"/>
                  </a:lnTo>
                  <a:lnTo>
                    <a:pt x="820162" y="413101"/>
                  </a:lnTo>
                  <a:lnTo>
                    <a:pt x="828048" y="413101"/>
                  </a:lnTo>
                  <a:lnTo>
                    <a:pt x="835935" y="413101"/>
                  </a:lnTo>
                  <a:lnTo>
                    <a:pt x="843821" y="413101"/>
                  </a:lnTo>
                  <a:lnTo>
                    <a:pt x="851707" y="413101"/>
                  </a:lnTo>
                  <a:lnTo>
                    <a:pt x="859593" y="413101"/>
                  </a:lnTo>
                  <a:lnTo>
                    <a:pt x="867479" y="413101"/>
                  </a:lnTo>
                  <a:lnTo>
                    <a:pt x="875366" y="413101"/>
                  </a:lnTo>
                  <a:lnTo>
                    <a:pt x="883252" y="413101"/>
                  </a:lnTo>
                  <a:lnTo>
                    <a:pt x="891138" y="413101"/>
                  </a:lnTo>
                  <a:lnTo>
                    <a:pt x="899024" y="413101"/>
                  </a:lnTo>
                  <a:lnTo>
                    <a:pt x="906910" y="413101"/>
                  </a:lnTo>
                  <a:lnTo>
                    <a:pt x="914796" y="413101"/>
                  </a:lnTo>
                  <a:lnTo>
                    <a:pt x="922683" y="413101"/>
                  </a:lnTo>
                  <a:lnTo>
                    <a:pt x="930569" y="413101"/>
                  </a:lnTo>
                  <a:lnTo>
                    <a:pt x="938455" y="413101"/>
                  </a:lnTo>
                  <a:lnTo>
                    <a:pt x="946341" y="413101"/>
                  </a:lnTo>
                  <a:lnTo>
                    <a:pt x="954227" y="413101"/>
                  </a:lnTo>
                  <a:lnTo>
                    <a:pt x="962113" y="413101"/>
                  </a:lnTo>
                  <a:lnTo>
                    <a:pt x="970000" y="413101"/>
                  </a:lnTo>
                  <a:lnTo>
                    <a:pt x="977886" y="413101"/>
                  </a:lnTo>
                  <a:lnTo>
                    <a:pt x="985772" y="413101"/>
                  </a:lnTo>
                  <a:lnTo>
                    <a:pt x="993658" y="413101"/>
                  </a:lnTo>
                  <a:lnTo>
                    <a:pt x="1001544" y="413101"/>
                  </a:lnTo>
                  <a:lnTo>
                    <a:pt x="1009431" y="413101"/>
                  </a:lnTo>
                  <a:lnTo>
                    <a:pt x="1017317" y="413101"/>
                  </a:lnTo>
                  <a:lnTo>
                    <a:pt x="1025203" y="413101"/>
                  </a:lnTo>
                  <a:lnTo>
                    <a:pt x="1033089" y="413101"/>
                  </a:lnTo>
                  <a:lnTo>
                    <a:pt x="1040975" y="413101"/>
                  </a:lnTo>
                  <a:lnTo>
                    <a:pt x="1048861" y="413101"/>
                  </a:lnTo>
                  <a:lnTo>
                    <a:pt x="1056748" y="413101"/>
                  </a:lnTo>
                  <a:lnTo>
                    <a:pt x="1064634" y="413101"/>
                  </a:lnTo>
                  <a:lnTo>
                    <a:pt x="1072520" y="413101"/>
                  </a:lnTo>
                  <a:lnTo>
                    <a:pt x="1080406" y="413101"/>
                  </a:lnTo>
                  <a:lnTo>
                    <a:pt x="1088292" y="413101"/>
                  </a:lnTo>
                  <a:lnTo>
                    <a:pt x="1096179" y="413100"/>
                  </a:lnTo>
                  <a:lnTo>
                    <a:pt x="1104065" y="413100"/>
                  </a:lnTo>
                  <a:lnTo>
                    <a:pt x="1111951" y="413100"/>
                  </a:lnTo>
                  <a:lnTo>
                    <a:pt x="1119837" y="413100"/>
                  </a:lnTo>
                  <a:lnTo>
                    <a:pt x="1127723" y="413100"/>
                  </a:lnTo>
                  <a:lnTo>
                    <a:pt x="1135609" y="413100"/>
                  </a:lnTo>
                  <a:lnTo>
                    <a:pt x="1143496" y="413100"/>
                  </a:lnTo>
                  <a:lnTo>
                    <a:pt x="1151382" y="413100"/>
                  </a:lnTo>
                  <a:lnTo>
                    <a:pt x="1159268" y="413099"/>
                  </a:lnTo>
                  <a:lnTo>
                    <a:pt x="1167154" y="413099"/>
                  </a:lnTo>
                  <a:lnTo>
                    <a:pt x="1175040" y="413099"/>
                  </a:lnTo>
                  <a:lnTo>
                    <a:pt x="1182927" y="413099"/>
                  </a:lnTo>
                  <a:lnTo>
                    <a:pt x="1190813" y="413098"/>
                  </a:lnTo>
                  <a:lnTo>
                    <a:pt x="1198699" y="413098"/>
                  </a:lnTo>
                  <a:lnTo>
                    <a:pt x="1206585" y="413097"/>
                  </a:lnTo>
                  <a:lnTo>
                    <a:pt x="1214471" y="413097"/>
                  </a:lnTo>
                  <a:lnTo>
                    <a:pt x="1222357" y="413096"/>
                  </a:lnTo>
                  <a:lnTo>
                    <a:pt x="1230244" y="413095"/>
                  </a:lnTo>
                  <a:lnTo>
                    <a:pt x="1238130" y="413094"/>
                  </a:lnTo>
                  <a:lnTo>
                    <a:pt x="1246016" y="413093"/>
                  </a:lnTo>
                  <a:lnTo>
                    <a:pt x="1253902" y="413092"/>
                  </a:lnTo>
                  <a:lnTo>
                    <a:pt x="1261788" y="413090"/>
                  </a:lnTo>
                  <a:lnTo>
                    <a:pt x="1269675" y="413089"/>
                  </a:lnTo>
                  <a:lnTo>
                    <a:pt x="1277561" y="413087"/>
                  </a:lnTo>
                  <a:lnTo>
                    <a:pt x="1285447" y="413085"/>
                  </a:lnTo>
                  <a:lnTo>
                    <a:pt x="1293333" y="413082"/>
                  </a:lnTo>
                  <a:lnTo>
                    <a:pt x="1301219" y="413080"/>
                  </a:lnTo>
                  <a:lnTo>
                    <a:pt x="1309105" y="413077"/>
                  </a:lnTo>
                  <a:lnTo>
                    <a:pt x="1316992" y="413073"/>
                  </a:lnTo>
                  <a:lnTo>
                    <a:pt x="1324878" y="413069"/>
                  </a:lnTo>
                  <a:lnTo>
                    <a:pt x="1332764" y="413065"/>
                  </a:lnTo>
                  <a:lnTo>
                    <a:pt x="1340650" y="413059"/>
                  </a:lnTo>
                  <a:lnTo>
                    <a:pt x="1348536" y="413054"/>
                  </a:lnTo>
                  <a:lnTo>
                    <a:pt x="1356423" y="413047"/>
                  </a:lnTo>
                  <a:lnTo>
                    <a:pt x="1364309" y="413039"/>
                  </a:lnTo>
                  <a:lnTo>
                    <a:pt x="1372195" y="413031"/>
                  </a:lnTo>
                  <a:lnTo>
                    <a:pt x="1380081" y="413021"/>
                  </a:lnTo>
                  <a:lnTo>
                    <a:pt x="1387967" y="413011"/>
                  </a:lnTo>
                  <a:lnTo>
                    <a:pt x="1395853" y="412999"/>
                  </a:lnTo>
                  <a:lnTo>
                    <a:pt x="1403740" y="412985"/>
                  </a:lnTo>
                  <a:lnTo>
                    <a:pt x="1411626" y="412970"/>
                  </a:lnTo>
                  <a:lnTo>
                    <a:pt x="1419512" y="412953"/>
                  </a:lnTo>
                  <a:lnTo>
                    <a:pt x="1427398" y="412934"/>
                  </a:lnTo>
                  <a:lnTo>
                    <a:pt x="1435284" y="412912"/>
                  </a:lnTo>
                  <a:lnTo>
                    <a:pt x="1443170" y="412888"/>
                  </a:lnTo>
                  <a:lnTo>
                    <a:pt x="1451057" y="412862"/>
                  </a:lnTo>
                  <a:lnTo>
                    <a:pt x="1458943" y="412831"/>
                  </a:lnTo>
                  <a:lnTo>
                    <a:pt x="1466829" y="412798"/>
                  </a:lnTo>
                  <a:lnTo>
                    <a:pt x="1474715" y="412762"/>
                  </a:lnTo>
                  <a:lnTo>
                    <a:pt x="1482601" y="412720"/>
                  </a:lnTo>
                  <a:lnTo>
                    <a:pt x="1490488" y="412674"/>
                  </a:lnTo>
                  <a:lnTo>
                    <a:pt x="1498374" y="412625"/>
                  </a:lnTo>
                  <a:lnTo>
                    <a:pt x="1506260" y="412567"/>
                  </a:lnTo>
                  <a:lnTo>
                    <a:pt x="1514146" y="412505"/>
                  </a:lnTo>
                  <a:lnTo>
                    <a:pt x="1522032" y="412437"/>
                  </a:lnTo>
                  <a:lnTo>
                    <a:pt x="1529918" y="412360"/>
                  </a:lnTo>
                  <a:lnTo>
                    <a:pt x="1537805" y="412276"/>
                  </a:lnTo>
                  <a:lnTo>
                    <a:pt x="1545691" y="412185"/>
                  </a:lnTo>
                  <a:lnTo>
                    <a:pt x="1553577" y="412082"/>
                  </a:lnTo>
                  <a:lnTo>
                    <a:pt x="1561463" y="411969"/>
                  </a:lnTo>
                  <a:lnTo>
                    <a:pt x="1569349" y="411847"/>
                  </a:lnTo>
                  <a:lnTo>
                    <a:pt x="1577236" y="411712"/>
                  </a:lnTo>
                  <a:lnTo>
                    <a:pt x="1585122" y="411562"/>
                  </a:lnTo>
                  <a:lnTo>
                    <a:pt x="1593008" y="411401"/>
                  </a:lnTo>
                  <a:lnTo>
                    <a:pt x="1600894" y="411224"/>
                  </a:lnTo>
                  <a:lnTo>
                    <a:pt x="1608780" y="411027"/>
                  </a:lnTo>
                  <a:lnTo>
                    <a:pt x="1616666" y="410817"/>
                  </a:lnTo>
                  <a:lnTo>
                    <a:pt x="1624553" y="410587"/>
                  </a:lnTo>
                  <a:lnTo>
                    <a:pt x="1632439" y="410332"/>
                  </a:lnTo>
                  <a:lnTo>
                    <a:pt x="1640325" y="410059"/>
                  </a:lnTo>
                  <a:lnTo>
                    <a:pt x="1648211" y="409764"/>
                  </a:lnTo>
                  <a:lnTo>
                    <a:pt x="1656097" y="409435"/>
                  </a:lnTo>
                  <a:lnTo>
                    <a:pt x="1663984" y="409085"/>
                  </a:lnTo>
                  <a:lnTo>
                    <a:pt x="1671870" y="408710"/>
                  </a:lnTo>
                  <a:lnTo>
                    <a:pt x="1679756" y="408291"/>
                  </a:lnTo>
                  <a:lnTo>
                    <a:pt x="1687642" y="407846"/>
                  </a:lnTo>
                  <a:lnTo>
                    <a:pt x="1695528" y="407373"/>
                  </a:lnTo>
                  <a:lnTo>
                    <a:pt x="1703414" y="406845"/>
                  </a:lnTo>
                  <a:lnTo>
                    <a:pt x="1711301" y="406285"/>
                  </a:lnTo>
                  <a:lnTo>
                    <a:pt x="1719187" y="405691"/>
                  </a:lnTo>
                  <a:lnTo>
                    <a:pt x="1727073" y="405035"/>
                  </a:lnTo>
                  <a:lnTo>
                    <a:pt x="1734959" y="404337"/>
                  </a:lnTo>
                  <a:lnTo>
                    <a:pt x="1742845" y="403599"/>
                  </a:lnTo>
                  <a:lnTo>
                    <a:pt x="1750732" y="402791"/>
                  </a:lnTo>
                  <a:lnTo>
                    <a:pt x="1758618" y="401929"/>
                  </a:lnTo>
                  <a:lnTo>
                    <a:pt x="1766504" y="401021"/>
                  </a:lnTo>
                  <a:lnTo>
                    <a:pt x="1774390" y="400037"/>
                  </a:lnTo>
                  <a:lnTo>
                    <a:pt x="1782276" y="398983"/>
                  </a:lnTo>
                  <a:lnTo>
                    <a:pt x="1790162" y="397877"/>
                  </a:lnTo>
                  <a:lnTo>
                    <a:pt x="1798049" y="396687"/>
                  </a:lnTo>
                  <a:lnTo>
                    <a:pt x="1805935" y="395413"/>
                  </a:lnTo>
                  <a:lnTo>
                    <a:pt x="1813821" y="394077"/>
                  </a:lnTo>
                  <a:lnTo>
                    <a:pt x="1821707" y="392654"/>
                  </a:lnTo>
                  <a:lnTo>
                    <a:pt x="1829593" y="391128"/>
                  </a:lnTo>
                  <a:lnTo>
                    <a:pt x="1837479" y="389532"/>
                  </a:lnTo>
                  <a:lnTo>
                    <a:pt x="1845366" y="387845"/>
                  </a:lnTo>
                  <a:lnTo>
                    <a:pt x="1853252" y="386035"/>
                  </a:lnTo>
                  <a:lnTo>
                    <a:pt x="1861138" y="384147"/>
                  </a:lnTo>
                  <a:lnTo>
                    <a:pt x="1869024" y="382166"/>
                  </a:lnTo>
                  <a:lnTo>
                    <a:pt x="1876910" y="380041"/>
                  </a:lnTo>
                  <a:lnTo>
                    <a:pt x="1884797" y="377829"/>
                  </a:lnTo>
                  <a:lnTo>
                    <a:pt x="1892683" y="375525"/>
                  </a:lnTo>
                  <a:lnTo>
                    <a:pt x="1900569" y="373055"/>
                  </a:lnTo>
                  <a:lnTo>
                    <a:pt x="1908455" y="370491"/>
                  </a:lnTo>
                  <a:lnTo>
                    <a:pt x="1916341" y="367832"/>
                  </a:lnTo>
                  <a:lnTo>
                    <a:pt x="1924227" y="364993"/>
                  </a:lnTo>
                  <a:lnTo>
                    <a:pt x="1932114" y="362050"/>
                  </a:lnTo>
                  <a:lnTo>
                    <a:pt x="1940000" y="359007"/>
                  </a:lnTo>
                  <a:lnTo>
                    <a:pt x="1947886" y="355782"/>
                  </a:lnTo>
                  <a:lnTo>
                    <a:pt x="1955772" y="352438"/>
                  </a:lnTo>
                  <a:lnTo>
                    <a:pt x="1963658" y="348989"/>
                  </a:lnTo>
                  <a:lnTo>
                    <a:pt x="1971545" y="345363"/>
                  </a:lnTo>
                  <a:lnTo>
                    <a:pt x="1979431" y="341602"/>
                  </a:lnTo>
                  <a:lnTo>
                    <a:pt x="1987317" y="337733"/>
                  </a:lnTo>
                  <a:lnTo>
                    <a:pt x="1995203" y="333695"/>
                  </a:lnTo>
                  <a:lnTo>
                    <a:pt x="2003089" y="329509"/>
                  </a:lnTo>
                  <a:lnTo>
                    <a:pt x="2010975" y="325214"/>
                  </a:lnTo>
                  <a:lnTo>
                    <a:pt x="2018862" y="320760"/>
                  </a:lnTo>
                  <a:lnTo>
                    <a:pt x="2026748" y="316149"/>
                  </a:lnTo>
                  <a:lnTo>
                    <a:pt x="2034634" y="311431"/>
                  </a:lnTo>
                  <a:lnTo>
                    <a:pt x="2042520" y="306569"/>
                  </a:lnTo>
                  <a:lnTo>
                    <a:pt x="2050406" y="301543"/>
                  </a:lnTo>
                  <a:lnTo>
                    <a:pt x="2058293" y="296415"/>
                  </a:lnTo>
                  <a:lnTo>
                    <a:pt x="2066179" y="291159"/>
                  </a:lnTo>
                  <a:lnTo>
                    <a:pt x="2074065" y="285740"/>
                  </a:lnTo>
                  <a:lnTo>
                    <a:pt x="2081951" y="280225"/>
                  </a:lnTo>
                  <a:lnTo>
                    <a:pt x="2089837" y="274603"/>
                  </a:lnTo>
                  <a:lnTo>
                    <a:pt x="2097723" y="268823"/>
                  </a:lnTo>
                  <a:lnTo>
                    <a:pt x="2105610" y="262958"/>
                  </a:lnTo>
                  <a:lnTo>
                    <a:pt x="2113496" y="257005"/>
                  </a:lnTo>
                  <a:lnTo>
                    <a:pt x="2121382" y="250908"/>
                  </a:lnTo>
                  <a:lnTo>
                    <a:pt x="2129268" y="244740"/>
                  </a:lnTo>
                  <a:lnTo>
                    <a:pt x="2137154" y="238501"/>
                  </a:lnTo>
                  <a:lnTo>
                    <a:pt x="2145041" y="232146"/>
                  </a:lnTo>
                  <a:lnTo>
                    <a:pt x="2152927" y="225732"/>
                  </a:lnTo>
                  <a:lnTo>
                    <a:pt x="2160813" y="219265"/>
                  </a:lnTo>
                  <a:lnTo>
                    <a:pt x="2168699" y="212718"/>
                  </a:lnTo>
                  <a:lnTo>
                    <a:pt x="2176585" y="206128"/>
                  </a:lnTo>
                  <a:lnTo>
                    <a:pt x="2184471" y="199503"/>
                  </a:lnTo>
                  <a:lnTo>
                    <a:pt x="2192358" y="192835"/>
                  </a:lnTo>
                  <a:lnTo>
                    <a:pt x="2200244" y="186145"/>
                  </a:lnTo>
                  <a:lnTo>
                    <a:pt x="2208130" y="179443"/>
                  </a:lnTo>
                  <a:lnTo>
                    <a:pt x="2216016" y="172731"/>
                  </a:lnTo>
                  <a:lnTo>
                    <a:pt x="2223902" y="166027"/>
                  </a:lnTo>
                  <a:lnTo>
                    <a:pt x="2231789" y="159332"/>
                  </a:lnTo>
                  <a:lnTo>
                    <a:pt x="2239675" y="152660"/>
                  </a:lnTo>
                  <a:lnTo>
                    <a:pt x="2247561" y="146029"/>
                  </a:lnTo>
                  <a:lnTo>
                    <a:pt x="2255447" y="139433"/>
                  </a:lnTo>
                  <a:lnTo>
                    <a:pt x="2263333" y="132887"/>
                  </a:lnTo>
                  <a:lnTo>
                    <a:pt x="2271219" y="126421"/>
                  </a:lnTo>
                  <a:lnTo>
                    <a:pt x="2279106" y="120013"/>
                  </a:lnTo>
                  <a:lnTo>
                    <a:pt x="2286992" y="113680"/>
                  </a:lnTo>
                  <a:lnTo>
                    <a:pt x="2294878" y="107470"/>
                  </a:lnTo>
                  <a:lnTo>
                    <a:pt x="2302764" y="101342"/>
                  </a:lnTo>
                  <a:lnTo>
                    <a:pt x="2310650" y="95307"/>
                  </a:lnTo>
                  <a:lnTo>
                    <a:pt x="2318536" y="89440"/>
                  </a:lnTo>
                  <a:lnTo>
                    <a:pt x="2326423" y="83678"/>
                  </a:lnTo>
                  <a:lnTo>
                    <a:pt x="2334309" y="78020"/>
                  </a:lnTo>
                  <a:lnTo>
                    <a:pt x="2342195" y="72580"/>
                  </a:lnTo>
                  <a:lnTo>
                    <a:pt x="2350081" y="67263"/>
                  </a:lnTo>
                  <a:lnTo>
                    <a:pt x="2357967" y="62070"/>
                  </a:lnTo>
                  <a:lnTo>
                    <a:pt x="2365854" y="57116"/>
                  </a:lnTo>
                  <a:lnTo>
                    <a:pt x="2373740" y="52316"/>
                  </a:lnTo>
                  <a:lnTo>
                    <a:pt x="2381626" y="47657"/>
                  </a:lnTo>
                  <a:lnTo>
                    <a:pt x="2389512" y="43249"/>
                  </a:lnTo>
                  <a:lnTo>
                    <a:pt x="2397398" y="39026"/>
                  </a:lnTo>
                  <a:lnTo>
                    <a:pt x="2405284" y="34959"/>
                  </a:lnTo>
                  <a:lnTo>
                    <a:pt x="2413171" y="31145"/>
                  </a:lnTo>
                  <a:lnTo>
                    <a:pt x="2421057" y="27547"/>
                  </a:lnTo>
                  <a:lnTo>
                    <a:pt x="2428943" y="24116"/>
                  </a:lnTo>
                  <a:lnTo>
                    <a:pt x="2436829" y="20935"/>
                  </a:lnTo>
                  <a:lnTo>
                    <a:pt x="2444715" y="17998"/>
                  </a:lnTo>
                  <a:lnTo>
                    <a:pt x="2452602" y="15233"/>
                  </a:lnTo>
                  <a:lnTo>
                    <a:pt x="2460488" y="12710"/>
                  </a:lnTo>
                  <a:lnTo>
                    <a:pt x="2468374" y="10454"/>
                  </a:lnTo>
                  <a:lnTo>
                    <a:pt x="2476260" y="8374"/>
                  </a:lnTo>
                  <a:lnTo>
                    <a:pt x="2484146" y="6520"/>
                  </a:lnTo>
                  <a:lnTo>
                    <a:pt x="2492032" y="4953"/>
                  </a:lnTo>
                  <a:lnTo>
                    <a:pt x="2499919" y="3563"/>
                  </a:lnTo>
                  <a:lnTo>
                    <a:pt x="2507805" y="2379"/>
                  </a:lnTo>
                  <a:lnTo>
                    <a:pt x="2515691" y="1496"/>
                  </a:lnTo>
                  <a:lnTo>
                    <a:pt x="2523577" y="787"/>
                  </a:lnTo>
                  <a:lnTo>
                    <a:pt x="2531463" y="262"/>
                  </a:lnTo>
                  <a:lnTo>
                    <a:pt x="2539350" y="47"/>
                  </a:lnTo>
                  <a:lnTo>
                    <a:pt x="2547236" y="0"/>
                  </a:lnTo>
                  <a:lnTo>
                    <a:pt x="2555122" y="118"/>
                  </a:lnTo>
                  <a:lnTo>
                    <a:pt x="2563008" y="540"/>
                  </a:lnTo>
                  <a:lnTo>
                    <a:pt x="2570894" y="1124"/>
                  </a:lnTo>
                  <a:lnTo>
                    <a:pt x="2578780" y="1867"/>
                  </a:lnTo>
                  <a:lnTo>
                    <a:pt x="2586667" y="2880"/>
                  </a:lnTo>
                  <a:lnTo>
                    <a:pt x="2594553" y="4061"/>
                  </a:lnTo>
                  <a:lnTo>
                    <a:pt x="2602439" y="5389"/>
                  </a:lnTo>
                  <a:lnTo>
                    <a:pt x="2610325" y="6953"/>
                  </a:lnTo>
                  <a:lnTo>
                    <a:pt x="2618211" y="8688"/>
                  </a:lnTo>
                  <a:lnTo>
                    <a:pt x="2626098" y="10558"/>
                  </a:lnTo>
                  <a:lnTo>
                    <a:pt x="2633984" y="12631"/>
                  </a:lnTo>
                  <a:lnTo>
                    <a:pt x="2641870" y="14872"/>
                  </a:lnTo>
                  <a:lnTo>
                    <a:pt x="2649756" y="17236"/>
                  </a:lnTo>
                  <a:lnTo>
                    <a:pt x="2657642" y="19772"/>
                  </a:lnTo>
                  <a:lnTo>
                    <a:pt x="2665528" y="22471"/>
                  </a:lnTo>
                  <a:lnTo>
                    <a:pt x="2673415" y="25280"/>
                  </a:lnTo>
                  <a:lnTo>
                    <a:pt x="2681301" y="28231"/>
                  </a:lnTo>
                  <a:lnTo>
                    <a:pt x="2689187" y="31338"/>
                  </a:lnTo>
                  <a:lnTo>
                    <a:pt x="2697073" y="34540"/>
                  </a:lnTo>
                  <a:lnTo>
                    <a:pt x="2704959" y="37859"/>
                  </a:lnTo>
                  <a:lnTo>
                    <a:pt x="2712846" y="41324"/>
                  </a:lnTo>
                  <a:lnTo>
                    <a:pt x="2720732" y="44871"/>
                  </a:lnTo>
                  <a:lnTo>
                    <a:pt x="2728618" y="48511"/>
                  </a:lnTo>
                  <a:lnTo>
                    <a:pt x="2736504" y="52284"/>
                  </a:lnTo>
                  <a:lnTo>
                    <a:pt x="2744390" y="56128"/>
                  </a:lnTo>
                  <a:lnTo>
                    <a:pt x="2752276" y="60043"/>
                  </a:lnTo>
                  <a:lnTo>
                    <a:pt x="2760163" y="64078"/>
                  </a:lnTo>
                  <a:lnTo>
                    <a:pt x="2768049" y="68171"/>
                  </a:lnTo>
                  <a:lnTo>
                    <a:pt x="2775935" y="72322"/>
                  </a:lnTo>
                  <a:lnTo>
                    <a:pt x="2783821" y="76569"/>
                  </a:lnTo>
                  <a:lnTo>
                    <a:pt x="2791707" y="80867"/>
                  </a:lnTo>
                  <a:lnTo>
                    <a:pt x="2799593" y="85211"/>
                  </a:lnTo>
                  <a:lnTo>
                    <a:pt x="2807480" y="89628"/>
                  </a:lnTo>
                  <a:lnTo>
                    <a:pt x="2815366" y="94087"/>
                  </a:lnTo>
                  <a:lnTo>
                    <a:pt x="2823252" y="98582"/>
                  </a:lnTo>
                  <a:lnTo>
                    <a:pt x="2831138" y="103128"/>
                  </a:lnTo>
                  <a:lnTo>
                    <a:pt x="2839024" y="107708"/>
                  </a:lnTo>
                  <a:lnTo>
                    <a:pt x="2846911" y="112313"/>
                  </a:lnTo>
                  <a:lnTo>
                    <a:pt x="2854797" y="116950"/>
                  </a:lnTo>
                  <a:lnTo>
                    <a:pt x="2862683" y="121611"/>
                  </a:lnTo>
                  <a:lnTo>
                    <a:pt x="2870569" y="126286"/>
                  </a:lnTo>
                  <a:lnTo>
                    <a:pt x="2878455" y="130978"/>
                  </a:lnTo>
                  <a:lnTo>
                    <a:pt x="2886341" y="135680"/>
                  </a:lnTo>
                  <a:lnTo>
                    <a:pt x="2894228" y="140387"/>
                  </a:lnTo>
                  <a:lnTo>
                    <a:pt x="2902114" y="145097"/>
                  </a:lnTo>
                  <a:lnTo>
                    <a:pt x="2910000" y="149804"/>
                  </a:lnTo>
                  <a:lnTo>
                    <a:pt x="2917886" y="154506"/>
                  </a:lnTo>
                  <a:lnTo>
                    <a:pt x="2925772" y="159199"/>
                  </a:lnTo>
                  <a:lnTo>
                    <a:pt x="2933659" y="163873"/>
                  </a:lnTo>
                  <a:lnTo>
                    <a:pt x="2941545" y="168533"/>
                  </a:lnTo>
                  <a:lnTo>
                    <a:pt x="2949431" y="173175"/>
                  </a:lnTo>
                  <a:lnTo>
                    <a:pt x="2957317" y="177781"/>
                  </a:lnTo>
                  <a:lnTo>
                    <a:pt x="2965203" y="182363"/>
                  </a:lnTo>
                  <a:lnTo>
                    <a:pt x="2973089" y="186921"/>
                  </a:lnTo>
                  <a:lnTo>
                    <a:pt x="2980976" y="191425"/>
                  </a:lnTo>
                  <a:lnTo>
                    <a:pt x="2988862" y="195896"/>
                  </a:lnTo>
                  <a:lnTo>
                    <a:pt x="2996748" y="200333"/>
                  </a:lnTo>
                  <a:lnTo>
                    <a:pt x="3004634" y="204705"/>
                  </a:lnTo>
                  <a:lnTo>
                    <a:pt x="3012520" y="209033"/>
                  </a:lnTo>
                  <a:lnTo>
                    <a:pt x="3020407" y="213319"/>
                  </a:lnTo>
                  <a:lnTo>
                    <a:pt x="3028293" y="217530"/>
                  </a:lnTo>
                  <a:lnTo>
                    <a:pt x="3036179" y="221684"/>
                  </a:lnTo>
                  <a:lnTo>
                    <a:pt x="3044065" y="225790"/>
                  </a:lnTo>
                  <a:lnTo>
                    <a:pt x="3051951" y="229814"/>
                  </a:lnTo>
                  <a:lnTo>
                    <a:pt x="3059837" y="233767"/>
                  </a:lnTo>
                  <a:lnTo>
                    <a:pt x="3067724" y="237666"/>
                  </a:lnTo>
                  <a:lnTo>
                    <a:pt x="3075610" y="241479"/>
                  </a:lnTo>
                  <a:lnTo>
                    <a:pt x="3083496" y="245209"/>
                  </a:lnTo>
                  <a:lnTo>
                    <a:pt x="3091382" y="248877"/>
                  </a:lnTo>
                  <a:lnTo>
                    <a:pt x="3099268" y="252460"/>
                  </a:lnTo>
                  <a:lnTo>
                    <a:pt x="3107155" y="255946"/>
                  </a:lnTo>
                  <a:lnTo>
                    <a:pt x="3115041" y="259367"/>
                  </a:lnTo>
                  <a:lnTo>
                    <a:pt x="3122927" y="262703"/>
                  </a:lnTo>
                  <a:lnTo>
                    <a:pt x="3130813" y="265931"/>
                  </a:lnTo>
                  <a:lnTo>
                    <a:pt x="3138699" y="269090"/>
                  </a:lnTo>
                  <a:lnTo>
                    <a:pt x="3146585" y="272168"/>
                  </a:lnTo>
                  <a:lnTo>
                    <a:pt x="3154472" y="275127"/>
                  </a:lnTo>
                  <a:lnTo>
                    <a:pt x="3162358" y="278016"/>
                  </a:lnTo>
                  <a:lnTo>
                    <a:pt x="3170244" y="280829"/>
                  </a:lnTo>
                  <a:lnTo>
                    <a:pt x="3178130" y="283514"/>
                  </a:lnTo>
                  <a:lnTo>
                    <a:pt x="3186016" y="286128"/>
                  </a:lnTo>
                  <a:lnTo>
                    <a:pt x="3193903" y="288672"/>
                  </a:lnTo>
                  <a:lnTo>
                    <a:pt x="3201789" y="291085"/>
                  </a:lnTo>
                  <a:lnTo>
                    <a:pt x="3209675" y="293426"/>
                  </a:lnTo>
                  <a:lnTo>
                    <a:pt x="3217561" y="295697"/>
                  </a:lnTo>
                  <a:lnTo>
                    <a:pt x="3225447" y="297848"/>
                  </a:lnTo>
                  <a:lnTo>
                    <a:pt x="3233333" y="299921"/>
                  </a:lnTo>
                  <a:lnTo>
                    <a:pt x="3241220" y="301928"/>
                  </a:lnTo>
                  <a:lnTo>
                    <a:pt x="3249106" y="303824"/>
                  </a:lnTo>
                  <a:lnTo>
                    <a:pt x="3256992" y="305641"/>
                  </a:lnTo>
                  <a:lnTo>
                    <a:pt x="3264878" y="307393"/>
                  </a:lnTo>
                  <a:lnTo>
                    <a:pt x="3272764" y="309048"/>
                  </a:lnTo>
                  <a:lnTo>
                    <a:pt x="3280650" y="310622"/>
                  </a:lnTo>
                  <a:lnTo>
                    <a:pt x="3288537" y="312136"/>
                  </a:lnTo>
                  <a:lnTo>
                    <a:pt x="3296423" y="313565"/>
                  </a:lnTo>
                  <a:lnTo>
                    <a:pt x="3304309" y="314913"/>
                  </a:lnTo>
                  <a:lnTo>
                    <a:pt x="3312195" y="316206"/>
                  </a:lnTo>
                  <a:lnTo>
                    <a:pt x="3320081" y="317427"/>
                  </a:lnTo>
                  <a:lnTo>
                    <a:pt x="3327968" y="318570"/>
                  </a:lnTo>
                  <a:lnTo>
                    <a:pt x="3335854" y="319664"/>
                  </a:lnTo>
                  <a:lnTo>
                    <a:pt x="3343740" y="320698"/>
                  </a:lnTo>
                  <a:lnTo>
                    <a:pt x="3351626" y="321657"/>
                  </a:lnTo>
                  <a:lnTo>
                    <a:pt x="3359512" y="322574"/>
                  </a:lnTo>
                  <a:lnTo>
                    <a:pt x="3367398" y="323443"/>
                  </a:lnTo>
                  <a:lnTo>
                    <a:pt x="3375285" y="324242"/>
                  </a:lnTo>
                  <a:lnTo>
                    <a:pt x="3383171" y="325006"/>
                  </a:lnTo>
                  <a:lnTo>
                    <a:pt x="3391057" y="325732"/>
                  </a:lnTo>
                  <a:lnTo>
                    <a:pt x="3398943" y="326396"/>
                  </a:lnTo>
                  <a:lnTo>
                    <a:pt x="3406829" y="327031"/>
                  </a:lnTo>
                  <a:lnTo>
                    <a:pt x="3414716" y="327636"/>
                  </a:lnTo>
                  <a:lnTo>
                    <a:pt x="3422602" y="328191"/>
                  </a:lnTo>
                  <a:lnTo>
                    <a:pt x="3430488" y="328721"/>
                  </a:lnTo>
                  <a:lnTo>
                    <a:pt x="3438374" y="329228"/>
                  </a:lnTo>
                  <a:lnTo>
                    <a:pt x="3446260" y="329699"/>
                  </a:lnTo>
                  <a:lnTo>
                    <a:pt x="3454146" y="330148"/>
                  </a:lnTo>
                  <a:lnTo>
                    <a:pt x="3462033" y="330581"/>
                  </a:lnTo>
                  <a:lnTo>
                    <a:pt x="3469919" y="330988"/>
                  </a:lnTo>
                  <a:lnTo>
                    <a:pt x="3477805" y="331381"/>
                  </a:lnTo>
                  <a:lnTo>
                    <a:pt x="3485691" y="331761"/>
                  </a:lnTo>
                  <a:lnTo>
                    <a:pt x="3493577" y="332128"/>
                  </a:lnTo>
                  <a:lnTo>
                    <a:pt x="3501464" y="332484"/>
                  </a:lnTo>
                  <a:lnTo>
                    <a:pt x="3509350" y="332835"/>
                  </a:lnTo>
                  <a:lnTo>
                    <a:pt x="3517236" y="333180"/>
                  </a:lnTo>
                  <a:lnTo>
                    <a:pt x="3525122" y="333521"/>
                  </a:lnTo>
                  <a:lnTo>
                    <a:pt x="3533008" y="333861"/>
                  </a:lnTo>
                  <a:lnTo>
                    <a:pt x="3540894" y="334202"/>
                  </a:lnTo>
                  <a:lnTo>
                    <a:pt x="3548781" y="334547"/>
                  </a:lnTo>
                  <a:lnTo>
                    <a:pt x="3556667" y="334895"/>
                  </a:lnTo>
                  <a:lnTo>
                    <a:pt x="3564553" y="335249"/>
                  </a:lnTo>
                  <a:lnTo>
                    <a:pt x="3572439" y="335613"/>
                  </a:lnTo>
                  <a:lnTo>
                    <a:pt x="3580325" y="335985"/>
                  </a:lnTo>
                  <a:lnTo>
                    <a:pt x="3588212" y="336366"/>
                  </a:lnTo>
                  <a:lnTo>
                    <a:pt x="3596098" y="336764"/>
                  </a:lnTo>
                  <a:lnTo>
                    <a:pt x="3603984" y="337174"/>
                  </a:lnTo>
                  <a:lnTo>
                    <a:pt x="3611870" y="337594"/>
                  </a:lnTo>
                  <a:lnTo>
                    <a:pt x="3619756" y="338039"/>
                  </a:lnTo>
                  <a:lnTo>
                    <a:pt x="3627642" y="338497"/>
                  </a:lnTo>
                  <a:lnTo>
                    <a:pt x="3635529" y="338969"/>
                  </a:lnTo>
                  <a:lnTo>
                    <a:pt x="3643415" y="339467"/>
                  </a:lnTo>
                  <a:lnTo>
                    <a:pt x="3651301" y="339983"/>
                  </a:lnTo>
                  <a:lnTo>
                    <a:pt x="3659187" y="340515"/>
                  </a:lnTo>
                  <a:lnTo>
                    <a:pt x="3667073" y="341074"/>
                  </a:lnTo>
                  <a:lnTo>
                    <a:pt x="3674959" y="341654"/>
                  </a:lnTo>
                  <a:lnTo>
                    <a:pt x="3682846" y="342251"/>
                  </a:lnTo>
                  <a:lnTo>
                    <a:pt x="3690732" y="342876"/>
                  </a:lnTo>
                  <a:lnTo>
                    <a:pt x="3698618" y="343523"/>
                  </a:lnTo>
                  <a:lnTo>
                    <a:pt x="3706504" y="344189"/>
                  </a:lnTo>
                  <a:lnTo>
                    <a:pt x="3714390" y="344881"/>
                  </a:lnTo>
                  <a:lnTo>
                    <a:pt x="3722277" y="345598"/>
                  </a:lnTo>
                  <a:lnTo>
                    <a:pt x="3730163" y="346334"/>
                  </a:lnTo>
                  <a:lnTo>
                    <a:pt x="3738049" y="347093"/>
                  </a:lnTo>
                  <a:lnTo>
                    <a:pt x="3745935" y="347879"/>
                  </a:lnTo>
                  <a:lnTo>
                    <a:pt x="3753821" y="348682"/>
                  </a:lnTo>
                  <a:lnTo>
                    <a:pt x="3761707" y="349506"/>
                  </a:lnTo>
                  <a:lnTo>
                    <a:pt x="3769594" y="350357"/>
                  </a:lnTo>
                  <a:lnTo>
                    <a:pt x="3777480" y="351224"/>
                  </a:lnTo>
                  <a:lnTo>
                    <a:pt x="3785366" y="352110"/>
                  </a:lnTo>
                  <a:lnTo>
                    <a:pt x="3793252" y="353021"/>
                  </a:lnTo>
                  <a:lnTo>
                    <a:pt x="3801138" y="353947"/>
                  </a:lnTo>
                  <a:lnTo>
                    <a:pt x="3809025" y="354887"/>
                  </a:lnTo>
                  <a:lnTo>
                    <a:pt x="3816911" y="355851"/>
                  </a:lnTo>
                  <a:lnTo>
                    <a:pt x="3824797" y="356827"/>
                  </a:lnTo>
                  <a:lnTo>
                    <a:pt x="3832683" y="357816"/>
                  </a:lnTo>
                  <a:lnTo>
                    <a:pt x="3840569" y="358824"/>
                  </a:lnTo>
                  <a:lnTo>
                    <a:pt x="3848455" y="359842"/>
                  </a:lnTo>
                  <a:lnTo>
                    <a:pt x="3856342" y="360870"/>
                  </a:lnTo>
                  <a:lnTo>
                    <a:pt x="3864228" y="361912"/>
                  </a:lnTo>
                  <a:lnTo>
                    <a:pt x="3872114" y="362962"/>
                  </a:lnTo>
                  <a:lnTo>
                    <a:pt x="3880000" y="364019"/>
                  </a:lnTo>
                  <a:lnTo>
                    <a:pt x="3887886" y="365085"/>
                  </a:lnTo>
                  <a:lnTo>
                    <a:pt x="3895773" y="366157"/>
                  </a:lnTo>
                  <a:lnTo>
                    <a:pt x="3903659" y="367232"/>
                  </a:lnTo>
                  <a:lnTo>
                    <a:pt x="3911545" y="368311"/>
                  </a:lnTo>
                  <a:lnTo>
                    <a:pt x="3919431" y="369393"/>
                  </a:lnTo>
                  <a:lnTo>
                    <a:pt x="3927317" y="370475"/>
                  </a:lnTo>
                  <a:lnTo>
                    <a:pt x="3935203" y="371557"/>
                  </a:lnTo>
                  <a:lnTo>
                    <a:pt x="3943090" y="372638"/>
                  </a:lnTo>
                  <a:lnTo>
                    <a:pt x="3950976" y="373716"/>
                  </a:lnTo>
                  <a:lnTo>
                    <a:pt x="3958862" y="374791"/>
                  </a:lnTo>
                  <a:lnTo>
                    <a:pt x="3966748" y="375859"/>
                  </a:lnTo>
                  <a:lnTo>
                    <a:pt x="3974634" y="376923"/>
                  </a:lnTo>
                  <a:lnTo>
                    <a:pt x="3982521" y="377980"/>
                  </a:lnTo>
                  <a:lnTo>
                    <a:pt x="3990407" y="379026"/>
                  </a:lnTo>
                  <a:lnTo>
                    <a:pt x="3998293" y="380066"/>
                  </a:lnTo>
                  <a:lnTo>
                    <a:pt x="4006179" y="381096"/>
                  </a:lnTo>
                  <a:lnTo>
                    <a:pt x="4014065" y="382111"/>
                  </a:lnTo>
                  <a:lnTo>
                    <a:pt x="4021951" y="383117"/>
                  </a:lnTo>
                  <a:lnTo>
                    <a:pt x="4029838" y="384112"/>
                  </a:lnTo>
                  <a:lnTo>
                    <a:pt x="4029838" y="413101"/>
                  </a:lnTo>
                  <a:lnTo>
                    <a:pt x="4021951" y="413101"/>
                  </a:lnTo>
                  <a:lnTo>
                    <a:pt x="4014065" y="413101"/>
                  </a:lnTo>
                  <a:lnTo>
                    <a:pt x="4006179" y="413101"/>
                  </a:lnTo>
                  <a:lnTo>
                    <a:pt x="3998293" y="413101"/>
                  </a:lnTo>
                  <a:lnTo>
                    <a:pt x="3990407" y="413101"/>
                  </a:lnTo>
                  <a:lnTo>
                    <a:pt x="3982521" y="413101"/>
                  </a:lnTo>
                  <a:lnTo>
                    <a:pt x="3974634" y="413101"/>
                  </a:lnTo>
                  <a:lnTo>
                    <a:pt x="3966748" y="413101"/>
                  </a:lnTo>
                  <a:lnTo>
                    <a:pt x="3958862" y="413101"/>
                  </a:lnTo>
                  <a:lnTo>
                    <a:pt x="3950976" y="413101"/>
                  </a:lnTo>
                  <a:lnTo>
                    <a:pt x="3943090" y="413101"/>
                  </a:lnTo>
                  <a:lnTo>
                    <a:pt x="3935203" y="413101"/>
                  </a:lnTo>
                  <a:lnTo>
                    <a:pt x="3927317" y="413101"/>
                  </a:lnTo>
                  <a:lnTo>
                    <a:pt x="3919431" y="413101"/>
                  </a:lnTo>
                  <a:lnTo>
                    <a:pt x="3911545" y="413101"/>
                  </a:lnTo>
                  <a:lnTo>
                    <a:pt x="3903659" y="413101"/>
                  </a:lnTo>
                  <a:lnTo>
                    <a:pt x="3895773" y="413101"/>
                  </a:lnTo>
                  <a:lnTo>
                    <a:pt x="3887886" y="413101"/>
                  </a:lnTo>
                  <a:lnTo>
                    <a:pt x="3880000" y="413101"/>
                  </a:lnTo>
                  <a:lnTo>
                    <a:pt x="3872114" y="413101"/>
                  </a:lnTo>
                  <a:lnTo>
                    <a:pt x="3864228" y="413101"/>
                  </a:lnTo>
                  <a:lnTo>
                    <a:pt x="3856342" y="413101"/>
                  </a:lnTo>
                  <a:lnTo>
                    <a:pt x="3848455" y="413101"/>
                  </a:lnTo>
                  <a:lnTo>
                    <a:pt x="3840569" y="413101"/>
                  </a:lnTo>
                  <a:lnTo>
                    <a:pt x="3832683" y="413101"/>
                  </a:lnTo>
                  <a:lnTo>
                    <a:pt x="3824797" y="413101"/>
                  </a:lnTo>
                  <a:lnTo>
                    <a:pt x="3816911" y="413101"/>
                  </a:lnTo>
                  <a:lnTo>
                    <a:pt x="3809025" y="413101"/>
                  </a:lnTo>
                  <a:lnTo>
                    <a:pt x="3801138" y="413101"/>
                  </a:lnTo>
                  <a:lnTo>
                    <a:pt x="3793252" y="413101"/>
                  </a:lnTo>
                  <a:lnTo>
                    <a:pt x="3785366" y="413101"/>
                  </a:lnTo>
                  <a:lnTo>
                    <a:pt x="3777480" y="413101"/>
                  </a:lnTo>
                  <a:lnTo>
                    <a:pt x="3769594" y="413101"/>
                  </a:lnTo>
                  <a:lnTo>
                    <a:pt x="3761707" y="413101"/>
                  </a:lnTo>
                  <a:lnTo>
                    <a:pt x="3753821" y="413101"/>
                  </a:lnTo>
                  <a:lnTo>
                    <a:pt x="3745935" y="413101"/>
                  </a:lnTo>
                  <a:lnTo>
                    <a:pt x="3738049" y="413101"/>
                  </a:lnTo>
                  <a:lnTo>
                    <a:pt x="3730163" y="413101"/>
                  </a:lnTo>
                  <a:lnTo>
                    <a:pt x="3722277" y="413101"/>
                  </a:lnTo>
                  <a:lnTo>
                    <a:pt x="3714390" y="413101"/>
                  </a:lnTo>
                  <a:lnTo>
                    <a:pt x="3706504" y="413101"/>
                  </a:lnTo>
                  <a:lnTo>
                    <a:pt x="3698618" y="413101"/>
                  </a:lnTo>
                  <a:lnTo>
                    <a:pt x="3690732" y="413101"/>
                  </a:lnTo>
                  <a:lnTo>
                    <a:pt x="3682846" y="413101"/>
                  </a:lnTo>
                  <a:lnTo>
                    <a:pt x="3674959" y="413101"/>
                  </a:lnTo>
                  <a:lnTo>
                    <a:pt x="3667073" y="413101"/>
                  </a:lnTo>
                  <a:lnTo>
                    <a:pt x="3659187" y="413101"/>
                  </a:lnTo>
                  <a:lnTo>
                    <a:pt x="3651301" y="413101"/>
                  </a:lnTo>
                  <a:lnTo>
                    <a:pt x="3643415" y="413101"/>
                  </a:lnTo>
                  <a:lnTo>
                    <a:pt x="3635529" y="413101"/>
                  </a:lnTo>
                  <a:lnTo>
                    <a:pt x="3627642" y="413101"/>
                  </a:lnTo>
                  <a:lnTo>
                    <a:pt x="3619756" y="413101"/>
                  </a:lnTo>
                  <a:lnTo>
                    <a:pt x="3611870" y="413101"/>
                  </a:lnTo>
                  <a:lnTo>
                    <a:pt x="3603984" y="413101"/>
                  </a:lnTo>
                  <a:lnTo>
                    <a:pt x="3596098" y="413101"/>
                  </a:lnTo>
                  <a:lnTo>
                    <a:pt x="3588212" y="413101"/>
                  </a:lnTo>
                  <a:lnTo>
                    <a:pt x="3580325" y="413101"/>
                  </a:lnTo>
                  <a:lnTo>
                    <a:pt x="3572439" y="413101"/>
                  </a:lnTo>
                  <a:lnTo>
                    <a:pt x="3564553" y="413101"/>
                  </a:lnTo>
                  <a:lnTo>
                    <a:pt x="3556667" y="413101"/>
                  </a:lnTo>
                  <a:lnTo>
                    <a:pt x="3548781" y="413101"/>
                  </a:lnTo>
                  <a:lnTo>
                    <a:pt x="3540894" y="413101"/>
                  </a:lnTo>
                  <a:lnTo>
                    <a:pt x="3533008" y="413101"/>
                  </a:lnTo>
                  <a:lnTo>
                    <a:pt x="3525122" y="413101"/>
                  </a:lnTo>
                  <a:lnTo>
                    <a:pt x="3517236" y="413101"/>
                  </a:lnTo>
                  <a:lnTo>
                    <a:pt x="3509350" y="413101"/>
                  </a:lnTo>
                  <a:lnTo>
                    <a:pt x="3501464" y="413101"/>
                  </a:lnTo>
                  <a:lnTo>
                    <a:pt x="3493577" y="413101"/>
                  </a:lnTo>
                  <a:lnTo>
                    <a:pt x="3485691" y="413101"/>
                  </a:lnTo>
                  <a:lnTo>
                    <a:pt x="3477805" y="413101"/>
                  </a:lnTo>
                  <a:lnTo>
                    <a:pt x="3469919" y="413101"/>
                  </a:lnTo>
                  <a:lnTo>
                    <a:pt x="3462033" y="413101"/>
                  </a:lnTo>
                  <a:lnTo>
                    <a:pt x="3454146" y="413101"/>
                  </a:lnTo>
                  <a:lnTo>
                    <a:pt x="3446260" y="413101"/>
                  </a:lnTo>
                  <a:lnTo>
                    <a:pt x="3438374" y="413101"/>
                  </a:lnTo>
                  <a:lnTo>
                    <a:pt x="3430488" y="413101"/>
                  </a:lnTo>
                  <a:lnTo>
                    <a:pt x="3422602" y="413101"/>
                  </a:lnTo>
                  <a:lnTo>
                    <a:pt x="3414716" y="413101"/>
                  </a:lnTo>
                  <a:lnTo>
                    <a:pt x="3406829" y="413101"/>
                  </a:lnTo>
                  <a:lnTo>
                    <a:pt x="3398943" y="413101"/>
                  </a:lnTo>
                  <a:lnTo>
                    <a:pt x="3391057" y="413101"/>
                  </a:lnTo>
                  <a:lnTo>
                    <a:pt x="3383171" y="413101"/>
                  </a:lnTo>
                  <a:lnTo>
                    <a:pt x="3375285" y="413101"/>
                  </a:lnTo>
                  <a:lnTo>
                    <a:pt x="3367398" y="413101"/>
                  </a:lnTo>
                  <a:lnTo>
                    <a:pt x="3359512" y="413101"/>
                  </a:lnTo>
                  <a:lnTo>
                    <a:pt x="3351626" y="413101"/>
                  </a:lnTo>
                  <a:lnTo>
                    <a:pt x="3343740" y="413101"/>
                  </a:lnTo>
                  <a:lnTo>
                    <a:pt x="3335854" y="413101"/>
                  </a:lnTo>
                  <a:lnTo>
                    <a:pt x="3327968" y="413101"/>
                  </a:lnTo>
                  <a:lnTo>
                    <a:pt x="3320081" y="413101"/>
                  </a:lnTo>
                  <a:lnTo>
                    <a:pt x="3312195" y="413101"/>
                  </a:lnTo>
                  <a:lnTo>
                    <a:pt x="3304309" y="413101"/>
                  </a:lnTo>
                  <a:lnTo>
                    <a:pt x="3296423" y="413101"/>
                  </a:lnTo>
                  <a:lnTo>
                    <a:pt x="3288537" y="413101"/>
                  </a:lnTo>
                  <a:lnTo>
                    <a:pt x="3280650" y="413101"/>
                  </a:lnTo>
                  <a:lnTo>
                    <a:pt x="3272764" y="413101"/>
                  </a:lnTo>
                  <a:lnTo>
                    <a:pt x="3264878" y="413101"/>
                  </a:lnTo>
                  <a:lnTo>
                    <a:pt x="3256992" y="413101"/>
                  </a:lnTo>
                  <a:lnTo>
                    <a:pt x="3249106" y="413101"/>
                  </a:lnTo>
                  <a:lnTo>
                    <a:pt x="3241220" y="413101"/>
                  </a:lnTo>
                  <a:lnTo>
                    <a:pt x="3233333" y="413101"/>
                  </a:lnTo>
                  <a:lnTo>
                    <a:pt x="3225447" y="413101"/>
                  </a:lnTo>
                  <a:lnTo>
                    <a:pt x="3217561" y="413101"/>
                  </a:lnTo>
                  <a:lnTo>
                    <a:pt x="3209675" y="413101"/>
                  </a:lnTo>
                  <a:lnTo>
                    <a:pt x="3201789" y="413101"/>
                  </a:lnTo>
                  <a:lnTo>
                    <a:pt x="3193903" y="413101"/>
                  </a:lnTo>
                  <a:lnTo>
                    <a:pt x="3186016" y="413101"/>
                  </a:lnTo>
                  <a:lnTo>
                    <a:pt x="3178130" y="413101"/>
                  </a:lnTo>
                  <a:lnTo>
                    <a:pt x="3170244" y="413101"/>
                  </a:lnTo>
                  <a:lnTo>
                    <a:pt x="3162358" y="413101"/>
                  </a:lnTo>
                  <a:lnTo>
                    <a:pt x="3154472" y="413101"/>
                  </a:lnTo>
                  <a:lnTo>
                    <a:pt x="3146585" y="413101"/>
                  </a:lnTo>
                  <a:lnTo>
                    <a:pt x="3138699" y="413101"/>
                  </a:lnTo>
                  <a:lnTo>
                    <a:pt x="3130813" y="413101"/>
                  </a:lnTo>
                  <a:lnTo>
                    <a:pt x="3122927" y="413101"/>
                  </a:lnTo>
                  <a:lnTo>
                    <a:pt x="3115041" y="413101"/>
                  </a:lnTo>
                  <a:lnTo>
                    <a:pt x="3107155" y="413101"/>
                  </a:lnTo>
                  <a:lnTo>
                    <a:pt x="3099268" y="413101"/>
                  </a:lnTo>
                  <a:lnTo>
                    <a:pt x="3091382" y="413101"/>
                  </a:lnTo>
                  <a:lnTo>
                    <a:pt x="3083496" y="413101"/>
                  </a:lnTo>
                  <a:lnTo>
                    <a:pt x="3075610" y="413101"/>
                  </a:lnTo>
                  <a:lnTo>
                    <a:pt x="3067724" y="413101"/>
                  </a:lnTo>
                  <a:lnTo>
                    <a:pt x="3059837" y="413101"/>
                  </a:lnTo>
                  <a:lnTo>
                    <a:pt x="3051951" y="413101"/>
                  </a:lnTo>
                  <a:lnTo>
                    <a:pt x="3044065" y="413101"/>
                  </a:lnTo>
                  <a:lnTo>
                    <a:pt x="3036179" y="413101"/>
                  </a:lnTo>
                  <a:lnTo>
                    <a:pt x="3028293" y="413101"/>
                  </a:lnTo>
                  <a:lnTo>
                    <a:pt x="3020407" y="413101"/>
                  </a:lnTo>
                  <a:lnTo>
                    <a:pt x="3012520" y="413101"/>
                  </a:lnTo>
                  <a:lnTo>
                    <a:pt x="3004634" y="413101"/>
                  </a:lnTo>
                  <a:lnTo>
                    <a:pt x="2996748" y="413101"/>
                  </a:lnTo>
                  <a:lnTo>
                    <a:pt x="2988862" y="413101"/>
                  </a:lnTo>
                  <a:lnTo>
                    <a:pt x="2980976" y="413101"/>
                  </a:lnTo>
                  <a:lnTo>
                    <a:pt x="2973089" y="413101"/>
                  </a:lnTo>
                  <a:lnTo>
                    <a:pt x="2965203" y="413101"/>
                  </a:lnTo>
                  <a:lnTo>
                    <a:pt x="2957317" y="413101"/>
                  </a:lnTo>
                  <a:lnTo>
                    <a:pt x="2949431" y="413101"/>
                  </a:lnTo>
                  <a:lnTo>
                    <a:pt x="2941545" y="413101"/>
                  </a:lnTo>
                  <a:lnTo>
                    <a:pt x="2933659" y="413101"/>
                  </a:lnTo>
                  <a:lnTo>
                    <a:pt x="2925772" y="413101"/>
                  </a:lnTo>
                  <a:lnTo>
                    <a:pt x="2917886" y="413101"/>
                  </a:lnTo>
                  <a:lnTo>
                    <a:pt x="2910000" y="413101"/>
                  </a:lnTo>
                  <a:lnTo>
                    <a:pt x="2902114" y="413101"/>
                  </a:lnTo>
                  <a:lnTo>
                    <a:pt x="2894228" y="413101"/>
                  </a:lnTo>
                  <a:lnTo>
                    <a:pt x="2886341" y="413101"/>
                  </a:lnTo>
                  <a:lnTo>
                    <a:pt x="2878455" y="413101"/>
                  </a:lnTo>
                  <a:lnTo>
                    <a:pt x="2870569" y="413101"/>
                  </a:lnTo>
                  <a:lnTo>
                    <a:pt x="2862683" y="413101"/>
                  </a:lnTo>
                  <a:lnTo>
                    <a:pt x="2854797" y="413101"/>
                  </a:lnTo>
                  <a:lnTo>
                    <a:pt x="2846911" y="413101"/>
                  </a:lnTo>
                  <a:lnTo>
                    <a:pt x="2839024" y="413101"/>
                  </a:lnTo>
                  <a:lnTo>
                    <a:pt x="2831138" y="413101"/>
                  </a:lnTo>
                  <a:lnTo>
                    <a:pt x="2823252" y="413101"/>
                  </a:lnTo>
                  <a:lnTo>
                    <a:pt x="2815366" y="413101"/>
                  </a:lnTo>
                  <a:lnTo>
                    <a:pt x="2807480" y="413101"/>
                  </a:lnTo>
                  <a:lnTo>
                    <a:pt x="2799593" y="413101"/>
                  </a:lnTo>
                  <a:lnTo>
                    <a:pt x="2791707" y="413101"/>
                  </a:lnTo>
                  <a:lnTo>
                    <a:pt x="2783821" y="413101"/>
                  </a:lnTo>
                  <a:lnTo>
                    <a:pt x="2775935" y="413101"/>
                  </a:lnTo>
                  <a:lnTo>
                    <a:pt x="2768049" y="413101"/>
                  </a:lnTo>
                  <a:lnTo>
                    <a:pt x="2760163" y="413101"/>
                  </a:lnTo>
                  <a:lnTo>
                    <a:pt x="2752276" y="413101"/>
                  </a:lnTo>
                  <a:lnTo>
                    <a:pt x="2744390" y="413101"/>
                  </a:lnTo>
                  <a:lnTo>
                    <a:pt x="2736504" y="413101"/>
                  </a:lnTo>
                  <a:lnTo>
                    <a:pt x="2728618" y="413101"/>
                  </a:lnTo>
                  <a:lnTo>
                    <a:pt x="2720732" y="413101"/>
                  </a:lnTo>
                  <a:lnTo>
                    <a:pt x="2712846" y="413101"/>
                  </a:lnTo>
                  <a:lnTo>
                    <a:pt x="2704959" y="413101"/>
                  </a:lnTo>
                  <a:lnTo>
                    <a:pt x="2697073" y="413101"/>
                  </a:lnTo>
                  <a:lnTo>
                    <a:pt x="2689187" y="413101"/>
                  </a:lnTo>
                  <a:lnTo>
                    <a:pt x="2681301" y="413101"/>
                  </a:lnTo>
                  <a:lnTo>
                    <a:pt x="2673415" y="413101"/>
                  </a:lnTo>
                  <a:lnTo>
                    <a:pt x="2665528" y="413101"/>
                  </a:lnTo>
                  <a:lnTo>
                    <a:pt x="2657642" y="413101"/>
                  </a:lnTo>
                  <a:lnTo>
                    <a:pt x="2649756" y="413101"/>
                  </a:lnTo>
                  <a:lnTo>
                    <a:pt x="2641870" y="413101"/>
                  </a:lnTo>
                  <a:lnTo>
                    <a:pt x="2633984" y="413101"/>
                  </a:lnTo>
                  <a:lnTo>
                    <a:pt x="2626098" y="413101"/>
                  </a:lnTo>
                  <a:lnTo>
                    <a:pt x="2618211" y="413101"/>
                  </a:lnTo>
                  <a:lnTo>
                    <a:pt x="2610325" y="413101"/>
                  </a:lnTo>
                  <a:lnTo>
                    <a:pt x="2602439" y="413101"/>
                  </a:lnTo>
                  <a:lnTo>
                    <a:pt x="2594553" y="413101"/>
                  </a:lnTo>
                  <a:lnTo>
                    <a:pt x="2586667" y="413101"/>
                  </a:lnTo>
                  <a:lnTo>
                    <a:pt x="2578780" y="413101"/>
                  </a:lnTo>
                  <a:lnTo>
                    <a:pt x="2570894" y="413101"/>
                  </a:lnTo>
                  <a:lnTo>
                    <a:pt x="2563008" y="413101"/>
                  </a:lnTo>
                  <a:lnTo>
                    <a:pt x="2555122" y="413101"/>
                  </a:lnTo>
                  <a:lnTo>
                    <a:pt x="2547236" y="413101"/>
                  </a:lnTo>
                  <a:lnTo>
                    <a:pt x="2539350" y="413101"/>
                  </a:lnTo>
                  <a:lnTo>
                    <a:pt x="2531463" y="413101"/>
                  </a:lnTo>
                  <a:lnTo>
                    <a:pt x="2523577" y="413101"/>
                  </a:lnTo>
                  <a:lnTo>
                    <a:pt x="2515691" y="413101"/>
                  </a:lnTo>
                  <a:lnTo>
                    <a:pt x="2507805" y="413101"/>
                  </a:lnTo>
                  <a:lnTo>
                    <a:pt x="2499919" y="413101"/>
                  </a:lnTo>
                  <a:lnTo>
                    <a:pt x="2492032" y="413101"/>
                  </a:lnTo>
                  <a:lnTo>
                    <a:pt x="2484146" y="413101"/>
                  </a:lnTo>
                  <a:lnTo>
                    <a:pt x="2476260" y="413101"/>
                  </a:lnTo>
                  <a:lnTo>
                    <a:pt x="2468374" y="413101"/>
                  </a:lnTo>
                  <a:lnTo>
                    <a:pt x="2460488" y="413101"/>
                  </a:lnTo>
                  <a:lnTo>
                    <a:pt x="2452602" y="413101"/>
                  </a:lnTo>
                  <a:lnTo>
                    <a:pt x="2444715" y="413101"/>
                  </a:lnTo>
                  <a:lnTo>
                    <a:pt x="2436829" y="413101"/>
                  </a:lnTo>
                  <a:lnTo>
                    <a:pt x="2428943" y="413101"/>
                  </a:lnTo>
                  <a:lnTo>
                    <a:pt x="2421057" y="413101"/>
                  </a:lnTo>
                  <a:lnTo>
                    <a:pt x="2413171" y="413101"/>
                  </a:lnTo>
                  <a:lnTo>
                    <a:pt x="2405284" y="413101"/>
                  </a:lnTo>
                  <a:lnTo>
                    <a:pt x="2397398" y="413101"/>
                  </a:lnTo>
                  <a:lnTo>
                    <a:pt x="2389512" y="413101"/>
                  </a:lnTo>
                  <a:lnTo>
                    <a:pt x="2381626" y="413101"/>
                  </a:lnTo>
                  <a:lnTo>
                    <a:pt x="2373740" y="413101"/>
                  </a:lnTo>
                  <a:lnTo>
                    <a:pt x="2365854" y="413101"/>
                  </a:lnTo>
                  <a:lnTo>
                    <a:pt x="2357967" y="413101"/>
                  </a:lnTo>
                  <a:lnTo>
                    <a:pt x="2350081" y="413101"/>
                  </a:lnTo>
                  <a:lnTo>
                    <a:pt x="2342195" y="413101"/>
                  </a:lnTo>
                  <a:lnTo>
                    <a:pt x="2334309" y="413101"/>
                  </a:lnTo>
                  <a:lnTo>
                    <a:pt x="2326423" y="413101"/>
                  </a:lnTo>
                  <a:lnTo>
                    <a:pt x="2318536" y="413101"/>
                  </a:lnTo>
                  <a:lnTo>
                    <a:pt x="2310650" y="413101"/>
                  </a:lnTo>
                  <a:lnTo>
                    <a:pt x="2302764" y="413101"/>
                  </a:lnTo>
                  <a:lnTo>
                    <a:pt x="2294878" y="413101"/>
                  </a:lnTo>
                  <a:lnTo>
                    <a:pt x="2286992" y="413101"/>
                  </a:lnTo>
                  <a:lnTo>
                    <a:pt x="2279106" y="413101"/>
                  </a:lnTo>
                  <a:lnTo>
                    <a:pt x="2271219" y="413101"/>
                  </a:lnTo>
                  <a:lnTo>
                    <a:pt x="2263333" y="413101"/>
                  </a:lnTo>
                  <a:lnTo>
                    <a:pt x="2255447" y="413101"/>
                  </a:lnTo>
                  <a:lnTo>
                    <a:pt x="2247561" y="413101"/>
                  </a:lnTo>
                  <a:lnTo>
                    <a:pt x="2239675" y="413101"/>
                  </a:lnTo>
                  <a:lnTo>
                    <a:pt x="2231789" y="413101"/>
                  </a:lnTo>
                  <a:lnTo>
                    <a:pt x="2223902" y="413101"/>
                  </a:lnTo>
                  <a:lnTo>
                    <a:pt x="2216016" y="413101"/>
                  </a:lnTo>
                  <a:lnTo>
                    <a:pt x="2208130" y="413101"/>
                  </a:lnTo>
                  <a:lnTo>
                    <a:pt x="2200244" y="413101"/>
                  </a:lnTo>
                  <a:lnTo>
                    <a:pt x="2192358" y="413101"/>
                  </a:lnTo>
                  <a:lnTo>
                    <a:pt x="2184471" y="413101"/>
                  </a:lnTo>
                  <a:lnTo>
                    <a:pt x="2176585" y="413101"/>
                  </a:lnTo>
                  <a:lnTo>
                    <a:pt x="2168699" y="413101"/>
                  </a:lnTo>
                  <a:lnTo>
                    <a:pt x="2160813" y="413101"/>
                  </a:lnTo>
                  <a:lnTo>
                    <a:pt x="2152927" y="413101"/>
                  </a:lnTo>
                  <a:lnTo>
                    <a:pt x="2145041" y="413101"/>
                  </a:lnTo>
                  <a:lnTo>
                    <a:pt x="2137154" y="413101"/>
                  </a:lnTo>
                  <a:lnTo>
                    <a:pt x="2129268" y="413101"/>
                  </a:lnTo>
                  <a:lnTo>
                    <a:pt x="2121382" y="413101"/>
                  </a:lnTo>
                  <a:lnTo>
                    <a:pt x="2113496" y="413101"/>
                  </a:lnTo>
                  <a:lnTo>
                    <a:pt x="2105610" y="413101"/>
                  </a:lnTo>
                  <a:lnTo>
                    <a:pt x="2097723" y="413101"/>
                  </a:lnTo>
                  <a:lnTo>
                    <a:pt x="2089837" y="413101"/>
                  </a:lnTo>
                  <a:lnTo>
                    <a:pt x="2081951" y="413101"/>
                  </a:lnTo>
                  <a:lnTo>
                    <a:pt x="2074065" y="413101"/>
                  </a:lnTo>
                  <a:lnTo>
                    <a:pt x="2066179" y="413101"/>
                  </a:lnTo>
                  <a:lnTo>
                    <a:pt x="2058293" y="413101"/>
                  </a:lnTo>
                  <a:lnTo>
                    <a:pt x="2050406" y="413101"/>
                  </a:lnTo>
                  <a:lnTo>
                    <a:pt x="2042520" y="413101"/>
                  </a:lnTo>
                  <a:lnTo>
                    <a:pt x="2034634" y="413101"/>
                  </a:lnTo>
                  <a:lnTo>
                    <a:pt x="2026748" y="413101"/>
                  </a:lnTo>
                  <a:lnTo>
                    <a:pt x="2018862" y="413101"/>
                  </a:lnTo>
                  <a:lnTo>
                    <a:pt x="2010975" y="413101"/>
                  </a:lnTo>
                  <a:lnTo>
                    <a:pt x="2003089" y="413101"/>
                  </a:lnTo>
                  <a:lnTo>
                    <a:pt x="1995203" y="413101"/>
                  </a:lnTo>
                  <a:lnTo>
                    <a:pt x="1987317" y="413101"/>
                  </a:lnTo>
                  <a:lnTo>
                    <a:pt x="1979431" y="413101"/>
                  </a:lnTo>
                  <a:lnTo>
                    <a:pt x="1971545" y="413101"/>
                  </a:lnTo>
                  <a:lnTo>
                    <a:pt x="1963658" y="413101"/>
                  </a:lnTo>
                  <a:lnTo>
                    <a:pt x="1955772" y="413101"/>
                  </a:lnTo>
                  <a:lnTo>
                    <a:pt x="1947886" y="413101"/>
                  </a:lnTo>
                  <a:lnTo>
                    <a:pt x="1940000" y="413101"/>
                  </a:lnTo>
                  <a:lnTo>
                    <a:pt x="1932114" y="413101"/>
                  </a:lnTo>
                  <a:lnTo>
                    <a:pt x="1924227" y="413101"/>
                  </a:lnTo>
                  <a:lnTo>
                    <a:pt x="1916341" y="413101"/>
                  </a:lnTo>
                  <a:lnTo>
                    <a:pt x="1908455" y="413101"/>
                  </a:lnTo>
                  <a:lnTo>
                    <a:pt x="1900569" y="413101"/>
                  </a:lnTo>
                  <a:lnTo>
                    <a:pt x="1892683" y="413101"/>
                  </a:lnTo>
                  <a:lnTo>
                    <a:pt x="1884797" y="413101"/>
                  </a:lnTo>
                  <a:lnTo>
                    <a:pt x="1876910" y="413101"/>
                  </a:lnTo>
                  <a:lnTo>
                    <a:pt x="1869024" y="413101"/>
                  </a:lnTo>
                  <a:lnTo>
                    <a:pt x="1861138" y="413101"/>
                  </a:lnTo>
                  <a:lnTo>
                    <a:pt x="1853252" y="413101"/>
                  </a:lnTo>
                  <a:lnTo>
                    <a:pt x="1845366" y="413101"/>
                  </a:lnTo>
                  <a:lnTo>
                    <a:pt x="1837479" y="413101"/>
                  </a:lnTo>
                  <a:lnTo>
                    <a:pt x="1829593" y="413101"/>
                  </a:lnTo>
                  <a:lnTo>
                    <a:pt x="1821707" y="413101"/>
                  </a:lnTo>
                  <a:lnTo>
                    <a:pt x="1813821" y="413101"/>
                  </a:lnTo>
                  <a:lnTo>
                    <a:pt x="1805935" y="413101"/>
                  </a:lnTo>
                  <a:lnTo>
                    <a:pt x="1798049" y="413101"/>
                  </a:lnTo>
                  <a:lnTo>
                    <a:pt x="1790162" y="413101"/>
                  </a:lnTo>
                  <a:lnTo>
                    <a:pt x="1782276" y="413101"/>
                  </a:lnTo>
                  <a:lnTo>
                    <a:pt x="1774390" y="413101"/>
                  </a:lnTo>
                  <a:lnTo>
                    <a:pt x="1766504" y="413101"/>
                  </a:lnTo>
                  <a:lnTo>
                    <a:pt x="1758618" y="413101"/>
                  </a:lnTo>
                  <a:lnTo>
                    <a:pt x="1750732" y="413101"/>
                  </a:lnTo>
                  <a:lnTo>
                    <a:pt x="1742845" y="413101"/>
                  </a:lnTo>
                  <a:lnTo>
                    <a:pt x="1734959" y="413101"/>
                  </a:lnTo>
                  <a:lnTo>
                    <a:pt x="1727073" y="413101"/>
                  </a:lnTo>
                  <a:lnTo>
                    <a:pt x="1719187" y="413101"/>
                  </a:lnTo>
                  <a:lnTo>
                    <a:pt x="1711301" y="413101"/>
                  </a:lnTo>
                  <a:lnTo>
                    <a:pt x="1703414" y="413101"/>
                  </a:lnTo>
                  <a:lnTo>
                    <a:pt x="1695528" y="413101"/>
                  </a:lnTo>
                  <a:lnTo>
                    <a:pt x="1687642" y="413101"/>
                  </a:lnTo>
                  <a:lnTo>
                    <a:pt x="1679756" y="413101"/>
                  </a:lnTo>
                  <a:lnTo>
                    <a:pt x="1671870" y="413101"/>
                  </a:lnTo>
                  <a:lnTo>
                    <a:pt x="1663984" y="413101"/>
                  </a:lnTo>
                  <a:lnTo>
                    <a:pt x="1656097" y="413101"/>
                  </a:lnTo>
                  <a:lnTo>
                    <a:pt x="1648211" y="413101"/>
                  </a:lnTo>
                  <a:lnTo>
                    <a:pt x="1640325" y="413101"/>
                  </a:lnTo>
                  <a:lnTo>
                    <a:pt x="1632439" y="413101"/>
                  </a:lnTo>
                  <a:lnTo>
                    <a:pt x="1624553" y="413101"/>
                  </a:lnTo>
                  <a:lnTo>
                    <a:pt x="1616666" y="413101"/>
                  </a:lnTo>
                  <a:lnTo>
                    <a:pt x="1608780" y="413101"/>
                  </a:lnTo>
                  <a:lnTo>
                    <a:pt x="1600894" y="413101"/>
                  </a:lnTo>
                  <a:lnTo>
                    <a:pt x="1593008" y="413101"/>
                  </a:lnTo>
                  <a:lnTo>
                    <a:pt x="1585122" y="413101"/>
                  </a:lnTo>
                  <a:lnTo>
                    <a:pt x="1577236" y="413101"/>
                  </a:lnTo>
                  <a:lnTo>
                    <a:pt x="1569349" y="413101"/>
                  </a:lnTo>
                  <a:lnTo>
                    <a:pt x="1561463" y="413101"/>
                  </a:lnTo>
                  <a:lnTo>
                    <a:pt x="1553577" y="413101"/>
                  </a:lnTo>
                  <a:lnTo>
                    <a:pt x="1545691" y="413101"/>
                  </a:lnTo>
                  <a:lnTo>
                    <a:pt x="1537805" y="413101"/>
                  </a:lnTo>
                  <a:lnTo>
                    <a:pt x="1529918" y="413101"/>
                  </a:lnTo>
                  <a:lnTo>
                    <a:pt x="1522032" y="413101"/>
                  </a:lnTo>
                  <a:lnTo>
                    <a:pt x="1514146" y="413101"/>
                  </a:lnTo>
                  <a:lnTo>
                    <a:pt x="1506260" y="413101"/>
                  </a:lnTo>
                  <a:lnTo>
                    <a:pt x="1498374" y="413101"/>
                  </a:lnTo>
                  <a:lnTo>
                    <a:pt x="1490488" y="413101"/>
                  </a:lnTo>
                  <a:lnTo>
                    <a:pt x="1482601" y="413101"/>
                  </a:lnTo>
                  <a:lnTo>
                    <a:pt x="1474715" y="413101"/>
                  </a:lnTo>
                  <a:lnTo>
                    <a:pt x="1466829" y="413101"/>
                  </a:lnTo>
                  <a:lnTo>
                    <a:pt x="1458943" y="413101"/>
                  </a:lnTo>
                  <a:lnTo>
                    <a:pt x="1451057" y="413101"/>
                  </a:lnTo>
                  <a:lnTo>
                    <a:pt x="1443170" y="413101"/>
                  </a:lnTo>
                  <a:lnTo>
                    <a:pt x="1435284" y="413101"/>
                  </a:lnTo>
                  <a:lnTo>
                    <a:pt x="1427398" y="413101"/>
                  </a:lnTo>
                  <a:lnTo>
                    <a:pt x="1419512" y="413101"/>
                  </a:lnTo>
                  <a:lnTo>
                    <a:pt x="1411626" y="413101"/>
                  </a:lnTo>
                  <a:lnTo>
                    <a:pt x="1403740" y="413101"/>
                  </a:lnTo>
                  <a:lnTo>
                    <a:pt x="1395853" y="413101"/>
                  </a:lnTo>
                  <a:lnTo>
                    <a:pt x="1387967" y="413101"/>
                  </a:lnTo>
                  <a:lnTo>
                    <a:pt x="1380081" y="413101"/>
                  </a:lnTo>
                  <a:lnTo>
                    <a:pt x="1372195" y="413101"/>
                  </a:lnTo>
                  <a:lnTo>
                    <a:pt x="1364309" y="413101"/>
                  </a:lnTo>
                  <a:lnTo>
                    <a:pt x="1356423" y="413101"/>
                  </a:lnTo>
                  <a:lnTo>
                    <a:pt x="1348536" y="413101"/>
                  </a:lnTo>
                  <a:lnTo>
                    <a:pt x="1340650" y="413101"/>
                  </a:lnTo>
                  <a:lnTo>
                    <a:pt x="1332764" y="413101"/>
                  </a:lnTo>
                  <a:lnTo>
                    <a:pt x="1324878" y="413101"/>
                  </a:lnTo>
                  <a:lnTo>
                    <a:pt x="1316992" y="413101"/>
                  </a:lnTo>
                  <a:lnTo>
                    <a:pt x="1309105" y="413101"/>
                  </a:lnTo>
                  <a:lnTo>
                    <a:pt x="1301219" y="413101"/>
                  </a:lnTo>
                  <a:lnTo>
                    <a:pt x="1293333" y="413101"/>
                  </a:lnTo>
                  <a:lnTo>
                    <a:pt x="1285447" y="413101"/>
                  </a:lnTo>
                  <a:lnTo>
                    <a:pt x="1277561" y="413101"/>
                  </a:lnTo>
                  <a:lnTo>
                    <a:pt x="1269675" y="413101"/>
                  </a:lnTo>
                  <a:lnTo>
                    <a:pt x="1261788" y="413101"/>
                  </a:lnTo>
                  <a:lnTo>
                    <a:pt x="1253902" y="413101"/>
                  </a:lnTo>
                  <a:lnTo>
                    <a:pt x="1246016" y="413101"/>
                  </a:lnTo>
                  <a:lnTo>
                    <a:pt x="1238130" y="413101"/>
                  </a:lnTo>
                  <a:lnTo>
                    <a:pt x="1230244" y="413101"/>
                  </a:lnTo>
                  <a:lnTo>
                    <a:pt x="1222357" y="413101"/>
                  </a:lnTo>
                  <a:lnTo>
                    <a:pt x="1214471" y="413101"/>
                  </a:lnTo>
                  <a:lnTo>
                    <a:pt x="1206585" y="413101"/>
                  </a:lnTo>
                  <a:lnTo>
                    <a:pt x="1198699" y="413101"/>
                  </a:lnTo>
                  <a:lnTo>
                    <a:pt x="1190813" y="413101"/>
                  </a:lnTo>
                  <a:lnTo>
                    <a:pt x="1182927" y="413101"/>
                  </a:lnTo>
                  <a:lnTo>
                    <a:pt x="1175040" y="413101"/>
                  </a:lnTo>
                  <a:lnTo>
                    <a:pt x="1167154" y="413101"/>
                  </a:lnTo>
                  <a:lnTo>
                    <a:pt x="1159268" y="413101"/>
                  </a:lnTo>
                  <a:lnTo>
                    <a:pt x="1151382" y="413101"/>
                  </a:lnTo>
                  <a:lnTo>
                    <a:pt x="1143496" y="413101"/>
                  </a:lnTo>
                  <a:lnTo>
                    <a:pt x="1135609" y="413101"/>
                  </a:lnTo>
                  <a:lnTo>
                    <a:pt x="1127723" y="413101"/>
                  </a:lnTo>
                  <a:lnTo>
                    <a:pt x="1119837" y="413101"/>
                  </a:lnTo>
                  <a:lnTo>
                    <a:pt x="1111951" y="413101"/>
                  </a:lnTo>
                  <a:lnTo>
                    <a:pt x="1104065" y="413101"/>
                  </a:lnTo>
                  <a:lnTo>
                    <a:pt x="1096179" y="413101"/>
                  </a:lnTo>
                  <a:lnTo>
                    <a:pt x="1088292" y="413101"/>
                  </a:lnTo>
                  <a:lnTo>
                    <a:pt x="1080406" y="413101"/>
                  </a:lnTo>
                  <a:lnTo>
                    <a:pt x="1072520" y="413101"/>
                  </a:lnTo>
                  <a:lnTo>
                    <a:pt x="1064634" y="413101"/>
                  </a:lnTo>
                  <a:lnTo>
                    <a:pt x="1056748" y="413101"/>
                  </a:lnTo>
                  <a:lnTo>
                    <a:pt x="1048861" y="413101"/>
                  </a:lnTo>
                  <a:lnTo>
                    <a:pt x="1040975" y="413101"/>
                  </a:lnTo>
                  <a:lnTo>
                    <a:pt x="1033089" y="413101"/>
                  </a:lnTo>
                  <a:lnTo>
                    <a:pt x="1025203" y="413101"/>
                  </a:lnTo>
                  <a:lnTo>
                    <a:pt x="1017317" y="413101"/>
                  </a:lnTo>
                  <a:lnTo>
                    <a:pt x="1009431" y="413101"/>
                  </a:lnTo>
                  <a:lnTo>
                    <a:pt x="1001544" y="413101"/>
                  </a:lnTo>
                  <a:lnTo>
                    <a:pt x="993658" y="413101"/>
                  </a:lnTo>
                  <a:lnTo>
                    <a:pt x="985772" y="413101"/>
                  </a:lnTo>
                  <a:lnTo>
                    <a:pt x="977886" y="413101"/>
                  </a:lnTo>
                  <a:lnTo>
                    <a:pt x="970000" y="413101"/>
                  </a:lnTo>
                  <a:lnTo>
                    <a:pt x="962113" y="413101"/>
                  </a:lnTo>
                  <a:lnTo>
                    <a:pt x="954227" y="413101"/>
                  </a:lnTo>
                  <a:lnTo>
                    <a:pt x="946341" y="413101"/>
                  </a:lnTo>
                  <a:lnTo>
                    <a:pt x="938455" y="413101"/>
                  </a:lnTo>
                  <a:lnTo>
                    <a:pt x="930569" y="413101"/>
                  </a:lnTo>
                  <a:lnTo>
                    <a:pt x="922683" y="413101"/>
                  </a:lnTo>
                  <a:lnTo>
                    <a:pt x="914796" y="413101"/>
                  </a:lnTo>
                  <a:lnTo>
                    <a:pt x="906910" y="413101"/>
                  </a:lnTo>
                  <a:lnTo>
                    <a:pt x="899024" y="413101"/>
                  </a:lnTo>
                  <a:lnTo>
                    <a:pt x="891138" y="413101"/>
                  </a:lnTo>
                  <a:lnTo>
                    <a:pt x="883252" y="413101"/>
                  </a:lnTo>
                  <a:lnTo>
                    <a:pt x="875366" y="413101"/>
                  </a:lnTo>
                  <a:lnTo>
                    <a:pt x="867479" y="413101"/>
                  </a:lnTo>
                  <a:lnTo>
                    <a:pt x="859593" y="413101"/>
                  </a:lnTo>
                  <a:lnTo>
                    <a:pt x="851707" y="413101"/>
                  </a:lnTo>
                  <a:lnTo>
                    <a:pt x="843821" y="413101"/>
                  </a:lnTo>
                  <a:lnTo>
                    <a:pt x="835935" y="413101"/>
                  </a:lnTo>
                  <a:lnTo>
                    <a:pt x="828048" y="413101"/>
                  </a:lnTo>
                  <a:lnTo>
                    <a:pt x="820162" y="413101"/>
                  </a:lnTo>
                  <a:lnTo>
                    <a:pt x="812276" y="413101"/>
                  </a:lnTo>
                  <a:lnTo>
                    <a:pt x="804390" y="413101"/>
                  </a:lnTo>
                  <a:lnTo>
                    <a:pt x="796504" y="413101"/>
                  </a:lnTo>
                  <a:lnTo>
                    <a:pt x="788618" y="413101"/>
                  </a:lnTo>
                  <a:lnTo>
                    <a:pt x="780731" y="413101"/>
                  </a:lnTo>
                  <a:lnTo>
                    <a:pt x="772845" y="413101"/>
                  </a:lnTo>
                  <a:lnTo>
                    <a:pt x="764959" y="413101"/>
                  </a:lnTo>
                  <a:lnTo>
                    <a:pt x="757073" y="413101"/>
                  </a:lnTo>
                  <a:lnTo>
                    <a:pt x="749187" y="413101"/>
                  </a:lnTo>
                  <a:lnTo>
                    <a:pt x="741300" y="413101"/>
                  </a:lnTo>
                  <a:lnTo>
                    <a:pt x="733414" y="413101"/>
                  </a:lnTo>
                  <a:lnTo>
                    <a:pt x="725528" y="413101"/>
                  </a:lnTo>
                  <a:lnTo>
                    <a:pt x="717642" y="413101"/>
                  </a:lnTo>
                  <a:lnTo>
                    <a:pt x="709756" y="413101"/>
                  </a:lnTo>
                  <a:lnTo>
                    <a:pt x="701870" y="413101"/>
                  </a:lnTo>
                  <a:lnTo>
                    <a:pt x="693983" y="413101"/>
                  </a:lnTo>
                  <a:lnTo>
                    <a:pt x="686097" y="413101"/>
                  </a:lnTo>
                  <a:lnTo>
                    <a:pt x="678211" y="413101"/>
                  </a:lnTo>
                  <a:lnTo>
                    <a:pt x="670325" y="413101"/>
                  </a:lnTo>
                  <a:lnTo>
                    <a:pt x="662439" y="413101"/>
                  </a:lnTo>
                  <a:lnTo>
                    <a:pt x="654552" y="413101"/>
                  </a:lnTo>
                  <a:lnTo>
                    <a:pt x="646666" y="413101"/>
                  </a:lnTo>
                  <a:lnTo>
                    <a:pt x="638780" y="413101"/>
                  </a:lnTo>
                  <a:lnTo>
                    <a:pt x="630894" y="413101"/>
                  </a:lnTo>
                  <a:lnTo>
                    <a:pt x="623008" y="413101"/>
                  </a:lnTo>
                  <a:lnTo>
                    <a:pt x="615122" y="413101"/>
                  </a:lnTo>
                  <a:lnTo>
                    <a:pt x="607235" y="413101"/>
                  </a:lnTo>
                  <a:lnTo>
                    <a:pt x="599349" y="413101"/>
                  </a:lnTo>
                  <a:lnTo>
                    <a:pt x="591463" y="413101"/>
                  </a:lnTo>
                  <a:lnTo>
                    <a:pt x="583577" y="413101"/>
                  </a:lnTo>
                  <a:lnTo>
                    <a:pt x="575691" y="413101"/>
                  </a:lnTo>
                  <a:lnTo>
                    <a:pt x="567804" y="413101"/>
                  </a:lnTo>
                  <a:lnTo>
                    <a:pt x="559918" y="413101"/>
                  </a:lnTo>
                  <a:lnTo>
                    <a:pt x="552032" y="413101"/>
                  </a:lnTo>
                  <a:lnTo>
                    <a:pt x="544146" y="413101"/>
                  </a:lnTo>
                  <a:lnTo>
                    <a:pt x="536260" y="413101"/>
                  </a:lnTo>
                  <a:lnTo>
                    <a:pt x="528374" y="413101"/>
                  </a:lnTo>
                  <a:lnTo>
                    <a:pt x="520487" y="413101"/>
                  </a:lnTo>
                  <a:lnTo>
                    <a:pt x="512601" y="413101"/>
                  </a:lnTo>
                  <a:lnTo>
                    <a:pt x="504715" y="413101"/>
                  </a:lnTo>
                  <a:lnTo>
                    <a:pt x="496829" y="413101"/>
                  </a:lnTo>
                  <a:lnTo>
                    <a:pt x="488943" y="413101"/>
                  </a:lnTo>
                  <a:lnTo>
                    <a:pt x="481056" y="413101"/>
                  </a:lnTo>
                  <a:lnTo>
                    <a:pt x="473170" y="413101"/>
                  </a:lnTo>
                  <a:lnTo>
                    <a:pt x="465284" y="413101"/>
                  </a:lnTo>
                  <a:lnTo>
                    <a:pt x="457398" y="413101"/>
                  </a:lnTo>
                  <a:lnTo>
                    <a:pt x="449512" y="413101"/>
                  </a:lnTo>
                  <a:lnTo>
                    <a:pt x="441626" y="413101"/>
                  </a:lnTo>
                  <a:lnTo>
                    <a:pt x="433739" y="413101"/>
                  </a:lnTo>
                  <a:lnTo>
                    <a:pt x="425853" y="413101"/>
                  </a:lnTo>
                  <a:lnTo>
                    <a:pt x="417967" y="413101"/>
                  </a:lnTo>
                  <a:lnTo>
                    <a:pt x="410081" y="413101"/>
                  </a:lnTo>
                  <a:lnTo>
                    <a:pt x="402195" y="413101"/>
                  </a:lnTo>
                  <a:lnTo>
                    <a:pt x="394309" y="413101"/>
                  </a:lnTo>
                  <a:lnTo>
                    <a:pt x="386422" y="413101"/>
                  </a:lnTo>
                  <a:lnTo>
                    <a:pt x="378536" y="413101"/>
                  </a:lnTo>
                  <a:lnTo>
                    <a:pt x="370650" y="413101"/>
                  </a:lnTo>
                  <a:lnTo>
                    <a:pt x="362764" y="413101"/>
                  </a:lnTo>
                  <a:lnTo>
                    <a:pt x="354878" y="413101"/>
                  </a:lnTo>
                  <a:lnTo>
                    <a:pt x="346991" y="413101"/>
                  </a:lnTo>
                  <a:lnTo>
                    <a:pt x="339105" y="413101"/>
                  </a:lnTo>
                  <a:lnTo>
                    <a:pt x="331219" y="413101"/>
                  </a:lnTo>
                  <a:lnTo>
                    <a:pt x="323333" y="413101"/>
                  </a:lnTo>
                  <a:lnTo>
                    <a:pt x="315447" y="413101"/>
                  </a:lnTo>
                  <a:lnTo>
                    <a:pt x="307561" y="413101"/>
                  </a:lnTo>
                  <a:lnTo>
                    <a:pt x="299674" y="413101"/>
                  </a:lnTo>
                  <a:lnTo>
                    <a:pt x="291788" y="413101"/>
                  </a:lnTo>
                  <a:lnTo>
                    <a:pt x="283902" y="413101"/>
                  </a:lnTo>
                  <a:lnTo>
                    <a:pt x="276016" y="413101"/>
                  </a:lnTo>
                  <a:lnTo>
                    <a:pt x="268130" y="413101"/>
                  </a:lnTo>
                  <a:lnTo>
                    <a:pt x="260243" y="413101"/>
                  </a:lnTo>
                  <a:lnTo>
                    <a:pt x="252357" y="413101"/>
                  </a:lnTo>
                  <a:lnTo>
                    <a:pt x="244471" y="413101"/>
                  </a:lnTo>
                  <a:lnTo>
                    <a:pt x="236585" y="413101"/>
                  </a:lnTo>
                  <a:lnTo>
                    <a:pt x="228699" y="413101"/>
                  </a:lnTo>
                  <a:lnTo>
                    <a:pt x="220813" y="413101"/>
                  </a:lnTo>
                  <a:lnTo>
                    <a:pt x="212926" y="413101"/>
                  </a:lnTo>
                  <a:lnTo>
                    <a:pt x="205040" y="413101"/>
                  </a:lnTo>
                  <a:lnTo>
                    <a:pt x="197154" y="413101"/>
                  </a:lnTo>
                  <a:lnTo>
                    <a:pt x="189268" y="413101"/>
                  </a:lnTo>
                  <a:lnTo>
                    <a:pt x="181382" y="413101"/>
                  </a:lnTo>
                  <a:lnTo>
                    <a:pt x="173495" y="413101"/>
                  </a:lnTo>
                  <a:lnTo>
                    <a:pt x="165609" y="413101"/>
                  </a:lnTo>
                  <a:lnTo>
                    <a:pt x="157723" y="413101"/>
                  </a:lnTo>
                  <a:lnTo>
                    <a:pt x="149837" y="413101"/>
                  </a:lnTo>
                  <a:lnTo>
                    <a:pt x="141951" y="413101"/>
                  </a:lnTo>
                  <a:lnTo>
                    <a:pt x="134065" y="413101"/>
                  </a:lnTo>
                  <a:lnTo>
                    <a:pt x="126178" y="413101"/>
                  </a:lnTo>
                  <a:lnTo>
                    <a:pt x="118292" y="413101"/>
                  </a:lnTo>
                  <a:lnTo>
                    <a:pt x="110406" y="413101"/>
                  </a:lnTo>
                  <a:lnTo>
                    <a:pt x="102520" y="413101"/>
                  </a:lnTo>
                  <a:lnTo>
                    <a:pt x="94634" y="413101"/>
                  </a:lnTo>
                  <a:lnTo>
                    <a:pt x="86747" y="413101"/>
                  </a:lnTo>
                  <a:lnTo>
                    <a:pt x="78861" y="413101"/>
                  </a:lnTo>
                  <a:lnTo>
                    <a:pt x="70975" y="413101"/>
                  </a:lnTo>
                  <a:lnTo>
                    <a:pt x="63089" y="413101"/>
                  </a:lnTo>
                  <a:lnTo>
                    <a:pt x="55203" y="413101"/>
                  </a:lnTo>
                  <a:lnTo>
                    <a:pt x="47317" y="413101"/>
                  </a:lnTo>
                  <a:lnTo>
                    <a:pt x="39430" y="413101"/>
                  </a:lnTo>
                  <a:lnTo>
                    <a:pt x="31544" y="413101"/>
                  </a:lnTo>
                  <a:lnTo>
                    <a:pt x="23658" y="413101"/>
                  </a:lnTo>
                  <a:lnTo>
                    <a:pt x="15772" y="413101"/>
                  </a:lnTo>
                  <a:lnTo>
                    <a:pt x="7886" y="413101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7814880" y="4381631"/>
              <a:ext cx="4029838" cy="413101"/>
            </a:xfrm>
            <a:custGeom>
              <a:avLst/>
              <a:pathLst>
                <a:path w="4029838" h="413101">
                  <a:moveTo>
                    <a:pt x="0" y="413101"/>
                  </a:moveTo>
                  <a:lnTo>
                    <a:pt x="7886" y="413101"/>
                  </a:lnTo>
                  <a:lnTo>
                    <a:pt x="15772" y="413101"/>
                  </a:lnTo>
                  <a:lnTo>
                    <a:pt x="23658" y="413101"/>
                  </a:lnTo>
                  <a:lnTo>
                    <a:pt x="31544" y="413101"/>
                  </a:lnTo>
                  <a:lnTo>
                    <a:pt x="39430" y="413101"/>
                  </a:lnTo>
                  <a:lnTo>
                    <a:pt x="47317" y="413101"/>
                  </a:lnTo>
                  <a:lnTo>
                    <a:pt x="55203" y="413101"/>
                  </a:lnTo>
                  <a:lnTo>
                    <a:pt x="63089" y="413101"/>
                  </a:lnTo>
                  <a:lnTo>
                    <a:pt x="70975" y="413101"/>
                  </a:lnTo>
                  <a:lnTo>
                    <a:pt x="78861" y="413101"/>
                  </a:lnTo>
                  <a:lnTo>
                    <a:pt x="86747" y="413101"/>
                  </a:lnTo>
                  <a:lnTo>
                    <a:pt x="94634" y="413101"/>
                  </a:lnTo>
                  <a:lnTo>
                    <a:pt x="102520" y="413101"/>
                  </a:lnTo>
                  <a:lnTo>
                    <a:pt x="110406" y="413101"/>
                  </a:lnTo>
                  <a:lnTo>
                    <a:pt x="118292" y="413101"/>
                  </a:lnTo>
                  <a:lnTo>
                    <a:pt x="126178" y="413101"/>
                  </a:lnTo>
                  <a:lnTo>
                    <a:pt x="134065" y="413101"/>
                  </a:lnTo>
                  <a:lnTo>
                    <a:pt x="141951" y="413101"/>
                  </a:lnTo>
                  <a:lnTo>
                    <a:pt x="149837" y="413101"/>
                  </a:lnTo>
                  <a:lnTo>
                    <a:pt x="157723" y="413101"/>
                  </a:lnTo>
                  <a:lnTo>
                    <a:pt x="165609" y="413101"/>
                  </a:lnTo>
                  <a:lnTo>
                    <a:pt x="173495" y="413101"/>
                  </a:lnTo>
                  <a:lnTo>
                    <a:pt x="181382" y="413101"/>
                  </a:lnTo>
                  <a:lnTo>
                    <a:pt x="189268" y="413101"/>
                  </a:lnTo>
                  <a:lnTo>
                    <a:pt x="197154" y="413101"/>
                  </a:lnTo>
                  <a:lnTo>
                    <a:pt x="205040" y="413101"/>
                  </a:lnTo>
                  <a:lnTo>
                    <a:pt x="212926" y="413101"/>
                  </a:lnTo>
                  <a:lnTo>
                    <a:pt x="220813" y="413101"/>
                  </a:lnTo>
                  <a:lnTo>
                    <a:pt x="228699" y="413101"/>
                  </a:lnTo>
                  <a:lnTo>
                    <a:pt x="236585" y="413101"/>
                  </a:lnTo>
                  <a:lnTo>
                    <a:pt x="244471" y="413101"/>
                  </a:lnTo>
                  <a:lnTo>
                    <a:pt x="252357" y="413101"/>
                  </a:lnTo>
                  <a:lnTo>
                    <a:pt x="260243" y="413101"/>
                  </a:lnTo>
                  <a:lnTo>
                    <a:pt x="268130" y="413101"/>
                  </a:lnTo>
                  <a:lnTo>
                    <a:pt x="276016" y="413101"/>
                  </a:lnTo>
                  <a:lnTo>
                    <a:pt x="283902" y="413101"/>
                  </a:lnTo>
                  <a:lnTo>
                    <a:pt x="291788" y="413101"/>
                  </a:lnTo>
                  <a:lnTo>
                    <a:pt x="299674" y="413101"/>
                  </a:lnTo>
                  <a:lnTo>
                    <a:pt x="307561" y="413101"/>
                  </a:lnTo>
                  <a:lnTo>
                    <a:pt x="315447" y="413101"/>
                  </a:lnTo>
                  <a:lnTo>
                    <a:pt x="323333" y="413101"/>
                  </a:lnTo>
                  <a:lnTo>
                    <a:pt x="331219" y="413101"/>
                  </a:lnTo>
                  <a:lnTo>
                    <a:pt x="339105" y="413101"/>
                  </a:lnTo>
                  <a:lnTo>
                    <a:pt x="346991" y="413101"/>
                  </a:lnTo>
                  <a:lnTo>
                    <a:pt x="354878" y="413101"/>
                  </a:lnTo>
                  <a:lnTo>
                    <a:pt x="362764" y="413101"/>
                  </a:lnTo>
                  <a:lnTo>
                    <a:pt x="370650" y="413101"/>
                  </a:lnTo>
                  <a:lnTo>
                    <a:pt x="378536" y="413101"/>
                  </a:lnTo>
                  <a:lnTo>
                    <a:pt x="386422" y="413101"/>
                  </a:lnTo>
                  <a:lnTo>
                    <a:pt x="394309" y="413101"/>
                  </a:lnTo>
                  <a:lnTo>
                    <a:pt x="402195" y="413101"/>
                  </a:lnTo>
                  <a:lnTo>
                    <a:pt x="410081" y="413101"/>
                  </a:lnTo>
                  <a:lnTo>
                    <a:pt x="417967" y="413101"/>
                  </a:lnTo>
                  <a:lnTo>
                    <a:pt x="425853" y="413101"/>
                  </a:lnTo>
                  <a:lnTo>
                    <a:pt x="433739" y="413101"/>
                  </a:lnTo>
                  <a:lnTo>
                    <a:pt x="441626" y="413101"/>
                  </a:lnTo>
                  <a:lnTo>
                    <a:pt x="449512" y="413101"/>
                  </a:lnTo>
                  <a:lnTo>
                    <a:pt x="457398" y="413101"/>
                  </a:lnTo>
                  <a:lnTo>
                    <a:pt x="465284" y="413101"/>
                  </a:lnTo>
                  <a:lnTo>
                    <a:pt x="473170" y="413101"/>
                  </a:lnTo>
                  <a:lnTo>
                    <a:pt x="481056" y="413101"/>
                  </a:lnTo>
                  <a:lnTo>
                    <a:pt x="488943" y="413101"/>
                  </a:lnTo>
                  <a:lnTo>
                    <a:pt x="496829" y="413101"/>
                  </a:lnTo>
                  <a:lnTo>
                    <a:pt x="504715" y="413101"/>
                  </a:lnTo>
                  <a:lnTo>
                    <a:pt x="512601" y="413101"/>
                  </a:lnTo>
                  <a:lnTo>
                    <a:pt x="520487" y="413101"/>
                  </a:lnTo>
                  <a:lnTo>
                    <a:pt x="528374" y="413101"/>
                  </a:lnTo>
                  <a:lnTo>
                    <a:pt x="536260" y="413101"/>
                  </a:lnTo>
                  <a:lnTo>
                    <a:pt x="544146" y="413101"/>
                  </a:lnTo>
                  <a:lnTo>
                    <a:pt x="552032" y="413101"/>
                  </a:lnTo>
                  <a:lnTo>
                    <a:pt x="559918" y="413101"/>
                  </a:lnTo>
                  <a:lnTo>
                    <a:pt x="567804" y="413101"/>
                  </a:lnTo>
                  <a:lnTo>
                    <a:pt x="575691" y="413101"/>
                  </a:lnTo>
                  <a:lnTo>
                    <a:pt x="583577" y="413101"/>
                  </a:lnTo>
                  <a:lnTo>
                    <a:pt x="591463" y="413101"/>
                  </a:lnTo>
                  <a:lnTo>
                    <a:pt x="599349" y="413101"/>
                  </a:lnTo>
                  <a:lnTo>
                    <a:pt x="607235" y="413101"/>
                  </a:lnTo>
                  <a:lnTo>
                    <a:pt x="615122" y="413101"/>
                  </a:lnTo>
                  <a:lnTo>
                    <a:pt x="623008" y="413101"/>
                  </a:lnTo>
                  <a:lnTo>
                    <a:pt x="630894" y="413101"/>
                  </a:lnTo>
                  <a:lnTo>
                    <a:pt x="638780" y="413101"/>
                  </a:lnTo>
                  <a:lnTo>
                    <a:pt x="646666" y="413101"/>
                  </a:lnTo>
                  <a:lnTo>
                    <a:pt x="654552" y="413101"/>
                  </a:lnTo>
                  <a:lnTo>
                    <a:pt x="662439" y="413101"/>
                  </a:lnTo>
                  <a:lnTo>
                    <a:pt x="670325" y="413101"/>
                  </a:lnTo>
                  <a:lnTo>
                    <a:pt x="678211" y="413101"/>
                  </a:lnTo>
                  <a:lnTo>
                    <a:pt x="686097" y="413101"/>
                  </a:lnTo>
                  <a:lnTo>
                    <a:pt x="693983" y="413101"/>
                  </a:lnTo>
                  <a:lnTo>
                    <a:pt x="701870" y="413101"/>
                  </a:lnTo>
                  <a:lnTo>
                    <a:pt x="709756" y="413101"/>
                  </a:lnTo>
                  <a:lnTo>
                    <a:pt x="717642" y="413101"/>
                  </a:lnTo>
                  <a:lnTo>
                    <a:pt x="725528" y="413101"/>
                  </a:lnTo>
                  <a:lnTo>
                    <a:pt x="733414" y="413101"/>
                  </a:lnTo>
                  <a:lnTo>
                    <a:pt x="741300" y="413101"/>
                  </a:lnTo>
                  <a:lnTo>
                    <a:pt x="749187" y="413101"/>
                  </a:lnTo>
                  <a:lnTo>
                    <a:pt x="757073" y="413101"/>
                  </a:lnTo>
                  <a:lnTo>
                    <a:pt x="764959" y="413101"/>
                  </a:lnTo>
                  <a:lnTo>
                    <a:pt x="772845" y="413101"/>
                  </a:lnTo>
                  <a:lnTo>
                    <a:pt x="780731" y="413101"/>
                  </a:lnTo>
                  <a:lnTo>
                    <a:pt x="788618" y="413101"/>
                  </a:lnTo>
                  <a:lnTo>
                    <a:pt x="796504" y="413101"/>
                  </a:lnTo>
                  <a:lnTo>
                    <a:pt x="804390" y="413101"/>
                  </a:lnTo>
                  <a:lnTo>
                    <a:pt x="812276" y="413101"/>
                  </a:lnTo>
                  <a:lnTo>
                    <a:pt x="820162" y="413101"/>
                  </a:lnTo>
                  <a:lnTo>
                    <a:pt x="828048" y="413101"/>
                  </a:lnTo>
                  <a:lnTo>
                    <a:pt x="835935" y="413101"/>
                  </a:lnTo>
                  <a:lnTo>
                    <a:pt x="843821" y="413101"/>
                  </a:lnTo>
                  <a:lnTo>
                    <a:pt x="851707" y="413101"/>
                  </a:lnTo>
                  <a:lnTo>
                    <a:pt x="859593" y="413101"/>
                  </a:lnTo>
                  <a:lnTo>
                    <a:pt x="867479" y="413101"/>
                  </a:lnTo>
                  <a:lnTo>
                    <a:pt x="875366" y="413101"/>
                  </a:lnTo>
                  <a:lnTo>
                    <a:pt x="883252" y="413101"/>
                  </a:lnTo>
                  <a:lnTo>
                    <a:pt x="891138" y="413101"/>
                  </a:lnTo>
                  <a:lnTo>
                    <a:pt x="899024" y="413101"/>
                  </a:lnTo>
                  <a:lnTo>
                    <a:pt x="906910" y="413101"/>
                  </a:lnTo>
                  <a:lnTo>
                    <a:pt x="914796" y="413101"/>
                  </a:lnTo>
                  <a:lnTo>
                    <a:pt x="922683" y="413101"/>
                  </a:lnTo>
                  <a:lnTo>
                    <a:pt x="930569" y="413101"/>
                  </a:lnTo>
                  <a:lnTo>
                    <a:pt x="938455" y="413101"/>
                  </a:lnTo>
                  <a:lnTo>
                    <a:pt x="946341" y="413101"/>
                  </a:lnTo>
                  <a:lnTo>
                    <a:pt x="954227" y="413101"/>
                  </a:lnTo>
                  <a:lnTo>
                    <a:pt x="962113" y="413101"/>
                  </a:lnTo>
                  <a:lnTo>
                    <a:pt x="970000" y="413101"/>
                  </a:lnTo>
                  <a:lnTo>
                    <a:pt x="977886" y="413101"/>
                  </a:lnTo>
                  <a:lnTo>
                    <a:pt x="985772" y="413101"/>
                  </a:lnTo>
                  <a:lnTo>
                    <a:pt x="993658" y="413101"/>
                  </a:lnTo>
                  <a:lnTo>
                    <a:pt x="1001544" y="413101"/>
                  </a:lnTo>
                  <a:lnTo>
                    <a:pt x="1009431" y="413101"/>
                  </a:lnTo>
                  <a:lnTo>
                    <a:pt x="1017317" y="413101"/>
                  </a:lnTo>
                  <a:lnTo>
                    <a:pt x="1025203" y="413101"/>
                  </a:lnTo>
                  <a:lnTo>
                    <a:pt x="1033089" y="413101"/>
                  </a:lnTo>
                  <a:lnTo>
                    <a:pt x="1040975" y="413101"/>
                  </a:lnTo>
                  <a:lnTo>
                    <a:pt x="1048861" y="413101"/>
                  </a:lnTo>
                  <a:lnTo>
                    <a:pt x="1056748" y="413101"/>
                  </a:lnTo>
                  <a:lnTo>
                    <a:pt x="1064634" y="413101"/>
                  </a:lnTo>
                  <a:lnTo>
                    <a:pt x="1072520" y="413101"/>
                  </a:lnTo>
                  <a:lnTo>
                    <a:pt x="1080406" y="413101"/>
                  </a:lnTo>
                  <a:lnTo>
                    <a:pt x="1088292" y="413101"/>
                  </a:lnTo>
                  <a:lnTo>
                    <a:pt x="1096179" y="413100"/>
                  </a:lnTo>
                  <a:lnTo>
                    <a:pt x="1104065" y="413100"/>
                  </a:lnTo>
                  <a:lnTo>
                    <a:pt x="1111951" y="413100"/>
                  </a:lnTo>
                  <a:lnTo>
                    <a:pt x="1119837" y="413100"/>
                  </a:lnTo>
                  <a:lnTo>
                    <a:pt x="1127723" y="413100"/>
                  </a:lnTo>
                  <a:lnTo>
                    <a:pt x="1135609" y="413100"/>
                  </a:lnTo>
                  <a:lnTo>
                    <a:pt x="1143496" y="413100"/>
                  </a:lnTo>
                  <a:lnTo>
                    <a:pt x="1151382" y="413100"/>
                  </a:lnTo>
                  <a:lnTo>
                    <a:pt x="1159268" y="413099"/>
                  </a:lnTo>
                  <a:lnTo>
                    <a:pt x="1167154" y="413099"/>
                  </a:lnTo>
                  <a:lnTo>
                    <a:pt x="1175040" y="413099"/>
                  </a:lnTo>
                  <a:lnTo>
                    <a:pt x="1182927" y="413099"/>
                  </a:lnTo>
                  <a:lnTo>
                    <a:pt x="1190813" y="413098"/>
                  </a:lnTo>
                  <a:lnTo>
                    <a:pt x="1198699" y="413098"/>
                  </a:lnTo>
                  <a:lnTo>
                    <a:pt x="1206585" y="413097"/>
                  </a:lnTo>
                  <a:lnTo>
                    <a:pt x="1214471" y="413097"/>
                  </a:lnTo>
                  <a:lnTo>
                    <a:pt x="1222357" y="413096"/>
                  </a:lnTo>
                  <a:lnTo>
                    <a:pt x="1230244" y="413095"/>
                  </a:lnTo>
                  <a:lnTo>
                    <a:pt x="1238130" y="413094"/>
                  </a:lnTo>
                  <a:lnTo>
                    <a:pt x="1246016" y="413093"/>
                  </a:lnTo>
                  <a:lnTo>
                    <a:pt x="1253902" y="413092"/>
                  </a:lnTo>
                  <a:lnTo>
                    <a:pt x="1261788" y="413090"/>
                  </a:lnTo>
                  <a:lnTo>
                    <a:pt x="1269675" y="413089"/>
                  </a:lnTo>
                  <a:lnTo>
                    <a:pt x="1277561" y="413087"/>
                  </a:lnTo>
                  <a:lnTo>
                    <a:pt x="1285447" y="413085"/>
                  </a:lnTo>
                  <a:lnTo>
                    <a:pt x="1293333" y="413082"/>
                  </a:lnTo>
                  <a:lnTo>
                    <a:pt x="1301219" y="413080"/>
                  </a:lnTo>
                  <a:lnTo>
                    <a:pt x="1309105" y="413077"/>
                  </a:lnTo>
                  <a:lnTo>
                    <a:pt x="1316992" y="413073"/>
                  </a:lnTo>
                  <a:lnTo>
                    <a:pt x="1324878" y="413069"/>
                  </a:lnTo>
                  <a:lnTo>
                    <a:pt x="1332764" y="413065"/>
                  </a:lnTo>
                  <a:lnTo>
                    <a:pt x="1340650" y="413059"/>
                  </a:lnTo>
                  <a:lnTo>
                    <a:pt x="1348536" y="413054"/>
                  </a:lnTo>
                  <a:lnTo>
                    <a:pt x="1356423" y="413047"/>
                  </a:lnTo>
                  <a:lnTo>
                    <a:pt x="1364309" y="413039"/>
                  </a:lnTo>
                  <a:lnTo>
                    <a:pt x="1372195" y="413031"/>
                  </a:lnTo>
                  <a:lnTo>
                    <a:pt x="1380081" y="413021"/>
                  </a:lnTo>
                  <a:lnTo>
                    <a:pt x="1387967" y="413011"/>
                  </a:lnTo>
                  <a:lnTo>
                    <a:pt x="1395853" y="412999"/>
                  </a:lnTo>
                  <a:lnTo>
                    <a:pt x="1403740" y="412985"/>
                  </a:lnTo>
                  <a:lnTo>
                    <a:pt x="1411626" y="412970"/>
                  </a:lnTo>
                  <a:lnTo>
                    <a:pt x="1419512" y="412953"/>
                  </a:lnTo>
                  <a:lnTo>
                    <a:pt x="1427398" y="412934"/>
                  </a:lnTo>
                  <a:lnTo>
                    <a:pt x="1435284" y="412912"/>
                  </a:lnTo>
                  <a:lnTo>
                    <a:pt x="1443170" y="412888"/>
                  </a:lnTo>
                  <a:lnTo>
                    <a:pt x="1451057" y="412862"/>
                  </a:lnTo>
                  <a:lnTo>
                    <a:pt x="1458943" y="412831"/>
                  </a:lnTo>
                  <a:lnTo>
                    <a:pt x="1466829" y="412798"/>
                  </a:lnTo>
                  <a:lnTo>
                    <a:pt x="1474715" y="412762"/>
                  </a:lnTo>
                  <a:lnTo>
                    <a:pt x="1482601" y="412720"/>
                  </a:lnTo>
                  <a:lnTo>
                    <a:pt x="1490488" y="412674"/>
                  </a:lnTo>
                  <a:lnTo>
                    <a:pt x="1498374" y="412625"/>
                  </a:lnTo>
                  <a:lnTo>
                    <a:pt x="1506260" y="412567"/>
                  </a:lnTo>
                  <a:lnTo>
                    <a:pt x="1514146" y="412505"/>
                  </a:lnTo>
                  <a:lnTo>
                    <a:pt x="1522032" y="412437"/>
                  </a:lnTo>
                  <a:lnTo>
                    <a:pt x="1529918" y="412360"/>
                  </a:lnTo>
                  <a:lnTo>
                    <a:pt x="1537805" y="412276"/>
                  </a:lnTo>
                  <a:lnTo>
                    <a:pt x="1545691" y="412185"/>
                  </a:lnTo>
                  <a:lnTo>
                    <a:pt x="1553577" y="412082"/>
                  </a:lnTo>
                  <a:lnTo>
                    <a:pt x="1561463" y="411969"/>
                  </a:lnTo>
                  <a:lnTo>
                    <a:pt x="1569349" y="411847"/>
                  </a:lnTo>
                  <a:lnTo>
                    <a:pt x="1577236" y="411712"/>
                  </a:lnTo>
                  <a:lnTo>
                    <a:pt x="1585122" y="411562"/>
                  </a:lnTo>
                  <a:lnTo>
                    <a:pt x="1593008" y="411401"/>
                  </a:lnTo>
                  <a:lnTo>
                    <a:pt x="1600894" y="411224"/>
                  </a:lnTo>
                  <a:lnTo>
                    <a:pt x="1608780" y="411027"/>
                  </a:lnTo>
                  <a:lnTo>
                    <a:pt x="1616666" y="410817"/>
                  </a:lnTo>
                  <a:lnTo>
                    <a:pt x="1624553" y="410587"/>
                  </a:lnTo>
                  <a:lnTo>
                    <a:pt x="1632439" y="410332"/>
                  </a:lnTo>
                  <a:lnTo>
                    <a:pt x="1640325" y="410059"/>
                  </a:lnTo>
                  <a:lnTo>
                    <a:pt x="1648211" y="409764"/>
                  </a:lnTo>
                  <a:lnTo>
                    <a:pt x="1656097" y="409435"/>
                  </a:lnTo>
                  <a:lnTo>
                    <a:pt x="1663984" y="409085"/>
                  </a:lnTo>
                  <a:lnTo>
                    <a:pt x="1671870" y="408710"/>
                  </a:lnTo>
                  <a:lnTo>
                    <a:pt x="1679756" y="408291"/>
                  </a:lnTo>
                  <a:lnTo>
                    <a:pt x="1687642" y="407846"/>
                  </a:lnTo>
                  <a:lnTo>
                    <a:pt x="1695528" y="407373"/>
                  </a:lnTo>
                  <a:lnTo>
                    <a:pt x="1703414" y="406845"/>
                  </a:lnTo>
                  <a:lnTo>
                    <a:pt x="1711301" y="406285"/>
                  </a:lnTo>
                  <a:lnTo>
                    <a:pt x="1719187" y="405691"/>
                  </a:lnTo>
                  <a:lnTo>
                    <a:pt x="1727073" y="405035"/>
                  </a:lnTo>
                  <a:lnTo>
                    <a:pt x="1734959" y="404337"/>
                  </a:lnTo>
                  <a:lnTo>
                    <a:pt x="1742845" y="403599"/>
                  </a:lnTo>
                  <a:lnTo>
                    <a:pt x="1750732" y="402791"/>
                  </a:lnTo>
                  <a:lnTo>
                    <a:pt x="1758618" y="401929"/>
                  </a:lnTo>
                  <a:lnTo>
                    <a:pt x="1766504" y="401021"/>
                  </a:lnTo>
                  <a:lnTo>
                    <a:pt x="1774390" y="400037"/>
                  </a:lnTo>
                  <a:lnTo>
                    <a:pt x="1782276" y="398983"/>
                  </a:lnTo>
                  <a:lnTo>
                    <a:pt x="1790162" y="397877"/>
                  </a:lnTo>
                  <a:lnTo>
                    <a:pt x="1798049" y="396687"/>
                  </a:lnTo>
                  <a:lnTo>
                    <a:pt x="1805935" y="395413"/>
                  </a:lnTo>
                  <a:lnTo>
                    <a:pt x="1813821" y="394077"/>
                  </a:lnTo>
                  <a:lnTo>
                    <a:pt x="1821707" y="392654"/>
                  </a:lnTo>
                  <a:lnTo>
                    <a:pt x="1829593" y="391128"/>
                  </a:lnTo>
                  <a:lnTo>
                    <a:pt x="1837479" y="389532"/>
                  </a:lnTo>
                  <a:lnTo>
                    <a:pt x="1845366" y="387845"/>
                  </a:lnTo>
                  <a:lnTo>
                    <a:pt x="1853252" y="386035"/>
                  </a:lnTo>
                  <a:lnTo>
                    <a:pt x="1861138" y="384147"/>
                  </a:lnTo>
                  <a:lnTo>
                    <a:pt x="1869024" y="382166"/>
                  </a:lnTo>
                  <a:lnTo>
                    <a:pt x="1876910" y="380041"/>
                  </a:lnTo>
                  <a:lnTo>
                    <a:pt x="1884797" y="377829"/>
                  </a:lnTo>
                  <a:lnTo>
                    <a:pt x="1892683" y="375525"/>
                  </a:lnTo>
                  <a:lnTo>
                    <a:pt x="1900569" y="373055"/>
                  </a:lnTo>
                  <a:lnTo>
                    <a:pt x="1908455" y="370491"/>
                  </a:lnTo>
                  <a:lnTo>
                    <a:pt x="1916341" y="367832"/>
                  </a:lnTo>
                  <a:lnTo>
                    <a:pt x="1924227" y="364993"/>
                  </a:lnTo>
                  <a:lnTo>
                    <a:pt x="1932114" y="362050"/>
                  </a:lnTo>
                  <a:lnTo>
                    <a:pt x="1940000" y="359007"/>
                  </a:lnTo>
                  <a:lnTo>
                    <a:pt x="1947886" y="355782"/>
                  </a:lnTo>
                  <a:lnTo>
                    <a:pt x="1955772" y="352438"/>
                  </a:lnTo>
                  <a:lnTo>
                    <a:pt x="1963658" y="348989"/>
                  </a:lnTo>
                  <a:lnTo>
                    <a:pt x="1971545" y="345363"/>
                  </a:lnTo>
                  <a:lnTo>
                    <a:pt x="1979431" y="341602"/>
                  </a:lnTo>
                  <a:lnTo>
                    <a:pt x="1987317" y="337733"/>
                  </a:lnTo>
                  <a:lnTo>
                    <a:pt x="1995203" y="333695"/>
                  </a:lnTo>
                  <a:lnTo>
                    <a:pt x="2003089" y="329509"/>
                  </a:lnTo>
                  <a:lnTo>
                    <a:pt x="2010975" y="325214"/>
                  </a:lnTo>
                  <a:lnTo>
                    <a:pt x="2018862" y="320760"/>
                  </a:lnTo>
                  <a:lnTo>
                    <a:pt x="2026748" y="316149"/>
                  </a:lnTo>
                  <a:lnTo>
                    <a:pt x="2034634" y="311431"/>
                  </a:lnTo>
                  <a:lnTo>
                    <a:pt x="2042520" y="306569"/>
                  </a:lnTo>
                  <a:lnTo>
                    <a:pt x="2050406" y="301543"/>
                  </a:lnTo>
                  <a:lnTo>
                    <a:pt x="2058293" y="296415"/>
                  </a:lnTo>
                  <a:lnTo>
                    <a:pt x="2066179" y="291159"/>
                  </a:lnTo>
                  <a:lnTo>
                    <a:pt x="2074065" y="285740"/>
                  </a:lnTo>
                  <a:lnTo>
                    <a:pt x="2081951" y="280225"/>
                  </a:lnTo>
                  <a:lnTo>
                    <a:pt x="2089837" y="274603"/>
                  </a:lnTo>
                  <a:lnTo>
                    <a:pt x="2097723" y="268823"/>
                  </a:lnTo>
                  <a:lnTo>
                    <a:pt x="2105610" y="262958"/>
                  </a:lnTo>
                  <a:lnTo>
                    <a:pt x="2113496" y="257005"/>
                  </a:lnTo>
                  <a:lnTo>
                    <a:pt x="2121382" y="250908"/>
                  </a:lnTo>
                  <a:lnTo>
                    <a:pt x="2129268" y="244740"/>
                  </a:lnTo>
                  <a:lnTo>
                    <a:pt x="2137154" y="238501"/>
                  </a:lnTo>
                  <a:lnTo>
                    <a:pt x="2145041" y="232146"/>
                  </a:lnTo>
                  <a:lnTo>
                    <a:pt x="2152927" y="225732"/>
                  </a:lnTo>
                  <a:lnTo>
                    <a:pt x="2160813" y="219265"/>
                  </a:lnTo>
                  <a:lnTo>
                    <a:pt x="2168699" y="212718"/>
                  </a:lnTo>
                  <a:lnTo>
                    <a:pt x="2176585" y="206128"/>
                  </a:lnTo>
                  <a:lnTo>
                    <a:pt x="2184471" y="199503"/>
                  </a:lnTo>
                  <a:lnTo>
                    <a:pt x="2192358" y="192835"/>
                  </a:lnTo>
                  <a:lnTo>
                    <a:pt x="2200244" y="186145"/>
                  </a:lnTo>
                  <a:lnTo>
                    <a:pt x="2208130" y="179443"/>
                  </a:lnTo>
                  <a:lnTo>
                    <a:pt x="2216016" y="172731"/>
                  </a:lnTo>
                  <a:lnTo>
                    <a:pt x="2223902" y="166027"/>
                  </a:lnTo>
                  <a:lnTo>
                    <a:pt x="2231789" y="159332"/>
                  </a:lnTo>
                  <a:lnTo>
                    <a:pt x="2239675" y="152660"/>
                  </a:lnTo>
                  <a:lnTo>
                    <a:pt x="2247561" y="146029"/>
                  </a:lnTo>
                  <a:lnTo>
                    <a:pt x="2255447" y="139433"/>
                  </a:lnTo>
                  <a:lnTo>
                    <a:pt x="2263333" y="132887"/>
                  </a:lnTo>
                  <a:lnTo>
                    <a:pt x="2271219" y="126421"/>
                  </a:lnTo>
                  <a:lnTo>
                    <a:pt x="2279106" y="120013"/>
                  </a:lnTo>
                  <a:lnTo>
                    <a:pt x="2286992" y="113680"/>
                  </a:lnTo>
                  <a:lnTo>
                    <a:pt x="2294878" y="107470"/>
                  </a:lnTo>
                  <a:lnTo>
                    <a:pt x="2302764" y="101342"/>
                  </a:lnTo>
                  <a:lnTo>
                    <a:pt x="2310650" y="95307"/>
                  </a:lnTo>
                  <a:lnTo>
                    <a:pt x="2318536" y="89440"/>
                  </a:lnTo>
                  <a:lnTo>
                    <a:pt x="2326423" y="83678"/>
                  </a:lnTo>
                  <a:lnTo>
                    <a:pt x="2334309" y="78020"/>
                  </a:lnTo>
                  <a:lnTo>
                    <a:pt x="2342195" y="72580"/>
                  </a:lnTo>
                  <a:lnTo>
                    <a:pt x="2350081" y="67263"/>
                  </a:lnTo>
                  <a:lnTo>
                    <a:pt x="2357967" y="62070"/>
                  </a:lnTo>
                  <a:lnTo>
                    <a:pt x="2365854" y="57116"/>
                  </a:lnTo>
                  <a:lnTo>
                    <a:pt x="2373740" y="52316"/>
                  </a:lnTo>
                  <a:lnTo>
                    <a:pt x="2381626" y="47657"/>
                  </a:lnTo>
                  <a:lnTo>
                    <a:pt x="2389512" y="43249"/>
                  </a:lnTo>
                  <a:lnTo>
                    <a:pt x="2397398" y="39026"/>
                  </a:lnTo>
                  <a:lnTo>
                    <a:pt x="2405284" y="34959"/>
                  </a:lnTo>
                  <a:lnTo>
                    <a:pt x="2413171" y="31145"/>
                  </a:lnTo>
                  <a:lnTo>
                    <a:pt x="2421057" y="27547"/>
                  </a:lnTo>
                  <a:lnTo>
                    <a:pt x="2428943" y="24116"/>
                  </a:lnTo>
                  <a:lnTo>
                    <a:pt x="2436829" y="20935"/>
                  </a:lnTo>
                  <a:lnTo>
                    <a:pt x="2444715" y="17998"/>
                  </a:lnTo>
                  <a:lnTo>
                    <a:pt x="2452602" y="15233"/>
                  </a:lnTo>
                  <a:lnTo>
                    <a:pt x="2460488" y="12710"/>
                  </a:lnTo>
                  <a:lnTo>
                    <a:pt x="2468374" y="10454"/>
                  </a:lnTo>
                  <a:lnTo>
                    <a:pt x="2476260" y="8374"/>
                  </a:lnTo>
                  <a:lnTo>
                    <a:pt x="2484146" y="6520"/>
                  </a:lnTo>
                  <a:lnTo>
                    <a:pt x="2492032" y="4953"/>
                  </a:lnTo>
                  <a:lnTo>
                    <a:pt x="2499919" y="3563"/>
                  </a:lnTo>
                  <a:lnTo>
                    <a:pt x="2507805" y="2379"/>
                  </a:lnTo>
                  <a:lnTo>
                    <a:pt x="2515691" y="1496"/>
                  </a:lnTo>
                  <a:lnTo>
                    <a:pt x="2523577" y="787"/>
                  </a:lnTo>
                  <a:lnTo>
                    <a:pt x="2531463" y="262"/>
                  </a:lnTo>
                  <a:lnTo>
                    <a:pt x="2539350" y="47"/>
                  </a:lnTo>
                  <a:lnTo>
                    <a:pt x="2547236" y="0"/>
                  </a:lnTo>
                  <a:lnTo>
                    <a:pt x="2555122" y="118"/>
                  </a:lnTo>
                  <a:lnTo>
                    <a:pt x="2563008" y="540"/>
                  </a:lnTo>
                  <a:lnTo>
                    <a:pt x="2570894" y="1124"/>
                  </a:lnTo>
                  <a:lnTo>
                    <a:pt x="2578780" y="1867"/>
                  </a:lnTo>
                  <a:lnTo>
                    <a:pt x="2586667" y="2880"/>
                  </a:lnTo>
                  <a:lnTo>
                    <a:pt x="2594553" y="4061"/>
                  </a:lnTo>
                  <a:lnTo>
                    <a:pt x="2602439" y="5389"/>
                  </a:lnTo>
                  <a:lnTo>
                    <a:pt x="2610325" y="6953"/>
                  </a:lnTo>
                  <a:lnTo>
                    <a:pt x="2618211" y="8688"/>
                  </a:lnTo>
                  <a:lnTo>
                    <a:pt x="2626098" y="10558"/>
                  </a:lnTo>
                  <a:lnTo>
                    <a:pt x="2633984" y="12631"/>
                  </a:lnTo>
                  <a:lnTo>
                    <a:pt x="2641870" y="14872"/>
                  </a:lnTo>
                  <a:lnTo>
                    <a:pt x="2649756" y="17236"/>
                  </a:lnTo>
                  <a:lnTo>
                    <a:pt x="2657642" y="19772"/>
                  </a:lnTo>
                  <a:lnTo>
                    <a:pt x="2665528" y="22471"/>
                  </a:lnTo>
                  <a:lnTo>
                    <a:pt x="2673415" y="25280"/>
                  </a:lnTo>
                  <a:lnTo>
                    <a:pt x="2681301" y="28231"/>
                  </a:lnTo>
                  <a:lnTo>
                    <a:pt x="2689187" y="31338"/>
                  </a:lnTo>
                  <a:lnTo>
                    <a:pt x="2697073" y="34540"/>
                  </a:lnTo>
                  <a:lnTo>
                    <a:pt x="2704959" y="37859"/>
                  </a:lnTo>
                  <a:lnTo>
                    <a:pt x="2712846" y="41324"/>
                  </a:lnTo>
                  <a:lnTo>
                    <a:pt x="2720732" y="44871"/>
                  </a:lnTo>
                  <a:lnTo>
                    <a:pt x="2728618" y="48511"/>
                  </a:lnTo>
                  <a:lnTo>
                    <a:pt x="2736504" y="52284"/>
                  </a:lnTo>
                  <a:lnTo>
                    <a:pt x="2744390" y="56128"/>
                  </a:lnTo>
                  <a:lnTo>
                    <a:pt x="2752276" y="60043"/>
                  </a:lnTo>
                  <a:lnTo>
                    <a:pt x="2760163" y="64078"/>
                  </a:lnTo>
                  <a:lnTo>
                    <a:pt x="2768049" y="68171"/>
                  </a:lnTo>
                  <a:lnTo>
                    <a:pt x="2775935" y="72322"/>
                  </a:lnTo>
                  <a:lnTo>
                    <a:pt x="2783821" y="76569"/>
                  </a:lnTo>
                  <a:lnTo>
                    <a:pt x="2791707" y="80867"/>
                  </a:lnTo>
                  <a:lnTo>
                    <a:pt x="2799593" y="85211"/>
                  </a:lnTo>
                  <a:lnTo>
                    <a:pt x="2807480" y="89628"/>
                  </a:lnTo>
                  <a:lnTo>
                    <a:pt x="2815366" y="94087"/>
                  </a:lnTo>
                  <a:lnTo>
                    <a:pt x="2823252" y="98582"/>
                  </a:lnTo>
                  <a:lnTo>
                    <a:pt x="2831138" y="103128"/>
                  </a:lnTo>
                  <a:lnTo>
                    <a:pt x="2839024" y="107708"/>
                  </a:lnTo>
                  <a:lnTo>
                    <a:pt x="2846911" y="112313"/>
                  </a:lnTo>
                  <a:lnTo>
                    <a:pt x="2854797" y="116950"/>
                  </a:lnTo>
                  <a:lnTo>
                    <a:pt x="2862683" y="121611"/>
                  </a:lnTo>
                  <a:lnTo>
                    <a:pt x="2870569" y="126286"/>
                  </a:lnTo>
                  <a:lnTo>
                    <a:pt x="2878455" y="130978"/>
                  </a:lnTo>
                  <a:lnTo>
                    <a:pt x="2886341" y="135680"/>
                  </a:lnTo>
                  <a:lnTo>
                    <a:pt x="2894228" y="140387"/>
                  </a:lnTo>
                  <a:lnTo>
                    <a:pt x="2902114" y="145097"/>
                  </a:lnTo>
                  <a:lnTo>
                    <a:pt x="2910000" y="149804"/>
                  </a:lnTo>
                  <a:lnTo>
                    <a:pt x="2917886" y="154506"/>
                  </a:lnTo>
                  <a:lnTo>
                    <a:pt x="2925772" y="159199"/>
                  </a:lnTo>
                  <a:lnTo>
                    <a:pt x="2933659" y="163873"/>
                  </a:lnTo>
                  <a:lnTo>
                    <a:pt x="2941545" y="168533"/>
                  </a:lnTo>
                  <a:lnTo>
                    <a:pt x="2949431" y="173175"/>
                  </a:lnTo>
                  <a:lnTo>
                    <a:pt x="2957317" y="177781"/>
                  </a:lnTo>
                  <a:lnTo>
                    <a:pt x="2965203" y="182363"/>
                  </a:lnTo>
                  <a:lnTo>
                    <a:pt x="2973089" y="186921"/>
                  </a:lnTo>
                  <a:lnTo>
                    <a:pt x="2980976" y="191425"/>
                  </a:lnTo>
                  <a:lnTo>
                    <a:pt x="2988862" y="195896"/>
                  </a:lnTo>
                  <a:lnTo>
                    <a:pt x="2996748" y="200333"/>
                  </a:lnTo>
                  <a:lnTo>
                    <a:pt x="3004634" y="204705"/>
                  </a:lnTo>
                  <a:lnTo>
                    <a:pt x="3012520" y="209033"/>
                  </a:lnTo>
                  <a:lnTo>
                    <a:pt x="3020407" y="213319"/>
                  </a:lnTo>
                  <a:lnTo>
                    <a:pt x="3028293" y="217530"/>
                  </a:lnTo>
                  <a:lnTo>
                    <a:pt x="3036179" y="221684"/>
                  </a:lnTo>
                  <a:lnTo>
                    <a:pt x="3044065" y="225790"/>
                  </a:lnTo>
                  <a:lnTo>
                    <a:pt x="3051951" y="229814"/>
                  </a:lnTo>
                  <a:lnTo>
                    <a:pt x="3059837" y="233767"/>
                  </a:lnTo>
                  <a:lnTo>
                    <a:pt x="3067724" y="237666"/>
                  </a:lnTo>
                  <a:lnTo>
                    <a:pt x="3075610" y="241479"/>
                  </a:lnTo>
                  <a:lnTo>
                    <a:pt x="3083496" y="245209"/>
                  </a:lnTo>
                  <a:lnTo>
                    <a:pt x="3091382" y="248877"/>
                  </a:lnTo>
                  <a:lnTo>
                    <a:pt x="3099268" y="252460"/>
                  </a:lnTo>
                  <a:lnTo>
                    <a:pt x="3107155" y="255946"/>
                  </a:lnTo>
                  <a:lnTo>
                    <a:pt x="3115041" y="259367"/>
                  </a:lnTo>
                  <a:lnTo>
                    <a:pt x="3122927" y="262703"/>
                  </a:lnTo>
                  <a:lnTo>
                    <a:pt x="3130813" y="265931"/>
                  </a:lnTo>
                  <a:lnTo>
                    <a:pt x="3138699" y="269090"/>
                  </a:lnTo>
                  <a:lnTo>
                    <a:pt x="3146585" y="272168"/>
                  </a:lnTo>
                  <a:lnTo>
                    <a:pt x="3154472" y="275127"/>
                  </a:lnTo>
                  <a:lnTo>
                    <a:pt x="3162358" y="278016"/>
                  </a:lnTo>
                  <a:lnTo>
                    <a:pt x="3170244" y="280829"/>
                  </a:lnTo>
                  <a:lnTo>
                    <a:pt x="3178130" y="283514"/>
                  </a:lnTo>
                  <a:lnTo>
                    <a:pt x="3186016" y="286128"/>
                  </a:lnTo>
                  <a:lnTo>
                    <a:pt x="3193903" y="288672"/>
                  </a:lnTo>
                  <a:lnTo>
                    <a:pt x="3201789" y="291085"/>
                  </a:lnTo>
                  <a:lnTo>
                    <a:pt x="3209675" y="293426"/>
                  </a:lnTo>
                  <a:lnTo>
                    <a:pt x="3217561" y="295697"/>
                  </a:lnTo>
                  <a:lnTo>
                    <a:pt x="3225447" y="297848"/>
                  </a:lnTo>
                  <a:lnTo>
                    <a:pt x="3233333" y="299921"/>
                  </a:lnTo>
                  <a:lnTo>
                    <a:pt x="3241220" y="301928"/>
                  </a:lnTo>
                  <a:lnTo>
                    <a:pt x="3249106" y="303824"/>
                  </a:lnTo>
                  <a:lnTo>
                    <a:pt x="3256992" y="305641"/>
                  </a:lnTo>
                  <a:lnTo>
                    <a:pt x="3264878" y="307393"/>
                  </a:lnTo>
                  <a:lnTo>
                    <a:pt x="3272764" y="309048"/>
                  </a:lnTo>
                  <a:lnTo>
                    <a:pt x="3280650" y="310622"/>
                  </a:lnTo>
                  <a:lnTo>
                    <a:pt x="3288537" y="312136"/>
                  </a:lnTo>
                  <a:lnTo>
                    <a:pt x="3296423" y="313565"/>
                  </a:lnTo>
                  <a:lnTo>
                    <a:pt x="3304309" y="314913"/>
                  </a:lnTo>
                  <a:lnTo>
                    <a:pt x="3312195" y="316206"/>
                  </a:lnTo>
                  <a:lnTo>
                    <a:pt x="3320081" y="317427"/>
                  </a:lnTo>
                  <a:lnTo>
                    <a:pt x="3327968" y="318570"/>
                  </a:lnTo>
                  <a:lnTo>
                    <a:pt x="3335854" y="319664"/>
                  </a:lnTo>
                  <a:lnTo>
                    <a:pt x="3343740" y="320698"/>
                  </a:lnTo>
                  <a:lnTo>
                    <a:pt x="3351626" y="321657"/>
                  </a:lnTo>
                  <a:lnTo>
                    <a:pt x="3359512" y="322574"/>
                  </a:lnTo>
                  <a:lnTo>
                    <a:pt x="3367398" y="323443"/>
                  </a:lnTo>
                  <a:lnTo>
                    <a:pt x="3375285" y="324242"/>
                  </a:lnTo>
                  <a:lnTo>
                    <a:pt x="3383171" y="325006"/>
                  </a:lnTo>
                  <a:lnTo>
                    <a:pt x="3391057" y="325732"/>
                  </a:lnTo>
                  <a:lnTo>
                    <a:pt x="3398943" y="326396"/>
                  </a:lnTo>
                  <a:lnTo>
                    <a:pt x="3406829" y="327031"/>
                  </a:lnTo>
                  <a:lnTo>
                    <a:pt x="3414716" y="327636"/>
                  </a:lnTo>
                  <a:lnTo>
                    <a:pt x="3422602" y="328191"/>
                  </a:lnTo>
                  <a:lnTo>
                    <a:pt x="3430488" y="328721"/>
                  </a:lnTo>
                  <a:lnTo>
                    <a:pt x="3438374" y="329228"/>
                  </a:lnTo>
                  <a:lnTo>
                    <a:pt x="3446260" y="329699"/>
                  </a:lnTo>
                  <a:lnTo>
                    <a:pt x="3454146" y="330148"/>
                  </a:lnTo>
                  <a:lnTo>
                    <a:pt x="3462033" y="330581"/>
                  </a:lnTo>
                  <a:lnTo>
                    <a:pt x="3469919" y="330988"/>
                  </a:lnTo>
                  <a:lnTo>
                    <a:pt x="3477805" y="331381"/>
                  </a:lnTo>
                  <a:lnTo>
                    <a:pt x="3485691" y="331761"/>
                  </a:lnTo>
                  <a:lnTo>
                    <a:pt x="3493577" y="332128"/>
                  </a:lnTo>
                  <a:lnTo>
                    <a:pt x="3501464" y="332484"/>
                  </a:lnTo>
                  <a:lnTo>
                    <a:pt x="3509350" y="332835"/>
                  </a:lnTo>
                  <a:lnTo>
                    <a:pt x="3517236" y="333180"/>
                  </a:lnTo>
                  <a:lnTo>
                    <a:pt x="3525122" y="333521"/>
                  </a:lnTo>
                  <a:lnTo>
                    <a:pt x="3533008" y="333861"/>
                  </a:lnTo>
                  <a:lnTo>
                    <a:pt x="3540894" y="334202"/>
                  </a:lnTo>
                  <a:lnTo>
                    <a:pt x="3548781" y="334547"/>
                  </a:lnTo>
                  <a:lnTo>
                    <a:pt x="3556667" y="334895"/>
                  </a:lnTo>
                  <a:lnTo>
                    <a:pt x="3564553" y="335249"/>
                  </a:lnTo>
                  <a:lnTo>
                    <a:pt x="3572439" y="335613"/>
                  </a:lnTo>
                  <a:lnTo>
                    <a:pt x="3580325" y="335985"/>
                  </a:lnTo>
                  <a:lnTo>
                    <a:pt x="3588212" y="336366"/>
                  </a:lnTo>
                  <a:lnTo>
                    <a:pt x="3596098" y="336764"/>
                  </a:lnTo>
                  <a:lnTo>
                    <a:pt x="3603984" y="337174"/>
                  </a:lnTo>
                  <a:lnTo>
                    <a:pt x="3611870" y="337594"/>
                  </a:lnTo>
                  <a:lnTo>
                    <a:pt x="3619756" y="338039"/>
                  </a:lnTo>
                  <a:lnTo>
                    <a:pt x="3627642" y="338497"/>
                  </a:lnTo>
                  <a:lnTo>
                    <a:pt x="3635529" y="338969"/>
                  </a:lnTo>
                  <a:lnTo>
                    <a:pt x="3643415" y="339467"/>
                  </a:lnTo>
                  <a:lnTo>
                    <a:pt x="3651301" y="339983"/>
                  </a:lnTo>
                  <a:lnTo>
                    <a:pt x="3659187" y="340515"/>
                  </a:lnTo>
                  <a:lnTo>
                    <a:pt x="3667073" y="341074"/>
                  </a:lnTo>
                  <a:lnTo>
                    <a:pt x="3674959" y="341654"/>
                  </a:lnTo>
                  <a:lnTo>
                    <a:pt x="3682846" y="342251"/>
                  </a:lnTo>
                  <a:lnTo>
                    <a:pt x="3690732" y="342876"/>
                  </a:lnTo>
                  <a:lnTo>
                    <a:pt x="3698618" y="343523"/>
                  </a:lnTo>
                  <a:lnTo>
                    <a:pt x="3706504" y="344189"/>
                  </a:lnTo>
                  <a:lnTo>
                    <a:pt x="3714390" y="344881"/>
                  </a:lnTo>
                  <a:lnTo>
                    <a:pt x="3722277" y="345598"/>
                  </a:lnTo>
                  <a:lnTo>
                    <a:pt x="3730163" y="346334"/>
                  </a:lnTo>
                  <a:lnTo>
                    <a:pt x="3738049" y="347093"/>
                  </a:lnTo>
                  <a:lnTo>
                    <a:pt x="3745935" y="347879"/>
                  </a:lnTo>
                  <a:lnTo>
                    <a:pt x="3753821" y="348682"/>
                  </a:lnTo>
                  <a:lnTo>
                    <a:pt x="3761707" y="349506"/>
                  </a:lnTo>
                  <a:lnTo>
                    <a:pt x="3769594" y="350357"/>
                  </a:lnTo>
                  <a:lnTo>
                    <a:pt x="3777480" y="351224"/>
                  </a:lnTo>
                  <a:lnTo>
                    <a:pt x="3785366" y="352110"/>
                  </a:lnTo>
                  <a:lnTo>
                    <a:pt x="3793252" y="353021"/>
                  </a:lnTo>
                  <a:lnTo>
                    <a:pt x="3801138" y="353947"/>
                  </a:lnTo>
                  <a:lnTo>
                    <a:pt x="3809025" y="354887"/>
                  </a:lnTo>
                  <a:lnTo>
                    <a:pt x="3816911" y="355851"/>
                  </a:lnTo>
                  <a:lnTo>
                    <a:pt x="3824797" y="356827"/>
                  </a:lnTo>
                  <a:lnTo>
                    <a:pt x="3832683" y="357816"/>
                  </a:lnTo>
                  <a:lnTo>
                    <a:pt x="3840569" y="358824"/>
                  </a:lnTo>
                  <a:lnTo>
                    <a:pt x="3848455" y="359842"/>
                  </a:lnTo>
                  <a:lnTo>
                    <a:pt x="3856342" y="360870"/>
                  </a:lnTo>
                  <a:lnTo>
                    <a:pt x="3864228" y="361912"/>
                  </a:lnTo>
                  <a:lnTo>
                    <a:pt x="3872114" y="362962"/>
                  </a:lnTo>
                  <a:lnTo>
                    <a:pt x="3880000" y="364019"/>
                  </a:lnTo>
                  <a:lnTo>
                    <a:pt x="3887886" y="365085"/>
                  </a:lnTo>
                  <a:lnTo>
                    <a:pt x="3895773" y="366157"/>
                  </a:lnTo>
                  <a:lnTo>
                    <a:pt x="3903659" y="367232"/>
                  </a:lnTo>
                  <a:lnTo>
                    <a:pt x="3911545" y="368311"/>
                  </a:lnTo>
                  <a:lnTo>
                    <a:pt x="3919431" y="369393"/>
                  </a:lnTo>
                  <a:lnTo>
                    <a:pt x="3927317" y="370475"/>
                  </a:lnTo>
                  <a:lnTo>
                    <a:pt x="3935203" y="371557"/>
                  </a:lnTo>
                  <a:lnTo>
                    <a:pt x="3943090" y="372638"/>
                  </a:lnTo>
                  <a:lnTo>
                    <a:pt x="3950976" y="373716"/>
                  </a:lnTo>
                  <a:lnTo>
                    <a:pt x="3958862" y="374791"/>
                  </a:lnTo>
                  <a:lnTo>
                    <a:pt x="3966748" y="375859"/>
                  </a:lnTo>
                  <a:lnTo>
                    <a:pt x="3974634" y="376923"/>
                  </a:lnTo>
                  <a:lnTo>
                    <a:pt x="3982521" y="377980"/>
                  </a:lnTo>
                  <a:lnTo>
                    <a:pt x="3990407" y="379026"/>
                  </a:lnTo>
                  <a:lnTo>
                    <a:pt x="3998293" y="380066"/>
                  </a:lnTo>
                  <a:lnTo>
                    <a:pt x="4006179" y="381096"/>
                  </a:lnTo>
                  <a:lnTo>
                    <a:pt x="4014065" y="382111"/>
                  </a:lnTo>
                  <a:lnTo>
                    <a:pt x="4021951" y="383117"/>
                  </a:lnTo>
                  <a:lnTo>
                    <a:pt x="4029838" y="38411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rc1688"/>
            <p:cNvSpPr/>
            <p:nvPr/>
          </p:nvSpPr>
          <p:spPr>
            <a:xfrm>
              <a:off x="7613389" y="1761070"/>
              <a:ext cx="4432821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l1689"/>
            <p:cNvSpPr/>
            <p:nvPr/>
          </p:nvSpPr>
          <p:spPr>
            <a:xfrm>
              <a:off x="8217864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9023832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9829799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10635767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11441735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tx1694"/>
            <p:cNvSpPr/>
            <p:nvPr/>
          </p:nvSpPr>
          <p:spPr>
            <a:xfrm>
              <a:off x="8168178" y="50014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695" name="tx1695"/>
            <p:cNvSpPr/>
            <p:nvPr/>
          </p:nvSpPr>
          <p:spPr>
            <a:xfrm>
              <a:off x="8974146" y="50014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696" name="tx1696"/>
            <p:cNvSpPr/>
            <p:nvPr/>
          </p:nvSpPr>
          <p:spPr>
            <a:xfrm>
              <a:off x="9798722" y="50001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697" name="tx1697"/>
            <p:cNvSpPr/>
            <p:nvPr/>
          </p:nvSpPr>
          <p:spPr>
            <a:xfrm>
              <a:off x="10604689" y="50014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698" name="tx1698"/>
            <p:cNvSpPr/>
            <p:nvPr/>
          </p:nvSpPr>
          <p:spPr>
            <a:xfrm>
              <a:off x="11410657" y="50014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699" name="tx1699"/>
            <p:cNvSpPr/>
            <p:nvPr/>
          </p:nvSpPr>
          <p:spPr>
            <a:xfrm>
              <a:off x="9076627" y="5119812"/>
              <a:ext cx="1506345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Rate of Change (Z/year)</a:t>
              </a:r>
            </a:p>
          </p:txBody>
        </p:sp>
        <p:sp>
          <p:nvSpPr>
            <p:cNvPr id="1700" name="rc1700"/>
            <p:cNvSpPr/>
            <p:nvPr/>
          </p:nvSpPr>
          <p:spPr>
            <a:xfrm>
              <a:off x="2971800" y="5349081"/>
              <a:ext cx="3048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rc1701"/>
            <p:cNvSpPr/>
            <p:nvPr/>
          </p:nvSpPr>
          <p:spPr>
            <a:xfrm>
              <a:off x="3372163" y="5418670"/>
              <a:ext cx="2578047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2" name="pl1702"/>
            <p:cNvSpPr/>
            <p:nvPr/>
          </p:nvSpPr>
          <p:spPr>
            <a:xfrm>
              <a:off x="3372163" y="7955325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l1703"/>
            <p:cNvSpPr/>
            <p:nvPr/>
          </p:nvSpPr>
          <p:spPr>
            <a:xfrm>
              <a:off x="3372163" y="7063271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3372163" y="6171216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5"/>
            <p:cNvSpPr/>
            <p:nvPr/>
          </p:nvSpPr>
          <p:spPr>
            <a:xfrm>
              <a:off x="4070203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4934658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5799113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3372163" y="8401353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3372163" y="7509298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3372163" y="6617243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3372163" y="5725189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3637976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4502431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5366886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5"/>
            <p:cNvSpPr/>
            <p:nvPr/>
          </p:nvSpPr>
          <p:spPr>
            <a:xfrm>
              <a:off x="4000802" y="76516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6"/>
            <p:cNvSpPr/>
            <p:nvPr/>
          </p:nvSpPr>
          <p:spPr>
            <a:xfrm>
              <a:off x="3708497" y="74010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7"/>
            <p:cNvSpPr/>
            <p:nvPr/>
          </p:nvSpPr>
          <p:spPr>
            <a:xfrm>
              <a:off x="3567003" y="74685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8"/>
            <p:cNvSpPr/>
            <p:nvPr/>
          </p:nvSpPr>
          <p:spPr>
            <a:xfrm>
              <a:off x="3980422" y="674596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9"/>
            <p:cNvSpPr/>
            <p:nvPr/>
          </p:nvSpPr>
          <p:spPr>
            <a:xfrm>
              <a:off x="5618959" y="687257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20"/>
            <p:cNvSpPr/>
            <p:nvPr/>
          </p:nvSpPr>
          <p:spPr>
            <a:xfrm>
              <a:off x="3808067" y="719325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1"/>
            <p:cNvSpPr/>
            <p:nvPr/>
          </p:nvSpPr>
          <p:spPr>
            <a:xfrm>
              <a:off x="3533813" y="74810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2"/>
            <p:cNvSpPr/>
            <p:nvPr/>
          </p:nvSpPr>
          <p:spPr>
            <a:xfrm>
              <a:off x="3611256" y="75124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3"/>
            <p:cNvSpPr/>
            <p:nvPr/>
          </p:nvSpPr>
          <p:spPr>
            <a:xfrm>
              <a:off x="3565256" y="73933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4"/>
            <p:cNvSpPr/>
            <p:nvPr/>
          </p:nvSpPr>
          <p:spPr>
            <a:xfrm>
              <a:off x="4576095" y="725855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5"/>
            <p:cNvSpPr/>
            <p:nvPr/>
          </p:nvSpPr>
          <p:spPr>
            <a:xfrm>
              <a:off x="4104448" y="734501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6"/>
            <p:cNvSpPr/>
            <p:nvPr/>
          </p:nvSpPr>
          <p:spPr>
            <a:xfrm>
              <a:off x="3653763" y="75253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7"/>
            <p:cNvSpPr/>
            <p:nvPr/>
          </p:nvSpPr>
          <p:spPr>
            <a:xfrm>
              <a:off x="4028169" y="74048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8"/>
            <p:cNvSpPr/>
            <p:nvPr/>
          </p:nvSpPr>
          <p:spPr>
            <a:xfrm>
              <a:off x="3594370" y="74202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9"/>
            <p:cNvSpPr/>
            <p:nvPr/>
          </p:nvSpPr>
          <p:spPr>
            <a:xfrm>
              <a:off x="3699763" y="718630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30"/>
            <p:cNvSpPr/>
            <p:nvPr/>
          </p:nvSpPr>
          <p:spPr>
            <a:xfrm>
              <a:off x="3962371" y="78867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1"/>
            <p:cNvSpPr/>
            <p:nvPr/>
          </p:nvSpPr>
          <p:spPr>
            <a:xfrm>
              <a:off x="3534395" y="731296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2"/>
            <p:cNvSpPr/>
            <p:nvPr/>
          </p:nvSpPr>
          <p:spPr>
            <a:xfrm>
              <a:off x="5006983" y="624368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3"/>
            <p:cNvSpPr/>
            <p:nvPr/>
          </p:nvSpPr>
          <p:spPr>
            <a:xfrm>
              <a:off x="4184802" y="727981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4"/>
            <p:cNvSpPr/>
            <p:nvPr/>
          </p:nvSpPr>
          <p:spPr>
            <a:xfrm>
              <a:off x="3620573" y="751433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5"/>
            <p:cNvSpPr/>
            <p:nvPr/>
          </p:nvSpPr>
          <p:spPr>
            <a:xfrm>
              <a:off x="3760320" y="716200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6"/>
            <p:cNvSpPr/>
            <p:nvPr/>
          </p:nvSpPr>
          <p:spPr>
            <a:xfrm>
              <a:off x="3711991" y="73875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7"/>
            <p:cNvSpPr/>
            <p:nvPr/>
          </p:nvSpPr>
          <p:spPr>
            <a:xfrm>
              <a:off x="3957131" y="714433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8"/>
            <p:cNvSpPr/>
            <p:nvPr/>
          </p:nvSpPr>
          <p:spPr>
            <a:xfrm>
              <a:off x="3691611" y="74495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9"/>
            <p:cNvSpPr/>
            <p:nvPr/>
          </p:nvSpPr>
          <p:spPr>
            <a:xfrm>
              <a:off x="3647357" y="75194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40"/>
            <p:cNvSpPr/>
            <p:nvPr/>
          </p:nvSpPr>
          <p:spPr>
            <a:xfrm>
              <a:off x="3621155" y="724813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1"/>
            <p:cNvSpPr/>
            <p:nvPr/>
          </p:nvSpPr>
          <p:spPr>
            <a:xfrm>
              <a:off x="3600193" y="74764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2"/>
            <p:cNvSpPr/>
            <p:nvPr/>
          </p:nvSpPr>
          <p:spPr>
            <a:xfrm>
              <a:off x="3572826" y="74886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3"/>
            <p:cNvSpPr/>
            <p:nvPr/>
          </p:nvSpPr>
          <p:spPr>
            <a:xfrm>
              <a:off x="4080574" y="77601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4"/>
            <p:cNvSpPr/>
            <p:nvPr/>
          </p:nvSpPr>
          <p:spPr>
            <a:xfrm>
              <a:off x="4218575" y="699851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5"/>
            <p:cNvSpPr/>
            <p:nvPr/>
          </p:nvSpPr>
          <p:spPr>
            <a:xfrm>
              <a:off x="4163258" y="75547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6"/>
            <p:cNvSpPr/>
            <p:nvPr/>
          </p:nvSpPr>
          <p:spPr>
            <a:xfrm>
              <a:off x="4302423" y="75823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7"/>
            <p:cNvSpPr/>
            <p:nvPr/>
          </p:nvSpPr>
          <p:spPr>
            <a:xfrm>
              <a:off x="3563509" y="74466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8"/>
            <p:cNvSpPr/>
            <p:nvPr/>
          </p:nvSpPr>
          <p:spPr>
            <a:xfrm>
              <a:off x="3676471" y="723803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9"/>
            <p:cNvSpPr/>
            <p:nvPr/>
          </p:nvSpPr>
          <p:spPr>
            <a:xfrm>
              <a:off x="3610091" y="712696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50"/>
            <p:cNvSpPr/>
            <p:nvPr/>
          </p:nvSpPr>
          <p:spPr>
            <a:xfrm>
              <a:off x="3563509" y="74558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1"/>
            <p:cNvSpPr/>
            <p:nvPr/>
          </p:nvSpPr>
          <p:spPr>
            <a:xfrm>
              <a:off x="3608927" y="75949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2"/>
            <p:cNvSpPr/>
            <p:nvPr/>
          </p:nvSpPr>
          <p:spPr>
            <a:xfrm>
              <a:off x="3603104" y="75146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3"/>
            <p:cNvSpPr/>
            <p:nvPr/>
          </p:nvSpPr>
          <p:spPr>
            <a:xfrm>
              <a:off x="4004878" y="728958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4"/>
            <p:cNvSpPr/>
            <p:nvPr/>
          </p:nvSpPr>
          <p:spPr>
            <a:xfrm>
              <a:off x="4927792" y="73904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5"/>
            <p:cNvSpPr/>
            <p:nvPr/>
          </p:nvSpPr>
          <p:spPr>
            <a:xfrm>
              <a:off x="3790016" y="679803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6"/>
            <p:cNvSpPr/>
            <p:nvPr/>
          </p:nvSpPr>
          <p:spPr>
            <a:xfrm>
              <a:off x="3613585" y="76326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7"/>
            <p:cNvSpPr/>
            <p:nvPr/>
          </p:nvSpPr>
          <p:spPr>
            <a:xfrm>
              <a:off x="3661914" y="75760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8"/>
            <p:cNvSpPr/>
            <p:nvPr/>
          </p:nvSpPr>
          <p:spPr>
            <a:xfrm>
              <a:off x="3546041" y="74245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9"/>
            <p:cNvSpPr/>
            <p:nvPr/>
          </p:nvSpPr>
          <p:spPr>
            <a:xfrm>
              <a:off x="3604269" y="74685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60"/>
            <p:cNvSpPr/>
            <p:nvPr/>
          </p:nvSpPr>
          <p:spPr>
            <a:xfrm>
              <a:off x="3620573" y="75349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1"/>
            <p:cNvSpPr/>
            <p:nvPr/>
          </p:nvSpPr>
          <p:spPr>
            <a:xfrm>
              <a:off x="3597864" y="74727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2"/>
            <p:cNvSpPr/>
            <p:nvPr/>
          </p:nvSpPr>
          <p:spPr>
            <a:xfrm>
              <a:off x="3590876" y="75167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3"/>
            <p:cNvSpPr/>
            <p:nvPr/>
          </p:nvSpPr>
          <p:spPr>
            <a:xfrm>
              <a:off x="3643281" y="76107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4"/>
            <p:cNvSpPr/>
            <p:nvPr/>
          </p:nvSpPr>
          <p:spPr>
            <a:xfrm>
              <a:off x="3643864" y="717091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5"/>
            <p:cNvSpPr/>
            <p:nvPr/>
          </p:nvSpPr>
          <p:spPr>
            <a:xfrm>
              <a:off x="3621737" y="735488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6"/>
            <p:cNvSpPr/>
            <p:nvPr/>
          </p:nvSpPr>
          <p:spPr>
            <a:xfrm>
              <a:off x="3621155" y="73925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7"/>
            <p:cNvSpPr/>
            <p:nvPr/>
          </p:nvSpPr>
          <p:spPr>
            <a:xfrm>
              <a:off x="3551863" y="74874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8"/>
            <p:cNvSpPr/>
            <p:nvPr/>
          </p:nvSpPr>
          <p:spPr>
            <a:xfrm>
              <a:off x="3736446" y="750374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9"/>
            <p:cNvSpPr/>
            <p:nvPr/>
          </p:nvSpPr>
          <p:spPr>
            <a:xfrm>
              <a:off x="5743567" y="691570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70"/>
            <p:cNvSpPr/>
            <p:nvPr/>
          </p:nvSpPr>
          <p:spPr>
            <a:xfrm>
              <a:off x="4001966" y="73767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1"/>
            <p:cNvSpPr/>
            <p:nvPr/>
          </p:nvSpPr>
          <p:spPr>
            <a:xfrm>
              <a:off x="3759155" y="700605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2"/>
            <p:cNvSpPr/>
            <p:nvPr/>
          </p:nvSpPr>
          <p:spPr>
            <a:xfrm>
              <a:off x="3873865" y="713192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3"/>
            <p:cNvSpPr/>
            <p:nvPr/>
          </p:nvSpPr>
          <p:spPr>
            <a:xfrm>
              <a:off x="3587383" y="74503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4"/>
            <p:cNvSpPr/>
            <p:nvPr/>
          </p:nvSpPr>
          <p:spPr>
            <a:xfrm>
              <a:off x="3633965" y="74802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5"/>
            <p:cNvSpPr/>
            <p:nvPr/>
          </p:nvSpPr>
          <p:spPr>
            <a:xfrm>
              <a:off x="3644446" y="728521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6"/>
            <p:cNvSpPr/>
            <p:nvPr/>
          </p:nvSpPr>
          <p:spPr>
            <a:xfrm>
              <a:off x="3728877" y="737212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7"/>
            <p:cNvSpPr/>
            <p:nvPr/>
          </p:nvSpPr>
          <p:spPr>
            <a:xfrm>
              <a:off x="3610674" y="73665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8"/>
            <p:cNvSpPr/>
            <p:nvPr/>
          </p:nvSpPr>
          <p:spPr>
            <a:xfrm>
              <a:off x="3613585" y="750150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9"/>
            <p:cNvSpPr/>
            <p:nvPr/>
          </p:nvSpPr>
          <p:spPr>
            <a:xfrm>
              <a:off x="4868982" y="74066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80"/>
            <p:cNvSpPr/>
            <p:nvPr/>
          </p:nvSpPr>
          <p:spPr>
            <a:xfrm>
              <a:off x="3784193" y="762702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1"/>
            <p:cNvSpPr/>
            <p:nvPr/>
          </p:nvSpPr>
          <p:spPr>
            <a:xfrm>
              <a:off x="3668320" y="75526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2"/>
            <p:cNvSpPr/>
            <p:nvPr/>
          </p:nvSpPr>
          <p:spPr>
            <a:xfrm>
              <a:off x="5066375" y="588020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3"/>
            <p:cNvSpPr/>
            <p:nvPr/>
          </p:nvSpPr>
          <p:spPr>
            <a:xfrm>
              <a:off x="3535560" y="74427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4"/>
            <p:cNvSpPr/>
            <p:nvPr/>
          </p:nvSpPr>
          <p:spPr>
            <a:xfrm>
              <a:off x="4387436" y="74003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5"/>
            <p:cNvSpPr/>
            <p:nvPr/>
          </p:nvSpPr>
          <p:spPr>
            <a:xfrm>
              <a:off x="4323385" y="77862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6"/>
            <p:cNvSpPr/>
            <p:nvPr/>
          </p:nvSpPr>
          <p:spPr>
            <a:xfrm>
              <a:off x="5366250" y="638885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7"/>
            <p:cNvSpPr/>
            <p:nvPr/>
          </p:nvSpPr>
          <p:spPr>
            <a:xfrm>
              <a:off x="3554775" y="74371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8"/>
            <p:cNvSpPr/>
            <p:nvPr/>
          </p:nvSpPr>
          <p:spPr>
            <a:xfrm>
              <a:off x="5047160" y="77629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9"/>
            <p:cNvSpPr/>
            <p:nvPr/>
          </p:nvSpPr>
          <p:spPr>
            <a:xfrm>
              <a:off x="5013970" y="75496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90"/>
            <p:cNvSpPr/>
            <p:nvPr/>
          </p:nvSpPr>
          <p:spPr>
            <a:xfrm>
              <a:off x="4500981" y="702756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1"/>
            <p:cNvSpPr/>
            <p:nvPr/>
          </p:nvSpPr>
          <p:spPr>
            <a:xfrm>
              <a:off x="3940827" y="75392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2"/>
            <p:cNvSpPr/>
            <p:nvPr/>
          </p:nvSpPr>
          <p:spPr>
            <a:xfrm>
              <a:off x="3710826" y="717913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3"/>
            <p:cNvSpPr/>
            <p:nvPr/>
          </p:nvSpPr>
          <p:spPr>
            <a:xfrm>
              <a:off x="3662497" y="73777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4"/>
            <p:cNvSpPr/>
            <p:nvPr/>
          </p:nvSpPr>
          <p:spPr>
            <a:xfrm>
              <a:off x="5708048" y="657472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5"/>
            <p:cNvSpPr/>
            <p:nvPr/>
          </p:nvSpPr>
          <p:spPr>
            <a:xfrm>
              <a:off x="3981586" y="75895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6"/>
            <p:cNvSpPr/>
            <p:nvPr/>
          </p:nvSpPr>
          <p:spPr>
            <a:xfrm>
              <a:off x="4013612" y="658686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7"/>
            <p:cNvSpPr/>
            <p:nvPr/>
          </p:nvSpPr>
          <p:spPr>
            <a:xfrm>
              <a:off x="3558851" y="74389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8"/>
            <p:cNvSpPr/>
            <p:nvPr/>
          </p:nvSpPr>
          <p:spPr>
            <a:xfrm>
              <a:off x="3669484" y="74851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9"/>
            <p:cNvSpPr/>
            <p:nvPr/>
          </p:nvSpPr>
          <p:spPr>
            <a:xfrm>
              <a:off x="5172350" y="79071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800"/>
            <p:cNvSpPr/>
            <p:nvPr/>
          </p:nvSpPr>
          <p:spPr>
            <a:xfrm>
              <a:off x="4986020" y="73809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1"/>
            <p:cNvSpPr/>
            <p:nvPr/>
          </p:nvSpPr>
          <p:spPr>
            <a:xfrm>
              <a:off x="3877358" y="728892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2"/>
            <p:cNvSpPr/>
            <p:nvPr/>
          </p:nvSpPr>
          <p:spPr>
            <a:xfrm>
              <a:off x="4721083" y="701873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3"/>
            <p:cNvSpPr/>
            <p:nvPr/>
          </p:nvSpPr>
          <p:spPr>
            <a:xfrm>
              <a:off x="3590294" y="74913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4"/>
            <p:cNvSpPr/>
            <p:nvPr/>
          </p:nvSpPr>
          <p:spPr>
            <a:xfrm>
              <a:off x="4382778" y="730943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5"/>
            <p:cNvSpPr/>
            <p:nvPr/>
          </p:nvSpPr>
          <p:spPr>
            <a:xfrm>
              <a:off x="3730624" y="720890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6"/>
            <p:cNvSpPr/>
            <p:nvPr/>
          </p:nvSpPr>
          <p:spPr>
            <a:xfrm>
              <a:off x="4121916" y="706687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7"/>
            <p:cNvSpPr/>
            <p:nvPr/>
          </p:nvSpPr>
          <p:spPr>
            <a:xfrm>
              <a:off x="3696269" y="75088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8"/>
            <p:cNvSpPr/>
            <p:nvPr/>
          </p:nvSpPr>
          <p:spPr>
            <a:xfrm>
              <a:off x="3637459" y="75042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9"/>
            <p:cNvSpPr/>
            <p:nvPr/>
          </p:nvSpPr>
          <p:spPr>
            <a:xfrm>
              <a:off x="4128903" y="675052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10"/>
            <p:cNvSpPr/>
            <p:nvPr/>
          </p:nvSpPr>
          <p:spPr>
            <a:xfrm>
              <a:off x="4031663" y="73635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1"/>
            <p:cNvSpPr/>
            <p:nvPr/>
          </p:nvSpPr>
          <p:spPr>
            <a:xfrm>
              <a:off x="3557686" y="75060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2"/>
            <p:cNvSpPr/>
            <p:nvPr/>
          </p:nvSpPr>
          <p:spPr>
            <a:xfrm>
              <a:off x="3635130" y="701705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3"/>
            <p:cNvSpPr/>
            <p:nvPr/>
          </p:nvSpPr>
          <p:spPr>
            <a:xfrm>
              <a:off x="3688699" y="723691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4"/>
            <p:cNvSpPr/>
            <p:nvPr/>
          </p:nvSpPr>
          <p:spPr>
            <a:xfrm>
              <a:off x="3555357" y="74785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5"/>
            <p:cNvSpPr/>
            <p:nvPr/>
          </p:nvSpPr>
          <p:spPr>
            <a:xfrm>
              <a:off x="3516927" y="74700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6"/>
            <p:cNvSpPr/>
            <p:nvPr/>
          </p:nvSpPr>
          <p:spPr>
            <a:xfrm>
              <a:off x="3610674" y="74849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7"/>
            <p:cNvSpPr/>
            <p:nvPr/>
          </p:nvSpPr>
          <p:spPr>
            <a:xfrm>
              <a:off x="3670649" y="74878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8"/>
            <p:cNvSpPr/>
            <p:nvPr/>
          </p:nvSpPr>
          <p:spPr>
            <a:xfrm>
              <a:off x="3586218" y="73997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9"/>
            <p:cNvSpPr/>
            <p:nvPr/>
          </p:nvSpPr>
          <p:spPr>
            <a:xfrm>
              <a:off x="4283790" y="74868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20"/>
            <p:cNvSpPr/>
            <p:nvPr/>
          </p:nvSpPr>
          <p:spPr>
            <a:xfrm>
              <a:off x="3785358" y="691320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1"/>
            <p:cNvSpPr/>
            <p:nvPr/>
          </p:nvSpPr>
          <p:spPr>
            <a:xfrm>
              <a:off x="5458250" y="602235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2"/>
            <p:cNvSpPr/>
            <p:nvPr/>
          </p:nvSpPr>
          <p:spPr>
            <a:xfrm>
              <a:off x="3518091" y="74309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3"/>
            <p:cNvSpPr/>
            <p:nvPr/>
          </p:nvSpPr>
          <p:spPr>
            <a:xfrm>
              <a:off x="3655509" y="73765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4"/>
            <p:cNvSpPr/>
            <p:nvPr/>
          </p:nvSpPr>
          <p:spPr>
            <a:xfrm>
              <a:off x="3592041" y="74986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5"/>
            <p:cNvSpPr/>
            <p:nvPr/>
          </p:nvSpPr>
          <p:spPr>
            <a:xfrm>
              <a:off x="3642117" y="75035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6"/>
            <p:cNvSpPr/>
            <p:nvPr/>
          </p:nvSpPr>
          <p:spPr>
            <a:xfrm>
              <a:off x="5673111" y="81327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7"/>
            <p:cNvSpPr/>
            <p:nvPr/>
          </p:nvSpPr>
          <p:spPr>
            <a:xfrm>
              <a:off x="3659585" y="75179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8"/>
            <p:cNvSpPr/>
            <p:nvPr/>
          </p:nvSpPr>
          <p:spPr>
            <a:xfrm>
              <a:off x="3621155" y="75227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9"/>
            <p:cNvSpPr/>
            <p:nvPr/>
          </p:nvSpPr>
          <p:spPr>
            <a:xfrm>
              <a:off x="3639205" y="76623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30"/>
            <p:cNvSpPr/>
            <p:nvPr/>
          </p:nvSpPr>
          <p:spPr>
            <a:xfrm>
              <a:off x="3580395" y="74006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1"/>
            <p:cNvSpPr/>
            <p:nvPr/>
          </p:nvSpPr>
          <p:spPr>
            <a:xfrm>
              <a:off x="4606373" y="695315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2"/>
            <p:cNvSpPr/>
            <p:nvPr/>
          </p:nvSpPr>
          <p:spPr>
            <a:xfrm>
              <a:off x="3661332" y="75092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3"/>
            <p:cNvSpPr/>
            <p:nvPr/>
          </p:nvSpPr>
          <p:spPr>
            <a:xfrm>
              <a:off x="3667737" y="74736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4"/>
            <p:cNvSpPr/>
            <p:nvPr/>
          </p:nvSpPr>
          <p:spPr>
            <a:xfrm>
              <a:off x="5373819" y="722069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5"/>
            <p:cNvSpPr/>
            <p:nvPr/>
          </p:nvSpPr>
          <p:spPr>
            <a:xfrm>
              <a:off x="4648298" y="725921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6"/>
            <p:cNvSpPr/>
            <p:nvPr/>
          </p:nvSpPr>
          <p:spPr>
            <a:xfrm>
              <a:off x="3911131" y="75170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7"/>
            <p:cNvSpPr/>
            <p:nvPr/>
          </p:nvSpPr>
          <p:spPr>
            <a:xfrm>
              <a:off x="3555939" y="73683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8"/>
            <p:cNvSpPr/>
            <p:nvPr/>
          </p:nvSpPr>
          <p:spPr>
            <a:xfrm>
              <a:off x="3629889" y="75568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9"/>
            <p:cNvSpPr/>
            <p:nvPr/>
          </p:nvSpPr>
          <p:spPr>
            <a:xfrm>
              <a:off x="4010118" y="700021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40"/>
            <p:cNvSpPr/>
            <p:nvPr/>
          </p:nvSpPr>
          <p:spPr>
            <a:xfrm>
              <a:off x="3664244" y="749039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1"/>
            <p:cNvSpPr/>
            <p:nvPr/>
          </p:nvSpPr>
          <p:spPr>
            <a:xfrm>
              <a:off x="4303005" y="723641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2"/>
            <p:cNvSpPr/>
            <p:nvPr/>
          </p:nvSpPr>
          <p:spPr>
            <a:xfrm>
              <a:off x="3614167" y="74914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3"/>
            <p:cNvSpPr/>
            <p:nvPr/>
          </p:nvSpPr>
          <p:spPr>
            <a:xfrm>
              <a:off x="3555357" y="74126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4"/>
            <p:cNvSpPr/>
            <p:nvPr/>
          </p:nvSpPr>
          <p:spPr>
            <a:xfrm>
              <a:off x="4149283" y="729217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5"/>
            <p:cNvSpPr/>
            <p:nvPr/>
          </p:nvSpPr>
          <p:spPr>
            <a:xfrm>
              <a:off x="3464521" y="729074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6"/>
            <p:cNvSpPr/>
            <p:nvPr/>
          </p:nvSpPr>
          <p:spPr>
            <a:xfrm>
              <a:off x="3561762" y="75583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7"/>
            <p:cNvSpPr/>
            <p:nvPr/>
          </p:nvSpPr>
          <p:spPr>
            <a:xfrm>
              <a:off x="4046802" y="75175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8"/>
            <p:cNvSpPr/>
            <p:nvPr/>
          </p:nvSpPr>
          <p:spPr>
            <a:xfrm>
              <a:off x="4275056" y="74099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9"/>
            <p:cNvSpPr/>
            <p:nvPr/>
          </p:nvSpPr>
          <p:spPr>
            <a:xfrm>
              <a:off x="3597864" y="73956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50"/>
            <p:cNvSpPr/>
            <p:nvPr/>
          </p:nvSpPr>
          <p:spPr>
            <a:xfrm>
              <a:off x="3652016" y="74922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1"/>
            <p:cNvSpPr/>
            <p:nvPr/>
          </p:nvSpPr>
          <p:spPr>
            <a:xfrm>
              <a:off x="3593205" y="74835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2"/>
            <p:cNvSpPr/>
            <p:nvPr/>
          </p:nvSpPr>
          <p:spPr>
            <a:xfrm>
              <a:off x="3930928" y="75713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3"/>
            <p:cNvSpPr/>
            <p:nvPr/>
          </p:nvSpPr>
          <p:spPr>
            <a:xfrm>
              <a:off x="4078827" y="665592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4"/>
            <p:cNvSpPr/>
            <p:nvPr/>
          </p:nvSpPr>
          <p:spPr>
            <a:xfrm>
              <a:off x="3599028" y="74572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5"/>
            <p:cNvSpPr/>
            <p:nvPr/>
          </p:nvSpPr>
          <p:spPr>
            <a:xfrm>
              <a:off x="3580977" y="74764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6"/>
            <p:cNvSpPr/>
            <p:nvPr/>
          </p:nvSpPr>
          <p:spPr>
            <a:xfrm>
              <a:off x="3726548" y="720523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7"/>
            <p:cNvSpPr/>
            <p:nvPr/>
          </p:nvSpPr>
          <p:spPr>
            <a:xfrm>
              <a:off x="5237566" y="75314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8"/>
            <p:cNvSpPr/>
            <p:nvPr/>
          </p:nvSpPr>
          <p:spPr>
            <a:xfrm>
              <a:off x="5155464" y="84275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9"/>
            <p:cNvSpPr/>
            <p:nvPr/>
          </p:nvSpPr>
          <p:spPr>
            <a:xfrm>
              <a:off x="3614167" y="74366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60"/>
            <p:cNvSpPr/>
            <p:nvPr/>
          </p:nvSpPr>
          <p:spPr>
            <a:xfrm>
              <a:off x="3599610" y="75246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1"/>
            <p:cNvSpPr/>
            <p:nvPr/>
          </p:nvSpPr>
          <p:spPr>
            <a:xfrm>
              <a:off x="3839510" y="727552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2"/>
            <p:cNvSpPr/>
            <p:nvPr/>
          </p:nvSpPr>
          <p:spPr>
            <a:xfrm>
              <a:off x="3766143" y="726587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3"/>
            <p:cNvSpPr/>
            <p:nvPr/>
          </p:nvSpPr>
          <p:spPr>
            <a:xfrm>
              <a:off x="5654478" y="73934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4"/>
            <p:cNvSpPr/>
            <p:nvPr/>
          </p:nvSpPr>
          <p:spPr>
            <a:xfrm>
              <a:off x="3640952" y="75220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5"/>
            <p:cNvSpPr/>
            <p:nvPr/>
          </p:nvSpPr>
          <p:spPr>
            <a:xfrm>
              <a:off x="3980422" y="74984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6"/>
            <p:cNvSpPr/>
            <p:nvPr/>
          </p:nvSpPr>
          <p:spPr>
            <a:xfrm>
              <a:off x="3632800" y="75325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7"/>
            <p:cNvSpPr/>
            <p:nvPr/>
          </p:nvSpPr>
          <p:spPr>
            <a:xfrm>
              <a:off x="3594952" y="74352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8"/>
            <p:cNvSpPr/>
            <p:nvPr/>
          </p:nvSpPr>
          <p:spPr>
            <a:xfrm>
              <a:off x="3583889" y="74298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9"/>
            <p:cNvSpPr/>
            <p:nvPr/>
          </p:nvSpPr>
          <p:spPr>
            <a:xfrm>
              <a:off x="3656674" y="76510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70"/>
            <p:cNvSpPr/>
            <p:nvPr/>
          </p:nvSpPr>
          <p:spPr>
            <a:xfrm>
              <a:off x="3621155" y="74857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1"/>
            <p:cNvSpPr/>
            <p:nvPr/>
          </p:nvSpPr>
          <p:spPr>
            <a:xfrm>
              <a:off x="3586800" y="74905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2"/>
            <p:cNvSpPr/>
            <p:nvPr/>
          </p:nvSpPr>
          <p:spPr>
            <a:xfrm>
              <a:off x="4085232" y="75177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3"/>
            <p:cNvSpPr/>
            <p:nvPr/>
          </p:nvSpPr>
          <p:spPr>
            <a:xfrm>
              <a:off x="3830194" y="728362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4"/>
            <p:cNvSpPr/>
            <p:nvPr/>
          </p:nvSpPr>
          <p:spPr>
            <a:xfrm>
              <a:off x="3652016" y="74479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5"/>
            <p:cNvSpPr/>
            <p:nvPr/>
          </p:nvSpPr>
          <p:spPr>
            <a:xfrm>
              <a:off x="3694522" y="75092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6"/>
            <p:cNvSpPr/>
            <p:nvPr/>
          </p:nvSpPr>
          <p:spPr>
            <a:xfrm>
              <a:off x="3600775" y="74873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7"/>
            <p:cNvSpPr/>
            <p:nvPr/>
          </p:nvSpPr>
          <p:spPr>
            <a:xfrm>
              <a:off x="3617661" y="74736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8"/>
            <p:cNvSpPr/>
            <p:nvPr/>
          </p:nvSpPr>
          <p:spPr>
            <a:xfrm>
              <a:off x="3621155" y="74993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9"/>
            <p:cNvSpPr/>
            <p:nvPr/>
          </p:nvSpPr>
          <p:spPr>
            <a:xfrm>
              <a:off x="4252347" y="74248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80"/>
            <p:cNvSpPr/>
            <p:nvPr/>
          </p:nvSpPr>
          <p:spPr>
            <a:xfrm>
              <a:off x="4492829" y="634411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1"/>
            <p:cNvSpPr/>
            <p:nvPr/>
          </p:nvSpPr>
          <p:spPr>
            <a:xfrm>
              <a:off x="3553028" y="74619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2"/>
            <p:cNvSpPr/>
            <p:nvPr/>
          </p:nvSpPr>
          <p:spPr>
            <a:xfrm>
              <a:off x="3639205" y="75183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3"/>
            <p:cNvSpPr/>
            <p:nvPr/>
          </p:nvSpPr>
          <p:spPr>
            <a:xfrm>
              <a:off x="3616497" y="75117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4"/>
            <p:cNvSpPr/>
            <p:nvPr/>
          </p:nvSpPr>
          <p:spPr>
            <a:xfrm>
              <a:off x="3621155" y="74177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5"/>
            <p:cNvSpPr/>
            <p:nvPr/>
          </p:nvSpPr>
          <p:spPr>
            <a:xfrm>
              <a:off x="3612421" y="75263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6"/>
            <p:cNvSpPr/>
            <p:nvPr/>
          </p:nvSpPr>
          <p:spPr>
            <a:xfrm>
              <a:off x="3567003" y="735546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7"/>
            <p:cNvSpPr/>
            <p:nvPr/>
          </p:nvSpPr>
          <p:spPr>
            <a:xfrm>
              <a:off x="4017106" y="707030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8"/>
            <p:cNvSpPr/>
            <p:nvPr/>
          </p:nvSpPr>
          <p:spPr>
            <a:xfrm>
              <a:off x="3573990" y="74974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9"/>
            <p:cNvSpPr/>
            <p:nvPr/>
          </p:nvSpPr>
          <p:spPr>
            <a:xfrm>
              <a:off x="3587383" y="74562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90"/>
            <p:cNvSpPr/>
            <p:nvPr/>
          </p:nvSpPr>
          <p:spPr>
            <a:xfrm>
              <a:off x="3676471" y="717847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1"/>
            <p:cNvSpPr/>
            <p:nvPr/>
          </p:nvSpPr>
          <p:spPr>
            <a:xfrm>
              <a:off x="3617661" y="74870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2"/>
            <p:cNvSpPr/>
            <p:nvPr/>
          </p:nvSpPr>
          <p:spPr>
            <a:xfrm>
              <a:off x="3547205" y="74482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3"/>
            <p:cNvSpPr/>
            <p:nvPr/>
          </p:nvSpPr>
          <p:spPr>
            <a:xfrm>
              <a:off x="4519614" y="78767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4"/>
            <p:cNvSpPr/>
            <p:nvPr/>
          </p:nvSpPr>
          <p:spPr>
            <a:xfrm>
              <a:off x="3636876" y="75318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5"/>
            <p:cNvSpPr/>
            <p:nvPr/>
          </p:nvSpPr>
          <p:spPr>
            <a:xfrm>
              <a:off x="3686370" y="722839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6"/>
            <p:cNvSpPr/>
            <p:nvPr/>
          </p:nvSpPr>
          <p:spPr>
            <a:xfrm>
              <a:off x="5634681" y="77622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7"/>
            <p:cNvSpPr/>
            <p:nvPr/>
          </p:nvSpPr>
          <p:spPr>
            <a:xfrm>
              <a:off x="3835434" y="728474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8"/>
            <p:cNvSpPr/>
            <p:nvPr/>
          </p:nvSpPr>
          <p:spPr>
            <a:xfrm>
              <a:off x="3495382" y="74414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9"/>
            <p:cNvSpPr/>
            <p:nvPr/>
          </p:nvSpPr>
          <p:spPr>
            <a:xfrm>
              <a:off x="3596117" y="74713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900"/>
            <p:cNvSpPr/>
            <p:nvPr/>
          </p:nvSpPr>
          <p:spPr>
            <a:xfrm>
              <a:off x="4870729" y="756806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1"/>
            <p:cNvSpPr/>
            <p:nvPr/>
          </p:nvSpPr>
          <p:spPr>
            <a:xfrm>
              <a:off x="3583889" y="73814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2"/>
            <p:cNvSpPr/>
            <p:nvPr/>
          </p:nvSpPr>
          <p:spPr>
            <a:xfrm>
              <a:off x="3837181" y="700120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3"/>
            <p:cNvSpPr/>
            <p:nvPr/>
          </p:nvSpPr>
          <p:spPr>
            <a:xfrm>
              <a:off x="3715484" y="76187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4"/>
            <p:cNvSpPr/>
            <p:nvPr/>
          </p:nvSpPr>
          <p:spPr>
            <a:xfrm>
              <a:off x="3597281" y="75125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5"/>
            <p:cNvSpPr/>
            <p:nvPr/>
          </p:nvSpPr>
          <p:spPr>
            <a:xfrm>
              <a:off x="3582142" y="74500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6"/>
            <p:cNvSpPr/>
            <p:nvPr/>
          </p:nvSpPr>
          <p:spPr>
            <a:xfrm>
              <a:off x="5094325" y="720312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7"/>
            <p:cNvSpPr/>
            <p:nvPr/>
          </p:nvSpPr>
          <p:spPr>
            <a:xfrm>
              <a:off x="3586218" y="74786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8"/>
            <p:cNvSpPr/>
            <p:nvPr/>
          </p:nvSpPr>
          <p:spPr>
            <a:xfrm>
              <a:off x="3494800" y="736184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9"/>
            <p:cNvSpPr/>
            <p:nvPr/>
          </p:nvSpPr>
          <p:spPr>
            <a:xfrm>
              <a:off x="3635130" y="74979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10"/>
            <p:cNvSpPr/>
            <p:nvPr/>
          </p:nvSpPr>
          <p:spPr>
            <a:xfrm>
              <a:off x="3633965" y="75078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1"/>
            <p:cNvSpPr/>
            <p:nvPr/>
          </p:nvSpPr>
          <p:spPr>
            <a:xfrm>
              <a:off x="3477331" y="73816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2"/>
            <p:cNvSpPr/>
            <p:nvPr/>
          </p:nvSpPr>
          <p:spPr>
            <a:xfrm>
              <a:off x="3572243" y="74566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3"/>
            <p:cNvSpPr/>
            <p:nvPr/>
          </p:nvSpPr>
          <p:spPr>
            <a:xfrm>
              <a:off x="3751003" y="742254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4"/>
            <p:cNvSpPr/>
            <p:nvPr/>
          </p:nvSpPr>
          <p:spPr>
            <a:xfrm>
              <a:off x="3629307" y="75138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5"/>
            <p:cNvSpPr/>
            <p:nvPr/>
          </p:nvSpPr>
          <p:spPr>
            <a:xfrm>
              <a:off x="3570496" y="74774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6"/>
            <p:cNvSpPr/>
            <p:nvPr/>
          </p:nvSpPr>
          <p:spPr>
            <a:xfrm>
              <a:off x="3630471" y="748746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7"/>
            <p:cNvSpPr/>
            <p:nvPr/>
          </p:nvSpPr>
          <p:spPr>
            <a:xfrm>
              <a:off x="4240119" y="667198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8"/>
            <p:cNvSpPr/>
            <p:nvPr/>
          </p:nvSpPr>
          <p:spPr>
            <a:xfrm>
              <a:off x="3870953" y="75660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9"/>
            <p:cNvSpPr/>
            <p:nvPr/>
          </p:nvSpPr>
          <p:spPr>
            <a:xfrm>
              <a:off x="3536142" y="736085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20"/>
            <p:cNvSpPr/>
            <p:nvPr/>
          </p:nvSpPr>
          <p:spPr>
            <a:xfrm>
              <a:off x="3598446" y="74766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1"/>
            <p:cNvSpPr/>
            <p:nvPr/>
          </p:nvSpPr>
          <p:spPr>
            <a:xfrm>
              <a:off x="3553610" y="752200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2"/>
            <p:cNvSpPr/>
            <p:nvPr/>
          </p:nvSpPr>
          <p:spPr>
            <a:xfrm>
              <a:off x="3603686" y="75215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3"/>
            <p:cNvSpPr/>
            <p:nvPr/>
          </p:nvSpPr>
          <p:spPr>
            <a:xfrm>
              <a:off x="3611838" y="75450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4"/>
            <p:cNvSpPr/>
            <p:nvPr/>
          </p:nvSpPr>
          <p:spPr>
            <a:xfrm>
              <a:off x="3635712" y="77125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5"/>
            <p:cNvSpPr/>
            <p:nvPr/>
          </p:nvSpPr>
          <p:spPr>
            <a:xfrm>
              <a:off x="3607762" y="75542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6"/>
            <p:cNvSpPr/>
            <p:nvPr/>
          </p:nvSpPr>
          <p:spPr>
            <a:xfrm>
              <a:off x="4786298" y="707361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7"/>
            <p:cNvSpPr/>
            <p:nvPr/>
          </p:nvSpPr>
          <p:spPr>
            <a:xfrm>
              <a:off x="5139742" y="703831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8"/>
            <p:cNvSpPr/>
            <p:nvPr/>
          </p:nvSpPr>
          <p:spPr>
            <a:xfrm>
              <a:off x="3891915" y="714607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9"/>
            <p:cNvSpPr/>
            <p:nvPr/>
          </p:nvSpPr>
          <p:spPr>
            <a:xfrm>
              <a:off x="3596699" y="74737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30"/>
            <p:cNvSpPr/>
            <p:nvPr/>
          </p:nvSpPr>
          <p:spPr>
            <a:xfrm>
              <a:off x="3592623" y="75124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1"/>
            <p:cNvSpPr/>
            <p:nvPr/>
          </p:nvSpPr>
          <p:spPr>
            <a:xfrm>
              <a:off x="3667155" y="74872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2"/>
            <p:cNvSpPr/>
            <p:nvPr/>
          </p:nvSpPr>
          <p:spPr>
            <a:xfrm>
              <a:off x="3651433" y="73768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3"/>
            <p:cNvSpPr/>
            <p:nvPr/>
          </p:nvSpPr>
          <p:spPr>
            <a:xfrm>
              <a:off x="4325714" y="75180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4"/>
            <p:cNvSpPr/>
            <p:nvPr/>
          </p:nvSpPr>
          <p:spPr>
            <a:xfrm>
              <a:off x="4008954" y="73629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5"/>
            <p:cNvSpPr/>
            <p:nvPr/>
          </p:nvSpPr>
          <p:spPr>
            <a:xfrm>
              <a:off x="3596699" y="669966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6"/>
            <p:cNvSpPr/>
            <p:nvPr/>
          </p:nvSpPr>
          <p:spPr>
            <a:xfrm>
              <a:off x="3598446" y="75424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7"/>
            <p:cNvSpPr/>
            <p:nvPr/>
          </p:nvSpPr>
          <p:spPr>
            <a:xfrm>
              <a:off x="4225562" y="697069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8"/>
            <p:cNvSpPr/>
            <p:nvPr/>
          </p:nvSpPr>
          <p:spPr>
            <a:xfrm>
              <a:off x="4068346" y="714605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9"/>
            <p:cNvSpPr/>
            <p:nvPr/>
          </p:nvSpPr>
          <p:spPr>
            <a:xfrm>
              <a:off x="5688833" y="649781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40"/>
            <p:cNvSpPr/>
            <p:nvPr/>
          </p:nvSpPr>
          <p:spPr>
            <a:xfrm>
              <a:off x="4547563" y="716418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1"/>
            <p:cNvSpPr/>
            <p:nvPr/>
          </p:nvSpPr>
          <p:spPr>
            <a:xfrm>
              <a:off x="4131233" y="74521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2"/>
            <p:cNvSpPr/>
            <p:nvPr/>
          </p:nvSpPr>
          <p:spPr>
            <a:xfrm>
              <a:off x="5808201" y="692236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3"/>
            <p:cNvSpPr/>
            <p:nvPr/>
          </p:nvSpPr>
          <p:spPr>
            <a:xfrm>
              <a:off x="3621737" y="74999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4"/>
            <p:cNvSpPr/>
            <p:nvPr/>
          </p:nvSpPr>
          <p:spPr>
            <a:xfrm>
              <a:off x="3651433" y="732774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5"/>
            <p:cNvSpPr/>
            <p:nvPr/>
          </p:nvSpPr>
          <p:spPr>
            <a:xfrm>
              <a:off x="3547205" y="74085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6"/>
            <p:cNvSpPr/>
            <p:nvPr/>
          </p:nvSpPr>
          <p:spPr>
            <a:xfrm>
              <a:off x="4315815" y="77125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7"/>
            <p:cNvSpPr/>
            <p:nvPr/>
          </p:nvSpPr>
          <p:spPr>
            <a:xfrm>
              <a:off x="3729459" y="698921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8"/>
            <p:cNvSpPr/>
            <p:nvPr/>
          </p:nvSpPr>
          <p:spPr>
            <a:xfrm>
              <a:off x="3578066" y="709278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9"/>
            <p:cNvSpPr/>
            <p:nvPr/>
          </p:nvSpPr>
          <p:spPr>
            <a:xfrm>
              <a:off x="3633383" y="76487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50"/>
            <p:cNvSpPr/>
            <p:nvPr/>
          </p:nvSpPr>
          <p:spPr>
            <a:xfrm>
              <a:off x="4015941" y="733682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1"/>
            <p:cNvSpPr/>
            <p:nvPr/>
          </p:nvSpPr>
          <p:spPr>
            <a:xfrm>
              <a:off x="4219739" y="649188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2"/>
            <p:cNvSpPr/>
            <p:nvPr/>
          </p:nvSpPr>
          <p:spPr>
            <a:xfrm>
              <a:off x="3939080" y="722919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3"/>
            <p:cNvSpPr/>
            <p:nvPr/>
          </p:nvSpPr>
          <p:spPr>
            <a:xfrm>
              <a:off x="3579813" y="74769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4"/>
            <p:cNvSpPr/>
            <p:nvPr/>
          </p:nvSpPr>
          <p:spPr>
            <a:xfrm>
              <a:off x="3672978" y="75282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5"/>
            <p:cNvSpPr/>
            <p:nvPr/>
          </p:nvSpPr>
          <p:spPr>
            <a:xfrm>
              <a:off x="3568750" y="74934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6"/>
            <p:cNvSpPr/>
            <p:nvPr/>
          </p:nvSpPr>
          <p:spPr>
            <a:xfrm>
              <a:off x="3616497" y="74664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7"/>
            <p:cNvSpPr/>
            <p:nvPr/>
          </p:nvSpPr>
          <p:spPr>
            <a:xfrm>
              <a:off x="3964118" y="678836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8"/>
            <p:cNvSpPr/>
            <p:nvPr/>
          </p:nvSpPr>
          <p:spPr>
            <a:xfrm>
              <a:off x="3548952" y="748957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9"/>
            <p:cNvSpPr/>
            <p:nvPr/>
          </p:nvSpPr>
          <p:spPr>
            <a:xfrm>
              <a:off x="3609509" y="75383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60"/>
            <p:cNvSpPr/>
            <p:nvPr/>
          </p:nvSpPr>
          <p:spPr>
            <a:xfrm>
              <a:off x="3593788" y="74664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1"/>
            <p:cNvSpPr/>
            <p:nvPr/>
          </p:nvSpPr>
          <p:spPr>
            <a:xfrm>
              <a:off x="4328626" y="73860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2"/>
            <p:cNvSpPr/>
            <p:nvPr/>
          </p:nvSpPr>
          <p:spPr>
            <a:xfrm>
              <a:off x="3608927" y="75381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3"/>
            <p:cNvSpPr/>
            <p:nvPr/>
          </p:nvSpPr>
          <p:spPr>
            <a:xfrm>
              <a:off x="4897514" y="654838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4"/>
            <p:cNvSpPr/>
            <p:nvPr/>
          </p:nvSpPr>
          <p:spPr>
            <a:xfrm>
              <a:off x="3671813" y="748347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5"/>
            <p:cNvSpPr/>
            <p:nvPr/>
          </p:nvSpPr>
          <p:spPr>
            <a:xfrm>
              <a:off x="3628142" y="74247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6"/>
            <p:cNvSpPr/>
            <p:nvPr/>
          </p:nvSpPr>
          <p:spPr>
            <a:xfrm>
              <a:off x="3640952" y="74997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7"/>
            <p:cNvSpPr/>
            <p:nvPr/>
          </p:nvSpPr>
          <p:spPr>
            <a:xfrm>
              <a:off x="3658421" y="75065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8"/>
            <p:cNvSpPr/>
            <p:nvPr/>
          </p:nvSpPr>
          <p:spPr>
            <a:xfrm>
              <a:off x="4189461" y="73861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9"/>
            <p:cNvSpPr/>
            <p:nvPr/>
          </p:nvSpPr>
          <p:spPr>
            <a:xfrm>
              <a:off x="4084650" y="731788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70"/>
            <p:cNvSpPr/>
            <p:nvPr/>
          </p:nvSpPr>
          <p:spPr>
            <a:xfrm>
              <a:off x="3560015" y="73684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1"/>
            <p:cNvSpPr/>
            <p:nvPr/>
          </p:nvSpPr>
          <p:spPr>
            <a:xfrm>
              <a:off x="4290777" y="77168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2"/>
            <p:cNvSpPr/>
            <p:nvPr/>
          </p:nvSpPr>
          <p:spPr>
            <a:xfrm>
              <a:off x="3562927" y="75173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3"/>
            <p:cNvSpPr/>
            <p:nvPr/>
          </p:nvSpPr>
          <p:spPr>
            <a:xfrm>
              <a:off x="4155688" y="73650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4"/>
            <p:cNvSpPr/>
            <p:nvPr/>
          </p:nvSpPr>
          <p:spPr>
            <a:xfrm>
              <a:off x="4733311" y="708710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5"/>
            <p:cNvSpPr/>
            <p:nvPr/>
          </p:nvSpPr>
          <p:spPr>
            <a:xfrm>
              <a:off x="3579231" y="719788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6"/>
            <p:cNvSpPr/>
            <p:nvPr/>
          </p:nvSpPr>
          <p:spPr>
            <a:xfrm>
              <a:off x="3593205" y="75099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7"/>
            <p:cNvSpPr/>
            <p:nvPr/>
          </p:nvSpPr>
          <p:spPr>
            <a:xfrm>
              <a:off x="3659585" y="76442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8"/>
            <p:cNvSpPr/>
            <p:nvPr/>
          </p:nvSpPr>
          <p:spPr>
            <a:xfrm>
              <a:off x="4807260" y="722328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9"/>
            <p:cNvSpPr/>
            <p:nvPr/>
          </p:nvSpPr>
          <p:spPr>
            <a:xfrm>
              <a:off x="4597639" y="78080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80"/>
            <p:cNvSpPr/>
            <p:nvPr/>
          </p:nvSpPr>
          <p:spPr>
            <a:xfrm>
              <a:off x="3788269" y="74252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1"/>
            <p:cNvSpPr/>
            <p:nvPr/>
          </p:nvSpPr>
          <p:spPr>
            <a:xfrm>
              <a:off x="4226144" y="612910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2"/>
            <p:cNvSpPr/>
            <p:nvPr/>
          </p:nvSpPr>
          <p:spPr>
            <a:xfrm>
              <a:off x="3742851" y="724514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3"/>
            <p:cNvSpPr/>
            <p:nvPr/>
          </p:nvSpPr>
          <p:spPr>
            <a:xfrm>
              <a:off x="4102701" y="76714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4"/>
            <p:cNvSpPr/>
            <p:nvPr/>
          </p:nvSpPr>
          <p:spPr>
            <a:xfrm>
              <a:off x="3847080" y="659496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5"/>
            <p:cNvSpPr/>
            <p:nvPr/>
          </p:nvSpPr>
          <p:spPr>
            <a:xfrm>
              <a:off x="3610674" y="755209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6"/>
            <p:cNvSpPr/>
            <p:nvPr/>
          </p:nvSpPr>
          <p:spPr>
            <a:xfrm>
              <a:off x="3590294" y="74963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7"/>
            <p:cNvSpPr/>
            <p:nvPr/>
          </p:nvSpPr>
          <p:spPr>
            <a:xfrm>
              <a:off x="4151612" y="704168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8"/>
            <p:cNvSpPr/>
            <p:nvPr/>
          </p:nvSpPr>
          <p:spPr>
            <a:xfrm>
              <a:off x="4382778" y="553830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9"/>
            <p:cNvSpPr/>
            <p:nvPr/>
          </p:nvSpPr>
          <p:spPr>
            <a:xfrm>
              <a:off x="3625813" y="74605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90"/>
            <p:cNvSpPr/>
            <p:nvPr/>
          </p:nvSpPr>
          <p:spPr>
            <a:xfrm>
              <a:off x="3721889" y="701999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1"/>
            <p:cNvSpPr/>
            <p:nvPr/>
          </p:nvSpPr>
          <p:spPr>
            <a:xfrm>
              <a:off x="3633383" y="711799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2"/>
            <p:cNvSpPr/>
            <p:nvPr/>
          </p:nvSpPr>
          <p:spPr>
            <a:xfrm>
              <a:off x="4301841" y="75163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3"/>
            <p:cNvSpPr/>
            <p:nvPr/>
          </p:nvSpPr>
          <p:spPr>
            <a:xfrm>
              <a:off x="4814830" y="723829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4"/>
            <p:cNvSpPr/>
            <p:nvPr/>
          </p:nvSpPr>
          <p:spPr>
            <a:xfrm>
              <a:off x="5733086" y="707706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5"/>
            <p:cNvSpPr/>
            <p:nvPr/>
          </p:nvSpPr>
          <p:spPr>
            <a:xfrm>
              <a:off x="3626395" y="74698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6"/>
            <p:cNvSpPr/>
            <p:nvPr/>
          </p:nvSpPr>
          <p:spPr>
            <a:xfrm>
              <a:off x="3586218" y="75751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7"/>
            <p:cNvSpPr/>
            <p:nvPr/>
          </p:nvSpPr>
          <p:spPr>
            <a:xfrm>
              <a:off x="3613585" y="74422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8"/>
            <p:cNvSpPr/>
            <p:nvPr/>
          </p:nvSpPr>
          <p:spPr>
            <a:xfrm>
              <a:off x="3611256" y="74392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9"/>
            <p:cNvSpPr/>
            <p:nvPr/>
          </p:nvSpPr>
          <p:spPr>
            <a:xfrm>
              <a:off x="3625813" y="725096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2000"/>
            <p:cNvSpPr/>
            <p:nvPr/>
          </p:nvSpPr>
          <p:spPr>
            <a:xfrm>
              <a:off x="3839510" y="734629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1"/>
            <p:cNvSpPr/>
            <p:nvPr/>
          </p:nvSpPr>
          <p:spPr>
            <a:xfrm>
              <a:off x="3555939" y="74608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2"/>
            <p:cNvSpPr/>
            <p:nvPr/>
          </p:nvSpPr>
          <p:spPr>
            <a:xfrm>
              <a:off x="4864324" y="698933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3"/>
            <p:cNvSpPr/>
            <p:nvPr/>
          </p:nvSpPr>
          <p:spPr>
            <a:xfrm>
              <a:off x="3573990" y="75466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4"/>
            <p:cNvSpPr/>
            <p:nvPr/>
          </p:nvSpPr>
          <p:spPr>
            <a:xfrm>
              <a:off x="3491306" y="74622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5"/>
            <p:cNvSpPr/>
            <p:nvPr/>
          </p:nvSpPr>
          <p:spPr>
            <a:xfrm>
              <a:off x="3645028" y="77802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6"/>
            <p:cNvSpPr/>
            <p:nvPr/>
          </p:nvSpPr>
          <p:spPr>
            <a:xfrm>
              <a:off x="4975539" y="717438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7"/>
            <p:cNvSpPr/>
            <p:nvPr/>
          </p:nvSpPr>
          <p:spPr>
            <a:xfrm>
              <a:off x="5432630" y="612234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8"/>
            <p:cNvSpPr/>
            <p:nvPr/>
          </p:nvSpPr>
          <p:spPr>
            <a:xfrm>
              <a:off x="3611838" y="74501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9"/>
            <p:cNvSpPr/>
            <p:nvPr/>
          </p:nvSpPr>
          <p:spPr>
            <a:xfrm>
              <a:off x="4674500" y="710920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10"/>
            <p:cNvSpPr/>
            <p:nvPr/>
          </p:nvSpPr>
          <p:spPr>
            <a:xfrm>
              <a:off x="3705003" y="76642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1"/>
            <p:cNvSpPr/>
            <p:nvPr/>
          </p:nvSpPr>
          <p:spPr>
            <a:xfrm>
              <a:off x="3783611" y="701674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2"/>
            <p:cNvSpPr/>
            <p:nvPr/>
          </p:nvSpPr>
          <p:spPr>
            <a:xfrm>
              <a:off x="3650269" y="74655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3"/>
            <p:cNvSpPr/>
            <p:nvPr/>
          </p:nvSpPr>
          <p:spPr>
            <a:xfrm>
              <a:off x="3564091" y="74971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4"/>
            <p:cNvSpPr/>
            <p:nvPr/>
          </p:nvSpPr>
          <p:spPr>
            <a:xfrm>
              <a:off x="4890526" y="722034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5"/>
            <p:cNvSpPr/>
            <p:nvPr/>
          </p:nvSpPr>
          <p:spPr>
            <a:xfrm>
              <a:off x="3875029" y="709871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6"/>
            <p:cNvSpPr/>
            <p:nvPr/>
          </p:nvSpPr>
          <p:spPr>
            <a:xfrm>
              <a:off x="3609509" y="74767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7"/>
            <p:cNvSpPr/>
            <p:nvPr/>
          </p:nvSpPr>
          <p:spPr>
            <a:xfrm>
              <a:off x="3624066" y="723523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8"/>
            <p:cNvSpPr/>
            <p:nvPr/>
          </p:nvSpPr>
          <p:spPr>
            <a:xfrm>
              <a:off x="3876194" y="726544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9"/>
            <p:cNvSpPr/>
            <p:nvPr/>
          </p:nvSpPr>
          <p:spPr>
            <a:xfrm>
              <a:off x="3611838" y="74737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20"/>
            <p:cNvSpPr/>
            <p:nvPr/>
          </p:nvSpPr>
          <p:spPr>
            <a:xfrm>
              <a:off x="3609509" y="74590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1"/>
            <p:cNvSpPr/>
            <p:nvPr/>
          </p:nvSpPr>
          <p:spPr>
            <a:xfrm>
              <a:off x="3618826" y="73855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2"/>
            <p:cNvSpPr/>
            <p:nvPr/>
          </p:nvSpPr>
          <p:spPr>
            <a:xfrm>
              <a:off x="3670649" y="74607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3"/>
            <p:cNvSpPr/>
            <p:nvPr/>
          </p:nvSpPr>
          <p:spPr>
            <a:xfrm>
              <a:off x="5308604" y="79500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4"/>
            <p:cNvSpPr/>
            <p:nvPr/>
          </p:nvSpPr>
          <p:spPr>
            <a:xfrm>
              <a:off x="3595534" y="720707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5"/>
            <p:cNvSpPr/>
            <p:nvPr/>
          </p:nvSpPr>
          <p:spPr>
            <a:xfrm>
              <a:off x="3640952" y="75592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6"/>
            <p:cNvSpPr/>
            <p:nvPr/>
          </p:nvSpPr>
          <p:spPr>
            <a:xfrm>
              <a:off x="3554775" y="702313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7"/>
            <p:cNvSpPr/>
            <p:nvPr/>
          </p:nvSpPr>
          <p:spPr>
            <a:xfrm>
              <a:off x="3564674" y="75400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8"/>
            <p:cNvSpPr/>
            <p:nvPr/>
          </p:nvSpPr>
          <p:spPr>
            <a:xfrm>
              <a:off x="3592623" y="75513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9"/>
            <p:cNvSpPr/>
            <p:nvPr/>
          </p:nvSpPr>
          <p:spPr>
            <a:xfrm>
              <a:off x="3576901" y="74878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30"/>
            <p:cNvSpPr/>
            <p:nvPr/>
          </p:nvSpPr>
          <p:spPr>
            <a:xfrm>
              <a:off x="3681712" y="75810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1"/>
            <p:cNvSpPr/>
            <p:nvPr/>
          </p:nvSpPr>
          <p:spPr>
            <a:xfrm>
              <a:off x="3621737" y="75220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2"/>
            <p:cNvSpPr/>
            <p:nvPr/>
          </p:nvSpPr>
          <p:spPr>
            <a:xfrm>
              <a:off x="3617661" y="74728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3"/>
            <p:cNvSpPr/>
            <p:nvPr/>
          </p:nvSpPr>
          <p:spPr>
            <a:xfrm>
              <a:off x="3606598" y="74982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4"/>
            <p:cNvSpPr/>
            <p:nvPr/>
          </p:nvSpPr>
          <p:spPr>
            <a:xfrm>
              <a:off x="3569332" y="74982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5"/>
            <p:cNvSpPr/>
            <p:nvPr/>
          </p:nvSpPr>
          <p:spPr>
            <a:xfrm>
              <a:off x="3622319" y="73676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6"/>
            <p:cNvSpPr/>
            <p:nvPr/>
          </p:nvSpPr>
          <p:spPr>
            <a:xfrm>
              <a:off x="3608927" y="75049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7"/>
            <p:cNvSpPr/>
            <p:nvPr/>
          </p:nvSpPr>
          <p:spPr>
            <a:xfrm>
              <a:off x="3993232" y="707454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8"/>
            <p:cNvSpPr/>
            <p:nvPr/>
          </p:nvSpPr>
          <p:spPr>
            <a:xfrm>
              <a:off x="3612421" y="74911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9"/>
            <p:cNvSpPr/>
            <p:nvPr/>
          </p:nvSpPr>
          <p:spPr>
            <a:xfrm>
              <a:off x="3852320" y="733512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40"/>
            <p:cNvSpPr/>
            <p:nvPr/>
          </p:nvSpPr>
          <p:spPr>
            <a:xfrm>
              <a:off x="3619408" y="74616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1"/>
            <p:cNvSpPr/>
            <p:nvPr/>
          </p:nvSpPr>
          <p:spPr>
            <a:xfrm>
              <a:off x="3621155" y="752180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2"/>
            <p:cNvSpPr/>
            <p:nvPr/>
          </p:nvSpPr>
          <p:spPr>
            <a:xfrm>
              <a:off x="3606015" y="74799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3"/>
            <p:cNvSpPr/>
            <p:nvPr/>
          </p:nvSpPr>
          <p:spPr>
            <a:xfrm>
              <a:off x="4877716" y="650640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4"/>
            <p:cNvSpPr/>
            <p:nvPr/>
          </p:nvSpPr>
          <p:spPr>
            <a:xfrm>
              <a:off x="3561762" y="76014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5"/>
            <p:cNvSpPr/>
            <p:nvPr/>
          </p:nvSpPr>
          <p:spPr>
            <a:xfrm>
              <a:off x="3622319" y="746914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6"/>
            <p:cNvSpPr/>
            <p:nvPr/>
          </p:nvSpPr>
          <p:spPr>
            <a:xfrm>
              <a:off x="3569332" y="74649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7"/>
            <p:cNvSpPr/>
            <p:nvPr/>
          </p:nvSpPr>
          <p:spPr>
            <a:xfrm>
              <a:off x="4621513" y="715817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8"/>
            <p:cNvSpPr/>
            <p:nvPr/>
          </p:nvSpPr>
          <p:spPr>
            <a:xfrm>
              <a:off x="3576319" y="74672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9"/>
            <p:cNvSpPr/>
            <p:nvPr/>
          </p:nvSpPr>
          <p:spPr>
            <a:xfrm>
              <a:off x="3560598" y="74731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50"/>
            <p:cNvSpPr/>
            <p:nvPr/>
          </p:nvSpPr>
          <p:spPr>
            <a:xfrm>
              <a:off x="3805155" y="75230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1"/>
            <p:cNvSpPr/>
            <p:nvPr/>
          </p:nvSpPr>
          <p:spPr>
            <a:xfrm>
              <a:off x="3659003" y="74638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l2052"/>
            <p:cNvSpPr/>
            <p:nvPr/>
          </p:nvSpPr>
          <p:spPr>
            <a:xfrm>
              <a:off x="3372163" y="7386672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3"/>
            <p:cNvSpPr/>
            <p:nvPr/>
          </p:nvSpPr>
          <p:spPr>
            <a:xfrm>
              <a:off x="3489347" y="6888984"/>
              <a:ext cx="2343679" cy="678480"/>
            </a:xfrm>
            <a:custGeom>
              <a:avLst/>
              <a:pathLst>
                <a:path w="2343679" h="678480">
                  <a:moveTo>
                    <a:pt x="0" y="560927"/>
                  </a:moveTo>
                  <a:lnTo>
                    <a:pt x="29666" y="555467"/>
                  </a:lnTo>
                  <a:lnTo>
                    <a:pt x="59333" y="549381"/>
                  </a:lnTo>
                  <a:lnTo>
                    <a:pt x="89000" y="542562"/>
                  </a:lnTo>
                  <a:lnTo>
                    <a:pt x="118667" y="534934"/>
                  </a:lnTo>
                  <a:lnTo>
                    <a:pt x="148334" y="526394"/>
                  </a:lnTo>
                  <a:lnTo>
                    <a:pt x="178000" y="516911"/>
                  </a:lnTo>
                  <a:lnTo>
                    <a:pt x="207667" y="506548"/>
                  </a:lnTo>
                  <a:lnTo>
                    <a:pt x="237334" y="495474"/>
                  </a:lnTo>
                  <a:lnTo>
                    <a:pt x="267001" y="483861"/>
                  </a:lnTo>
                  <a:lnTo>
                    <a:pt x="296668" y="471933"/>
                  </a:lnTo>
                  <a:lnTo>
                    <a:pt x="326335" y="459951"/>
                  </a:lnTo>
                  <a:lnTo>
                    <a:pt x="356001" y="448043"/>
                  </a:lnTo>
                  <a:lnTo>
                    <a:pt x="385668" y="436257"/>
                  </a:lnTo>
                  <a:lnTo>
                    <a:pt x="415335" y="424627"/>
                  </a:lnTo>
                  <a:lnTo>
                    <a:pt x="445002" y="413193"/>
                  </a:lnTo>
                  <a:lnTo>
                    <a:pt x="474669" y="402011"/>
                  </a:lnTo>
                  <a:lnTo>
                    <a:pt x="504336" y="391151"/>
                  </a:lnTo>
                  <a:lnTo>
                    <a:pt x="534002" y="380685"/>
                  </a:lnTo>
                  <a:lnTo>
                    <a:pt x="563669" y="370644"/>
                  </a:lnTo>
                  <a:lnTo>
                    <a:pt x="593336" y="360987"/>
                  </a:lnTo>
                  <a:lnTo>
                    <a:pt x="623003" y="351660"/>
                  </a:lnTo>
                  <a:lnTo>
                    <a:pt x="652670" y="342619"/>
                  </a:lnTo>
                  <a:lnTo>
                    <a:pt x="682336" y="333845"/>
                  </a:lnTo>
                  <a:lnTo>
                    <a:pt x="712003" y="325342"/>
                  </a:lnTo>
                  <a:lnTo>
                    <a:pt x="741670" y="317143"/>
                  </a:lnTo>
                  <a:lnTo>
                    <a:pt x="771337" y="309297"/>
                  </a:lnTo>
                  <a:lnTo>
                    <a:pt x="801004" y="301844"/>
                  </a:lnTo>
                  <a:lnTo>
                    <a:pt x="830671" y="294780"/>
                  </a:lnTo>
                  <a:lnTo>
                    <a:pt x="860337" y="288089"/>
                  </a:lnTo>
                  <a:lnTo>
                    <a:pt x="890004" y="281743"/>
                  </a:lnTo>
                  <a:lnTo>
                    <a:pt x="919671" y="275708"/>
                  </a:lnTo>
                  <a:lnTo>
                    <a:pt x="949338" y="269947"/>
                  </a:lnTo>
                  <a:lnTo>
                    <a:pt x="979005" y="264423"/>
                  </a:lnTo>
                  <a:lnTo>
                    <a:pt x="1008672" y="259096"/>
                  </a:lnTo>
                  <a:lnTo>
                    <a:pt x="1038338" y="253930"/>
                  </a:lnTo>
                  <a:lnTo>
                    <a:pt x="1068005" y="248893"/>
                  </a:lnTo>
                  <a:lnTo>
                    <a:pt x="1097672" y="243957"/>
                  </a:lnTo>
                  <a:lnTo>
                    <a:pt x="1127339" y="239098"/>
                  </a:lnTo>
                  <a:lnTo>
                    <a:pt x="1157006" y="234300"/>
                  </a:lnTo>
                  <a:lnTo>
                    <a:pt x="1186673" y="229551"/>
                  </a:lnTo>
                  <a:lnTo>
                    <a:pt x="1216339" y="224846"/>
                  </a:lnTo>
                  <a:lnTo>
                    <a:pt x="1246006" y="220182"/>
                  </a:lnTo>
                  <a:lnTo>
                    <a:pt x="1275673" y="215564"/>
                  </a:lnTo>
                  <a:lnTo>
                    <a:pt x="1305340" y="210998"/>
                  </a:lnTo>
                  <a:lnTo>
                    <a:pt x="1335007" y="206492"/>
                  </a:lnTo>
                  <a:lnTo>
                    <a:pt x="1364673" y="202057"/>
                  </a:lnTo>
                  <a:lnTo>
                    <a:pt x="1394340" y="197701"/>
                  </a:lnTo>
                  <a:lnTo>
                    <a:pt x="1424007" y="193431"/>
                  </a:lnTo>
                  <a:lnTo>
                    <a:pt x="1453674" y="189242"/>
                  </a:lnTo>
                  <a:lnTo>
                    <a:pt x="1483341" y="185122"/>
                  </a:lnTo>
                  <a:lnTo>
                    <a:pt x="1513008" y="181053"/>
                  </a:lnTo>
                  <a:lnTo>
                    <a:pt x="1542674" y="177014"/>
                  </a:lnTo>
                  <a:lnTo>
                    <a:pt x="1572341" y="172977"/>
                  </a:lnTo>
                  <a:lnTo>
                    <a:pt x="1602008" y="168915"/>
                  </a:lnTo>
                  <a:lnTo>
                    <a:pt x="1631675" y="164797"/>
                  </a:lnTo>
                  <a:lnTo>
                    <a:pt x="1661342" y="160590"/>
                  </a:lnTo>
                  <a:lnTo>
                    <a:pt x="1691009" y="156263"/>
                  </a:lnTo>
                  <a:lnTo>
                    <a:pt x="1720675" y="151782"/>
                  </a:lnTo>
                  <a:lnTo>
                    <a:pt x="1750342" y="147119"/>
                  </a:lnTo>
                  <a:lnTo>
                    <a:pt x="1780009" y="142244"/>
                  </a:lnTo>
                  <a:lnTo>
                    <a:pt x="1809676" y="137132"/>
                  </a:lnTo>
                  <a:lnTo>
                    <a:pt x="1839343" y="131762"/>
                  </a:lnTo>
                  <a:lnTo>
                    <a:pt x="1869010" y="126117"/>
                  </a:lnTo>
                  <a:lnTo>
                    <a:pt x="1898676" y="120185"/>
                  </a:lnTo>
                  <a:lnTo>
                    <a:pt x="1928343" y="113959"/>
                  </a:lnTo>
                  <a:lnTo>
                    <a:pt x="1958010" y="107436"/>
                  </a:lnTo>
                  <a:lnTo>
                    <a:pt x="1987677" y="100618"/>
                  </a:lnTo>
                  <a:lnTo>
                    <a:pt x="2017344" y="93509"/>
                  </a:lnTo>
                  <a:lnTo>
                    <a:pt x="2047010" y="86119"/>
                  </a:lnTo>
                  <a:lnTo>
                    <a:pt x="2076677" y="78459"/>
                  </a:lnTo>
                  <a:lnTo>
                    <a:pt x="2106344" y="70542"/>
                  </a:lnTo>
                  <a:lnTo>
                    <a:pt x="2136011" y="62385"/>
                  </a:lnTo>
                  <a:lnTo>
                    <a:pt x="2165678" y="54003"/>
                  </a:lnTo>
                  <a:lnTo>
                    <a:pt x="2195345" y="45415"/>
                  </a:lnTo>
                  <a:lnTo>
                    <a:pt x="2225011" y="36637"/>
                  </a:lnTo>
                  <a:lnTo>
                    <a:pt x="2254678" y="27689"/>
                  </a:lnTo>
                  <a:lnTo>
                    <a:pt x="2284345" y="18588"/>
                  </a:lnTo>
                  <a:lnTo>
                    <a:pt x="2314012" y="9352"/>
                  </a:lnTo>
                  <a:lnTo>
                    <a:pt x="2343679" y="0"/>
                  </a:lnTo>
                  <a:lnTo>
                    <a:pt x="2343679" y="345294"/>
                  </a:lnTo>
                  <a:lnTo>
                    <a:pt x="2314012" y="342360"/>
                  </a:lnTo>
                  <a:lnTo>
                    <a:pt x="2284345" y="339544"/>
                  </a:lnTo>
                  <a:lnTo>
                    <a:pt x="2254678" y="336864"/>
                  </a:lnTo>
                  <a:lnTo>
                    <a:pt x="2225011" y="334339"/>
                  </a:lnTo>
                  <a:lnTo>
                    <a:pt x="2195345" y="331988"/>
                  </a:lnTo>
                  <a:lnTo>
                    <a:pt x="2165678" y="329829"/>
                  </a:lnTo>
                  <a:lnTo>
                    <a:pt x="2136011" y="327883"/>
                  </a:lnTo>
                  <a:lnTo>
                    <a:pt x="2106344" y="326166"/>
                  </a:lnTo>
                  <a:lnTo>
                    <a:pt x="2076677" y="324696"/>
                  </a:lnTo>
                  <a:lnTo>
                    <a:pt x="2047010" y="323490"/>
                  </a:lnTo>
                  <a:lnTo>
                    <a:pt x="2017344" y="322561"/>
                  </a:lnTo>
                  <a:lnTo>
                    <a:pt x="1987677" y="321923"/>
                  </a:lnTo>
                  <a:lnTo>
                    <a:pt x="1958010" y="321583"/>
                  </a:lnTo>
                  <a:lnTo>
                    <a:pt x="1928343" y="321550"/>
                  </a:lnTo>
                  <a:lnTo>
                    <a:pt x="1898676" y="321825"/>
                  </a:lnTo>
                  <a:lnTo>
                    <a:pt x="1869010" y="322405"/>
                  </a:lnTo>
                  <a:lnTo>
                    <a:pt x="1839343" y="323285"/>
                  </a:lnTo>
                  <a:lnTo>
                    <a:pt x="1809676" y="324454"/>
                  </a:lnTo>
                  <a:lnTo>
                    <a:pt x="1780009" y="325894"/>
                  </a:lnTo>
                  <a:lnTo>
                    <a:pt x="1750342" y="327586"/>
                  </a:lnTo>
                  <a:lnTo>
                    <a:pt x="1720675" y="329505"/>
                  </a:lnTo>
                  <a:lnTo>
                    <a:pt x="1691009" y="331623"/>
                  </a:lnTo>
                  <a:lnTo>
                    <a:pt x="1661342" y="333912"/>
                  </a:lnTo>
                  <a:lnTo>
                    <a:pt x="1631675" y="336340"/>
                  </a:lnTo>
                  <a:lnTo>
                    <a:pt x="1602008" y="338874"/>
                  </a:lnTo>
                  <a:lnTo>
                    <a:pt x="1572341" y="341484"/>
                  </a:lnTo>
                  <a:lnTo>
                    <a:pt x="1542674" y="344141"/>
                  </a:lnTo>
                  <a:lnTo>
                    <a:pt x="1513008" y="346815"/>
                  </a:lnTo>
                  <a:lnTo>
                    <a:pt x="1483341" y="349481"/>
                  </a:lnTo>
                  <a:lnTo>
                    <a:pt x="1453674" y="352120"/>
                  </a:lnTo>
                  <a:lnTo>
                    <a:pt x="1424007" y="354713"/>
                  </a:lnTo>
                  <a:lnTo>
                    <a:pt x="1394340" y="357249"/>
                  </a:lnTo>
                  <a:lnTo>
                    <a:pt x="1364673" y="359731"/>
                  </a:lnTo>
                  <a:lnTo>
                    <a:pt x="1335007" y="362189"/>
                  </a:lnTo>
                  <a:lnTo>
                    <a:pt x="1305340" y="364655"/>
                  </a:lnTo>
                  <a:lnTo>
                    <a:pt x="1275673" y="367165"/>
                  </a:lnTo>
                  <a:lnTo>
                    <a:pt x="1246006" y="369751"/>
                  </a:lnTo>
                  <a:lnTo>
                    <a:pt x="1216339" y="372444"/>
                  </a:lnTo>
                  <a:lnTo>
                    <a:pt x="1186673" y="375271"/>
                  </a:lnTo>
                  <a:lnTo>
                    <a:pt x="1157006" y="378256"/>
                  </a:lnTo>
                  <a:lnTo>
                    <a:pt x="1127339" y="381418"/>
                  </a:lnTo>
                  <a:lnTo>
                    <a:pt x="1097672" y="384768"/>
                  </a:lnTo>
                  <a:lnTo>
                    <a:pt x="1068005" y="388315"/>
                  </a:lnTo>
                  <a:lnTo>
                    <a:pt x="1038338" y="392060"/>
                  </a:lnTo>
                  <a:lnTo>
                    <a:pt x="1008672" y="395998"/>
                  </a:lnTo>
                  <a:lnTo>
                    <a:pt x="979005" y="400122"/>
                  </a:lnTo>
                  <a:lnTo>
                    <a:pt x="949338" y="404420"/>
                  </a:lnTo>
                  <a:lnTo>
                    <a:pt x="919671" y="408879"/>
                  </a:lnTo>
                  <a:lnTo>
                    <a:pt x="890004" y="413483"/>
                  </a:lnTo>
                  <a:lnTo>
                    <a:pt x="860337" y="418220"/>
                  </a:lnTo>
                  <a:lnTo>
                    <a:pt x="830671" y="423081"/>
                  </a:lnTo>
                  <a:lnTo>
                    <a:pt x="801004" y="428062"/>
                  </a:lnTo>
                  <a:lnTo>
                    <a:pt x="771337" y="433171"/>
                  </a:lnTo>
                  <a:lnTo>
                    <a:pt x="741670" y="438429"/>
                  </a:lnTo>
                  <a:lnTo>
                    <a:pt x="712003" y="443887"/>
                  </a:lnTo>
                  <a:lnTo>
                    <a:pt x="682336" y="449599"/>
                  </a:lnTo>
                  <a:lnTo>
                    <a:pt x="652670" y="455602"/>
                  </a:lnTo>
                  <a:lnTo>
                    <a:pt x="623003" y="461905"/>
                  </a:lnTo>
                  <a:lnTo>
                    <a:pt x="593336" y="468493"/>
                  </a:lnTo>
                  <a:lnTo>
                    <a:pt x="563669" y="475329"/>
                  </a:lnTo>
                  <a:lnTo>
                    <a:pt x="534002" y="482361"/>
                  </a:lnTo>
                  <a:lnTo>
                    <a:pt x="504336" y="489551"/>
                  </a:lnTo>
                  <a:lnTo>
                    <a:pt x="474669" y="496918"/>
                  </a:lnTo>
                  <a:lnTo>
                    <a:pt x="445002" y="504514"/>
                  </a:lnTo>
                  <a:lnTo>
                    <a:pt x="415335" y="512390"/>
                  </a:lnTo>
                  <a:lnTo>
                    <a:pt x="385668" y="520583"/>
                  </a:lnTo>
                  <a:lnTo>
                    <a:pt x="356001" y="529114"/>
                  </a:lnTo>
                  <a:lnTo>
                    <a:pt x="326335" y="537997"/>
                  </a:lnTo>
                  <a:lnTo>
                    <a:pt x="296668" y="547260"/>
                  </a:lnTo>
                  <a:lnTo>
                    <a:pt x="267001" y="556997"/>
                  </a:lnTo>
                  <a:lnTo>
                    <a:pt x="237334" y="567360"/>
                  </a:lnTo>
                  <a:lnTo>
                    <a:pt x="207667" y="578439"/>
                  </a:lnTo>
                  <a:lnTo>
                    <a:pt x="178000" y="590279"/>
                  </a:lnTo>
                  <a:lnTo>
                    <a:pt x="148334" y="602963"/>
                  </a:lnTo>
                  <a:lnTo>
                    <a:pt x="118667" y="616519"/>
                  </a:lnTo>
                  <a:lnTo>
                    <a:pt x="89000" y="630925"/>
                  </a:lnTo>
                  <a:lnTo>
                    <a:pt x="59333" y="646101"/>
                  </a:lnTo>
                  <a:lnTo>
                    <a:pt x="29666" y="661985"/>
                  </a:lnTo>
                  <a:lnTo>
                    <a:pt x="0" y="678480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3489347" y="6888984"/>
              <a:ext cx="2343679" cy="560927"/>
            </a:xfrm>
            <a:custGeom>
              <a:avLst/>
              <a:pathLst>
                <a:path w="2343679" h="560927">
                  <a:moveTo>
                    <a:pt x="0" y="560927"/>
                  </a:moveTo>
                  <a:lnTo>
                    <a:pt x="29666" y="555467"/>
                  </a:lnTo>
                  <a:lnTo>
                    <a:pt x="59333" y="549381"/>
                  </a:lnTo>
                  <a:lnTo>
                    <a:pt x="89000" y="542562"/>
                  </a:lnTo>
                  <a:lnTo>
                    <a:pt x="118667" y="534934"/>
                  </a:lnTo>
                  <a:lnTo>
                    <a:pt x="148334" y="526394"/>
                  </a:lnTo>
                  <a:lnTo>
                    <a:pt x="178000" y="516911"/>
                  </a:lnTo>
                  <a:lnTo>
                    <a:pt x="207667" y="506548"/>
                  </a:lnTo>
                  <a:lnTo>
                    <a:pt x="237334" y="495474"/>
                  </a:lnTo>
                  <a:lnTo>
                    <a:pt x="267001" y="483861"/>
                  </a:lnTo>
                  <a:lnTo>
                    <a:pt x="296668" y="471933"/>
                  </a:lnTo>
                  <a:lnTo>
                    <a:pt x="326335" y="459951"/>
                  </a:lnTo>
                  <a:lnTo>
                    <a:pt x="356001" y="448043"/>
                  </a:lnTo>
                  <a:lnTo>
                    <a:pt x="385668" y="436257"/>
                  </a:lnTo>
                  <a:lnTo>
                    <a:pt x="415335" y="424627"/>
                  </a:lnTo>
                  <a:lnTo>
                    <a:pt x="445002" y="413193"/>
                  </a:lnTo>
                  <a:lnTo>
                    <a:pt x="474669" y="402011"/>
                  </a:lnTo>
                  <a:lnTo>
                    <a:pt x="504336" y="391151"/>
                  </a:lnTo>
                  <a:lnTo>
                    <a:pt x="534002" y="380685"/>
                  </a:lnTo>
                  <a:lnTo>
                    <a:pt x="563669" y="370644"/>
                  </a:lnTo>
                  <a:lnTo>
                    <a:pt x="593336" y="360987"/>
                  </a:lnTo>
                  <a:lnTo>
                    <a:pt x="623003" y="351660"/>
                  </a:lnTo>
                  <a:lnTo>
                    <a:pt x="652670" y="342619"/>
                  </a:lnTo>
                  <a:lnTo>
                    <a:pt x="682336" y="333845"/>
                  </a:lnTo>
                  <a:lnTo>
                    <a:pt x="712003" y="325342"/>
                  </a:lnTo>
                  <a:lnTo>
                    <a:pt x="741670" y="317143"/>
                  </a:lnTo>
                  <a:lnTo>
                    <a:pt x="771337" y="309297"/>
                  </a:lnTo>
                  <a:lnTo>
                    <a:pt x="801004" y="301844"/>
                  </a:lnTo>
                  <a:lnTo>
                    <a:pt x="830671" y="294780"/>
                  </a:lnTo>
                  <a:lnTo>
                    <a:pt x="860337" y="288089"/>
                  </a:lnTo>
                  <a:lnTo>
                    <a:pt x="890004" y="281743"/>
                  </a:lnTo>
                  <a:lnTo>
                    <a:pt x="919671" y="275708"/>
                  </a:lnTo>
                  <a:lnTo>
                    <a:pt x="949338" y="269947"/>
                  </a:lnTo>
                  <a:lnTo>
                    <a:pt x="979005" y="264423"/>
                  </a:lnTo>
                  <a:lnTo>
                    <a:pt x="1008672" y="259096"/>
                  </a:lnTo>
                  <a:lnTo>
                    <a:pt x="1038338" y="253930"/>
                  </a:lnTo>
                  <a:lnTo>
                    <a:pt x="1068005" y="248893"/>
                  </a:lnTo>
                  <a:lnTo>
                    <a:pt x="1097672" y="243957"/>
                  </a:lnTo>
                  <a:lnTo>
                    <a:pt x="1127339" y="239098"/>
                  </a:lnTo>
                  <a:lnTo>
                    <a:pt x="1157006" y="234300"/>
                  </a:lnTo>
                  <a:lnTo>
                    <a:pt x="1186673" y="229551"/>
                  </a:lnTo>
                  <a:lnTo>
                    <a:pt x="1216339" y="224846"/>
                  </a:lnTo>
                  <a:lnTo>
                    <a:pt x="1246006" y="220182"/>
                  </a:lnTo>
                  <a:lnTo>
                    <a:pt x="1275673" y="215564"/>
                  </a:lnTo>
                  <a:lnTo>
                    <a:pt x="1305340" y="210998"/>
                  </a:lnTo>
                  <a:lnTo>
                    <a:pt x="1335007" y="206492"/>
                  </a:lnTo>
                  <a:lnTo>
                    <a:pt x="1364673" y="202057"/>
                  </a:lnTo>
                  <a:lnTo>
                    <a:pt x="1394340" y="197701"/>
                  </a:lnTo>
                  <a:lnTo>
                    <a:pt x="1424007" y="193431"/>
                  </a:lnTo>
                  <a:lnTo>
                    <a:pt x="1453674" y="189242"/>
                  </a:lnTo>
                  <a:lnTo>
                    <a:pt x="1483341" y="185122"/>
                  </a:lnTo>
                  <a:lnTo>
                    <a:pt x="1513008" y="181053"/>
                  </a:lnTo>
                  <a:lnTo>
                    <a:pt x="1542674" y="177014"/>
                  </a:lnTo>
                  <a:lnTo>
                    <a:pt x="1572341" y="172977"/>
                  </a:lnTo>
                  <a:lnTo>
                    <a:pt x="1602008" y="168915"/>
                  </a:lnTo>
                  <a:lnTo>
                    <a:pt x="1631675" y="164797"/>
                  </a:lnTo>
                  <a:lnTo>
                    <a:pt x="1661342" y="160590"/>
                  </a:lnTo>
                  <a:lnTo>
                    <a:pt x="1691009" y="156263"/>
                  </a:lnTo>
                  <a:lnTo>
                    <a:pt x="1720675" y="151782"/>
                  </a:lnTo>
                  <a:lnTo>
                    <a:pt x="1750342" y="147119"/>
                  </a:lnTo>
                  <a:lnTo>
                    <a:pt x="1780009" y="142244"/>
                  </a:lnTo>
                  <a:lnTo>
                    <a:pt x="1809676" y="137132"/>
                  </a:lnTo>
                  <a:lnTo>
                    <a:pt x="1839343" y="131762"/>
                  </a:lnTo>
                  <a:lnTo>
                    <a:pt x="1869010" y="126117"/>
                  </a:lnTo>
                  <a:lnTo>
                    <a:pt x="1898676" y="120185"/>
                  </a:lnTo>
                  <a:lnTo>
                    <a:pt x="1928343" y="113959"/>
                  </a:lnTo>
                  <a:lnTo>
                    <a:pt x="1958010" y="107436"/>
                  </a:lnTo>
                  <a:lnTo>
                    <a:pt x="1987677" y="100618"/>
                  </a:lnTo>
                  <a:lnTo>
                    <a:pt x="2017344" y="93509"/>
                  </a:lnTo>
                  <a:lnTo>
                    <a:pt x="2047010" y="86119"/>
                  </a:lnTo>
                  <a:lnTo>
                    <a:pt x="2076677" y="78459"/>
                  </a:lnTo>
                  <a:lnTo>
                    <a:pt x="2106344" y="70542"/>
                  </a:lnTo>
                  <a:lnTo>
                    <a:pt x="2136011" y="62385"/>
                  </a:lnTo>
                  <a:lnTo>
                    <a:pt x="2165678" y="54003"/>
                  </a:lnTo>
                  <a:lnTo>
                    <a:pt x="2195345" y="45415"/>
                  </a:lnTo>
                  <a:lnTo>
                    <a:pt x="2225011" y="36637"/>
                  </a:lnTo>
                  <a:lnTo>
                    <a:pt x="2254678" y="27689"/>
                  </a:lnTo>
                  <a:lnTo>
                    <a:pt x="2284345" y="18588"/>
                  </a:lnTo>
                  <a:lnTo>
                    <a:pt x="2314012" y="9352"/>
                  </a:lnTo>
                  <a:lnTo>
                    <a:pt x="23436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55" name="pl2055"/>
            <p:cNvSpPr/>
            <p:nvPr/>
          </p:nvSpPr>
          <p:spPr>
            <a:xfrm>
              <a:off x="3489347" y="7210535"/>
              <a:ext cx="2343679" cy="356930"/>
            </a:xfrm>
            <a:custGeom>
              <a:avLst/>
              <a:pathLst>
                <a:path w="2343679" h="356930">
                  <a:moveTo>
                    <a:pt x="2343679" y="23744"/>
                  </a:moveTo>
                  <a:lnTo>
                    <a:pt x="2314012" y="20810"/>
                  </a:lnTo>
                  <a:lnTo>
                    <a:pt x="2284345" y="17994"/>
                  </a:lnTo>
                  <a:lnTo>
                    <a:pt x="2254678" y="15313"/>
                  </a:lnTo>
                  <a:lnTo>
                    <a:pt x="2225011" y="12788"/>
                  </a:lnTo>
                  <a:lnTo>
                    <a:pt x="2195345" y="10437"/>
                  </a:lnTo>
                  <a:lnTo>
                    <a:pt x="2165678" y="8279"/>
                  </a:lnTo>
                  <a:lnTo>
                    <a:pt x="2136011" y="6332"/>
                  </a:lnTo>
                  <a:lnTo>
                    <a:pt x="2106344" y="4615"/>
                  </a:lnTo>
                  <a:lnTo>
                    <a:pt x="2076677" y="3146"/>
                  </a:lnTo>
                  <a:lnTo>
                    <a:pt x="2047010" y="1939"/>
                  </a:lnTo>
                  <a:lnTo>
                    <a:pt x="2017344" y="1011"/>
                  </a:lnTo>
                  <a:lnTo>
                    <a:pt x="1987677" y="372"/>
                  </a:lnTo>
                  <a:lnTo>
                    <a:pt x="1958010" y="33"/>
                  </a:lnTo>
                  <a:lnTo>
                    <a:pt x="1928343" y="0"/>
                  </a:lnTo>
                  <a:lnTo>
                    <a:pt x="1898676" y="274"/>
                  </a:lnTo>
                  <a:lnTo>
                    <a:pt x="1869010" y="855"/>
                  </a:lnTo>
                  <a:lnTo>
                    <a:pt x="1839343" y="1735"/>
                  </a:lnTo>
                  <a:lnTo>
                    <a:pt x="1809676" y="2903"/>
                  </a:lnTo>
                  <a:lnTo>
                    <a:pt x="1780009" y="4343"/>
                  </a:lnTo>
                  <a:lnTo>
                    <a:pt x="1750342" y="6035"/>
                  </a:lnTo>
                  <a:lnTo>
                    <a:pt x="1720675" y="7954"/>
                  </a:lnTo>
                  <a:lnTo>
                    <a:pt x="1691009" y="10073"/>
                  </a:lnTo>
                  <a:lnTo>
                    <a:pt x="1661342" y="12362"/>
                  </a:lnTo>
                  <a:lnTo>
                    <a:pt x="1631675" y="14789"/>
                  </a:lnTo>
                  <a:lnTo>
                    <a:pt x="1602008" y="17324"/>
                  </a:lnTo>
                  <a:lnTo>
                    <a:pt x="1572341" y="19934"/>
                  </a:lnTo>
                  <a:lnTo>
                    <a:pt x="1542674" y="22590"/>
                  </a:lnTo>
                  <a:lnTo>
                    <a:pt x="1513008" y="25264"/>
                  </a:lnTo>
                  <a:lnTo>
                    <a:pt x="1483341" y="27931"/>
                  </a:lnTo>
                  <a:lnTo>
                    <a:pt x="1453674" y="30569"/>
                  </a:lnTo>
                  <a:lnTo>
                    <a:pt x="1424007" y="33162"/>
                  </a:lnTo>
                  <a:lnTo>
                    <a:pt x="1394340" y="35698"/>
                  </a:lnTo>
                  <a:lnTo>
                    <a:pt x="1364673" y="38180"/>
                  </a:lnTo>
                  <a:lnTo>
                    <a:pt x="1335007" y="40638"/>
                  </a:lnTo>
                  <a:lnTo>
                    <a:pt x="1305340" y="43105"/>
                  </a:lnTo>
                  <a:lnTo>
                    <a:pt x="1275673" y="45615"/>
                  </a:lnTo>
                  <a:lnTo>
                    <a:pt x="1246006" y="48201"/>
                  </a:lnTo>
                  <a:lnTo>
                    <a:pt x="1216339" y="50893"/>
                  </a:lnTo>
                  <a:lnTo>
                    <a:pt x="1186673" y="53721"/>
                  </a:lnTo>
                  <a:lnTo>
                    <a:pt x="1157006" y="56706"/>
                  </a:lnTo>
                  <a:lnTo>
                    <a:pt x="1127339" y="59867"/>
                  </a:lnTo>
                  <a:lnTo>
                    <a:pt x="1097672" y="63218"/>
                  </a:lnTo>
                  <a:lnTo>
                    <a:pt x="1068005" y="66764"/>
                  </a:lnTo>
                  <a:lnTo>
                    <a:pt x="1038338" y="70509"/>
                  </a:lnTo>
                  <a:lnTo>
                    <a:pt x="1008672" y="74448"/>
                  </a:lnTo>
                  <a:lnTo>
                    <a:pt x="979005" y="78572"/>
                  </a:lnTo>
                  <a:lnTo>
                    <a:pt x="949338" y="82870"/>
                  </a:lnTo>
                  <a:lnTo>
                    <a:pt x="919671" y="87328"/>
                  </a:lnTo>
                  <a:lnTo>
                    <a:pt x="890004" y="91932"/>
                  </a:lnTo>
                  <a:lnTo>
                    <a:pt x="860337" y="96669"/>
                  </a:lnTo>
                  <a:lnTo>
                    <a:pt x="830671" y="101530"/>
                  </a:lnTo>
                  <a:lnTo>
                    <a:pt x="801004" y="106512"/>
                  </a:lnTo>
                  <a:lnTo>
                    <a:pt x="771337" y="111621"/>
                  </a:lnTo>
                  <a:lnTo>
                    <a:pt x="741670" y="116879"/>
                  </a:lnTo>
                  <a:lnTo>
                    <a:pt x="712003" y="122337"/>
                  </a:lnTo>
                  <a:lnTo>
                    <a:pt x="682336" y="128049"/>
                  </a:lnTo>
                  <a:lnTo>
                    <a:pt x="652670" y="134051"/>
                  </a:lnTo>
                  <a:lnTo>
                    <a:pt x="623003" y="140355"/>
                  </a:lnTo>
                  <a:lnTo>
                    <a:pt x="593336" y="146943"/>
                  </a:lnTo>
                  <a:lnTo>
                    <a:pt x="563669" y="153778"/>
                  </a:lnTo>
                  <a:lnTo>
                    <a:pt x="534002" y="160811"/>
                  </a:lnTo>
                  <a:lnTo>
                    <a:pt x="504336" y="168000"/>
                  </a:lnTo>
                  <a:lnTo>
                    <a:pt x="474669" y="175367"/>
                  </a:lnTo>
                  <a:lnTo>
                    <a:pt x="445002" y="182964"/>
                  </a:lnTo>
                  <a:lnTo>
                    <a:pt x="415335" y="190840"/>
                  </a:lnTo>
                  <a:lnTo>
                    <a:pt x="385668" y="199033"/>
                  </a:lnTo>
                  <a:lnTo>
                    <a:pt x="356001" y="207564"/>
                  </a:lnTo>
                  <a:lnTo>
                    <a:pt x="326335" y="216446"/>
                  </a:lnTo>
                  <a:lnTo>
                    <a:pt x="296668" y="225710"/>
                  </a:lnTo>
                  <a:lnTo>
                    <a:pt x="267001" y="235447"/>
                  </a:lnTo>
                  <a:lnTo>
                    <a:pt x="237334" y="245810"/>
                  </a:lnTo>
                  <a:lnTo>
                    <a:pt x="207667" y="256889"/>
                  </a:lnTo>
                  <a:lnTo>
                    <a:pt x="178000" y="268728"/>
                  </a:lnTo>
                  <a:lnTo>
                    <a:pt x="148334" y="281413"/>
                  </a:lnTo>
                  <a:lnTo>
                    <a:pt x="118667" y="294969"/>
                  </a:lnTo>
                  <a:lnTo>
                    <a:pt x="89000" y="309375"/>
                  </a:lnTo>
                  <a:lnTo>
                    <a:pt x="59333" y="324551"/>
                  </a:lnTo>
                  <a:lnTo>
                    <a:pt x="29666" y="340434"/>
                  </a:lnTo>
                  <a:lnTo>
                    <a:pt x="0" y="3569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56" name="pl2056"/>
            <p:cNvSpPr/>
            <p:nvPr/>
          </p:nvSpPr>
          <p:spPr>
            <a:xfrm>
              <a:off x="3489347" y="7061631"/>
              <a:ext cx="2343679" cy="447056"/>
            </a:xfrm>
            <a:custGeom>
              <a:avLst/>
              <a:pathLst>
                <a:path w="2343679" h="447056">
                  <a:moveTo>
                    <a:pt x="0" y="447056"/>
                  </a:moveTo>
                  <a:lnTo>
                    <a:pt x="29666" y="436078"/>
                  </a:lnTo>
                  <a:lnTo>
                    <a:pt x="59333" y="425094"/>
                  </a:lnTo>
                  <a:lnTo>
                    <a:pt x="89000" y="414096"/>
                  </a:lnTo>
                  <a:lnTo>
                    <a:pt x="118667" y="403079"/>
                  </a:lnTo>
                  <a:lnTo>
                    <a:pt x="148334" y="392031"/>
                  </a:lnTo>
                  <a:lnTo>
                    <a:pt x="178000" y="380948"/>
                  </a:lnTo>
                  <a:lnTo>
                    <a:pt x="207667" y="369846"/>
                  </a:lnTo>
                  <a:lnTo>
                    <a:pt x="237334" y="358770"/>
                  </a:lnTo>
                  <a:lnTo>
                    <a:pt x="267001" y="347782"/>
                  </a:lnTo>
                  <a:lnTo>
                    <a:pt x="296668" y="336949"/>
                  </a:lnTo>
                  <a:lnTo>
                    <a:pt x="326335" y="326326"/>
                  </a:lnTo>
                  <a:lnTo>
                    <a:pt x="356001" y="315931"/>
                  </a:lnTo>
                  <a:lnTo>
                    <a:pt x="385668" y="305773"/>
                  </a:lnTo>
                  <a:lnTo>
                    <a:pt x="415335" y="295861"/>
                  </a:lnTo>
                  <a:lnTo>
                    <a:pt x="445002" y="286206"/>
                  </a:lnTo>
                  <a:lnTo>
                    <a:pt x="474669" y="276817"/>
                  </a:lnTo>
                  <a:lnTo>
                    <a:pt x="504336" y="267704"/>
                  </a:lnTo>
                  <a:lnTo>
                    <a:pt x="534002" y="258875"/>
                  </a:lnTo>
                  <a:lnTo>
                    <a:pt x="563669" y="250339"/>
                  </a:lnTo>
                  <a:lnTo>
                    <a:pt x="593336" y="242093"/>
                  </a:lnTo>
                  <a:lnTo>
                    <a:pt x="623003" y="234135"/>
                  </a:lnTo>
                  <a:lnTo>
                    <a:pt x="652670" y="226463"/>
                  </a:lnTo>
                  <a:lnTo>
                    <a:pt x="682336" y="219075"/>
                  </a:lnTo>
                  <a:lnTo>
                    <a:pt x="712003" y="211967"/>
                  </a:lnTo>
                  <a:lnTo>
                    <a:pt x="741670" y="205139"/>
                  </a:lnTo>
                  <a:lnTo>
                    <a:pt x="771337" y="198587"/>
                  </a:lnTo>
                  <a:lnTo>
                    <a:pt x="801004" y="192306"/>
                  </a:lnTo>
                  <a:lnTo>
                    <a:pt x="830671" y="186283"/>
                  </a:lnTo>
                  <a:lnTo>
                    <a:pt x="860337" y="180507"/>
                  </a:lnTo>
                  <a:lnTo>
                    <a:pt x="890004" y="174965"/>
                  </a:lnTo>
                  <a:lnTo>
                    <a:pt x="919671" y="169646"/>
                  </a:lnTo>
                  <a:lnTo>
                    <a:pt x="949338" y="164537"/>
                  </a:lnTo>
                  <a:lnTo>
                    <a:pt x="979005" y="159625"/>
                  </a:lnTo>
                  <a:lnTo>
                    <a:pt x="1008672" y="154899"/>
                  </a:lnTo>
                  <a:lnTo>
                    <a:pt x="1038338" y="150347"/>
                  </a:lnTo>
                  <a:lnTo>
                    <a:pt x="1068005" y="145957"/>
                  </a:lnTo>
                  <a:lnTo>
                    <a:pt x="1097672" y="141715"/>
                  </a:lnTo>
                  <a:lnTo>
                    <a:pt x="1127339" y="137611"/>
                  </a:lnTo>
                  <a:lnTo>
                    <a:pt x="1157006" y="133631"/>
                  </a:lnTo>
                  <a:lnTo>
                    <a:pt x="1186673" y="129764"/>
                  </a:lnTo>
                  <a:lnTo>
                    <a:pt x="1216339" y="125997"/>
                  </a:lnTo>
                  <a:lnTo>
                    <a:pt x="1246006" y="122319"/>
                  </a:lnTo>
                  <a:lnTo>
                    <a:pt x="1275673" y="118717"/>
                  </a:lnTo>
                  <a:lnTo>
                    <a:pt x="1305340" y="115179"/>
                  </a:lnTo>
                  <a:lnTo>
                    <a:pt x="1335007" y="111693"/>
                  </a:lnTo>
                  <a:lnTo>
                    <a:pt x="1364673" y="108246"/>
                  </a:lnTo>
                  <a:lnTo>
                    <a:pt x="1394340" y="104827"/>
                  </a:lnTo>
                  <a:lnTo>
                    <a:pt x="1424007" y="101424"/>
                  </a:lnTo>
                  <a:lnTo>
                    <a:pt x="1453674" y="98034"/>
                  </a:lnTo>
                  <a:lnTo>
                    <a:pt x="1483341" y="94654"/>
                  </a:lnTo>
                  <a:lnTo>
                    <a:pt x="1513008" y="91287"/>
                  </a:lnTo>
                  <a:lnTo>
                    <a:pt x="1542674" y="87930"/>
                  </a:lnTo>
                  <a:lnTo>
                    <a:pt x="1572341" y="84583"/>
                  </a:lnTo>
                  <a:lnTo>
                    <a:pt x="1602008" y="81247"/>
                  </a:lnTo>
                  <a:lnTo>
                    <a:pt x="1631675" y="77921"/>
                  </a:lnTo>
                  <a:lnTo>
                    <a:pt x="1661342" y="74604"/>
                  </a:lnTo>
                  <a:lnTo>
                    <a:pt x="1691009" y="71296"/>
                  </a:lnTo>
                  <a:lnTo>
                    <a:pt x="1720675" y="67996"/>
                  </a:lnTo>
                  <a:lnTo>
                    <a:pt x="1750342" y="64705"/>
                  </a:lnTo>
                  <a:lnTo>
                    <a:pt x="1780009" y="61421"/>
                  </a:lnTo>
                  <a:lnTo>
                    <a:pt x="1809676" y="58145"/>
                  </a:lnTo>
                  <a:lnTo>
                    <a:pt x="1839343" y="54876"/>
                  </a:lnTo>
                  <a:lnTo>
                    <a:pt x="1869010" y="51614"/>
                  </a:lnTo>
                  <a:lnTo>
                    <a:pt x="1898676" y="48358"/>
                  </a:lnTo>
                  <a:lnTo>
                    <a:pt x="1928343" y="45107"/>
                  </a:lnTo>
                  <a:lnTo>
                    <a:pt x="1958010" y="41863"/>
                  </a:lnTo>
                  <a:lnTo>
                    <a:pt x="1987677" y="38623"/>
                  </a:lnTo>
                  <a:lnTo>
                    <a:pt x="2017344" y="35388"/>
                  </a:lnTo>
                  <a:lnTo>
                    <a:pt x="2047010" y="32157"/>
                  </a:lnTo>
                  <a:lnTo>
                    <a:pt x="2076677" y="28930"/>
                  </a:lnTo>
                  <a:lnTo>
                    <a:pt x="2106344" y="25707"/>
                  </a:lnTo>
                  <a:lnTo>
                    <a:pt x="2136011" y="22486"/>
                  </a:lnTo>
                  <a:lnTo>
                    <a:pt x="2165678" y="19269"/>
                  </a:lnTo>
                  <a:lnTo>
                    <a:pt x="2195345" y="16054"/>
                  </a:lnTo>
                  <a:lnTo>
                    <a:pt x="2225011" y="12841"/>
                  </a:lnTo>
                  <a:lnTo>
                    <a:pt x="2254678" y="9629"/>
                  </a:lnTo>
                  <a:lnTo>
                    <a:pt x="2284345" y="6418"/>
                  </a:lnTo>
                  <a:lnTo>
                    <a:pt x="2314012" y="3209"/>
                  </a:lnTo>
                  <a:lnTo>
                    <a:pt x="2343679" y="0"/>
                  </a:lnTo>
                </a:path>
              </a:pathLst>
            </a:custGeom>
            <a:ln w="27101" cap="flat">
              <a:solidFill>
                <a:srgbClr val="FFD7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rc2057"/>
            <p:cNvSpPr/>
            <p:nvPr/>
          </p:nvSpPr>
          <p:spPr>
            <a:xfrm>
              <a:off x="3372163" y="5418670"/>
              <a:ext cx="2578047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tx2058"/>
            <p:cNvSpPr/>
            <p:nvPr/>
          </p:nvSpPr>
          <p:spPr>
            <a:xfrm>
              <a:off x="3210161" y="836102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2059" name="tx2059"/>
            <p:cNvSpPr/>
            <p:nvPr/>
          </p:nvSpPr>
          <p:spPr>
            <a:xfrm>
              <a:off x="3247378" y="7467606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060" name="tx2060"/>
            <p:cNvSpPr/>
            <p:nvPr/>
          </p:nvSpPr>
          <p:spPr>
            <a:xfrm>
              <a:off x="3247378" y="6576916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061" name="tx2061"/>
            <p:cNvSpPr/>
            <p:nvPr/>
          </p:nvSpPr>
          <p:spPr>
            <a:xfrm>
              <a:off x="3247378" y="5685189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2062" name="pl2062"/>
            <p:cNvSpPr/>
            <p:nvPr/>
          </p:nvSpPr>
          <p:spPr>
            <a:xfrm>
              <a:off x="3337369" y="84013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l2063"/>
            <p:cNvSpPr/>
            <p:nvPr/>
          </p:nvSpPr>
          <p:spPr>
            <a:xfrm>
              <a:off x="3337369" y="750929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l2064"/>
            <p:cNvSpPr/>
            <p:nvPr/>
          </p:nvSpPr>
          <p:spPr>
            <a:xfrm>
              <a:off x="3337369" y="661724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l2065"/>
            <p:cNvSpPr/>
            <p:nvPr/>
          </p:nvSpPr>
          <p:spPr>
            <a:xfrm>
              <a:off x="3337369" y="57251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l2066"/>
            <p:cNvSpPr/>
            <p:nvPr/>
          </p:nvSpPr>
          <p:spPr>
            <a:xfrm>
              <a:off x="3637976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l2067"/>
            <p:cNvSpPr/>
            <p:nvPr/>
          </p:nvSpPr>
          <p:spPr>
            <a:xfrm>
              <a:off x="4502431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8"/>
            <p:cNvSpPr/>
            <p:nvPr/>
          </p:nvSpPr>
          <p:spPr>
            <a:xfrm>
              <a:off x="5366886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tx2069"/>
            <p:cNvSpPr/>
            <p:nvPr/>
          </p:nvSpPr>
          <p:spPr>
            <a:xfrm>
              <a:off x="3606898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070" name="tx2070"/>
            <p:cNvSpPr/>
            <p:nvPr/>
          </p:nvSpPr>
          <p:spPr>
            <a:xfrm>
              <a:off x="4440275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071" name="tx2071"/>
            <p:cNvSpPr/>
            <p:nvPr/>
          </p:nvSpPr>
          <p:spPr>
            <a:xfrm>
              <a:off x="5304730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072" name="tx2072"/>
            <p:cNvSpPr/>
            <p:nvPr/>
          </p:nvSpPr>
          <p:spPr>
            <a:xfrm>
              <a:off x="3861561" y="8777412"/>
              <a:ext cx="15992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Baseline Amyloid PET (Z)</a:t>
              </a:r>
            </a:p>
          </p:txBody>
        </p:sp>
        <p:sp>
          <p:nvSpPr>
            <p:cNvPr id="2073" name="tx2073"/>
            <p:cNvSpPr/>
            <p:nvPr/>
          </p:nvSpPr>
          <p:spPr>
            <a:xfrm rot="-5400000">
              <a:off x="2241388" y="6942179"/>
              <a:ext cx="166889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ARC Amyloid PET (Z/year)</a:t>
              </a:r>
            </a:p>
          </p:txBody>
        </p:sp>
        <p:sp>
          <p:nvSpPr>
            <p:cNvPr id="2074" name="rc2074"/>
            <p:cNvSpPr/>
            <p:nvPr/>
          </p:nvSpPr>
          <p:spPr>
            <a:xfrm>
              <a:off x="6019800" y="5715794"/>
              <a:ext cx="3048000" cy="2924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6664435" y="775089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6664435" y="722480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6664435" y="669871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6664435" y="6172624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703269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755878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808487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l2082"/>
            <p:cNvSpPr/>
            <p:nvPr/>
          </p:nvSpPr>
          <p:spPr>
            <a:xfrm>
              <a:off x="8610969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l2083"/>
            <p:cNvSpPr/>
            <p:nvPr/>
          </p:nvSpPr>
          <p:spPr>
            <a:xfrm>
              <a:off x="6664435" y="801394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l2084"/>
            <p:cNvSpPr/>
            <p:nvPr/>
          </p:nvSpPr>
          <p:spPr>
            <a:xfrm>
              <a:off x="6664435" y="748785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l2085"/>
            <p:cNvSpPr/>
            <p:nvPr/>
          </p:nvSpPr>
          <p:spPr>
            <a:xfrm>
              <a:off x="6664435" y="696176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l2086"/>
            <p:cNvSpPr/>
            <p:nvPr/>
          </p:nvSpPr>
          <p:spPr>
            <a:xfrm>
              <a:off x="6664435" y="6435669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l2087"/>
            <p:cNvSpPr/>
            <p:nvPr/>
          </p:nvSpPr>
          <p:spPr>
            <a:xfrm>
              <a:off x="6664435" y="5909579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l2088"/>
            <p:cNvSpPr/>
            <p:nvPr/>
          </p:nvSpPr>
          <p:spPr>
            <a:xfrm>
              <a:off x="676965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729574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782183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8347924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8874014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6769653" y="5909579"/>
              <a:ext cx="2104360" cy="2104360"/>
            </a:xfrm>
            <a:custGeom>
              <a:avLst/>
              <a:pathLst>
                <a:path w="2104360" h="2104360">
                  <a:moveTo>
                    <a:pt x="0" y="2104360"/>
                  </a:moveTo>
                  <a:lnTo>
                    <a:pt x="0" y="2084875"/>
                  </a:lnTo>
                  <a:lnTo>
                    <a:pt x="0" y="2065390"/>
                  </a:lnTo>
                  <a:lnTo>
                    <a:pt x="0" y="2045905"/>
                  </a:lnTo>
                  <a:lnTo>
                    <a:pt x="0" y="2026421"/>
                  </a:lnTo>
                  <a:lnTo>
                    <a:pt x="0" y="2006936"/>
                  </a:lnTo>
                  <a:lnTo>
                    <a:pt x="9189" y="2006936"/>
                  </a:lnTo>
                  <a:lnTo>
                    <a:pt x="18378" y="2006936"/>
                  </a:lnTo>
                  <a:lnTo>
                    <a:pt x="27568" y="2006936"/>
                  </a:lnTo>
                  <a:lnTo>
                    <a:pt x="27568" y="1987451"/>
                  </a:lnTo>
                  <a:lnTo>
                    <a:pt x="27568" y="1967966"/>
                  </a:lnTo>
                  <a:lnTo>
                    <a:pt x="27568" y="1948481"/>
                  </a:lnTo>
                  <a:lnTo>
                    <a:pt x="27568" y="1928996"/>
                  </a:lnTo>
                  <a:lnTo>
                    <a:pt x="27568" y="1909512"/>
                  </a:lnTo>
                  <a:lnTo>
                    <a:pt x="36757" y="1909512"/>
                  </a:lnTo>
                  <a:lnTo>
                    <a:pt x="45946" y="1909512"/>
                  </a:lnTo>
                  <a:lnTo>
                    <a:pt x="55136" y="1909512"/>
                  </a:lnTo>
                  <a:lnTo>
                    <a:pt x="64325" y="1909512"/>
                  </a:lnTo>
                  <a:lnTo>
                    <a:pt x="64325" y="1890027"/>
                  </a:lnTo>
                  <a:lnTo>
                    <a:pt x="64325" y="1870542"/>
                  </a:lnTo>
                  <a:lnTo>
                    <a:pt x="64325" y="1851057"/>
                  </a:lnTo>
                  <a:lnTo>
                    <a:pt x="73514" y="1851057"/>
                  </a:lnTo>
                  <a:lnTo>
                    <a:pt x="82704" y="1851057"/>
                  </a:lnTo>
                  <a:lnTo>
                    <a:pt x="82704" y="1831572"/>
                  </a:lnTo>
                  <a:lnTo>
                    <a:pt x="91893" y="1831572"/>
                  </a:lnTo>
                  <a:lnTo>
                    <a:pt x="91893" y="1812088"/>
                  </a:lnTo>
                  <a:lnTo>
                    <a:pt x="101082" y="1812088"/>
                  </a:lnTo>
                  <a:lnTo>
                    <a:pt x="101082" y="1792603"/>
                  </a:lnTo>
                  <a:lnTo>
                    <a:pt x="101082" y="1773118"/>
                  </a:lnTo>
                  <a:lnTo>
                    <a:pt x="101082" y="1753633"/>
                  </a:lnTo>
                  <a:lnTo>
                    <a:pt x="110272" y="1753633"/>
                  </a:lnTo>
                  <a:lnTo>
                    <a:pt x="119461" y="1753633"/>
                  </a:lnTo>
                  <a:lnTo>
                    <a:pt x="119461" y="1734148"/>
                  </a:lnTo>
                  <a:lnTo>
                    <a:pt x="119461" y="1714663"/>
                  </a:lnTo>
                  <a:lnTo>
                    <a:pt x="119461" y="1695179"/>
                  </a:lnTo>
                  <a:lnTo>
                    <a:pt x="119461" y="1675694"/>
                  </a:lnTo>
                  <a:lnTo>
                    <a:pt x="119461" y="1656209"/>
                  </a:lnTo>
                  <a:lnTo>
                    <a:pt x="119461" y="1636724"/>
                  </a:lnTo>
                  <a:lnTo>
                    <a:pt x="119461" y="1617239"/>
                  </a:lnTo>
                  <a:lnTo>
                    <a:pt x="119461" y="1597755"/>
                  </a:lnTo>
                  <a:lnTo>
                    <a:pt x="119461" y="1578270"/>
                  </a:lnTo>
                  <a:lnTo>
                    <a:pt x="119461" y="1558785"/>
                  </a:lnTo>
                  <a:lnTo>
                    <a:pt x="128650" y="1558785"/>
                  </a:lnTo>
                  <a:lnTo>
                    <a:pt x="128650" y="1539300"/>
                  </a:lnTo>
                  <a:lnTo>
                    <a:pt x="128650" y="1519815"/>
                  </a:lnTo>
                  <a:lnTo>
                    <a:pt x="137840" y="1519815"/>
                  </a:lnTo>
                  <a:lnTo>
                    <a:pt x="137840" y="1500330"/>
                  </a:lnTo>
                  <a:lnTo>
                    <a:pt x="137840" y="1480846"/>
                  </a:lnTo>
                  <a:lnTo>
                    <a:pt x="147029" y="1480846"/>
                  </a:lnTo>
                  <a:lnTo>
                    <a:pt x="147029" y="1441876"/>
                  </a:lnTo>
                  <a:lnTo>
                    <a:pt x="156218" y="1441876"/>
                  </a:lnTo>
                  <a:lnTo>
                    <a:pt x="165408" y="1441876"/>
                  </a:lnTo>
                  <a:lnTo>
                    <a:pt x="174597" y="1441876"/>
                  </a:lnTo>
                  <a:lnTo>
                    <a:pt x="183786" y="1441876"/>
                  </a:lnTo>
                  <a:lnTo>
                    <a:pt x="183786" y="1422391"/>
                  </a:lnTo>
                  <a:lnTo>
                    <a:pt x="192976" y="1422391"/>
                  </a:lnTo>
                  <a:lnTo>
                    <a:pt x="202165" y="1422391"/>
                  </a:lnTo>
                  <a:lnTo>
                    <a:pt x="211354" y="1422391"/>
                  </a:lnTo>
                  <a:lnTo>
                    <a:pt x="220544" y="1422391"/>
                  </a:lnTo>
                  <a:lnTo>
                    <a:pt x="229733" y="1422391"/>
                  </a:lnTo>
                  <a:lnTo>
                    <a:pt x="238923" y="1422391"/>
                  </a:lnTo>
                  <a:lnTo>
                    <a:pt x="238923" y="1402906"/>
                  </a:lnTo>
                  <a:lnTo>
                    <a:pt x="238923" y="1383422"/>
                  </a:lnTo>
                  <a:lnTo>
                    <a:pt x="238923" y="1363937"/>
                  </a:lnTo>
                  <a:lnTo>
                    <a:pt x="238923" y="1344452"/>
                  </a:lnTo>
                  <a:lnTo>
                    <a:pt x="238923" y="1324967"/>
                  </a:lnTo>
                  <a:lnTo>
                    <a:pt x="248112" y="1324967"/>
                  </a:lnTo>
                  <a:lnTo>
                    <a:pt x="248112" y="1305482"/>
                  </a:lnTo>
                  <a:lnTo>
                    <a:pt x="257301" y="1305482"/>
                  </a:lnTo>
                  <a:lnTo>
                    <a:pt x="266491" y="1305482"/>
                  </a:lnTo>
                  <a:lnTo>
                    <a:pt x="266491" y="1285997"/>
                  </a:lnTo>
                  <a:lnTo>
                    <a:pt x="266491" y="1266513"/>
                  </a:lnTo>
                  <a:lnTo>
                    <a:pt x="275680" y="1266513"/>
                  </a:lnTo>
                  <a:lnTo>
                    <a:pt x="275680" y="1247028"/>
                  </a:lnTo>
                  <a:lnTo>
                    <a:pt x="275680" y="1227543"/>
                  </a:lnTo>
                  <a:lnTo>
                    <a:pt x="275680" y="1208058"/>
                  </a:lnTo>
                  <a:lnTo>
                    <a:pt x="284869" y="1208058"/>
                  </a:lnTo>
                  <a:lnTo>
                    <a:pt x="294059" y="1208058"/>
                  </a:lnTo>
                  <a:lnTo>
                    <a:pt x="294059" y="1188573"/>
                  </a:lnTo>
                  <a:lnTo>
                    <a:pt x="303248" y="1188573"/>
                  </a:lnTo>
                  <a:lnTo>
                    <a:pt x="303248" y="1169089"/>
                  </a:lnTo>
                  <a:lnTo>
                    <a:pt x="303248" y="1149604"/>
                  </a:lnTo>
                  <a:lnTo>
                    <a:pt x="312437" y="1149604"/>
                  </a:lnTo>
                  <a:lnTo>
                    <a:pt x="321627" y="1149604"/>
                  </a:lnTo>
                  <a:lnTo>
                    <a:pt x="330816" y="1149604"/>
                  </a:lnTo>
                  <a:lnTo>
                    <a:pt x="330816" y="1130119"/>
                  </a:lnTo>
                  <a:lnTo>
                    <a:pt x="330816" y="1110634"/>
                  </a:lnTo>
                  <a:lnTo>
                    <a:pt x="330816" y="1091149"/>
                  </a:lnTo>
                  <a:lnTo>
                    <a:pt x="330816" y="1071664"/>
                  </a:lnTo>
                  <a:lnTo>
                    <a:pt x="340005" y="1071664"/>
                  </a:lnTo>
                  <a:lnTo>
                    <a:pt x="340005" y="1052180"/>
                  </a:lnTo>
                  <a:lnTo>
                    <a:pt x="349195" y="1052180"/>
                  </a:lnTo>
                  <a:lnTo>
                    <a:pt x="358384" y="1052180"/>
                  </a:lnTo>
                  <a:lnTo>
                    <a:pt x="358384" y="1032695"/>
                  </a:lnTo>
                  <a:lnTo>
                    <a:pt x="367573" y="1032695"/>
                  </a:lnTo>
                  <a:lnTo>
                    <a:pt x="376763" y="1013210"/>
                  </a:lnTo>
                  <a:lnTo>
                    <a:pt x="376763" y="993725"/>
                  </a:lnTo>
                  <a:lnTo>
                    <a:pt x="385952" y="993725"/>
                  </a:lnTo>
                  <a:lnTo>
                    <a:pt x="385952" y="974240"/>
                  </a:lnTo>
                  <a:lnTo>
                    <a:pt x="395141" y="974240"/>
                  </a:lnTo>
                  <a:lnTo>
                    <a:pt x="395141" y="954756"/>
                  </a:lnTo>
                  <a:lnTo>
                    <a:pt x="404331" y="954756"/>
                  </a:lnTo>
                  <a:lnTo>
                    <a:pt x="413520" y="954756"/>
                  </a:lnTo>
                  <a:lnTo>
                    <a:pt x="413520" y="935271"/>
                  </a:lnTo>
                  <a:lnTo>
                    <a:pt x="413520" y="915786"/>
                  </a:lnTo>
                  <a:lnTo>
                    <a:pt x="413520" y="896301"/>
                  </a:lnTo>
                  <a:lnTo>
                    <a:pt x="413520" y="876816"/>
                  </a:lnTo>
                  <a:lnTo>
                    <a:pt x="413520" y="857331"/>
                  </a:lnTo>
                  <a:lnTo>
                    <a:pt x="422709" y="857331"/>
                  </a:lnTo>
                  <a:lnTo>
                    <a:pt x="422709" y="837847"/>
                  </a:lnTo>
                  <a:lnTo>
                    <a:pt x="422709" y="818362"/>
                  </a:lnTo>
                  <a:lnTo>
                    <a:pt x="422709" y="779392"/>
                  </a:lnTo>
                  <a:lnTo>
                    <a:pt x="422709" y="759907"/>
                  </a:lnTo>
                  <a:lnTo>
                    <a:pt x="422709" y="740423"/>
                  </a:lnTo>
                  <a:lnTo>
                    <a:pt x="422709" y="720938"/>
                  </a:lnTo>
                  <a:lnTo>
                    <a:pt x="422709" y="701453"/>
                  </a:lnTo>
                  <a:lnTo>
                    <a:pt x="431899" y="701453"/>
                  </a:lnTo>
                  <a:lnTo>
                    <a:pt x="431899" y="681968"/>
                  </a:lnTo>
                  <a:lnTo>
                    <a:pt x="441088" y="681968"/>
                  </a:lnTo>
                  <a:lnTo>
                    <a:pt x="441088" y="662483"/>
                  </a:lnTo>
                  <a:lnTo>
                    <a:pt x="450277" y="662483"/>
                  </a:lnTo>
                  <a:lnTo>
                    <a:pt x="450277" y="642998"/>
                  </a:lnTo>
                  <a:lnTo>
                    <a:pt x="450277" y="623514"/>
                  </a:lnTo>
                  <a:lnTo>
                    <a:pt x="450277" y="604029"/>
                  </a:lnTo>
                  <a:lnTo>
                    <a:pt x="450277" y="584544"/>
                  </a:lnTo>
                  <a:lnTo>
                    <a:pt x="459467" y="584544"/>
                  </a:lnTo>
                  <a:lnTo>
                    <a:pt x="459467" y="565059"/>
                  </a:lnTo>
                  <a:lnTo>
                    <a:pt x="468656" y="565059"/>
                  </a:lnTo>
                  <a:lnTo>
                    <a:pt x="468656" y="545574"/>
                  </a:lnTo>
                  <a:lnTo>
                    <a:pt x="468656" y="526090"/>
                  </a:lnTo>
                  <a:lnTo>
                    <a:pt x="477846" y="526090"/>
                  </a:lnTo>
                  <a:lnTo>
                    <a:pt x="477846" y="506605"/>
                  </a:lnTo>
                  <a:lnTo>
                    <a:pt x="477846" y="487120"/>
                  </a:lnTo>
                  <a:lnTo>
                    <a:pt x="487035" y="487120"/>
                  </a:lnTo>
                  <a:lnTo>
                    <a:pt x="496224" y="487120"/>
                  </a:lnTo>
                  <a:lnTo>
                    <a:pt x="496224" y="467635"/>
                  </a:lnTo>
                  <a:lnTo>
                    <a:pt x="505414" y="467635"/>
                  </a:lnTo>
                  <a:lnTo>
                    <a:pt x="514603" y="467635"/>
                  </a:lnTo>
                  <a:lnTo>
                    <a:pt x="514603" y="448150"/>
                  </a:lnTo>
                  <a:lnTo>
                    <a:pt x="523792" y="448150"/>
                  </a:lnTo>
                  <a:lnTo>
                    <a:pt x="532982" y="448150"/>
                  </a:lnTo>
                  <a:lnTo>
                    <a:pt x="542171" y="448150"/>
                  </a:lnTo>
                  <a:lnTo>
                    <a:pt x="542171" y="428665"/>
                  </a:lnTo>
                  <a:lnTo>
                    <a:pt x="542171" y="409181"/>
                  </a:lnTo>
                  <a:lnTo>
                    <a:pt x="551360" y="409181"/>
                  </a:lnTo>
                  <a:lnTo>
                    <a:pt x="551360" y="370211"/>
                  </a:lnTo>
                  <a:lnTo>
                    <a:pt x="560550" y="370211"/>
                  </a:lnTo>
                  <a:lnTo>
                    <a:pt x="569739" y="370211"/>
                  </a:lnTo>
                  <a:lnTo>
                    <a:pt x="588118" y="370211"/>
                  </a:lnTo>
                  <a:lnTo>
                    <a:pt x="597307" y="370211"/>
                  </a:lnTo>
                  <a:lnTo>
                    <a:pt x="606496" y="370211"/>
                  </a:lnTo>
                  <a:lnTo>
                    <a:pt x="615686" y="370211"/>
                  </a:lnTo>
                  <a:lnTo>
                    <a:pt x="624875" y="370211"/>
                  </a:lnTo>
                  <a:lnTo>
                    <a:pt x="634064" y="370211"/>
                  </a:lnTo>
                  <a:lnTo>
                    <a:pt x="643254" y="370211"/>
                  </a:lnTo>
                  <a:lnTo>
                    <a:pt x="652443" y="370211"/>
                  </a:lnTo>
                  <a:lnTo>
                    <a:pt x="661632" y="370211"/>
                  </a:lnTo>
                  <a:lnTo>
                    <a:pt x="680011" y="370211"/>
                  </a:lnTo>
                  <a:lnTo>
                    <a:pt x="689200" y="370211"/>
                  </a:lnTo>
                  <a:lnTo>
                    <a:pt x="698390" y="370211"/>
                  </a:lnTo>
                  <a:lnTo>
                    <a:pt x="707579" y="370211"/>
                  </a:lnTo>
                  <a:lnTo>
                    <a:pt x="716769" y="370211"/>
                  </a:lnTo>
                  <a:lnTo>
                    <a:pt x="725958" y="370211"/>
                  </a:lnTo>
                  <a:lnTo>
                    <a:pt x="744337" y="370211"/>
                  </a:lnTo>
                  <a:lnTo>
                    <a:pt x="753526" y="350726"/>
                  </a:lnTo>
                  <a:lnTo>
                    <a:pt x="762715" y="350726"/>
                  </a:lnTo>
                  <a:lnTo>
                    <a:pt x="771905" y="350726"/>
                  </a:lnTo>
                  <a:lnTo>
                    <a:pt x="781094" y="350726"/>
                  </a:lnTo>
                  <a:lnTo>
                    <a:pt x="781094" y="331241"/>
                  </a:lnTo>
                  <a:lnTo>
                    <a:pt x="781094" y="311757"/>
                  </a:lnTo>
                  <a:lnTo>
                    <a:pt x="790283" y="311757"/>
                  </a:lnTo>
                  <a:lnTo>
                    <a:pt x="799473" y="311757"/>
                  </a:lnTo>
                  <a:lnTo>
                    <a:pt x="827041" y="311757"/>
                  </a:lnTo>
                  <a:lnTo>
                    <a:pt x="845419" y="311757"/>
                  </a:lnTo>
                  <a:lnTo>
                    <a:pt x="854609" y="311757"/>
                  </a:lnTo>
                  <a:lnTo>
                    <a:pt x="863798" y="311757"/>
                  </a:lnTo>
                  <a:lnTo>
                    <a:pt x="872987" y="311757"/>
                  </a:lnTo>
                  <a:lnTo>
                    <a:pt x="882177" y="292272"/>
                  </a:lnTo>
                  <a:lnTo>
                    <a:pt x="900555" y="292272"/>
                  </a:lnTo>
                  <a:lnTo>
                    <a:pt x="909745" y="272787"/>
                  </a:lnTo>
                  <a:lnTo>
                    <a:pt x="918934" y="272787"/>
                  </a:lnTo>
                  <a:lnTo>
                    <a:pt x="928123" y="272787"/>
                  </a:lnTo>
                  <a:lnTo>
                    <a:pt x="937313" y="272787"/>
                  </a:lnTo>
                  <a:lnTo>
                    <a:pt x="946502" y="272787"/>
                  </a:lnTo>
                  <a:lnTo>
                    <a:pt x="955692" y="272787"/>
                  </a:lnTo>
                  <a:lnTo>
                    <a:pt x="964881" y="272787"/>
                  </a:lnTo>
                  <a:lnTo>
                    <a:pt x="974070" y="253302"/>
                  </a:lnTo>
                  <a:lnTo>
                    <a:pt x="974070" y="233817"/>
                  </a:lnTo>
                  <a:lnTo>
                    <a:pt x="992449" y="233817"/>
                  </a:lnTo>
                  <a:lnTo>
                    <a:pt x="1010828" y="214332"/>
                  </a:lnTo>
                  <a:lnTo>
                    <a:pt x="1065964" y="194848"/>
                  </a:lnTo>
                  <a:lnTo>
                    <a:pt x="1084342" y="194848"/>
                  </a:lnTo>
                  <a:lnTo>
                    <a:pt x="1093532" y="194848"/>
                  </a:lnTo>
                  <a:lnTo>
                    <a:pt x="1102721" y="194848"/>
                  </a:lnTo>
                  <a:lnTo>
                    <a:pt x="1130289" y="194848"/>
                  </a:lnTo>
                  <a:lnTo>
                    <a:pt x="1148668" y="194848"/>
                  </a:lnTo>
                  <a:lnTo>
                    <a:pt x="1167047" y="194848"/>
                  </a:lnTo>
                  <a:lnTo>
                    <a:pt x="1194615" y="194848"/>
                  </a:lnTo>
                  <a:lnTo>
                    <a:pt x="1212993" y="194848"/>
                  </a:lnTo>
                  <a:lnTo>
                    <a:pt x="1240561" y="194848"/>
                  </a:lnTo>
                  <a:lnTo>
                    <a:pt x="1258940" y="194848"/>
                  </a:lnTo>
                  <a:lnTo>
                    <a:pt x="1286508" y="194848"/>
                  </a:lnTo>
                  <a:lnTo>
                    <a:pt x="1286508" y="175363"/>
                  </a:lnTo>
                  <a:lnTo>
                    <a:pt x="1314076" y="175363"/>
                  </a:lnTo>
                  <a:lnTo>
                    <a:pt x="1341644" y="175363"/>
                  </a:lnTo>
                  <a:lnTo>
                    <a:pt x="1350833" y="175363"/>
                  </a:lnTo>
                  <a:lnTo>
                    <a:pt x="1360023" y="175363"/>
                  </a:lnTo>
                  <a:lnTo>
                    <a:pt x="1369212" y="175363"/>
                  </a:lnTo>
                  <a:lnTo>
                    <a:pt x="1378401" y="175363"/>
                  </a:lnTo>
                  <a:lnTo>
                    <a:pt x="1387591" y="175363"/>
                  </a:lnTo>
                  <a:lnTo>
                    <a:pt x="1396780" y="175363"/>
                  </a:lnTo>
                  <a:lnTo>
                    <a:pt x="1405970" y="175363"/>
                  </a:lnTo>
                  <a:lnTo>
                    <a:pt x="1415159" y="175363"/>
                  </a:lnTo>
                  <a:lnTo>
                    <a:pt x="1424348" y="175363"/>
                  </a:lnTo>
                  <a:lnTo>
                    <a:pt x="1433538" y="175363"/>
                  </a:lnTo>
                  <a:lnTo>
                    <a:pt x="1451916" y="175363"/>
                  </a:lnTo>
                  <a:lnTo>
                    <a:pt x="1470295" y="175363"/>
                  </a:lnTo>
                  <a:lnTo>
                    <a:pt x="1479484" y="175363"/>
                  </a:lnTo>
                  <a:lnTo>
                    <a:pt x="1488674" y="155878"/>
                  </a:lnTo>
                  <a:lnTo>
                    <a:pt x="1497863" y="155878"/>
                  </a:lnTo>
                  <a:lnTo>
                    <a:pt x="1497863" y="136393"/>
                  </a:lnTo>
                  <a:lnTo>
                    <a:pt x="1507052" y="136393"/>
                  </a:lnTo>
                  <a:lnTo>
                    <a:pt x="1516242" y="136393"/>
                  </a:lnTo>
                  <a:lnTo>
                    <a:pt x="1525431" y="136393"/>
                  </a:lnTo>
                  <a:lnTo>
                    <a:pt x="1543810" y="136393"/>
                  </a:lnTo>
                  <a:lnTo>
                    <a:pt x="1562188" y="136393"/>
                  </a:lnTo>
                  <a:lnTo>
                    <a:pt x="1571378" y="136393"/>
                  </a:lnTo>
                  <a:lnTo>
                    <a:pt x="1580567" y="136393"/>
                  </a:lnTo>
                  <a:lnTo>
                    <a:pt x="1598946" y="136393"/>
                  </a:lnTo>
                  <a:lnTo>
                    <a:pt x="1617324" y="136393"/>
                  </a:lnTo>
                  <a:lnTo>
                    <a:pt x="1626514" y="136393"/>
                  </a:lnTo>
                  <a:lnTo>
                    <a:pt x="1654082" y="136393"/>
                  </a:lnTo>
                  <a:lnTo>
                    <a:pt x="1672461" y="136393"/>
                  </a:lnTo>
                  <a:lnTo>
                    <a:pt x="1681650" y="136393"/>
                  </a:lnTo>
                  <a:lnTo>
                    <a:pt x="1690839" y="136393"/>
                  </a:lnTo>
                  <a:lnTo>
                    <a:pt x="1700029" y="136393"/>
                  </a:lnTo>
                  <a:lnTo>
                    <a:pt x="1709218" y="136393"/>
                  </a:lnTo>
                  <a:lnTo>
                    <a:pt x="1709218" y="116908"/>
                  </a:lnTo>
                  <a:lnTo>
                    <a:pt x="1709218" y="97424"/>
                  </a:lnTo>
                  <a:lnTo>
                    <a:pt x="1718407" y="97424"/>
                  </a:lnTo>
                  <a:lnTo>
                    <a:pt x="1727597" y="97424"/>
                  </a:lnTo>
                  <a:lnTo>
                    <a:pt x="1745975" y="97424"/>
                  </a:lnTo>
                  <a:lnTo>
                    <a:pt x="1755165" y="97424"/>
                  </a:lnTo>
                  <a:lnTo>
                    <a:pt x="1764354" y="97424"/>
                  </a:lnTo>
                  <a:lnTo>
                    <a:pt x="1773543" y="97424"/>
                  </a:lnTo>
                  <a:lnTo>
                    <a:pt x="1791922" y="97424"/>
                  </a:lnTo>
                  <a:lnTo>
                    <a:pt x="1801111" y="97424"/>
                  </a:lnTo>
                  <a:lnTo>
                    <a:pt x="1810301" y="77939"/>
                  </a:lnTo>
                  <a:lnTo>
                    <a:pt x="1819490" y="77939"/>
                  </a:lnTo>
                  <a:lnTo>
                    <a:pt x="1828679" y="77939"/>
                  </a:lnTo>
                  <a:lnTo>
                    <a:pt x="1837869" y="77939"/>
                  </a:lnTo>
                  <a:lnTo>
                    <a:pt x="1856247" y="77939"/>
                  </a:lnTo>
                  <a:lnTo>
                    <a:pt x="1865437" y="77939"/>
                  </a:lnTo>
                  <a:lnTo>
                    <a:pt x="1883816" y="77939"/>
                  </a:lnTo>
                  <a:lnTo>
                    <a:pt x="1893005" y="77939"/>
                  </a:lnTo>
                  <a:lnTo>
                    <a:pt x="1902194" y="77939"/>
                  </a:lnTo>
                  <a:lnTo>
                    <a:pt x="1911384" y="77939"/>
                  </a:lnTo>
                  <a:lnTo>
                    <a:pt x="1920573" y="77939"/>
                  </a:lnTo>
                  <a:lnTo>
                    <a:pt x="1938952" y="77939"/>
                  </a:lnTo>
                  <a:lnTo>
                    <a:pt x="1957330" y="77939"/>
                  </a:lnTo>
                  <a:lnTo>
                    <a:pt x="1966520" y="58454"/>
                  </a:lnTo>
                  <a:lnTo>
                    <a:pt x="1975709" y="58454"/>
                  </a:lnTo>
                  <a:lnTo>
                    <a:pt x="1984898" y="58454"/>
                  </a:lnTo>
                  <a:lnTo>
                    <a:pt x="1994088" y="58454"/>
                  </a:lnTo>
                  <a:lnTo>
                    <a:pt x="2003277" y="58454"/>
                  </a:lnTo>
                  <a:lnTo>
                    <a:pt x="2021656" y="58454"/>
                  </a:lnTo>
                  <a:lnTo>
                    <a:pt x="2030845" y="58454"/>
                  </a:lnTo>
                  <a:lnTo>
                    <a:pt x="2030845" y="38969"/>
                  </a:lnTo>
                  <a:lnTo>
                    <a:pt x="2040034" y="38969"/>
                  </a:lnTo>
                  <a:lnTo>
                    <a:pt x="2040034" y="19484"/>
                  </a:lnTo>
                  <a:lnTo>
                    <a:pt x="2049224" y="19484"/>
                  </a:lnTo>
                  <a:lnTo>
                    <a:pt x="2058413" y="19484"/>
                  </a:lnTo>
                  <a:lnTo>
                    <a:pt x="2067602" y="19484"/>
                  </a:lnTo>
                  <a:lnTo>
                    <a:pt x="2076792" y="19484"/>
                  </a:lnTo>
                  <a:lnTo>
                    <a:pt x="2085981" y="19484"/>
                  </a:lnTo>
                  <a:lnTo>
                    <a:pt x="2095171" y="19484"/>
                  </a:lnTo>
                  <a:lnTo>
                    <a:pt x="2104360" y="19484"/>
                  </a:lnTo>
                  <a:lnTo>
                    <a:pt x="21043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6664435" y="5804361"/>
              <a:ext cx="2314796" cy="2314796"/>
            </a:xfrm>
            <a:custGeom>
              <a:avLst/>
              <a:pathLst>
                <a:path w="2314796" h="2314796">
                  <a:moveTo>
                    <a:pt x="0" y="2314796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95" name="pg2095"/>
            <p:cNvSpPr/>
            <p:nvPr/>
          </p:nvSpPr>
          <p:spPr>
            <a:xfrm>
              <a:off x="7295743" y="7165402"/>
              <a:ext cx="1683488" cy="855331"/>
            </a:xfrm>
            <a:custGeom>
              <a:avLst/>
              <a:pathLst>
                <a:path w="1683488" h="855331">
                  <a:moveTo>
                    <a:pt x="27318" y="855331"/>
                  </a:moveTo>
                  <a:lnTo>
                    <a:pt x="1683488" y="855331"/>
                  </a:lnTo>
                  <a:lnTo>
                    <a:pt x="168348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828013"/>
                  </a:lnTo>
                  <a:lnTo>
                    <a:pt x="88" y="825815"/>
                  </a:lnTo>
                  <a:lnTo>
                    <a:pt x="88" y="830211"/>
                  </a:lnTo>
                  <a:lnTo>
                    <a:pt x="793" y="834551"/>
                  </a:lnTo>
                  <a:lnTo>
                    <a:pt x="2186" y="838721"/>
                  </a:lnTo>
                  <a:lnTo>
                    <a:pt x="4229" y="842614"/>
                  </a:lnTo>
                  <a:lnTo>
                    <a:pt x="6870" y="846128"/>
                  </a:lnTo>
                  <a:lnTo>
                    <a:pt x="10040" y="849174"/>
                  </a:lnTo>
                  <a:lnTo>
                    <a:pt x="13659" y="851671"/>
                  </a:lnTo>
                  <a:lnTo>
                    <a:pt x="17630" y="853556"/>
                  </a:lnTo>
                  <a:lnTo>
                    <a:pt x="21853" y="854779"/>
                  </a:lnTo>
                  <a:lnTo>
                    <a:pt x="26218" y="855309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tx2096"/>
            <p:cNvSpPr/>
            <p:nvPr/>
          </p:nvSpPr>
          <p:spPr>
            <a:xfrm>
              <a:off x="7341273" y="7180327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0.73 [0.733, 1.313]</a:t>
              </a:r>
            </a:p>
          </p:txBody>
        </p:sp>
        <p:sp>
          <p:nvSpPr>
            <p:cNvPr id="2097" name="tx2097"/>
            <p:cNvSpPr/>
            <p:nvPr/>
          </p:nvSpPr>
          <p:spPr>
            <a:xfrm>
              <a:off x="7341273" y="7425771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0.782</a:t>
              </a:r>
            </a:p>
          </p:txBody>
        </p:sp>
        <p:sp>
          <p:nvSpPr>
            <p:cNvPr id="2098" name="tx2098"/>
            <p:cNvSpPr/>
            <p:nvPr/>
          </p:nvSpPr>
          <p:spPr>
            <a:xfrm>
              <a:off x="7341273" y="7645724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0.597</a:t>
              </a:r>
            </a:p>
          </p:txBody>
        </p:sp>
        <p:sp>
          <p:nvSpPr>
            <p:cNvPr id="2099" name="tx2099"/>
            <p:cNvSpPr/>
            <p:nvPr/>
          </p:nvSpPr>
          <p:spPr>
            <a:xfrm>
              <a:off x="7341273" y="7864268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0.824</a:t>
              </a:r>
            </a:p>
          </p:txBody>
        </p:sp>
        <p:sp>
          <p:nvSpPr>
            <p:cNvPr id="2100" name="tx2100"/>
            <p:cNvSpPr/>
            <p:nvPr/>
          </p:nvSpPr>
          <p:spPr>
            <a:xfrm>
              <a:off x="6307884" y="7960878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101" name="tx2101"/>
            <p:cNvSpPr/>
            <p:nvPr/>
          </p:nvSpPr>
          <p:spPr>
            <a:xfrm>
              <a:off x="6307884" y="743478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102" name="tx2102"/>
            <p:cNvSpPr/>
            <p:nvPr/>
          </p:nvSpPr>
          <p:spPr>
            <a:xfrm>
              <a:off x="6307884" y="690869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103" name="tx2103"/>
            <p:cNvSpPr/>
            <p:nvPr/>
          </p:nvSpPr>
          <p:spPr>
            <a:xfrm>
              <a:off x="6307884" y="638260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104" name="tx2104"/>
            <p:cNvSpPr/>
            <p:nvPr/>
          </p:nvSpPr>
          <p:spPr>
            <a:xfrm>
              <a:off x="6307884" y="585651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105" name="tx2105"/>
            <p:cNvSpPr/>
            <p:nvPr/>
          </p:nvSpPr>
          <p:spPr>
            <a:xfrm>
              <a:off x="663123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106" name="tx2106"/>
            <p:cNvSpPr/>
            <p:nvPr/>
          </p:nvSpPr>
          <p:spPr>
            <a:xfrm>
              <a:off x="715732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107" name="tx2107"/>
            <p:cNvSpPr/>
            <p:nvPr/>
          </p:nvSpPr>
          <p:spPr>
            <a:xfrm>
              <a:off x="768341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108" name="tx2108"/>
            <p:cNvSpPr/>
            <p:nvPr/>
          </p:nvSpPr>
          <p:spPr>
            <a:xfrm>
              <a:off x="820950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109" name="tx2109"/>
            <p:cNvSpPr/>
            <p:nvPr/>
          </p:nvSpPr>
          <p:spPr>
            <a:xfrm>
              <a:off x="8735594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110" name="tx2110"/>
            <p:cNvSpPr/>
            <p:nvPr/>
          </p:nvSpPr>
          <p:spPr>
            <a:xfrm>
              <a:off x="6443449" y="8346439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2111" name="tx2111"/>
            <p:cNvSpPr/>
            <p:nvPr/>
          </p:nvSpPr>
          <p:spPr>
            <a:xfrm rot="-5400000">
              <a:off x="4936867" y="6878329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2112" name="rc2112"/>
            <p:cNvSpPr/>
            <p:nvPr/>
          </p:nvSpPr>
          <p:spPr>
            <a:xfrm>
              <a:off x="9067800" y="5349081"/>
              <a:ext cx="1524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rc2113"/>
            <p:cNvSpPr/>
            <p:nvPr/>
          </p:nvSpPr>
          <p:spPr>
            <a:xfrm>
              <a:off x="9468163" y="5418670"/>
              <a:ext cx="1054047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9468163" y="7955325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9468163" y="7063271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9468163" y="6171216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9753560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10106997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10460434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9468163" y="8401353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9468163" y="7509298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9468163" y="6617243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9468163" y="5725189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9576842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9930279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10283715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7"/>
            <p:cNvSpPr/>
            <p:nvPr/>
          </p:nvSpPr>
          <p:spPr>
            <a:xfrm>
              <a:off x="9710509" y="76516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8"/>
            <p:cNvSpPr/>
            <p:nvPr/>
          </p:nvSpPr>
          <p:spPr>
            <a:xfrm>
              <a:off x="9590999" y="74010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9"/>
            <p:cNvSpPr/>
            <p:nvPr/>
          </p:nvSpPr>
          <p:spPr>
            <a:xfrm>
              <a:off x="9533149" y="74685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30"/>
            <p:cNvSpPr/>
            <p:nvPr/>
          </p:nvSpPr>
          <p:spPr>
            <a:xfrm>
              <a:off x="9702177" y="674596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1"/>
            <p:cNvSpPr/>
            <p:nvPr/>
          </p:nvSpPr>
          <p:spPr>
            <a:xfrm>
              <a:off x="10372101" y="687257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2"/>
            <p:cNvSpPr/>
            <p:nvPr/>
          </p:nvSpPr>
          <p:spPr>
            <a:xfrm>
              <a:off x="9631709" y="719325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3"/>
            <p:cNvSpPr/>
            <p:nvPr/>
          </p:nvSpPr>
          <p:spPr>
            <a:xfrm>
              <a:off x="9519579" y="74810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4"/>
            <p:cNvSpPr/>
            <p:nvPr/>
          </p:nvSpPr>
          <p:spPr>
            <a:xfrm>
              <a:off x="9551242" y="75124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5"/>
            <p:cNvSpPr/>
            <p:nvPr/>
          </p:nvSpPr>
          <p:spPr>
            <a:xfrm>
              <a:off x="9532434" y="73933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6"/>
            <p:cNvSpPr/>
            <p:nvPr/>
          </p:nvSpPr>
          <p:spPr>
            <a:xfrm>
              <a:off x="9945721" y="725855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7"/>
            <p:cNvSpPr/>
            <p:nvPr/>
          </p:nvSpPr>
          <p:spPr>
            <a:xfrm>
              <a:off x="9752886" y="734501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8"/>
            <p:cNvSpPr/>
            <p:nvPr/>
          </p:nvSpPr>
          <p:spPr>
            <a:xfrm>
              <a:off x="9568621" y="75253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9"/>
            <p:cNvSpPr/>
            <p:nvPr/>
          </p:nvSpPr>
          <p:spPr>
            <a:xfrm>
              <a:off x="9721699" y="74048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40"/>
            <p:cNvSpPr/>
            <p:nvPr/>
          </p:nvSpPr>
          <p:spPr>
            <a:xfrm>
              <a:off x="9544338" y="74202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1"/>
            <p:cNvSpPr/>
            <p:nvPr/>
          </p:nvSpPr>
          <p:spPr>
            <a:xfrm>
              <a:off x="9587428" y="718630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2"/>
            <p:cNvSpPr/>
            <p:nvPr/>
          </p:nvSpPr>
          <p:spPr>
            <a:xfrm>
              <a:off x="9694797" y="78867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3"/>
            <p:cNvSpPr/>
            <p:nvPr/>
          </p:nvSpPr>
          <p:spPr>
            <a:xfrm>
              <a:off x="9519817" y="731296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4"/>
            <p:cNvSpPr/>
            <p:nvPr/>
          </p:nvSpPr>
          <p:spPr>
            <a:xfrm>
              <a:off x="10121891" y="624368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5"/>
            <p:cNvSpPr/>
            <p:nvPr/>
          </p:nvSpPr>
          <p:spPr>
            <a:xfrm>
              <a:off x="9785739" y="727981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6"/>
            <p:cNvSpPr/>
            <p:nvPr/>
          </p:nvSpPr>
          <p:spPr>
            <a:xfrm>
              <a:off x="9555051" y="751433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7"/>
            <p:cNvSpPr/>
            <p:nvPr/>
          </p:nvSpPr>
          <p:spPr>
            <a:xfrm>
              <a:off x="9612187" y="716200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8"/>
            <p:cNvSpPr/>
            <p:nvPr/>
          </p:nvSpPr>
          <p:spPr>
            <a:xfrm>
              <a:off x="9592428" y="73875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9"/>
            <p:cNvSpPr/>
            <p:nvPr/>
          </p:nvSpPr>
          <p:spPr>
            <a:xfrm>
              <a:off x="9692654" y="714433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50"/>
            <p:cNvSpPr/>
            <p:nvPr/>
          </p:nvSpPr>
          <p:spPr>
            <a:xfrm>
              <a:off x="9584095" y="74495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1"/>
            <p:cNvSpPr/>
            <p:nvPr/>
          </p:nvSpPr>
          <p:spPr>
            <a:xfrm>
              <a:off x="9566002" y="75194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2"/>
            <p:cNvSpPr/>
            <p:nvPr/>
          </p:nvSpPr>
          <p:spPr>
            <a:xfrm>
              <a:off x="9555289" y="724813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3"/>
            <p:cNvSpPr/>
            <p:nvPr/>
          </p:nvSpPr>
          <p:spPr>
            <a:xfrm>
              <a:off x="9546718" y="74764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4"/>
            <p:cNvSpPr/>
            <p:nvPr/>
          </p:nvSpPr>
          <p:spPr>
            <a:xfrm>
              <a:off x="9535529" y="74886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5"/>
            <p:cNvSpPr/>
            <p:nvPr/>
          </p:nvSpPr>
          <p:spPr>
            <a:xfrm>
              <a:off x="9743125" y="77601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6"/>
            <p:cNvSpPr/>
            <p:nvPr/>
          </p:nvSpPr>
          <p:spPr>
            <a:xfrm>
              <a:off x="9799547" y="699851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7"/>
            <p:cNvSpPr/>
            <p:nvPr/>
          </p:nvSpPr>
          <p:spPr>
            <a:xfrm>
              <a:off x="9776930" y="75547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8"/>
            <p:cNvSpPr/>
            <p:nvPr/>
          </p:nvSpPr>
          <p:spPr>
            <a:xfrm>
              <a:off x="9833829" y="75823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9"/>
            <p:cNvSpPr/>
            <p:nvPr/>
          </p:nvSpPr>
          <p:spPr>
            <a:xfrm>
              <a:off x="9531720" y="74466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60"/>
            <p:cNvSpPr/>
            <p:nvPr/>
          </p:nvSpPr>
          <p:spPr>
            <a:xfrm>
              <a:off x="9577905" y="723803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1"/>
            <p:cNvSpPr/>
            <p:nvPr/>
          </p:nvSpPr>
          <p:spPr>
            <a:xfrm>
              <a:off x="9550766" y="712696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2"/>
            <p:cNvSpPr/>
            <p:nvPr/>
          </p:nvSpPr>
          <p:spPr>
            <a:xfrm>
              <a:off x="9531720" y="74558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3"/>
            <p:cNvSpPr/>
            <p:nvPr/>
          </p:nvSpPr>
          <p:spPr>
            <a:xfrm>
              <a:off x="9550290" y="75949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4"/>
            <p:cNvSpPr/>
            <p:nvPr/>
          </p:nvSpPr>
          <p:spPr>
            <a:xfrm>
              <a:off x="9547909" y="75146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5"/>
            <p:cNvSpPr/>
            <p:nvPr/>
          </p:nvSpPr>
          <p:spPr>
            <a:xfrm>
              <a:off x="9712176" y="728958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6"/>
            <p:cNvSpPr/>
            <p:nvPr/>
          </p:nvSpPr>
          <p:spPr>
            <a:xfrm>
              <a:off x="10089514" y="73904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7"/>
            <p:cNvSpPr/>
            <p:nvPr/>
          </p:nvSpPr>
          <p:spPr>
            <a:xfrm>
              <a:off x="9624329" y="679803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8"/>
            <p:cNvSpPr/>
            <p:nvPr/>
          </p:nvSpPr>
          <p:spPr>
            <a:xfrm>
              <a:off x="9552194" y="76326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9"/>
            <p:cNvSpPr/>
            <p:nvPr/>
          </p:nvSpPr>
          <p:spPr>
            <a:xfrm>
              <a:off x="9571954" y="75760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70"/>
            <p:cNvSpPr/>
            <p:nvPr/>
          </p:nvSpPr>
          <p:spPr>
            <a:xfrm>
              <a:off x="9524578" y="74245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1"/>
            <p:cNvSpPr/>
            <p:nvPr/>
          </p:nvSpPr>
          <p:spPr>
            <a:xfrm>
              <a:off x="9548385" y="74685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2"/>
            <p:cNvSpPr/>
            <p:nvPr/>
          </p:nvSpPr>
          <p:spPr>
            <a:xfrm>
              <a:off x="9555051" y="75349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3"/>
            <p:cNvSpPr/>
            <p:nvPr/>
          </p:nvSpPr>
          <p:spPr>
            <a:xfrm>
              <a:off x="9545766" y="74727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4"/>
            <p:cNvSpPr/>
            <p:nvPr/>
          </p:nvSpPr>
          <p:spPr>
            <a:xfrm>
              <a:off x="9542909" y="75167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5"/>
            <p:cNvSpPr/>
            <p:nvPr/>
          </p:nvSpPr>
          <p:spPr>
            <a:xfrm>
              <a:off x="9564336" y="76107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6"/>
            <p:cNvSpPr/>
            <p:nvPr/>
          </p:nvSpPr>
          <p:spPr>
            <a:xfrm>
              <a:off x="9564574" y="717091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7"/>
            <p:cNvSpPr/>
            <p:nvPr/>
          </p:nvSpPr>
          <p:spPr>
            <a:xfrm>
              <a:off x="9555527" y="735488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8"/>
            <p:cNvSpPr/>
            <p:nvPr/>
          </p:nvSpPr>
          <p:spPr>
            <a:xfrm>
              <a:off x="9555289" y="73925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9"/>
            <p:cNvSpPr/>
            <p:nvPr/>
          </p:nvSpPr>
          <p:spPr>
            <a:xfrm>
              <a:off x="9526959" y="74874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80"/>
            <p:cNvSpPr/>
            <p:nvPr/>
          </p:nvSpPr>
          <p:spPr>
            <a:xfrm>
              <a:off x="9602426" y="750374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1"/>
            <p:cNvSpPr/>
            <p:nvPr/>
          </p:nvSpPr>
          <p:spPr>
            <a:xfrm>
              <a:off x="10423048" y="691570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2"/>
            <p:cNvSpPr/>
            <p:nvPr/>
          </p:nvSpPr>
          <p:spPr>
            <a:xfrm>
              <a:off x="9710986" y="73767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3"/>
            <p:cNvSpPr/>
            <p:nvPr/>
          </p:nvSpPr>
          <p:spPr>
            <a:xfrm>
              <a:off x="9611711" y="700605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4"/>
            <p:cNvSpPr/>
            <p:nvPr/>
          </p:nvSpPr>
          <p:spPr>
            <a:xfrm>
              <a:off x="9658611" y="713192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5"/>
            <p:cNvSpPr/>
            <p:nvPr/>
          </p:nvSpPr>
          <p:spPr>
            <a:xfrm>
              <a:off x="9541481" y="74503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6"/>
            <p:cNvSpPr/>
            <p:nvPr/>
          </p:nvSpPr>
          <p:spPr>
            <a:xfrm>
              <a:off x="9560526" y="74802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7"/>
            <p:cNvSpPr/>
            <p:nvPr/>
          </p:nvSpPr>
          <p:spPr>
            <a:xfrm>
              <a:off x="9564812" y="728521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8"/>
            <p:cNvSpPr/>
            <p:nvPr/>
          </p:nvSpPr>
          <p:spPr>
            <a:xfrm>
              <a:off x="9599332" y="737212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9"/>
            <p:cNvSpPr/>
            <p:nvPr/>
          </p:nvSpPr>
          <p:spPr>
            <a:xfrm>
              <a:off x="9551004" y="73665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90"/>
            <p:cNvSpPr/>
            <p:nvPr/>
          </p:nvSpPr>
          <p:spPr>
            <a:xfrm>
              <a:off x="9552194" y="750150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1"/>
            <p:cNvSpPr/>
            <p:nvPr/>
          </p:nvSpPr>
          <p:spPr>
            <a:xfrm>
              <a:off x="10065469" y="74066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2"/>
            <p:cNvSpPr/>
            <p:nvPr/>
          </p:nvSpPr>
          <p:spPr>
            <a:xfrm>
              <a:off x="9621948" y="762702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3"/>
            <p:cNvSpPr/>
            <p:nvPr/>
          </p:nvSpPr>
          <p:spPr>
            <a:xfrm>
              <a:off x="9574572" y="75526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4"/>
            <p:cNvSpPr/>
            <p:nvPr/>
          </p:nvSpPr>
          <p:spPr>
            <a:xfrm>
              <a:off x="10146174" y="588020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5"/>
            <p:cNvSpPr/>
            <p:nvPr/>
          </p:nvSpPr>
          <p:spPr>
            <a:xfrm>
              <a:off x="9520293" y="74427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6"/>
            <p:cNvSpPr/>
            <p:nvPr/>
          </p:nvSpPr>
          <p:spPr>
            <a:xfrm>
              <a:off x="9868587" y="74003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7"/>
            <p:cNvSpPr/>
            <p:nvPr/>
          </p:nvSpPr>
          <p:spPr>
            <a:xfrm>
              <a:off x="9842399" y="77862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8"/>
            <p:cNvSpPr/>
            <p:nvPr/>
          </p:nvSpPr>
          <p:spPr>
            <a:xfrm>
              <a:off x="10268779" y="638885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9"/>
            <p:cNvSpPr/>
            <p:nvPr/>
          </p:nvSpPr>
          <p:spPr>
            <a:xfrm>
              <a:off x="9528149" y="74371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200"/>
            <p:cNvSpPr/>
            <p:nvPr/>
          </p:nvSpPr>
          <p:spPr>
            <a:xfrm>
              <a:off x="10138318" y="77629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1"/>
            <p:cNvSpPr/>
            <p:nvPr/>
          </p:nvSpPr>
          <p:spPr>
            <a:xfrm>
              <a:off x="10124748" y="75496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2"/>
            <p:cNvSpPr/>
            <p:nvPr/>
          </p:nvSpPr>
          <p:spPr>
            <a:xfrm>
              <a:off x="9915010" y="702756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3"/>
            <p:cNvSpPr/>
            <p:nvPr/>
          </p:nvSpPr>
          <p:spPr>
            <a:xfrm>
              <a:off x="9685988" y="75392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4"/>
            <p:cNvSpPr/>
            <p:nvPr/>
          </p:nvSpPr>
          <p:spPr>
            <a:xfrm>
              <a:off x="9591951" y="717913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5"/>
            <p:cNvSpPr/>
            <p:nvPr/>
          </p:nvSpPr>
          <p:spPr>
            <a:xfrm>
              <a:off x="9572192" y="73777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6"/>
            <p:cNvSpPr/>
            <p:nvPr/>
          </p:nvSpPr>
          <p:spPr>
            <a:xfrm>
              <a:off x="10408526" y="657472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7"/>
            <p:cNvSpPr/>
            <p:nvPr/>
          </p:nvSpPr>
          <p:spPr>
            <a:xfrm>
              <a:off x="9702653" y="75895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8"/>
            <p:cNvSpPr/>
            <p:nvPr/>
          </p:nvSpPr>
          <p:spPr>
            <a:xfrm>
              <a:off x="9715747" y="658686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9"/>
            <p:cNvSpPr/>
            <p:nvPr/>
          </p:nvSpPr>
          <p:spPr>
            <a:xfrm>
              <a:off x="9529816" y="74389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10"/>
            <p:cNvSpPr/>
            <p:nvPr/>
          </p:nvSpPr>
          <p:spPr>
            <a:xfrm>
              <a:off x="9575049" y="74851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1"/>
            <p:cNvSpPr/>
            <p:nvPr/>
          </p:nvSpPr>
          <p:spPr>
            <a:xfrm>
              <a:off x="10189503" y="79071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2"/>
            <p:cNvSpPr/>
            <p:nvPr/>
          </p:nvSpPr>
          <p:spPr>
            <a:xfrm>
              <a:off x="10113321" y="73809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3"/>
            <p:cNvSpPr/>
            <p:nvPr/>
          </p:nvSpPr>
          <p:spPr>
            <a:xfrm>
              <a:off x="9660039" y="728892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4"/>
            <p:cNvSpPr/>
            <p:nvPr/>
          </p:nvSpPr>
          <p:spPr>
            <a:xfrm>
              <a:off x="10005000" y="701873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5"/>
            <p:cNvSpPr/>
            <p:nvPr/>
          </p:nvSpPr>
          <p:spPr>
            <a:xfrm>
              <a:off x="9542671" y="74913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6"/>
            <p:cNvSpPr/>
            <p:nvPr/>
          </p:nvSpPr>
          <p:spPr>
            <a:xfrm>
              <a:off x="9866682" y="730943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7"/>
            <p:cNvSpPr/>
            <p:nvPr/>
          </p:nvSpPr>
          <p:spPr>
            <a:xfrm>
              <a:off x="9600046" y="720890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8"/>
            <p:cNvSpPr/>
            <p:nvPr/>
          </p:nvSpPr>
          <p:spPr>
            <a:xfrm>
              <a:off x="9760028" y="706687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9"/>
            <p:cNvSpPr/>
            <p:nvPr/>
          </p:nvSpPr>
          <p:spPr>
            <a:xfrm>
              <a:off x="9586000" y="75088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20"/>
            <p:cNvSpPr/>
            <p:nvPr/>
          </p:nvSpPr>
          <p:spPr>
            <a:xfrm>
              <a:off x="9561955" y="75042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1"/>
            <p:cNvSpPr/>
            <p:nvPr/>
          </p:nvSpPr>
          <p:spPr>
            <a:xfrm>
              <a:off x="9762884" y="675052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2"/>
            <p:cNvSpPr/>
            <p:nvPr/>
          </p:nvSpPr>
          <p:spPr>
            <a:xfrm>
              <a:off x="9723127" y="73635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3"/>
            <p:cNvSpPr/>
            <p:nvPr/>
          </p:nvSpPr>
          <p:spPr>
            <a:xfrm>
              <a:off x="9529340" y="75060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4"/>
            <p:cNvSpPr/>
            <p:nvPr/>
          </p:nvSpPr>
          <p:spPr>
            <a:xfrm>
              <a:off x="9561003" y="701705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5"/>
            <p:cNvSpPr/>
            <p:nvPr/>
          </p:nvSpPr>
          <p:spPr>
            <a:xfrm>
              <a:off x="9582905" y="723691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6"/>
            <p:cNvSpPr/>
            <p:nvPr/>
          </p:nvSpPr>
          <p:spPr>
            <a:xfrm>
              <a:off x="9528387" y="74785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7"/>
            <p:cNvSpPr/>
            <p:nvPr/>
          </p:nvSpPr>
          <p:spPr>
            <a:xfrm>
              <a:off x="9512675" y="74700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8"/>
            <p:cNvSpPr/>
            <p:nvPr/>
          </p:nvSpPr>
          <p:spPr>
            <a:xfrm>
              <a:off x="9551004" y="74849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9"/>
            <p:cNvSpPr/>
            <p:nvPr/>
          </p:nvSpPr>
          <p:spPr>
            <a:xfrm>
              <a:off x="9575525" y="74878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30"/>
            <p:cNvSpPr/>
            <p:nvPr/>
          </p:nvSpPr>
          <p:spPr>
            <a:xfrm>
              <a:off x="9541005" y="73997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1"/>
            <p:cNvSpPr/>
            <p:nvPr/>
          </p:nvSpPr>
          <p:spPr>
            <a:xfrm>
              <a:off x="9826211" y="74868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2"/>
            <p:cNvSpPr/>
            <p:nvPr/>
          </p:nvSpPr>
          <p:spPr>
            <a:xfrm>
              <a:off x="9622424" y="691320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3"/>
            <p:cNvSpPr/>
            <p:nvPr/>
          </p:nvSpPr>
          <p:spPr>
            <a:xfrm>
              <a:off x="10306394" y="602235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4"/>
            <p:cNvSpPr/>
            <p:nvPr/>
          </p:nvSpPr>
          <p:spPr>
            <a:xfrm>
              <a:off x="9513151" y="74309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5"/>
            <p:cNvSpPr/>
            <p:nvPr/>
          </p:nvSpPr>
          <p:spPr>
            <a:xfrm>
              <a:off x="9569335" y="73765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6"/>
            <p:cNvSpPr/>
            <p:nvPr/>
          </p:nvSpPr>
          <p:spPr>
            <a:xfrm>
              <a:off x="9543386" y="74986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7"/>
            <p:cNvSpPr/>
            <p:nvPr/>
          </p:nvSpPr>
          <p:spPr>
            <a:xfrm>
              <a:off x="9563859" y="75035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8"/>
            <p:cNvSpPr/>
            <p:nvPr/>
          </p:nvSpPr>
          <p:spPr>
            <a:xfrm>
              <a:off x="10394241" y="81327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9"/>
            <p:cNvSpPr/>
            <p:nvPr/>
          </p:nvSpPr>
          <p:spPr>
            <a:xfrm>
              <a:off x="9571001" y="75179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40"/>
            <p:cNvSpPr/>
            <p:nvPr/>
          </p:nvSpPr>
          <p:spPr>
            <a:xfrm>
              <a:off x="9555289" y="75227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1"/>
            <p:cNvSpPr/>
            <p:nvPr/>
          </p:nvSpPr>
          <p:spPr>
            <a:xfrm>
              <a:off x="9562669" y="76623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2"/>
            <p:cNvSpPr/>
            <p:nvPr/>
          </p:nvSpPr>
          <p:spPr>
            <a:xfrm>
              <a:off x="9538624" y="74006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3"/>
            <p:cNvSpPr/>
            <p:nvPr/>
          </p:nvSpPr>
          <p:spPr>
            <a:xfrm>
              <a:off x="9958100" y="695315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4"/>
            <p:cNvSpPr/>
            <p:nvPr/>
          </p:nvSpPr>
          <p:spPr>
            <a:xfrm>
              <a:off x="9571716" y="75092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5"/>
            <p:cNvSpPr/>
            <p:nvPr/>
          </p:nvSpPr>
          <p:spPr>
            <a:xfrm>
              <a:off x="9574334" y="74736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6"/>
            <p:cNvSpPr/>
            <p:nvPr/>
          </p:nvSpPr>
          <p:spPr>
            <a:xfrm>
              <a:off x="10271874" y="722069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7"/>
            <p:cNvSpPr/>
            <p:nvPr/>
          </p:nvSpPr>
          <p:spPr>
            <a:xfrm>
              <a:off x="9975241" y="725921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8"/>
            <p:cNvSpPr/>
            <p:nvPr/>
          </p:nvSpPr>
          <p:spPr>
            <a:xfrm>
              <a:off x="9673847" y="75170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9"/>
            <p:cNvSpPr/>
            <p:nvPr/>
          </p:nvSpPr>
          <p:spPr>
            <a:xfrm>
              <a:off x="9528625" y="73683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50"/>
            <p:cNvSpPr/>
            <p:nvPr/>
          </p:nvSpPr>
          <p:spPr>
            <a:xfrm>
              <a:off x="9558860" y="75568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1"/>
            <p:cNvSpPr/>
            <p:nvPr/>
          </p:nvSpPr>
          <p:spPr>
            <a:xfrm>
              <a:off x="9714319" y="700021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2"/>
            <p:cNvSpPr/>
            <p:nvPr/>
          </p:nvSpPr>
          <p:spPr>
            <a:xfrm>
              <a:off x="9572906" y="749039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3"/>
            <p:cNvSpPr/>
            <p:nvPr/>
          </p:nvSpPr>
          <p:spPr>
            <a:xfrm>
              <a:off x="9834067" y="723641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4"/>
            <p:cNvSpPr/>
            <p:nvPr/>
          </p:nvSpPr>
          <p:spPr>
            <a:xfrm>
              <a:off x="9552432" y="74914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5"/>
            <p:cNvSpPr/>
            <p:nvPr/>
          </p:nvSpPr>
          <p:spPr>
            <a:xfrm>
              <a:off x="9528387" y="74126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6"/>
            <p:cNvSpPr/>
            <p:nvPr/>
          </p:nvSpPr>
          <p:spPr>
            <a:xfrm>
              <a:off x="9771217" y="729217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7"/>
            <p:cNvSpPr/>
            <p:nvPr/>
          </p:nvSpPr>
          <p:spPr>
            <a:xfrm>
              <a:off x="9491249" y="729074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8"/>
            <p:cNvSpPr/>
            <p:nvPr/>
          </p:nvSpPr>
          <p:spPr>
            <a:xfrm>
              <a:off x="9531006" y="75583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9"/>
            <p:cNvSpPr/>
            <p:nvPr/>
          </p:nvSpPr>
          <p:spPr>
            <a:xfrm>
              <a:off x="9729317" y="75175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60"/>
            <p:cNvSpPr/>
            <p:nvPr/>
          </p:nvSpPr>
          <p:spPr>
            <a:xfrm>
              <a:off x="9822640" y="74099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1"/>
            <p:cNvSpPr/>
            <p:nvPr/>
          </p:nvSpPr>
          <p:spPr>
            <a:xfrm>
              <a:off x="9545766" y="73956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2"/>
            <p:cNvSpPr/>
            <p:nvPr/>
          </p:nvSpPr>
          <p:spPr>
            <a:xfrm>
              <a:off x="9567907" y="74922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3"/>
            <p:cNvSpPr/>
            <p:nvPr/>
          </p:nvSpPr>
          <p:spPr>
            <a:xfrm>
              <a:off x="9543862" y="74835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4"/>
            <p:cNvSpPr/>
            <p:nvPr/>
          </p:nvSpPr>
          <p:spPr>
            <a:xfrm>
              <a:off x="9681941" y="75713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5"/>
            <p:cNvSpPr/>
            <p:nvPr/>
          </p:nvSpPr>
          <p:spPr>
            <a:xfrm>
              <a:off x="9742411" y="665592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6"/>
            <p:cNvSpPr/>
            <p:nvPr/>
          </p:nvSpPr>
          <p:spPr>
            <a:xfrm>
              <a:off x="9546242" y="74572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7"/>
            <p:cNvSpPr/>
            <p:nvPr/>
          </p:nvSpPr>
          <p:spPr>
            <a:xfrm>
              <a:off x="9538862" y="74764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8"/>
            <p:cNvSpPr/>
            <p:nvPr/>
          </p:nvSpPr>
          <p:spPr>
            <a:xfrm>
              <a:off x="9598379" y="720523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9"/>
            <p:cNvSpPr/>
            <p:nvPr/>
          </p:nvSpPr>
          <p:spPr>
            <a:xfrm>
              <a:off x="10216166" y="75314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70"/>
            <p:cNvSpPr/>
            <p:nvPr/>
          </p:nvSpPr>
          <p:spPr>
            <a:xfrm>
              <a:off x="10182599" y="84275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1"/>
            <p:cNvSpPr/>
            <p:nvPr/>
          </p:nvSpPr>
          <p:spPr>
            <a:xfrm>
              <a:off x="9552432" y="74366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2"/>
            <p:cNvSpPr/>
            <p:nvPr/>
          </p:nvSpPr>
          <p:spPr>
            <a:xfrm>
              <a:off x="9546480" y="75246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3"/>
            <p:cNvSpPr/>
            <p:nvPr/>
          </p:nvSpPr>
          <p:spPr>
            <a:xfrm>
              <a:off x="9644565" y="727552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4"/>
            <p:cNvSpPr/>
            <p:nvPr/>
          </p:nvSpPr>
          <p:spPr>
            <a:xfrm>
              <a:off x="9614568" y="726587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5"/>
            <p:cNvSpPr/>
            <p:nvPr/>
          </p:nvSpPr>
          <p:spPr>
            <a:xfrm>
              <a:off x="10386623" y="73934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6"/>
            <p:cNvSpPr/>
            <p:nvPr/>
          </p:nvSpPr>
          <p:spPr>
            <a:xfrm>
              <a:off x="9563383" y="75220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7"/>
            <p:cNvSpPr/>
            <p:nvPr/>
          </p:nvSpPr>
          <p:spPr>
            <a:xfrm>
              <a:off x="9702177" y="74984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8"/>
            <p:cNvSpPr/>
            <p:nvPr/>
          </p:nvSpPr>
          <p:spPr>
            <a:xfrm>
              <a:off x="9560050" y="75325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9"/>
            <p:cNvSpPr/>
            <p:nvPr/>
          </p:nvSpPr>
          <p:spPr>
            <a:xfrm>
              <a:off x="9544576" y="74352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80"/>
            <p:cNvSpPr/>
            <p:nvPr/>
          </p:nvSpPr>
          <p:spPr>
            <a:xfrm>
              <a:off x="9540053" y="74298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1"/>
            <p:cNvSpPr/>
            <p:nvPr/>
          </p:nvSpPr>
          <p:spPr>
            <a:xfrm>
              <a:off x="9569811" y="76510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2"/>
            <p:cNvSpPr/>
            <p:nvPr/>
          </p:nvSpPr>
          <p:spPr>
            <a:xfrm>
              <a:off x="9555289" y="74857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3"/>
            <p:cNvSpPr/>
            <p:nvPr/>
          </p:nvSpPr>
          <p:spPr>
            <a:xfrm>
              <a:off x="9541243" y="74905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4"/>
            <p:cNvSpPr/>
            <p:nvPr/>
          </p:nvSpPr>
          <p:spPr>
            <a:xfrm>
              <a:off x="9745029" y="75177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5"/>
            <p:cNvSpPr/>
            <p:nvPr/>
          </p:nvSpPr>
          <p:spPr>
            <a:xfrm>
              <a:off x="9640755" y="728362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6"/>
            <p:cNvSpPr/>
            <p:nvPr/>
          </p:nvSpPr>
          <p:spPr>
            <a:xfrm>
              <a:off x="9567907" y="74479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7"/>
            <p:cNvSpPr/>
            <p:nvPr/>
          </p:nvSpPr>
          <p:spPr>
            <a:xfrm>
              <a:off x="9585286" y="75092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8"/>
            <p:cNvSpPr/>
            <p:nvPr/>
          </p:nvSpPr>
          <p:spPr>
            <a:xfrm>
              <a:off x="9546957" y="74873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9"/>
            <p:cNvSpPr/>
            <p:nvPr/>
          </p:nvSpPr>
          <p:spPr>
            <a:xfrm>
              <a:off x="9553861" y="74736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90"/>
            <p:cNvSpPr/>
            <p:nvPr/>
          </p:nvSpPr>
          <p:spPr>
            <a:xfrm>
              <a:off x="9555289" y="74993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1"/>
            <p:cNvSpPr/>
            <p:nvPr/>
          </p:nvSpPr>
          <p:spPr>
            <a:xfrm>
              <a:off x="9813355" y="74248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2"/>
            <p:cNvSpPr/>
            <p:nvPr/>
          </p:nvSpPr>
          <p:spPr>
            <a:xfrm>
              <a:off x="9911677" y="634411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3"/>
            <p:cNvSpPr/>
            <p:nvPr/>
          </p:nvSpPr>
          <p:spPr>
            <a:xfrm>
              <a:off x="9527435" y="74619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4"/>
            <p:cNvSpPr/>
            <p:nvPr/>
          </p:nvSpPr>
          <p:spPr>
            <a:xfrm>
              <a:off x="9562669" y="75183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5"/>
            <p:cNvSpPr/>
            <p:nvPr/>
          </p:nvSpPr>
          <p:spPr>
            <a:xfrm>
              <a:off x="9553384" y="75117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6"/>
            <p:cNvSpPr/>
            <p:nvPr/>
          </p:nvSpPr>
          <p:spPr>
            <a:xfrm>
              <a:off x="9555289" y="74177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7"/>
            <p:cNvSpPr/>
            <p:nvPr/>
          </p:nvSpPr>
          <p:spPr>
            <a:xfrm>
              <a:off x="9551718" y="75263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8"/>
            <p:cNvSpPr/>
            <p:nvPr/>
          </p:nvSpPr>
          <p:spPr>
            <a:xfrm>
              <a:off x="9533149" y="735546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9"/>
            <p:cNvSpPr/>
            <p:nvPr/>
          </p:nvSpPr>
          <p:spPr>
            <a:xfrm>
              <a:off x="9717175" y="707030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300"/>
            <p:cNvSpPr/>
            <p:nvPr/>
          </p:nvSpPr>
          <p:spPr>
            <a:xfrm>
              <a:off x="9536005" y="74974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1"/>
            <p:cNvSpPr/>
            <p:nvPr/>
          </p:nvSpPr>
          <p:spPr>
            <a:xfrm>
              <a:off x="9541481" y="74562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2"/>
            <p:cNvSpPr/>
            <p:nvPr/>
          </p:nvSpPr>
          <p:spPr>
            <a:xfrm>
              <a:off x="9577905" y="717847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3"/>
            <p:cNvSpPr/>
            <p:nvPr/>
          </p:nvSpPr>
          <p:spPr>
            <a:xfrm>
              <a:off x="9553861" y="74870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4"/>
            <p:cNvSpPr/>
            <p:nvPr/>
          </p:nvSpPr>
          <p:spPr>
            <a:xfrm>
              <a:off x="9525054" y="74482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5"/>
            <p:cNvSpPr/>
            <p:nvPr/>
          </p:nvSpPr>
          <p:spPr>
            <a:xfrm>
              <a:off x="9922628" y="78767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6"/>
            <p:cNvSpPr/>
            <p:nvPr/>
          </p:nvSpPr>
          <p:spPr>
            <a:xfrm>
              <a:off x="9561717" y="75318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7"/>
            <p:cNvSpPr/>
            <p:nvPr/>
          </p:nvSpPr>
          <p:spPr>
            <a:xfrm>
              <a:off x="9581953" y="722839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8"/>
            <p:cNvSpPr/>
            <p:nvPr/>
          </p:nvSpPr>
          <p:spPr>
            <a:xfrm>
              <a:off x="10378529" y="77622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9"/>
            <p:cNvSpPr/>
            <p:nvPr/>
          </p:nvSpPr>
          <p:spPr>
            <a:xfrm>
              <a:off x="9642898" y="728474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10"/>
            <p:cNvSpPr/>
            <p:nvPr/>
          </p:nvSpPr>
          <p:spPr>
            <a:xfrm>
              <a:off x="9503866" y="74414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1"/>
            <p:cNvSpPr/>
            <p:nvPr/>
          </p:nvSpPr>
          <p:spPr>
            <a:xfrm>
              <a:off x="9545052" y="74713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2"/>
            <p:cNvSpPr/>
            <p:nvPr/>
          </p:nvSpPr>
          <p:spPr>
            <a:xfrm>
              <a:off x="10066183" y="756806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3"/>
            <p:cNvSpPr/>
            <p:nvPr/>
          </p:nvSpPr>
          <p:spPr>
            <a:xfrm>
              <a:off x="9540053" y="73814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4"/>
            <p:cNvSpPr/>
            <p:nvPr/>
          </p:nvSpPr>
          <p:spPr>
            <a:xfrm>
              <a:off x="9643612" y="700120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5"/>
            <p:cNvSpPr/>
            <p:nvPr/>
          </p:nvSpPr>
          <p:spPr>
            <a:xfrm>
              <a:off x="9593856" y="76187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6"/>
            <p:cNvSpPr/>
            <p:nvPr/>
          </p:nvSpPr>
          <p:spPr>
            <a:xfrm>
              <a:off x="9545528" y="75125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7"/>
            <p:cNvSpPr/>
            <p:nvPr/>
          </p:nvSpPr>
          <p:spPr>
            <a:xfrm>
              <a:off x="9539338" y="74500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8"/>
            <p:cNvSpPr/>
            <p:nvPr/>
          </p:nvSpPr>
          <p:spPr>
            <a:xfrm>
              <a:off x="10157602" y="720312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9"/>
            <p:cNvSpPr/>
            <p:nvPr/>
          </p:nvSpPr>
          <p:spPr>
            <a:xfrm>
              <a:off x="9541005" y="74786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20"/>
            <p:cNvSpPr/>
            <p:nvPr/>
          </p:nvSpPr>
          <p:spPr>
            <a:xfrm>
              <a:off x="9503628" y="736184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1"/>
            <p:cNvSpPr/>
            <p:nvPr/>
          </p:nvSpPr>
          <p:spPr>
            <a:xfrm>
              <a:off x="9561003" y="74979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2"/>
            <p:cNvSpPr/>
            <p:nvPr/>
          </p:nvSpPr>
          <p:spPr>
            <a:xfrm>
              <a:off x="9560526" y="75078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3"/>
            <p:cNvSpPr/>
            <p:nvPr/>
          </p:nvSpPr>
          <p:spPr>
            <a:xfrm>
              <a:off x="9496486" y="73816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4"/>
            <p:cNvSpPr/>
            <p:nvPr/>
          </p:nvSpPr>
          <p:spPr>
            <a:xfrm>
              <a:off x="9535291" y="74566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5"/>
            <p:cNvSpPr/>
            <p:nvPr/>
          </p:nvSpPr>
          <p:spPr>
            <a:xfrm>
              <a:off x="9608378" y="742254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6"/>
            <p:cNvSpPr/>
            <p:nvPr/>
          </p:nvSpPr>
          <p:spPr>
            <a:xfrm>
              <a:off x="9558622" y="75138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7"/>
            <p:cNvSpPr/>
            <p:nvPr/>
          </p:nvSpPr>
          <p:spPr>
            <a:xfrm>
              <a:off x="9534577" y="74774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8"/>
            <p:cNvSpPr/>
            <p:nvPr/>
          </p:nvSpPr>
          <p:spPr>
            <a:xfrm>
              <a:off x="9559098" y="748746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9"/>
            <p:cNvSpPr/>
            <p:nvPr/>
          </p:nvSpPr>
          <p:spPr>
            <a:xfrm>
              <a:off x="9808355" y="667198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t2330"/>
            <p:cNvSpPr/>
            <p:nvPr/>
          </p:nvSpPr>
          <p:spPr>
            <a:xfrm>
              <a:off x="9657420" y="75660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t2331"/>
            <p:cNvSpPr/>
            <p:nvPr/>
          </p:nvSpPr>
          <p:spPr>
            <a:xfrm>
              <a:off x="9520531" y="736085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t2332"/>
            <p:cNvSpPr/>
            <p:nvPr/>
          </p:nvSpPr>
          <p:spPr>
            <a:xfrm>
              <a:off x="9546004" y="74766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t2333"/>
            <p:cNvSpPr/>
            <p:nvPr/>
          </p:nvSpPr>
          <p:spPr>
            <a:xfrm>
              <a:off x="9527673" y="752200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t2334"/>
            <p:cNvSpPr/>
            <p:nvPr/>
          </p:nvSpPr>
          <p:spPr>
            <a:xfrm>
              <a:off x="9548147" y="75215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t2335"/>
            <p:cNvSpPr/>
            <p:nvPr/>
          </p:nvSpPr>
          <p:spPr>
            <a:xfrm>
              <a:off x="9551480" y="75450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t2336"/>
            <p:cNvSpPr/>
            <p:nvPr/>
          </p:nvSpPr>
          <p:spPr>
            <a:xfrm>
              <a:off x="9561241" y="77125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t2337"/>
            <p:cNvSpPr/>
            <p:nvPr/>
          </p:nvSpPr>
          <p:spPr>
            <a:xfrm>
              <a:off x="9549813" y="75542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t2338"/>
            <p:cNvSpPr/>
            <p:nvPr/>
          </p:nvSpPr>
          <p:spPr>
            <a:xfrm>
              <a:off x="10031664" y="707361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t2339"/>
            <p:cNvSpPr/>
            <p:nvPr/>
          </p:nvSpPr>
          <p:spPr>
            <a:xfrm>
              <a:off x="10176171" y="703831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t2340"/>
            <p:cNvSpPr/>
            <p:nvPr/>
          </p:nvSpPr>
          <p:spPr>
            <a:xfrm>
              <a:off x="9665991" y="714607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t2341"/>
            <p:cNvSpPr/>
            <p:nvPr/>
          </p:nvSpPr>
          <p:spPr>
            <a:xfrm>
              <a:off x="9545290" y="74737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t2342"/>
            <p:cNvSpPr/>
            <p:nvPr/>
          </p:nvSpPr>
          <p:spPr>
            <a:xfrm>
              <a:off x="9543624" y="75124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t2343"/>
            <p:cNvSpPr/>
            <p:nvPr/>
          </p:nvSpPr>
          <p:spPr>
            <a:xfrm>
              <a:off x="9574096" y="74872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t2344"/>
            <p:cNvSpPr/>
            <p:nvPr/>
          </p:nvSpPr>
          <p:spPr>
            <a:xfrm>
              <a:off x="9567669" y="73768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t2345"/>
            <p:cNvSpPr/>
            <p:nvPr/>
          </p:nvSpPr>
          <p:spPr>
            <a:xfrm>
              <a:off x="9843352" y="75180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t2346"/>
            <p:cNvSpPr/>
            <p:nvPr/>
          </p:nvSpPr>
          <p:spPr>
            <a:xfrm>
              <a:off x="9713842" y="73629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t2347"/>
            <p:cNvSpPr/>
            <p:nvPr/>
          </p:nvSpPr>
          <p:spPr>
            <a:xfrm>
              <a:off x="9545290" y="669966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t2348"/>
            <p:cNvSpPr/>
            <p:nvPr/>
          </p:nvSpPr>
          <p:spPr>
            <a:xfrm>
              <a:off x="9546004" y="75424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t2349"/>
            <p:cNvSpPr/>
            <p:nvPr/>
          </p:nvSpPr>
          <p:spPr>
            <a:xfrm>
              <a:off x="9802404" y="697069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t2350"/>
            <p:cNvSpPr/>
            <p:nvPr/>
          </p:nvSpPr>
          <p:spPr>
            <a:xfrm>
              <a:off x="9738125" y="714605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t2351"/>
            <p:cNvSpPr/>
            <p:nvPr/>
          </p:nvSpPr>
          <p:spPr>
            <a:xfrm>
              <a:off x="10400669" y="649781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t2352"/>
            <p:cNvSpPr/>
            <p:nvPr/>
          </p:nvSpPr>
          <p:spPr>
            <a:xfrm>
              <a:off x="9934056" y="716418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t2353"/>
            <p:cNvSpPr/>
            <p:nvPr/>
          </p:nvSpPr>
          <p:spPr>
            <a:xfrm>
              <a:off x="9763837" y="74521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t2354"/>
            <p:cNvSpPr/>
            <p:nvPr/>
          </p:nvSpPr>
          <p:spPr>
            <a:xfrm>
              <a:off x="10449473" y="692236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t2355"/>
            <p:cNvSpPr/>
            <p:nvPr/>
          </p:nvSpPr>
          <p:spPr>
            <a:xfrm>
              <a:off x="9555527" y="74999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t2356"/>
            <p:cNvSpPr/>
            <p:nvPr/>
          </p:nvSpPr>
          <p:spPr>
            <a:xfrm>
              <a:off x="9567669" y="732774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t2357"/>
            <p:cNvSpPr/>
            <p:nvPr/>
          </p:nvSpPr>
          <p:spPr>
            <a:xfrm>
              <a:off x="9525054" y="74085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t2358"/>
            <p:cNvSpPr/>
            <p:nvPr/>
          </p:nvSpPr>
          <p:spPr>
            <a:xfrm>
              <a:off x="9839304" y="77125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t2359"/>
            <p:cNvSpPr/>
            <p:nvPr/>
          </p:nvSpPr>
          <p:spPr>
            <a:xfrm>
              <a:off x="9599570" y="698921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t2360"/>
            <p:cNvSpPr/>
            <p:nvPr/>
          </p:nvSpPr>
          <p:spPr>
            <a:xfrm>
              <a:off x="9537672" y="709278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t2361"/>
            <p:cNvSpPr/>
            <p:nvPr/>
          </p:nvSpPr>
          <p:spPr>
            <a:xfrm>
              <a:off x="9560288" y="76487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t2362"/>
            <p:cNvSpPr/>
            <p:nvPr/>
          </p:nvSpPr>
          <p:spPr>
            <a:xfrm>
              <a:off x="9716699" y="733682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t2363"/>
            <p:cNvSpPr/>
            <p:nvPr/>
          </p:nvSpPr>
          <p:spPr>
            <a:xfrm>
              <a:off x="9800023" y="649188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t2364"/>
            <p:cNvSpPr/>
            <p:nvPr/>
          </p:nvSpPr>
          <p:spPr>
            <a:xfrm>
              <a:off x="9685274" y="722919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t2365"/>
            <p:cNvSpPr/>
            <p:nvPr/>
          </p:nvSpPr>
          <p:spPr>
            <a:xfrm>
              <a:off x="9538386" y="74769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t2366"/>
            <p:cNvSpPr/>
            <p:nvPr/>
          </p:nvSpPr>
          <p:spPr>
            <a:xfrm>
              <a:off x="9576477" y="75282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t2367"/>
            <p:cNvSpPr/>
            <p:nvPr/>
          </p:nvSpPr>
          <p:spPr>
            <a:xfrm>
              <a:off x="9533863" y="74934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t2368"/>
            <p:cNvSpPr/>
            <p:nvPr/>
          </p:nvSpPr>
          <p:spPr>
            <a:xfrm>
              <a:off x="9553384" y="74664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t2369"/>
            <p:cNvSpPr/>
            <p:nvPr/>
          </p:nvSpPr>
          <p:spPr>
            <a:xfrm>
              <a:off x="9695511" y="678836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t2370"/>
            <p:cNvSpPr/>
            <p:nvPr/>
          </p:nvSpPr>
          <p:spPr>
            <a:xfrm>
              <a:off x="9525768" y="748957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t2371"/>
            <p:cNvSpPr/>
            <p:nvPr/>
          </p:nvSpPr>
          <p:spPr>
            <a:xfrm>
              <a:off x="9550528" y="75383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t2372"/>
            <p:cNvSpPr/>
            <p:nvPr/>
          </p:nvSpPr>
          <p:spPr>
            <a:xfrm>
              <a:off x="9544100" y="74664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t2373"/>
            <p:cNvSpPr/>
            <p:nvPr/>
          </p:nvSpPr>
          <p:spPr>
            <a:xfrm>
              <a:off x="9844542" y="73860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t2374"/>
            <p:cNvSpPr/>
            <p:nvPr/>
          </p:nvSpPr>
          <p:spPr>
            <a:xfrm>
              <a:off x="9550290" y="75381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5"/>
            <p:cNvSpPr/>
            <p:nvPr/>
          </p:nvSpPr>
          <p:spPr>
            <a:xfrm>
              <a:off x="10077135" y="654838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6"/>
            <p:cNvSpPr/>
            <p:nvPr/>
          </p:nvSpPr>
          <p:spPr>
            <a:xfrm>
              <a:off x="9576001" y="748347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7"/>
            <p:cNvSpPr/>
            <p:nvPr/>
          </p:nvSpPr>
          <p:spPr>
            <a:xfrm>
              <a:off x="9558146" y="74247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8"/>
            <p:cNvSpPr/>
            <p:nvPr/>
          </p:nvSpPr>
          <p:spPr>
            <a:xfrm>
              <a:off x="9563383" y="74997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9"/>
            <p:cNvSpPr/>
            <p:nvPr/>
          </p:nvSpPr>
          <p:spPr>
            <a:xfrm>
              <a:off x="9570525" y="75065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80"/>
            <p:cNvSpPr/>
            <p:nvPr/>
          </p:nvSpPr>
          <p:spPr>
            <a:xfrm>
              <a:off x="9787644" y="73861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1"/>
            <p:cNvSpPr/>
            <p:nvPr/>
          </p:nvSpPr>
          <p:spPr>
            <a:xfrm>
              <a:off x="9744791" y="731788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2"/>
            <p:cNvSpPr/>
            <p:nvPr/>
          </p:nvSpPr>
          <p:spPr>
            <a:xfrm>
              <a:off x="9530292" y="73684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3"/>
            <p:cNvSpPr/>
            <p:nvPr/>
          </p:nvSpPr>
          <p:spPr>
            <a:xfrm>
              <a:off x="9829067" y="77168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4"/>
            <p:cNvSpPr/>
            <p:nvPr/>
          </p:nvSpPr>
          <p:spPr>
            <a:xfrm>
              <a:off x="9531482" y="75173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5"/>
            <p:cNvSpPr/>
            <p:nvPr/>
          </p:nvSpPr>
          <p:spPr>
            <a:xfrm>
              <a:off x="9773836" y="73650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6"/>
            <p:cNvSpPr/>
            <p:nvPr/>
          </p:nvSpPr>
          <p:spPr>
            <a:xfrm>
              <a:off x="10009999" y="708710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7"/>
            <p:cNvSpPr/>
            <p:nvPr/>
          </p:nvSpPr>
          <p:spPr>
            <a:xfrm>
              <a:off x="9538148" y="719788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8"/>
            <p:cNvSpPr/>
            <p:nvPr/>
          </p:nvSpPr>
          <p:spPr>
            <a:xfrm>
              <a:off x="9543862" y="75099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9"/>
            <p:cNvSpPr/>
            <p:nvPr/>
          </p:nvSpPr>
          <p:spPr>
            <a:xfrm>
              <a:off x="9571001" y="76442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90"/>
            <p:cNvSpPr/>
            <p:nvPr/>
          </p:nvSpPr>
          <p:spPr>
            <a:xfrm>
              <a:off x="10040234" y="722328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1"/>
            <p:cNvSpPr/>
            <p:nvPr/>
          </p:nvSpPr>
          <p:spPr>
            <a:xfrm>
              <a:off x="9954529" y="78080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2"/>
            <p:cNvSpPr/>
            <p:nvPr/>
          </p:nvSpPr>
          <p:spPr>
            <a:xfrm>
              <a:off x="9623615" y="74252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3"/>
            <p:cNvSpPr/>
            <p:nvPr/>
          </p:nvSpPr>
          <p:spPr>
            <a:xfrm>
              <a:off x="9802642" y="612910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4"/>
            <p:cNvSpPr/>
            <p:nvPr/>
          </p:nvSpPr>
          <p:spPr>
            <a:xfrm>
              <a:off x="9605045" y="724514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5"/>
            <p:cNvSpPr/>
            <p:nvPr/>
          </p:nvSpPr>
          <p:spPr>
            <a:xfrm>
              <a:off x="9752171" y="76714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6"/>
            <p:cNvSpPr/>
            <p:nvPr/>
          </p:nvSpPr>
          <p:spPr>
            <a:xfrm>
              <a:off x="9647659" y="659496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7"/>
            <p:cNvSpPr/>
            <p:nvPr/>
          </p:nvSpPr>
          <p:spPr>
            <a:xfrm>
              <a:off x="9551004" y="755209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8"/>
            <p:cNvSpPr/>
            <p:nvPr/>
          </p:nvSpPr>
          <p:spPr>
            <a:xfrm>
              <a:off x="9542671" y="74963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9"/>
            <p:cNvSpPr/>
            <p:nvPr/>
          </p:nvSpPr>
          <p:spPr>
            <a:xfrm>
              <a:off x="9772169" y="704168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400"/>
            <p:cNvSpPr/>
            <p:nvPr/>
          </p:nvSpPr>
          <p:spPr>
            <a:xfrm>
              <a:off x="9866682" y="553830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1"/>
            <p:cNvSpPr/>
            <p:nvPr/>
          </p:nvSpPr>
          <p:spPr>
            <a:xfrm>
              <a:off x="9557193" y="74605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2"/>
            <p:cNvSpPr/>
            <p:nvPr/>
          </p:nvSpPr>
          <p:spPr>
            <a:xfrm>
              <a:off x="9596475" y="701999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3"/>
            <p:cNvSpPr/>
            <p:nvPr/>
          </p:nvSpPr>
          <p:spPr>
            <a:xfrm>
              <a:off x="9560288" y="711799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4"/>
            <p:cNvSpPr/>
            <p:nvPr/>
          </p:nvSpPr>
          <p:spPr>
            <a:xfrm>
              <a:off x="9833591" y="75163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5"/>
            <p:cNvSpPr/>
            <p:nvPr/>
          </p:nvSpPr>
          <p:spPr>
            <a:xfrm>
              <a:off x="10043329" y="723829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6"/>
            <p:cNvSpPr/>
            <p:nvPr/>
          </p:nvSpPr>
          <p:spPr>
            <a:xfrm>
              <a:off x="10418762" y="707706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7"/>
            <p:cNvSpPr/>
            <p:nvPr/>
          </p:nvSpPr>
          <p:spPr>
            <a:xfrm>
              <a:off x="9557432" y="74698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8"/>
            <p:cNvSpPr/>
            <p:nvPr/>
          </p:nvSpPr>
          <p:spPr>
            <a:xfrm>
              <a:off x="9541005" y="75751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9"/>
            <p:cNvSpPr/>
            <p:nvPr/>
          </p:nvSpPr>
          <p:spPr>
            <a:xfrm>
              <a:off x="9552194" y="74422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10"/>
            <p:cNvSpPr/>
            <p:nvPr/>
          </p:nvSpPr>
          <p:spPr>
            <a:xfrm>
              <a:off x="9551242" y="74392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1"/>
            <p:cNvSpPr/>
            <p:nvPr/>
          </p:nvSpPr>
          <p:spPr>
            <a:xfrm>
              <a:off x="9557193" y="725096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2"/>
            <p:cNvSpPr/>
            <p:nvPr/>
          </p:nvSpPr>
          <p:spPr>
            <a:xfrm>
              <a:off x="9644565" y="734629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3"/>
            <p:cNvSpPr/>
            <p:nvPr/>
          </p:nvSpPr>
          <p:spPr>
            <a:xfrm>
              <a:off x="9528625" y="74608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4"/>
            <p:cNvSpPr/>
            <p:nvPr/>
          </p:nvSpPr>
          <p:spPr>
            <a:xfrm>
              <a:off x="10063565" y="698933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5"/>
            <p:cNvSpPr/>
            <p:nvPr/>
          </p:nvSpPr>
          <p:spPr>
            <a:xfrm>
              <a:off x="9536005" y="75466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6"/>
            <p:cNvSpPr/>
            <p:nvPr/>
          </p:nvSpPr>
          <p:spPr>
            <a:xfrm>
              <a:off x="9502200" y="74622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7"/>
            <p:cNvSpPr/>
            <p:nvPr/>
          </p:nvSpPr>
          <p:spPr>
            <a:xfrm>
              <a:off x="9565050" y="77802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8"/>
            <p:cNvSpPr/>
            <p:nvPr/>
          </p:nvSpPr>
          <p:spPr>
            <a:xfrm>
              <a:off x="10109036" y="717438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9"/>
            <p:cNvSpPr/>
            <p:nvPr/>
          </p:nvSpPr>
          <p:spPr>
            <a:xfrm>
              <a:off x="10295919" y="612234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20"/>
            <p:cNvSpPr/>
            <p:nvPr/>
          </p:nvSpPr>
          <p:spPr>
            <a:xfrm>
              <a:off x="9551480" y="74501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1"/>
            <p:cNvSpPr/>
            <p:nvPr/>
          </p:nvSpPr>
          <p:spPr>
            <a:xfrm>
              <a:off x="9985954" y="710920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2"/>
            <p:cNvSpPr/>
            <p:nvPr/>
          </p:nvSpPr>
          <p:spPr>
            <a:xfrm>
              <a:off x="9589571" y="76642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3"/>
            <p:cNvSpPr/>
            <p:nvPr/>
          </p:nvSpPr>
          <p:spPr>
            <a:xfrm>
              <a:off x="9621710" y="701674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4"/>
            <p:cNvSpPr/>
            <p:nvPr/>
          </p:nvSpPr>
          <p:spPr>
            <a:xfrm>
              <a:off x="9567192" y="74655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5"/>
            <p:cNvSpPr/>
            <p:nvPr/>
          </p:nvSpPr>
          <p:spPr>
            <a:xfrm>
              <a:off x="9531958" y="74971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6"/>
            <p:cNvSpPr/>
            <p:nvPr/>
          </p:nvSpPr>
          <p:spPr>
            <a:xfrm>
              <a:off x="10074278" y="722034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7"/>
            <p:cNvSpPr/>
            <p:nvPr/>
          </p:nvSpPr>
          <p:spPr>
            <a:xfrm>
              <a:off x="9659087" y="709871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8"/>
            <p:cNvSpPr/>
            <p:nvPr/>
          </p:nvSpPr>
          <p:spPr>
            <a:xfrm>
              <a:off x="9550528" y="74767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9"/>
            <p:cNvSpPr/>
            <p:nvPr/>
          </p:nvSpPr>
          <p:spPr>
            <a:xfrm>
              <a:off x="9556479" y="723523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30"/>
            <p:cNvSpPr/>
            <p:nvPr/>
          </p:nvSpPr>
          <p:spPr>
            <a:xfrm>
              <a:off x="9659563" y="726544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1"/>
            <p:cNvSpPr/>
            <p:nvPr/>
          </p:nvSpPr>
          <p:spPr>
            <a:xfrm>
              <a:off x="9551480" y="74737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2"/>
            <p:cNvSpPr/>
            <p:nvPr/>
          </p:nvSpPr>
          <p:spPr>
            <a:xfrm>
              <a:off x="9550528" y="74590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3"/>
            <p:cNvSpPr/>
            <p:nvPr/>
          </p:nvSpPr>
          <p:spPr>
            <a:xfrm>
              <a:off x="9554337" y="73855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4"/>
            <p:cNvSpPr/>
            <p:nvPr/>
          </p:nvSpPr>
          <p:spPr>
            <a:xfrm>
              <a:off x="9575525" y="74607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5"/>
            <p:cNvSpPr/>
            <p:nvPr/>
          </p:nvSpPr>
          <p:spPr>
            <a:xfrm>
              <a:off x="10245211" y="79500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6"/>
            <p:cNvSpPr/>
            <p:nvPr/>
          </p:nvSpPr>
          <p:spPr>
            <a:xfrm>
              <a:off x="9544814" y="720707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7"/>
            <p:cNvSpPr/>
            <p:nvPr/>
          </p:nvSpPr>
          <p:spPr>
            <a:xfrm>
              <a:off x="9563383" y="75592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8"/>
            <p:cNvSpPr/>
            <p:nvPr/>
          </p:nvSpPr>
          <p:spPr>
            <a:xfrm>
              <a:off x="9528149" y="702313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9"/>
            <p:cNvSpPr/>
            <p:nvPr/>
          </p:nvSpPr>
          <p:spPr>
            <a:xfrm>
              <a:off x="9532196" y="75400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40"/>
            <p:cNvSpPr/>
            <p:nvPr/>
          </p:nvSpPr>
          <p:spPr>
            <a:xfrm>
              <a:off x="9543624" y="75513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1"/>
            <p:cNvSpPr/>
            <p:nvPr/>
          </p:nvSpPr>
          <p:spPr>
            <a:xfrm>
              <a:off x="9537196" y="74878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2"/>
            <p:cNvSpPr/>
            <p:nvPr/>
          </p:nvSpPr>
          <p:spPr>
            <a:xfrm>
              <a:off x="9580048" y="75810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3"/>
            <p:cNvSpPr/>
            <p:nvPr/>
          </p:nvSpPr>
          <p:spPr>
            <a:xfrm>
              <a:off x="9555527" y="75220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4"/>
            <p:cNvSpPr/>
            <p:nvPr/>
          </p:nvSpPr>
          <p:spPr>
            <a:xfrm>
              <a:off x="9553861" y="74728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5"/>
            <p:cNvSpPr/>
            <p:nvPr/>
          </p:nvSpPr>
          <p:spPr>
            <a:xfrm>
              <a:off x="9549337" y="74982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6"/>
            <p:cNvSpPr/>
            <p:nvPr/>
          </p:nvSpPr>
          <p:spPr>
            <a:xfrm>
              <a:off x="9534101" y="74982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7"/>
            <p:cNvSpPr/>
            <p:nvPr/>
          </p:nvSpPr>
          <p:spPr>
            <a:xfrm>
              <a:off x="9555765" y="73676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8"/>
            <p:cNvSpPr/>
            <p:nvPr/>
          </p:nvSpPr>
          <p:spPr>
            <a:xfrm>
              <a:off x="9550290" y="75049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9"/>
            <p:cNvSpPr/>
            <p:nvPr/>
          </p:nvSpPr>
          <p:spPr>
            <a:xfrm>
              <a:off x="9707415" y="707454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50"/>
            <p:cNvSpPr/>
            <p:nvPr/>
          </p:nvSpPr>
          <p:spPr>
            <a:xfrm>
              <a:off x="9551718" y="74911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1"/>
            <p:cNvSpPr/>
            <p:nvPr/>
          </p:nvSpPr>
          <p:spPr>
            <a:xfrm>
              <a:off x="9649802" y="733512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2"/>
            <p:cNvSpPr/>
            <p:nvPr/>
          </p:nvSpPr>
          <p:spPr>
            <a:xfrm>
              <a:off x="9554575" y="74616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3"/>
            <p:cNvSpPr/>
            <p:nvPr/>
          </p:nvSpPr>
          <p:spPr>
            <a:xfrm>
              <a:off x="9555289" y="752180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4"/>
            <p:cNvSpPr/>
            <p:nvPr/>
          </p:nvSpPr>
          <p:spPr>
            <a:xfrm>
              <a:off x="9549099" y="74799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5"/>
            <p:cNvSpPr/>
            <p:nvPr/>
          </p:nvSpPr>
          <p:spPr>
            <a:xfrm>
              <a:off x="10069040" y="650640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6"/>
            <p:cNvSpPr/>
            <p:nvPr/>
          </p:nvSpPr>
          <p:spPr>
            <a:xfrm>
              <a:off x="9531006" y="76014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7"/>
            <p:cNvSpPr/>
            <p:nvPr/>
          </p:nvSpPr>
          <p:spPr>
            <a:xfrm>
              <a:off x="9555765" y="746914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8"/>
            <p:cNvSpPr/>
            <p:nvPr/>
          </p:nvSpPr>
          <p:spPr>
            <a:xfrm>
              <a:off x="9534101" y="74649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9"/>
            <p:cNvSpPr/>
            <p:nvPr/>
          </p:nvSpPr>
          <p:spPr>
            <a:xfrm>
              <a:off x="9964290" y="715817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60"/>
            <p:cNvSpPr/>
            <p:nvPr/>
          </p:nvSpPr>
          <p:spPr>
            <a:xfrm>
              <a:off x="9536958" y="74672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1"/>
            <p:cNvSpPr/>
            <p:nvPr/>
          </p:nvSpPr>
          <p:spPr>
            <a:xfrm>
              <a:off x="9530530" y="74731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2"/>
            <p:cNvSpPr/>
            <p:nvPr/>
          </p:nvSpPr>
          <p:spPr>
            <a:xfrm>
              <a:off x="9630519" y="75230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3"/>
            <p:cNvSpPr/>
            <p:nvPr/>
          </p:nvSpPr>
          <p:spPr>
            <a:xfrm>
              <a:off x="9570763" y="74638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l2464"/>
            <p:cNvSpPr/>
            <p:nvPr/>
          </p:nvSpPr>
          <p:spPr>
            <a:xfrm>
              <a:off x="9468163" y="7386672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5"/>
            <p:cNvSpPr/>
            <p:nvPr/>
          </p:nvSpPr>
          <p:spPr>
            <a:xfrm>
              <a:off x="9516075" y="6888984"/>
              <a:ext cx="958224" cy="678480"/>
            </a:xfrm>
            <a:custGeom>
              <a:avLst/>
              <a:pathLst>
                <a:path w="958224" h="678480">
                  <a:moveTo>
                    <a:pt x="0" y="560927"/>
                  </a:moveTo>
                  <a:lnTo>
                    <a:pt x="12129" y="555467"/>
                  </a:lnTo>
                  <a:lnTo>
                    <a:pt x="24258" y="549381"/>
                  </a:lnTo>
                  <a:lnTo>
                    <a:pt x="36388" y="542562"/>
                  </a:lnTo>
                  <a:lnTo>
                    <a:pt x="48517" y="534934"/>
                  </a:lnTo>
                  <a:lnTo>
                    <a:pt x="60647" y="526394"/>
                  </a:lnTo>
                  <a:lnTo>
                    <a:pt x="72776" y="516911"/>
                  </a:lnTo>
                  <a:lnTo>
                    <a:pt x="84905" y="506548"/>
                  </a:lnTo>
                  <a:lnTo>
                    <a:pt x="97035" y="495474"/>
                  </a:lnTo>
                  <a:lnTo>
                    <a:pt x="109164" y="483861"/>
                  </a:lnTo>
                  <a:lnTo>
                    <a:pt x="121294" y="471933"/>
                  </a:lnTo>
                  <a:lnTo>
                    <a:pt x="133423" y="459951"/>
                  </a:lnTo>
                  <a:lnTo>
                    <a:pt x="145553" y="448043"/>
                  </a:lnTo>
                  <a:lnTo>
                    <a:pt x="157682" y="436257"/>
                  </a:lnTo>
                  <a:lnTo>
                    <a:pt x="169811" y="424627"/>
                  </a:lnTo>
                  <a:lnTo>
                    <a:pt x="181941" y="413193"/>
                  </a:lnTo>
                  <a:lnTo>
                    <a:pt x="194070" y="402011"/>
                  </a:lnTo>
                  <a:lnTo>
                    <a:pt x="206200" y="391151"/>
                  </a:lnTo>
                  <a:lnTo>
                    <a:pt x="218329" y="380685"/>
                  </a:lnTo>
                  <a:lnTo>
                    <a:pt x="230459" y="370644"/>
                  </a:lnTo>
                  <a:lnTo>
                    <a:pt x="242588" y="360987"/>
                  </a:lnTo>
                  <a:lnTo>
                    <a:pt x="254717" y="351660"/>
                  </a:lnTo>
                  <a:lnTo>
                    <a:pt x="266847" y="342619"/>
                  </a:lnTo>
                  <a:lnTo>
                    <a:pt x="278976" y="333845"/>
                  </a:lnTo>
                  <a:lnTo>
                    <a:pt x="291106" y="325342"/>
                  </a:lnTo>
                  <a:lnTo>
                    <a:pt x="303235" y="317143"/>
                  </a:lnTo>
                  <a:lnTo>
                    <a:pt x="315365" y="309297"/>
                  </a:lnTo>
                  <a:lnTo>
                    <a:pt x="327494" y="301844"/>
                  </a:lnTo>
                  <a:lnTo>
                    <a:pt x="339623" y="294780"/>
                  </a:lnTo>
                  <a:lnTo>
                    <a:pt x="351753" y="288089"/>
                  </a:lnTo>
                  <a:lnTo>
                    <a:pt x="363882" y="281743"/>
                  </a:lnTo>
                  <a:lnTo>
                    <a:pt x="376012" y="275708"/>
                  </a:lnTo>
                  <a:lnTo>
                    <a:pt x="388141" y="269947"/>
                  </a:lnTo>
                  <a:lnTo>
                    <a:pt x="400271" y="264423"/>
                  </a:lnTo>
                  <a:lnTo>
                    <a:pt x="412400" y="259096"/>
                  </a:lnTo>
                  <a:lnTo>
                    <a:pt x="424529" y="253930"/>
                  </a:lnTo>
                  <a:lnTo>
                    <a:pt x="436659" y="248893"/>
                  </a:lnTo>
                  <a:lnTo>
                    <a:pt x="448788" y="243957"/>
                  </a:lnTo>
                  <a:lnTo>
                    <a:pt x="460918" y="239098"/>
                  </a:lnTo>
                  <a:lnTo>
                    <a:pt x="473047" y="234300"/>
                  </a:lnTo>
                  <a:lnTo>
                    <a:pt x="485177" y="229551"/>
                  </a:lnTo>
                  <a:lnTo>
                    <a:pt x="497306" y="224846"/>
                  </a:lnTo>
                  <a:lnTo>
                    <a:pt x="509435" y="220182"/>
                  </a:lnTo>
                  <a:lnTo>
                    <a:pt x="521565" y="215564"/>
                  </a:lnTo>
                  <a:lnTo>
                    <a:pt x="533694" y="210998"/>
                  </a:lnTo>
                  <a:lnTo>
                    <a:pt x="545824" y="206492"/>
                  </a:lnTo>
                  <a:lnTo>
                    <a:pt x="557953" y="202057"/>
                  </a:lnTo>
                  <a:lnTo>
                    <a:pt x="570083" y="197701"/>
                  </a:lnTo>
                  <a:lnTo>
                    <a:pt x="582212" y="193431"/>
                  </a:lnTo>
                  <a:lnTo>
                    <a:pt x="594341" y="189242"/>
                  </a:lnTo>
                  <a:lnTo>
                    <a:pt x="606471" y="185122"/>
                  </a:lnTo>
                  <a:lnTo>
                    <a:pt x="618600" y="181053"/>
                  </a:lnTo>
                  <a:lnTo>
                    <a:pt x="630730" y="177014"/>
                  </a:lnTo>
                  <a:lnTo>
                    <a:pt x="642859" y="172977"/>
                  </a:lnTo>
                  <a:lnTo>
                    <a:pt x="654989" y="168915"/>
                  </a:lnTo>
                  <a:lnTo>
                    <a:pt x="667118" y="164797"/>
                  </a:lnTo>
                  <a:lnTo>
                    <a:pt x="679247" y="160590"/>
                  </a:lnTo>
                  <a:lnTo>
                    <a:pt x="691377" y="156263"/>
                  </a:lnTo>
                  <a:lnTo>
                    <a:pt x="703506" y="151782"/>
                  </a:lnTo>
                  <a:lnTo>
                    <a:pt x="715636" y="147119"/>
                  </a:lnTo>
                  <a:lnTo>
                    <a:pt x="727765" y="142244"/>
                  </a:lnTo>
                  <a:lnTo>
                    <a:pt x="739895" y="137132"/>
                  </a:lnTo>
                  <a:lnTo>
                    <a:pt x="752024" y="131762"/>
                  </a:lnTo>
                  <a:lnTo>
                    <a:pt x="764153" y="126117"/>
                  </a:lnTo>
                  <a:lnTo>
                    <a:pt x="776283" y="120185"/>
                  </a:lnTo>
                  <a:lnTo>
                    <a:pt x="788412" y="113959"/>
                  </a:lnTo>
                  <a:lnTo>
                    <a:pt x="800542" y="107436"/>
                  </a:lnTo>
                  <a:lnTo>
                    <a:pt x="812671" y="100618"/>
                  </a:lnTo>
                  <a:lnTo>
                    <a:pt x="824801" y="93509"/>
                  </a:lnTo>
                  <a:lnTo>
                    <a:pt x="836930" y="86119"/>
                  </a:lnTo>
                  <a:lnTo>
                    <a:pt x="849059" y="78459"/>
                  </a:lnTo>
                  <a:lnTo>
                    <a:pt x="861189" y="70542"/>
                  </a:lnTo>
                  <a:lnTo>
                    <a:pt x="873318" y="62385"/>
                  </a:lnTo>
                  <a:lnTo>
                    <a:pt x="885448" y="54003"/>
                  </a:lnTo>
                  <a:lnTo>
                    <a:pt x="897577" y="45415"/>
                  </a:lnTo>
                  <a:lnTo>
                    <a:pt x="909706" y="36637"/>
                  </a:lnTo>
                  <a:lnTo>
                    <a:pt x="921836" y="27689"/>
                  </a:lnTo>
                  <a:lnTo>
                    <a:pt x="933965" y="18588"/>
                  </a:lnTo>
                  <a:lnTo>
                    <a:pt x="946095" y="9352"/>
                  </a:lnTo>
                  <a:lnTo>
                    <a:pt x="958224" y="0"/>
                  </a:lnTo>
                  <a:lnTo>
                    <a:pt x="958224" y="345294"/>
                  </a:lnTo>
                  <a:lnTo>
                    <a:pt x="946095" y="342360"/>
                  </a:lnTo>
                  <a:lnTo>
                    <a:pt x="933965" y="339544"/>
                  </a:lnTo>
                  <a:lnTo>
                    <a:pt x="921836" y="336864"/>
                  </a:lnTo>
                  <a:lnTo>
                    <a:pt x="909706" y="334339"/>
                  </a:lnTo>
                  <a:lnTo>
                    <a:pt x="897577" y="331988"/>
                  </a:lnTo>
                  <a:lnTo>
                    <a:pt x="885448" y="329829"/>
                  </a:lnTo>
                  <a:lnTo>
                    <a:pt x="873318" y="327883"/>
                  </a:lnTo>
                  <a:lnTo>
                    <a:pt x="861189" y="326166"/>
                  </a:lnTo>
                  <a:lnTo>
                    <a:pt x="849059" y="324696"/>
                  </a:lnTo>
                  <a:lnTo>
                    <a:pt x="836930" y="323490"/>
                  </a:lnTo>
                  <a:lnTo>
                    <a:pt x="824801" y="322561"/>
                  </a:lnTo>
                  <a:lnTo>
                    <a:pt x="812671" y="321923"/>
                  </a:lnTo>
                  <a:lnTo>
                    <a:pt x="800542" y="321583"/>
                  </a:lnTo>
                  <a:lnTo>
                    <a:pt x="788412" y="321550"/>
                  </a:lnTo>
                  <a:lnTo>
                    <a:pt x="776283" y="321825"/>
                  </a:lnTo>
                  <a:lnTo>
                    <a:pt x="764153" y="322405"/>
                  </a:lnTo>
                  <a:lnTo>
                    <a:pt x="752024" y="323285"/>
                  </a:lnTo>
                  <a:lnTo>
                    <a:pt x="739895" y="324454"/>
                  </a:lnTo>
                  <a:lnTo>
                    <a:pt x="727765" y="325894"/>
                  </a:lnTo>
                  <a:lnTo>
                    <a:pt x="715636" y="327586"/>
                  </a:lnTo>
                  <a:lnTo>
                    <a:pt x="703506" y="329505"/>
                  </a:lnTo>
                  <a:lnTo>
                    <a:pt x="691377" y="331623"/>
                  </a:lnTo>
                  <a:lnTo>
                    <a:pt x="679247" y="333912"/>
                  </a:lnTo>
                  <a:lnTo>
                    <a:pt x="667118" y="336340"/>
                  </a:lnTo>
                  <a:lnTo>
                    <a:pt x="654989" y="338874"/>
                  </a:lnTo>
                  <a:lnTo>
                    <a:pt x="642859" y="341484"/>
                  </a:lnTo>
                  <a:lnTo>
                    <a:pt x="630730" y="344141"/>
                  </a:lnTo>
                  <a:lnTo>
                    <a:pt x="618600" y="346815"/>
                  </a:lnTo>
                  <a:lnTo>
                    <a:pt x="606471" y="349481"/>
                  </a:lnTo>
                  <a:lnTo>
                    <a:pt x="594341" y="352120"/>
                  </a:lnTo>
                  <a:lnTo>
                    <a:pt x="582212" y="354713"/>
                  </a:lnTo>
                  <a:lnTo>
                    <a:pt x="570083" y="357249"/>
                  </a:lnTo>
                  <a:lnTo>
                    <a:pt x="557953" y="359731"/>
                  </a:lnTo>
                  <a:lnTo>
                    <a:pt x="545824" y="362189"/>
                  </a:lnTo>
                  <a:lnTo>
                    <a:pt x="533694" y="364655"/>
                  </a:lnTo>
                  <a:lnTo>
                    <a:pt x="521565" y="367165"/>
                  </a:lnTo>
                  <a:lnTo>
                    <a:pt x="509435" y="369751"/>
                  </a:lnTo>
                  <a:lnTo>
                    <a:pt x="497306" y="372444"/>
                  </a:lnTo>
                  <a:lnTo>
                    <a:pt x="485177" y="375271"/>
                  </a:lnTo>
                  <a:lnTo>
                    <a:pt x="473047" y="378256"/>
                  </a:lnTo>
                  <a:lnTo>
                    <a:pt x="460918" y="381418"/>
                  </a:lnTo>
                  <a:lnTo>
                    <a:pt x="448788" y="384768"/>
                  </a:lnTo>
                  <a:lnTo>
                    <a:pt x="436659" y="388315"/>
                  </a:lnTo>
                  <a:lnTo>
                    <a:pt x="424529" y="392060"/>
                  </a:lnTo>
                  <a:lnTo>
                    <a:pt x="412400" y="395998"/>
                  </a:lnTo>
                  <a:lnTo>
                    <a:pt x="400271" y="400122"/>
                  </a:lnTo>
                  <a:lnTo>
                    <a:pt x="388141" y="404420"/>
                  </a:lnTo>
                  <a:lnTo>
                    <a:pt x="376012" y="408879"/>
                  </a:lnTo>
                  <a:lnTo>
                    <a:pt x="363882" y="413483"/>
                  </a:lnTo>
                  <a:lnTo>
                    <a:pt x="351753" y="418220"/>
                  </a:lnTo>
                  <a:lnTo>
                    <a:pt x="339623" y="423081"/>
                  </a:lnTo>
                  <a:lnTo>
                    <a:pt x="327494" y="428062"/>
                  </a:lnTo>
                  <a:lnTo>
                    <a:pt x="315365" y="433171"/>
                  </a:lnTo>
                  <a:lnTo>
                    <a:pt x="303235" y="438429"/>
                  </a:lnTo>
                  <a:lnTo>
                    <a:pt x="291106" y="443887"/>
                  </a:lnTo>
                  <a:lnTo>
                    <a:pt x="278976" y="449599"/>
                  </a:lnTo>
                  <a:lnTo>
                    <a:pt x="266847" y="455602"/>
                  </a:lnTo>
                  <a:lnTo>
                    <a:pt x="254717" y="461905"/>
                  </a:lnTo>
                  <a:lnTo>
                    <a:pt x="242588" y="468493"/>
                  </a:lnTo>
                  <a:lnTo>
                    <a:pt x="230459" y="475329"/>
                  </a:lnTo>
                  <a:lnTo>
                    <a:pt x="218329" y="482361"/>
                  </a:lnTo>
                  <a:lnTo>
                    <a:pt x="206200" y="489551"/>
                  </a:lnTo>
                  <a:lnTo>
                    <a:pt x="194070" y="496918"/>
                  </a:lnTo>
                  <a:lnTo>
                    <a:pt x="181941" y="504514"/>
                  </a:lnTo>
                  <a:lnTo>
                    <a:pt x="169811" y="512390"/>
                  </a:lnTo>
                  <a:lnTo>
                    <a:pt x="157682" y="520583"/>
                  </a:lnTo>
                  <a:lnTo>
                    <a:pt x="145553" y="529114"/>
                  </a:lnTo>
                  <a:lnTo>
                    <a:pt x="133423" y="537997"/>
                  </a:lnTo>
                  <a:lnTo>
                    <a:pt x="121294" y="547260"/>
                  </a:lnTo>
                  <a:lnTo>
                    <a:pt x="109164" y="556997"/>
                  </a:lnTo>
                  <a:lnTo>
                    <a:pt x="97035" y="567360"/>
                  </a:lnTo>
                  <a:lnTo>
                    <a:pt x="84905" y="578439"/>
                  </a:lnTo>
                  <a:lnTo>
                    <a:pt x="72776" y="590279"/>
                  </a:lnTo>
                  <a:lnTo>
                    <a:pt x="60647" y="602963"/>
                  </a:lnTo>
                  <a:lnTo>
                    <a:pt x="48517" y="616519"/>
                  </a:lnTo>
                  <a:lnTo>
                    <a:pt x="36388" y="630925"/>
                  </a:lnTo>
                  <a:lnTo>
                    <a:pt x="24258" y="646101"/>
                  </a:lnTo>
                  <a:lnTo>
                    <a:pt x="12129" y="661985"/>
                  </a:lnTo>
                  <a:lnTo>
                    <a:pt x="0" y="678480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66" name="pl2466"/>
            <p:cNvSpPr/>
            <p:nvPr/>
          </p:nvSpPr>
          <p:spPr>
            <a:xfrm>
              <a:off x="9516075" y="6888984"/>
              <a:ext cx="958224" cy="560927"/>
            </a:xfrm>
            <a:custGeom>
              <a:avLst/>
              <a:pathLst>
                <a:path w="958224" h="560927">
                  <a:moveTo>
                    <a:pt x="0" y="560927"/>
                  </a:moveTo>
                  <a:lnTo>
                    <a:pt x="12129" y="555467"/>
                  </a:lnTo>
                  <a:lnTo>
                    <a:pt x="24258" y="549381"/>
                  </a:lnTo>
                  <a:lnTo>
                    <a:pt x="36388" y="542562"/>
                  </a:lnTo>
                  <a:lnTo>
                    <a:pt x="48517" y="534934"/>
                  </a:lnTo>
                  <a:lnTo>
                    <a:pt x="60647" y="526394"/>
                  </a:lnTo>
                  <a:lnTo>
                    <a:pt x="72776" y="516911"/>
                  </a:lnTo>
                  <a:lnTo>
                    <a:pt x="84905" y="506548"/>
                  </a:lnTo>
                  <a:lnTo>
                    <a:pt x="97035" y="495474"/>
                  </a:lnTo>
                  <a:lnTo>
                    <a:pt x="109164" y="483861"/>
                  </a:lnTo>
                  <a:lnTo>
                    <a:pt x="121294" y="471933"/>
                  </a:lnTo>
                  <a:lnTo>
                    <a:pt x="133423" y="459951"/>
                  </a:lnTo>
                  <a:lnTo>
                    <a:pt x="145553" y="448043"/>
                  </a:lnTo>
                  <a:lnTo>
                    <a:pt x="157682" y="436257"/>
                  </a:lnTo>
                  <a:lnTo>
                    <a:pt x="169811" y="424627"/>
                  </a:lnTo>
                  <a:lnTo>
                    <a:pt x="181941" y="413193"/>
                  </a:lnTo>
                  <a:lnTo>
                    <a:pt x="194070" y="402011"/>
                  </a:lnTo>
                  <a:lnTo>
                    <a:pt x="206200" y="391151"/>
                  </a:lnTo>
                  <a:lnTo>
                    <a:pt x="218329" y="380685"/>
                  </a:lnTo>
                  <a:lnTo>
                    <a:pt x="230459" y="370644"/>
                  </a:lnTo>
                  <a:lnTo>
                    <a:pt x="242588" y="360987"/>
                  </a:lnTo>
                  <a:lnTo>
                    <a:pt x="254717" y="351660"/>
                  </a:lnTo>
                  <a:lnTo>
                    <a:pt x="266847" y="342619"/>
                  </a:lnTo>
                  <a:lnTo>
                    <a:pt x="278976" y="333845"/>
                  </a:lnTo>
                  <a:lnTo>
                    <a:pt x="291106" y="325342"/>
                  </a:lnTo>
                  <a:lnTo>
                    <a:pt x="303235" y="317143"/>
                  </a:lnTo>
                  <a:lnTo>
                    <a:pt x="315365" y="309297"/>
                  </a:lnTo>
                  <a:lnTo>
                    <a:pt x="327494" y="301844"/>
                  </a:lnTo>
                  <a:lnTo>
                    <a:pt x="339623" y="294780"/>
                  </a:lnTo>
                  <a:lnTo>
                    <a:pt x="351753" y="288089"/>
                  </a:lnTo>
                  <a:lnTo>
                    <a:pt x="363882" y="281743"/>
                  </a:lnTo>
                  <a:lnTo>
                    <a:pt x="376012" y="275708"/>
                  </a:lnTo>
                  <a:lnTo>
                    <a:pt x="388141" y="269947"/>
                  </a:lnTo>
                  <a:lnTo>
                    <a:pt x="400271" y="264423"/>
                  </a:lnTo>
                  <a:lnTo>
                    <a:pt x="412400" y="259096"/>
                  </a:lnTo>
                  <a:lnTo>
                    <a:pt x="424529" y="253930"/>
                  </a:lnTo>
                  <a:lnTo>
                    <a:pt x="436659" y="248893"/>
                  </a:lnTo>
                  <a:lnTo>
                    <a:pt x="448788" y="243957"/>
                  </a:lnTo>
                  <a:lnTo>
                    <a:pt x="460918" y="239098"/>
                  </a:lnTo>
                  <a:lnTo>
                    <a:pt x="473047" y="234300"/>
                  </a:lnTo>
                  <a:lnTo>
                    <a:pt x="485177" y="229551"/>
                  </a:lnTo>
                  <a:lnTo>
                    <a:pt x="497306" y="224846"/>
                  </a:lnTo>
                  <a:lnTo>
                    <a:pt x="509435" y="220182"/>
                  </a:lnTo>
                  <a:lnTo>
                    <a:pt x="521565" y="215564"/>
                  </a:lnTo>
                  <a:lnTo>
                    <a:pt x="533694" y="210998"/>
                  </a:lnTo>
                  <a:lnTo>
                    <a:pt x="545824" y="206492"/>
                  </a:lnTo>
                  <a:lnTo>
                    <a:pt x="557953" y="202057"/>
                  </a:lnTo>
                  <a:lnTo>
                    <a:pt x="570083" y="197701"/>
                  </a:lnTo>
                  <a:lnTo>
                    <a:pt x="582212" y="193431"/>
                  </a:lnTo>
                  <a:lnTo>
                    <a:pt x="594341" y="189242"/>
                  </a:lnTo>
                  <a:lnTo>
                    <a:pt x="606471" y="185122"/>
                  </a:lnTo>
                  <a:lnTo>
                    <a:pt x="618600" y="181053"/>
                  </a:lnTo>
                  <a:lnTo>
                    <a:pt x="630730" y="177014"/>
                  </a:lnTo>
                  <a:lnTo>
                    <a:pt x="642859" y="172977"/>
                  </a:lnTo>
                  <a:lnTo>
                    <a:pt x="654989" y="168915"/>
                  </a:lnTo>
                  <a:lnTo>
                    <a:pt x="667118" y="164797"/>
                  </a:lnTo>
                  <a:lnTo>
                    <a:pt x="679247" y="160590"/>
                  </a:lnTo>
                  <a:lnTo>
                    <a:pt x="691377" y="156263"/>
                  </a:lnTo>
                  <a:lnTo>
                    <a:pt x="703506" y="151782"/>
                  </a:lnTo>
                  <a:lnTo>
                    <a:pt x="715636" y="147119"/>
                  </a:lnTo>
                  <a:lnTo>
                    <a:pt x="727765" y="142244"/>
                  </a:lnTo>
                  <a:lnTo>
                    <a:pt x="739895" y="137132"/>
                  </a:lnTo>
                  <a:lnTo>
                    <a:pt x="752024" y="131762"/>
                  </a:lnTo>
                  <a:lnTo>
                    <a:pt x="764153" y="126117"/>
                  </a:lnTo>
                  <a:lnTo>
                    <a:pt x="776283" y="120185"/>
                  </a:lnTo>
                  <a:lnTo>
                    <a:pt x="788412" y="113959"/>
                  </a:lnTo>
                  <a:lnTo>
                    <a:pt x="800542" y="107436"/>
                  </a:lnTo>
                  <a:lnTo>
                    <a:pt x="812671" y="100618"/>
                  </a:lnTo>
                  <a:lnTo>
                    <a:pt x="824801" y="93509"/>
                  </a:lnTo>
                  <a:lnTo>
                    <a:pt x="836930" y="86119"/>
                  </a:lnTo>
                  <a:lnTo>
                    <a:pt x="849059" y="78459"/>
                  </a:lnTo>
                  <a:lnTo>
                    <a:pt x="861189" y="70542"/>
                  </a:lnTo>
                  <a:lnTo>
                    <a:pt x="873318" y="62385"/>
                  </a:lnTo>
                  <a:lnTo>
                    <a:pt x="885448" y="54003"/>
                  </a:lnTo>
                  <a:lnTo>
                    <a:pt x="897577" y="45415"/>
                  </a:lnTo>
                  <a:lnTo>
                    <a:pt x="909706" y="36637"/>
                  </a:lnTo>
                  <a:lnTo>
                    <a:pt x="921836" y="27689"/>
                  </a:lnTo>
                  <a:lnTo>
                    <a:pt x="933965" y="18588"/>
                  </a:lnTo>
                  <a:lnTo>
                    <a:pt x="946095" y="9352"/>
                  </a:lnTo>
                  <a:lnTo>
                    <a:pt x="9582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67" name="pl2467"/>
            <p:cNvSpPr/>
            <p:nvPr/>
          </p:nvSpPr>
          <p:spPr>
            <a:xfrm>
              <a:off x="9516075" y="7210535"/>
              <a:ext cx="958224" cy="356930"/>
            </a:xfrm>
            <a:custGeom>
              <a:avLst/>
              <a:pathLst>
                <a:path w="958224" h="356930">
                  <a:moveTo>
                    <a:pt x="958224" y="23744"/>
                  </a:moveTo>
                  <a:lnTo>
                    <a:pt x="946095" y="20810"/>
                  </a:lnTo>
                  <a:lnTo>
                    <a:pt x="933965" y="17994"/>
                  </a:lnTo>
                  <a:lnTo>
                    <a:pt x="921836" y="15313"/>
                  </a:lnTo>
                  <a:lnTo>
                    <a:pt x="909706" y="12788"/>
                  </a:lnTo>
                  <a:lnTo>
                    <a:pt x="897577" y="10437"/>
                  </a:lnTo>
                  <a:lnTo>
                    <a:pt x="885448" y="8279"/>
                  </a:lnTo>
                  <a:lnTo>
                    <a:pt x="873318" y="6332"/>
                  </a:lnTo>
                  <a:lnTo>
                    <a:pt x="861189" y="4615"/>
                  </a:lnTo>
                  <a:lnTo>
                    <a:pt x="849059" y="3146"/>
                  </a:lnTo>
                  <a:lnTo>
                    <a:pt x="836930" y="1939"/>
                  </a:lnTo>
                  <a:lnTo>
                    <a:pt x="824801" y="1011"/>
                  </a:lnTo>
                  <a:lnTo>
                    <a:pt x="812671" y="372"/>
                  </a:lnTo>
                  <a:lnTo>
                    <a:pt x="800542" y="33"/>
                  </a:lnTo>
                  <a:lnTo>
                    <a:pt x="788412" y="0"/>
                  </a:lnTo>
                  <a:lnTo>
                    <a:pt x="776283" y="274"/>
                  </a:lnTo>
                  <a:lnTo>
                    <a:pt x="764153" y="855"/>
                  </a:lnTo>
                  <a:lnTo>
                    <a:pt x="752024" y="1735"/>
                  </a:lnTo>
                  <a:lnTo>
                    <a:pt x="739895" y="2903"/>
                  </a:lnTo>
                  <a:lnTo>
                    <a:pt x="727765" y="4343"/>
                  </a:lnTo>
                  <a:lnTo>
                    <a:pt x="715636" y="6035"/>
                  </a:lnTo>
                  <a:lnTo>
                    <a:pt x="703506" y="7954"/>
                  </a:lnTo>
                  <a:lnTo>
                    <a:pt x="691377" y="10073"/>
                  </a:lnTo>
                  <a:lnTo>
                    <a:pt x="679247" y="12362"/>
                  </a:lnTo>
                  <a:lnTo>
                    <a:pt x="667118" y="14789"/>
                  </a:lnTo>
                  <a:lnTo>
                    <a:pt x="654989" y="17324"/>
                  </a:lnTo>
                  <a:lnTo>
                    <a:pt x="642859" y="19934"/>
                  </a:lnTo>
                  <a:lnTo>
                    <a:pt x="630730" y="22590"/>
                  </a:lnTo>
                  <a:lnTo>
                    <a:pt x="618600" y="25264"/>
                  </a:lnTo>
                  <a:lnTo>
                    <a:pt x="606471" y="27931"/>
                  </a:lnTo>
                  <a:lnTo>
                    <a:pt x="594341" y="30569"/>
                  </a:lnTo>
                  <a:lnTo>
                    <a:pt x="582212" y="33162"/>
                  </a:lnTo>
                  <a:lnTo>
                    <a:pt x="570083" y="35698"/>
                  </a:lnTo>
                  <a:lnTo>
                    <a:pt x="557953" y="38180"/>
                  </a:lnTo>
                  <a:lnTo>
                    <a:pt x="545824" y="40638"/>
                  </a:lnTo>
                  <a:lnTo>
                    <a:pt x="533694" y="43105"/>
                  </a:lnTo>
                  <a:lnTo>
                    <a:pt x="521565" y="45615"/>
                  </a:lnTo>
                  <a:lnTo>
                    <a:pt x="509435" y="48201"/>
                  </a:lnTo>
                  <a:lnTo>
                    <a:pt x="497306" y="50893"/>
                  </a:lnTo>
                  <a:lnTo>
                    <a:pt x="485177" y="53721"/>
                  </a:lnTo>
                  <a:lnTo>
                    <a:pt x="473047" y="56706"/>
                  </a:lnTo>
                  <a:lnTo>
                    <a:pt x="460918" y="59867"/>
                  </a:lnTo>
                  <a:lnTo>
                    <a:pt x="448788" y="63218"/>
                  </a:lnTo>
                  <a:lnTo>
                    <a:pt x="436659" y="66764"/>
                  </a:lnTo>
                  <a:lnTo>
                    <a:pt x="424529" y="70509"/>
                  </a:lnTo>
                  <a:lnTo>
                    <a:pt x="412400" y="74448"/>
                  </a:lnTo>
                  <a:lnTo>
                    <a:pt x="400271" y="78572"/>
                  </a:lnTo>
                  <a:lnTo>
                    <a:pt x="388141" y="82870"/>
                  </a:lnTo>
                  <a:lnTo>
                    <a:pt x="376012" y="87328"/>
                  </a:lnTo>
                  <a:lnTo>
                    <a:pt x="363882" y="91932"/>
                  </a:lnTo>
                  <a:lnTo>
                    <a:pt x="351753" y="96669"/>
                  </a:lnTo>
                  <a:lnTo>
                    <a:pt x="339623" y="101530"/>
                  </a:lnTo>
                  <a:lnTo>
                    <a:pt x="327494" y="106512"/>
                  </a:lnTo>
                  <a:lnTo>
                    <a:pt x="315365" y="111621"/>
                  </a:lnTo>
                  <a:lnTo>
                    <a:pt x="303235" y="116879"/>
                  </a:lnTo>
                  <a:lnTo>
                    <a:pt x="291106" y="122337"/>
                  </a:lnTo>
                  <a:lnTo>
                    <a:pt x="278976" y="128049"/>
                  </a:lnTo>
                  <a:lnTo>
                    <a:pt x="266847" y="134051"/>
                  </a:lnTo>
                  <a:lnTo>
                    <a:pt x="254717" y="140355"/>
                  </a:lnTo>
                  <a:lnTo>
                    <a:pt x="242588" y="146943"/>
                  </a:lnTo>
                  <a:lnTo>
                    <a:pt x="230459" y="153778"/>
                  </a:lnTo>
                  <a:lnTo>
                    <a:pt x="218329" y="160811"/>
                  </a:lnTo>
                  <a:lnTo>
                    <a:pt x="206200" y="168000"/>
                  </a:lnTo>
                  <a:lnTo>
                    <a:pt x="194070" y="175367"/>
                  </a:lnTo>
                  <a:lnTo>
                    <a:pt x="181941" y="182964"/>
                  </a:lnTo>
                  <a:lnTo>
                    <a:pt x="169811" y="190840"/>
                  </a:lnTo>
                  <a:lnTo>
                    <a:pt x="157682" y="199033"/>
                  </a:lnTo>
                  <a:lnTo>
                    <a:pt x="145553" y="207564"/>
                  </a:lnTo>
                  <a:lnTo>
                    <a:pt x="133423" y="216446"/>
                  </a:lnTo>
                  <a:lnTo>
                    <a:pt x="121294" y="225710"/>
                  </a:lnTo>
                  <a:lnTo>
                    <a:pt x="109164" y="235447"/>
                  </a:lnTo>
                  <a:lnTo>
                    <a:pt x="97035" y="245810"/>
                  </a:lnTo>
                  <a:lnTo>
                    <a:pt x="84905" y="256889"/>
                  </a:lnTo>
                  <a:lnTo>
                    <a:pt x="72776" y="268728"/>
                  </a:lnTo>
                  <a:lnTo>
                    <a:pt x="60647" y="281413"/>
                  </a:lnTo>
                  <a:lnTo>
                    <a:pt x="48517" y="294969"/>
                  </a:lnTo>
                  <a:lnTo>
                    <a:pt x="36388" y="309375"/>
                  </a:lnTo>
                  <a:lnTo>
                    <a:pt x="24258" y="324551"/>
                  </a:lnTo>
                  <a:lnTo>
                    <a:pt x="12129" y="340434"/>
                  </a:lnTo>
                  <a:lnTo>
                    <a:pt x="0" y="3569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68" name="pl2468"/>
            <p:cNvSpPr/>
            <p:nvPr/>
          </p:nvSpPr>
          <p:spPr>
            <a:xfrm>
              <a:off x="9516075" y="7061631"/>
              <a:ext cx="958224" cy="447056"/>
            </a:xfrm>
            <a:custGeom>
              <a:avLst/>
              <a:pathLst>
                <a:path w="958224" h="447056">
                  <a:moveTo>
                    <a:pt x="0" y="447056"/>
                  </a:moveTo>
                  <a:lnTo>
                    <a:pt x="12129" y="436078"/>
                  </a:lnTo>
                  <a:lnTo>
                    <a:pt x="24258" y="425094"/>
                  </a:lnTo>
                  <a:lnTo>
                    <a:pt x="36388" y="414096"/>
                  </a:lnTo>
                  <a:lnTo>
                    <a:pt x="48517" y="403079"/>
                  </a:lnTo>
                  <a:lnTo>
                    <a:pt x="60647" y="392031"/>
                  </a:lnTo>
                  <a:lnTo>
                    <a:pt x="72776" y="380948"/>
                  </a:lnTo>
                  <a:lnTo>
                    <a:pt x="84905" y="369846"/>
                  </a:lnTo>
                  <a:lnTo>
                    <a:pt x="97035" y="358770"/>
                  </a:lnTo>
                  <a:lnTo>
                    <a:pt x="109164" y="347782"/>
                  </a:lnTo>
                  <a:lnTo>
                    <a:pt x="121294" y="336949"/>
                  </a:lnTo>
                  <a:lnTo>
                    <a:pt x="133423" y="326326"/>
                  </a:lnTo>
                  <a:lnTo>
                    <a:pt x="145553" y="315931"/>
                  </a:lnTo>
                  <a:lnTo>
                    <a:pt x="157682" y="305773"/>
                  </a:lnTo>
                  <a:lnTo>
                    <a:pt x="169811" y="295861"/>
                  </a:lnTo>
                  <a:lnTo>
                    <a:pt x="181941" y="286206"/>
                  </a:lnTo>
                  <a:lnTo>
                    <a:pt x="194070" y="276817"/>
                  </a:lnTo>
                  <a:lnTo>
                    <a:pt x="206200" y="267704"/>
                  </a:lnTo>
                  <a:lnTo>
                    <a:pt x="218329" y="258875"/>
                  </a:lnTo>
                  <a:lnTo>
                    <a:pt x="230459" y="250339"/>
                  </a:lnTo>
                  <a:lnTo>
                    <a:pt x="242588" y="242093"/>
                  </a:lnTo>
                  <a:lnTo>
                    <a:pt x="254717" y="234135"/>
                  </a:lnTo>
                  <a:lnTo>
                    <a:pt x="266847" y="226463"/>
                  </a:lnTo>
                  <a:lnTo>
                    <a:pt x="278976" y="219075"/>
                  </a:lnTo>
                  <a:lnTo>
                    <a:pt x="291106" y="211967"/>
                  </a:lnTo>
                  <a:lnTo>
                    <a:pt x="303235" y="205139"/>
                  </a:lnTo>
                  <a:lnTo>
                    <a:pt x="315365" y="198587"/>
                  </a:lnTo>
                  <a:lnTo>
                    <a:pt x="327494" y="192306"/>
                  </a:lnTo>
                  <a:lnTo>
                    <a:pt x="339623" y="186283"/>
                  </a:lnTo>
                  <a:lnTo>
                    <a:pt x="351753" y="180507"/>
                  </a:lnTo>
                  <a:lnTo>
                    <a:pt x="363882" y="174965"/>
                  </a:lnTo>
                  <a:lnTo>
                    <a:pt x="376012" y="169646"/>
                  </a:lnTo>
                  <a:lnTo>
                    <a:pt x="388141" y="164537"/>
                  </a:lnTo>
                  <a:lnTo>
                    <a:pt x="400271" y="159625"/>
                  </a:lnTo>
                  <a:lnTo>
                    <a:pt x="412400" y="154899"/>
                  </a:lnTo>
                  <a:lnTo>
                    <a:pt x="424529" y="150347"/>
                  </a:lnTo>
                  <a:lnTo>
                    <a:pt x="436659" y="145957"/>
                  </a:lnTo>
                  <a:lnTo>
                    <a:pt x="448788" y="141715"/>
                  </a:lnTo>
                  <a:lnTo>
                    <a:pt x="460918" y="137611"/>
                  </a:lnTo>
                  <a:lnTo>
                    <a:pt x="473047" y="133631"/>
                  </a:lnTo>
                  <a:lnTo>
                    <a:pt x="485177" y="129764"/>
                  </a:lnTo>
                  <a:lnTo>
                    <a:pt x="497306" y="125997"/>
                  </a:lnTo>
                  <a:lnTo>
                    <a:pt x="509435" y="122319"/>
                  </a:lnTo>
                  <a:lnTo>
                    <a:pt x="521565" y="118717"/>
                  </a:lnTo>
                  <a:lnTo>
                    <a:pt x="533694" y="115179"/>
                  </a:lnTo>
                  <a:lnTo>
                    <a:pt x="545824" y="111693"/>
                  </a:lnTo>
                  <a:lnTo>
                    <a:pt x="557953" y="108246"/>
                  </a:lnTo>
                  <a:lnTo>
                    <a:pt x="570083" y="104827"/>
                  </a:lnTo>
                  <a:lnTo>
                    <a:pt x="582212" y="101424"/>
                  </a:lnTo>
                  <a:lnTo>
                    <a:pt x="594341" y="98034"/>
                  </a:lnTo>
                  <a:lnTo>
                    <a:pt x="606471" y="94654"/>
                  </a:lnTo>
                  <a:lnTo>
                    <a:pt x="618600" y="91287"/>
                  </a:lnTo>
                  <a:lnTo>
                    <a:pt x="630730" y="87930"/>
                  </a:lnTo>
                  <a:lnTo>
                    <a:pt x="642859" y="84583"/>
                  </a:lnTo>
                  <a:lnTo>
                    <a:pt x="654989" y="81247"/>
                  </a:lnTo>
                  <a:lnTo>
                    <a:pt x="667118" y="77921"/>
                  </a:lnTo>
                  <a:lnTo>
                    <a:pt x="679247" y="74604"/>
                  </a:lnTo>
                  <a:lnTo>
                    <a:pt x="691377" y="71296"/>
                  </a:lnTo>
                  <a:lnTo>
                    <a:pt x="703506" y="67996"/>
                  </a:lnTo>
                  <a:lnTo>
                    <a:pt x="715636" y="64705"/>
                  </a:lnTo>
                  <a:lnTo>
                    <a:pt x="727765" y="61421"/>
                  </a:lnTo>
                  <a:lnTo>
                    <a:pt x="739895" y="58145"/>
                  </a:lnTo>
                  <a:lnTo>
                    <a:pt x="752024" y="54876"/>
                  </a:lnTo>
                  <a:lnTo>
                    <a:pt x="764153" y="51614"/>
                  </a:lnTo>
                  <a:lnTo>
                    <a:pt x="776283" y="48358"/>
                  </a:lnTo>
                  <a:lnTo>
                    <a:pt x="788412" y="45107"/>
                  </a:lnTo>
                  <a:lnTo>
                    <a:pt x="800542" y="41863"/>
                  </a:lnTo>
                  <a:lnTo>
                    <a:pt x="812671" y="38623"/>
                  </a:lnTo>
                  <a:lnTo>
                    <a:pt x="824801" y="35388"/>
                  </a:lnTo>
                  <a:lnTo>
                    <a:pt x="836930" y="32157"/>
                  </a:lnTo>
                  <a:lnTo>
                    <a:pt x="849059" y="28930"/>
                  </a:lnTo>
                  <a:lnTo>
                    <a:pt x="861189" y="25707"/>
                  </a:lnTo>
                  <a:lnTo>
                    <a:pt x="873318" y="22486"/>
                  </a:lnTo>
                  <a:lnTo>
                    <a:pt x="885448" y="19269"/>
                  </a:lnTo>
                  <a:lnTo>
                    <a:pt x="897577" y="16054"/>
                  </a:lnTo>
                  <a:lnTo>
                    <a:pt x="909706" y="12841"/>
                  </a:lnTo>
                  <a:lnTo>
                    <a:pt x="921836" y="9629"/>
                  </a:lnTo>
                  <a:lnTo>
                    <a:pt x="933965" y="6418"/>
                  </a:lnTo>
                  <a:lnTo>
                    <a:pt x="946095" y="3209"/>
                  </a:lnTo>
                  <a:lnTo>
                    <a:pt x="958224" y="0"/>
                  </a:lnTo>
                </a:path>
              </a:pathLst>
            </a:custGeom>
            <a:ln w="27101" cap="flat">
              <a:solidFill>
                <a:srgbClr val="FFD7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l2469"/>
            <p:cNvSpPr/>
            <p:nvPr/>
          </p:nvSpPr>
          <p:spPr>
            <a:xfrm>
              <a:off x="9672380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70" name="rc2470"/>
            <p:cNvSpPr/>
            <p:nvPr/>
          </p:nvSpPr>
          <p:spPr>
            <a:xfrm>
              <a:off x="9468163" y="5418670"/>
              <a:ext cx="1054047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tx2471"/>
            <p:cNvSpPr/>
            <p:nvPr/>
          </p:nvSpPr>
          <p:spPr>
            <a:xfrm>
              <a:off x="9306161" y="836102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2472" name="tx2472"/>
            <p:cNvSpPr/>
            <p:nvPr/>
          </p:nvSpPr>
          <p:spPr>
            <a:xfrm>
              <a:off x="9343378" y="7467606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473" name="tx2473"/>
            <p:cNvSpPr/>
            <p:nvPr/>
          </p:nvSpPr>
          <p:spPr>
            <a:xfrm>
              <a:off x="9343378" y="6576916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474" name="tx2474"/>
            <p:cNvSpPr/>
            <p:nvPr/>
          </p:nvSpPr>
          <p:spPr>
            <a:xfrm>
              <a:off x="9343378" y="5685189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2475" name="pl2475"/>
            <p:cNvSpPr/>
            <p:nvPr/>
          </p:nvSpPr>
          <p:spPr>
            <a:xfrm>
              <a:off x="9433369" y="84013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l2476"/>
            <p:cNvSpPr/>
            <p:nvPr/>
          </p:nvSpPr>
          <p:spPr>
            <a:xfrm>
              <a:off x="9433369" y="750929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l2477"/>
            <p:cNvSpPr/>
            <p:nvPr/>
          </p:nvSpPr>
          <p:spPr>
            <a:xfrm>
              <a:off x="9433369" y="661724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l2478"/>
            <p:cNvSpPr/>
            <p:nvPr/>
          </p:nvSpPr>
          <p:spPr>
            <a:xfrm>
              <a:off x="9433369" y="57251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l2479"/>
            <p:cNvSpPr/>
            <p:nvPr/>
          </p:nvSpPr>
          <p:spPr>
            <a:xfrm>
              <a:off x="9576842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l2480"/>
            <p:cNvSpPr/>
            <p:nvPr/>
          </p:nvSpPr>
          <p:spPr>
            <a:xfrm>
              <a:off x="9930279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l2481"/>
            <p:cNvSpPr/>
            <p:nvPr/>
          </p:nvSpPr>
          <p:spPr>
            <a:xfrm>
              <a:off x="10283715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tx2482"/>
            <p:cNvSpPr/>
            <p:nvPr/>
          </p:nvSpPr>
          <p:spPr>
            <a:xfrm>
              <a:off x="9545764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483" name="tx2483"/>
            <p:cNvSpPr/>
            <p:nvPr/>
          </p:nvSpPr>
          <p:spPr>
            <a:xfrm>
              <a:off x="9868123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484" name="tx2484"/>
            <p:cNvSpPr/>
            <p:nvPr/>
          </p:nvSpPr>
          <p:spPr>
            <a:xfrm>
              <a:off x="10221560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485" name="tx2485"/>
            <p:cNvSpPr/>
            <p:nvPr/>
          </p:nvSpPr>
          <p:spPr>
            <a:xfrm>
              <a:off x="9824382" y="8779049"/>
              <a:ext cx="341610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CL_Z</a:t>
              </a:r>
            </a:p>
          </p:txBody>
        </p:sp>
        <p:sp>
          <p:nvSpPr>
            <p:cNvPr id="2486" name="tx2486"/>
            <p:cNvSpPr/>
            <p:nvPr/>
          </p:nvSpPr>
          <p:spPr>
            <a:xfrm rot="-5400000">
              <a:off x="8799939" y="6942997"/>
              <a:ext cx="745430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RofC_pib_Z</a:t>
              </a:r>
            </a:p>
          </p:txBody>
        </p:sp>
        <p:sp>
          <p:nvSpPr>
            <p:cNvPr id="2487" name="rc2487"/>
            <p:cNvSpPr/>
            <p:nvPr/>
          </p:nvSpPr>
          <p:spPr>
            <a:xfrm>
              <a:off x="10591800" y="5349081"/>
              <a:ext cx="1523999" cy="1828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rc2488"/>
            <p:cNvSpPr/>
            <p:nvPr/>
          </p:nvSpPr>
          <p:spPr>
            <a:xfrm>
              <a:off x="11020738" y="5418670"/>
              <a:ext cx="1025472" cy="13493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89" name="pl2489"/>
            <p:cNvSpPr/>
            <p:nvPr/>
          </p:nvSpPr>
          <p:spPr>
            <a:xfrm>
              <a:off x="11020738" y="6490007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l2490"/>
            <p:cNvSpPr/>
            <p:nvPr/>
          </p:nvSpPr>
          <p:spPr>
            <a:xfrm>
              <a:off x="11020738" y="6167574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l2491"/>
            <p:cNvSpPr/>
            <p:nvPr/>
          </p:nvSpPr>
          <p:spPr>
            <a:xfrm>
              <a:off x="11020738" y="5845142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l2492"/>
            <p:cNvSpPr/>
            <p:nvPr/>
          </p:nvSpPr>
          <p:spPr>
            <a:xfrm>
              <a:off x="11020738" y="5522710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l2493"/>
            <p:cNvSpPr/>
            <p:nvPr/>
          </p:nvSpPr>
          <p:spPr>
            <a:xfrm>
              <a:off x="11232659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l2494"/>
            <p:cNvSpPr/>
            <p:nvPr/>
          </p:nvSpPr>
          <p:spPr>
            <a:xfrm>
              <a:off x="11563275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l2495"/>
            <p:cNvSpPr/>
            <p:nvPr/>
          </p:nvSpPr>
          <p:spPr>
            <a:xfrm>
              <a:off x="11893891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l2496"/>
            <p:cNvSpPr/>
            <p:nvPr/>
          </p:nvSpPr>
          <p:spPr>
            <a:xfrm>
              <a:off x="11020738" y="6651223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l2497"/>
            <p:cNvSpPr/>
            <p:nvPr/>
          </p:nvSpPr>
          <p:spPr>
            <a:xfrm>
              <a:off x="11020738" y="6328790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l2498"/>
            <p:cNvSpPr/>
            <p:nvPr/>
          </p:nvSpPr>
          <p:spPr>
            <a:xfrm>
              <a:off x="11020738" y="6006358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l2499"/>
            <p:cNvSpPr/>
            <p:nvPr/>
          </p:nvSpPr>
          <p:spPr>
            <a:xfrm>
              <a:off x="11020738" y="5683926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l2500"/>
            <p:cNvSpPr/>
            <p:nvPr/>
          </p:nvSpPr>
          <p:spPr>
            <a:xfrm>
              <a:off x="11067351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l2501"/>
            <p:cNvSpPr/>
            <p:nvPr/>
          </p:nvSpPr>
          <p:spPr>
            <a:xfrm>
              <a:off x="11397967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l2502"/>
            <p:cNvSpPr/>
            <p:nvPr/>
          </p:nvSpPr>
          <p:spPr>
            <a:xfrm>
              <a:off x="11728583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3"/>
            <p:cNvSpPr/>
            <p:nvPr/>
          </p:nvSpPr>
          <p:spPr>
            <a:xfrm>
              <a:off x="11042525" y="6625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4"/>
            <p:cNvSpPr/>
            <p:nvPr/>
          </p:nvSpPr>
          <p:spPr>
            <a:xfrm>
              <a:off x="11042525" y="6631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5"/>
            <p:cNvSpPr/>
            <p:nvPr/>
          </p:nvSpPr>
          <p:spPr>
            <a:xfrm>
              <a:off x="11042525" y="6637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6"/>
            <p:cNvSpPr/>
            <p:nvPr/>
          </p:nvSpPr>
          <p:spPr>
            <a:xfrm>
              <a:off x="11042525" y="6606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7"/>
            <p:cNvSpPr/>
            <p:nvPr/>
          </p:nvSpPr>
          <p:spPr>
            <a:xfrm>
              <a:off x="11376221" y="6643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8"/>
            <p:cNvSpPr/>
            <p:nvPr/>
          </p:nvSpPr>
          <p:spPr>
            <a:xfrm>
              <a:off x="11557380" y="66481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9"/>
            <p:cNvSpPr/>
            <p:nvPr/>
          </p:nvSpPr>
          <p:spPr>
            <a:xfrm>
              <a:off x="11643612" y="6636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10"/>
            <p:cNvSpPr/>
            <p:nvPr/>
          </p:nvSpPr>
          <p:spPr>
            <a:xfrm>
              <a:off x="11042525" y="6635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1"/>
            <p:cNvSpPr/>
            <p:nvPr/>
          </p:nvSpPr>
          <p:spPr>
            <a:xfrm>
              <a:off x="11042525" y="66403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2"/>
            <p:cNvSpPr/>
            <p:nvPr/>
          </p:nvSpPr>
          <p:spPr>
            <a:xfrm>
              <a:off x="11042525" y="6655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3"/>
            <p:cNvSpPr/>
            <p:nvPr/>
          </p:nvSpPr>
          <p:spPr>
            <a:xfrm>
              <a:off x="11170171" y="6664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4"/>
            <p:cNvSpPr/>
            <p:nvPr/>
          </p:nvSpPr>
          <p:spPr>
            <a:xfrm>
              <a:off x="11440099" y="6656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5"/>
            <p:cNvSpPr/>
            <p:nvPr/>
          </p:nvSpPr>
          <p:spPr>
            <a:xfrm>
              <a:off x="11042525" y="6625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6"/>
            <p:cNvSpPr/>
            <p:nvPr/>
          </p:nvSpPr>
          <p:spPr>
            <a:xfrm>
              <a:off x="11042525" y="6627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7"/>
            <p:cNvSpPr/>
            <p:nvPr/>
          </p:nvSpPr>
          <p:spPr>
            <a:xfrm>
              <a:off x="11317525" y="6648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8"/>
            <p:cNvSpPr/>
            <p:nvPr/>
          </p:nvSpPr>
          <p:spPr>
            <a:xfrm>
              <a:off x="11456991" y="6634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9"/>
            <p:cNvSpPr/>
            <p:nvPr/>
          </p:nvSpPr>
          <p:spPr>
            <a:xfrm>
              <a:off x="11716967" y="6651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20"/>
            <p:cNvSpPr/>
            <p:nvPr/>
          </p:nvSpPr>
          <p:spPr>
            <a:xfrm>
              <a:off x="11042525" y="6644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1"/>
            <p:cNvSpPr/>
            <p:nvPr/>
          </p:nvSpPr>
          <p:spPr>
            <a:xfrm>
              <a:off x="11116442" y="6621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2"/>
            <p:cNvSpPr/>
            <p:nvPr/>
          </p:nvSpPr>
          <p:spPr>
            <a:xfrm>
              <a:off x="11182022" y="6631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3"/>
            <p:cNvSpPr/>
            <p:nvPr/>
          </p:nvSpPr>
          <p:spPr>
            <a:xfrm>
              <a:off x="11042525" y="6629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4"/>
            <p:cNvSpPr/>
            <p:nvPr/>
          </p:nvSpPr>
          <p:spPr>
            <a:xfrm>
              <a:off x="11042525" y="661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5"/>
            <p:cNvSpPr/>
            <p:nvPr/>
          </p:nvSpPr>
          <p:spPr>
            <a:xfrm>
              <a:off x="11509096" y="6632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6"/>
            <p:cNvSpPr/>
            <p:nvPr/>
          </p:nvSpPr>
          <p:spPr>
            <a:xfrm>
              <a:off x="11042525" y="661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7"/>
            <p:cNvSpPr/>
            <p:nvPr/>
          </p:nvSpPr>
          <p:spPr>
            <a:xfrm>
              <a:off x="11042525" y="6633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8"/>
            <p:cNvSpPr/>
            <p:nvPr/>
          </p:nvSpPr>
          <p:spPr>
            <a:xfrm>
              <a:off x="11196712" y="6625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9"/>
            <p:cNvSpPr/>
            <p:nvPr/>
          </p:nvSpPr>
          <p:spPr>
            <a:xfrm>
              <a:off x="11381857" y="6609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30"/>
            <p:cNvSpPr/>
            <p:nvPr/>
          </p:nvSpPr>
          <p:spPr>
            <a:xfrm>
              <a:off x="11042525" y="6655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1"/>
            <p:cNvSpPr/>
            <p:nvPr/>
          </p:nvSpPr>
          <p:spPr>
            <a:xfrm>
              <a:off x="11266076" y="6613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2"/>
            <p:cNvSpPr/>
            <p:nvPr/>
          </p:nvSpPr>
          <p:spPr>
            <a:xfrm>
              <a:off x="11042525" y="6647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3"/>
            <p:cNvSpPr/>
            <p:nvPr/>
          </p:nvSpPr>
          <p:spPr>
            <a:xfrm>
              <a:off x="11042525" y="6645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4"/>
            <p:cNvSpPr/>
            <p:nvPr/>
          </p:nvSpPr>
          <p:spPr>
            <a:xfrm>
              <a:off x="11042525" y="6619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5"/>
            <p:cNvSpPr/>
            <p:nvPr/>
          </p:nvSpPr>
          <p:spPr>
            <a:xfrm>
              <a:off x="11042525" y="6623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6"/>
            <p:cNvSpPr/>
            <p:nvPr/>
          </p:nvSpPr>
          <p:spPr>
            <a:xfrm>
              <a:off x="11255387" y="6630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7"/>
            <p:cNvSpPr/>
            <p:nvPr/>
          </p:nvSpPr>
          <p:spPr>
            <a:xfrm>
              <a:off x="11042525" y="6638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8"/>
            <p:cNvSpPr/>
            <p:nvPr/>
          </p:nvSpPr>
          <p:spPr>
            <a:xfrm>
              <a:off x="11042525" y="6613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9"/>
            <p:cNvSpPr/>
            <p:nvPr/>
          </p:nvSpPr>
          <p:spPr>
            <a:xfrm>
              <a:off x="11188721" y="6622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40"/>
            <p:cNvSpPr/>
            <p:nvPr/>
          </p:nvSpPr>
          <p:spPr>
            <a:xfrm>
              <a:off x="11315895" y="6617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1"/>
            <p:cNvSpPr/>
            <p:nvPr/>
          </p:nvSpPr>
          <p:spPr>
            <a:xfrm>
              <a:off x="11446511" y="6630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2"/>
            <p:cNvSpPr/>
            <p:nvPr/>
          </p:nvSpPr>
          <p:spPr>
            <a:xfrm>
              <a:off x="11573866" y="6634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3"/>
            <p:cNvSpPr/>
            <p:nvPr/>
          </p:nvSpPr>
          <p:spPr>
            <a:xfrm>
              <a:off x="11042525" y="6623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4"/>
            <p:cNvSpPr/>
            <p:nvPr/>
          </p:nvSpPr>
          <p:spPr>
            <a:xfrm>
              <a:off x="11841076" y="6417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5"/>
            <p:cNvSpPr/>
            <p:nvPr/>
          </p:nvSpPr>
          <p:spPr>
            <a:xfrm>
              <a:off x="11042525" y="6631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6"/>
            <p:cNvSpPr/>
            <p:nvPr/>
          </p:nvSpPr>
          <p:spPr>
            <a:xfrm>
              <a:off x="11042525" y="6631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7"/>
            <p:cNvSpPr/>
            <p:nvPr/>
          </p:nvSpPr>
          <p:spPr>
            <a:xfrm>
              <a:off x="11112177" y="6652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8"/>
            <p:cNvSpPr/>
            <p:nvPr/>
          </p:nvSpPr>
          <p:spPr>
            <a:xfrm>
              <a:off x="11183467" y="6650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9"/>
            <p:cNvSpPr/>
            <p:nvPr/>
          </p:nvSpPr>
          <p:spPr>
            <a:xfrm>
              <a:off x="11275677" y="6652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50"/>
            <p:cNvSpPr/>
            <p:nvPr/>
          </p:nvSpPr>
          <p:spPr>
            <a:xfrm>
              <a:off x="11371070" y="6658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1"/>
            <p:cNvSpPr/>
            <p:nvPr/>
          </p:nvSpPr>
          <p:spPr>
            <a:xfrm>
              <a:off x="11505388" y="6627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2"/>
            <p:cNvSpPr/>
            <p:nvPr/>
          </p:nvSpPr>
          <p:spPr>
            <a:xfrm>
              <a:off x="11042525" y="6641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3"/>
            <p:cNvSpPr/>
            <p:nvPr/>
          </p:nvSpPr>
          <p:spPr>
            <a:xfrm>
              <a:off x="11195800" y="6634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4"/>
            <p:cNvSpPr/>
            <p:nvPr/>
          </p:nvSpPr>
          <p:spPr>
            <a:xfrm>
              <a:off x="11273503" y="6612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5"/>
            <p:cNvSpPr/>
            <p:nvPr/>
          </p:nvSpPr>
          <p:spPr>
            <a:xfrm>
              <a:off x="11379844" y="6629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6"/>
            <p:cNvSpPr/>
            <p:nvPr/>
          </p:nvSpPr>
          <p:spPr>
            <a:xfrm>
              <a:off x="11519156" y="6656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7"/>
            <p:cNvSpPr/>
            <p:nvPr/>
          </p:nvSpPr>
          <p:spPr>
            <a:xfrm>
              <a:off x="11644699" y="6636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8"/>
            <p:cNvSpPr/>
            <p:nvPr/>
          </p:nvSpPr>
          <p:spPr>
            <a:xfrm>
              <a:off x="11777489" y="6630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9"/>
            <p:cNvSpPr/>
            <p:nvPr/>
          </p:nvSpPr>
          <p:spPr>
            <a:xfrm>
              <a:off x="11042525" y="6644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60"/>
            <p:cNvSpPr/>
            <p:nvPr/>
          </p:nvSpPr>
          <p:spPr>
            <a:xfrm>
              <a:off x="11252851" y="6638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1"/>
            <p:cNvSpPr/>
            <p:nvPr/>
          </p:nvSpPr>
          <p:spPr>
            <a:xfrm>
              <a:off x="11378164" y="6630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2"/>
            <p:cNvSpPr/>
            <p:nvPr/>
          </p:nvSpPr>
          <p:spPr>
            <a:xfrm>
              <a:off x="11042525" y="6632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3"/>
            <p:cNvSpPr/>
            <p:nvPr/>
          </p:nvSpPr>
          <p:spPr>
            <a:xfrm>
              <a:off x="11042525" y="6627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4"/>
            <p:cNvSpPr/>
            <p:nvPr/>
          </p:nvSpPr>
          <p:spPr>
            <a:xfrm>
              <a:off x="11182001" y="6573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5"/>
            <p:cNvSpPr/>
            <p:nvPr/>
          </p:nvSpPr>
          <p:spPr>
            <a:xfrm>
              <a:off x="11042525" y="6644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6"/>
            <p:cNvSpPr/>
            <p:nvPr/>
          </p:nvSpPr>
          <p:spPr>
            <a:xfrm>
              <a:off x="11112271" y="6646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7"/>
            <p:cNvSpPr/>
            <p:nvPr/>
          </p:nvSpPr>
          <p:spPr>
            <a:xfrm>
              <a:off x="11245424" y="6628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8"/>
            <p:cNvSpPr/>
            <p:nvPr/>
          </p:nvSpPr>
          <p:spPr>
            <a:xfrm>
              <a:off x="11381112" y="6630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9"/>
            <p:cNvSpPr/>
            <p:nvPr/>
          </p:nvSpPr>
          <p:spPr>
            <a:xfrm>
              <a:off x="11512815" y="6622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70"/>
            <p:cNvSpPr/>
            <p:nvPr/>
          </p:nvSpPr>
          <p:spPr>
            <a:xfrm>
              <a:off x="11646330" y="6631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1"/>
            <p:cNvSpPr/>
            <p:nvPr/>
          </p:nvSpPr>
          <p:spPr>
            <a:xfrm>
              <a:off x="11042525" y="6627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2"/>
            <p:cNvSpPr/>
            <p:nvPr/>
          </p:nvSpPr>
          <p:spPr>
            <a:xfrm>
              <a:off x="11247597" y="6652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3"/>
            <p:cNvSpPr/>
            <p:nvPr/>
          </p:nvSpPr>
          <p:spPr>
            <a:xfrm>
              <a:off x="11042525" y="6630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4"/>
            <p:cNvSpPr/>
            <p:nvPr/>
          </p:nvSpPr>
          <p:spPr>
            <a:xfrm>
              <a:off x="11273141" y="6637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5"/>
            <p:cNvSpPr/>
            <p:nvPr/>
          </p:nvSpPr>
          <p:spPr>
            <a:xfrm>
              <a:off x="11042525" y="6626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6"/>
            <p:cNvSpPr/>
            <p:nvPr/>
          </p:nvSpPr>
          <p:spPr>
            <a:xfrm>
              <a:off x="11254300" y="6660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7"/>
            <p:cNvSpPr/>
            <p:nvPr/>
          </p:nvSpPr>
          <p:spPr>
            <a:xfrm>
              <a:off x="11042525" y="6611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8"/>
            <p:cNvSpPr/>
            <p:nvPr/>
          </p:nvSpPr>
          <p:spPr>
            <a:xfrm>
              <a:off x="11042525" y="6629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9"/>
            <p:cNvSpPr/>
            <p:nvPr/>
          </p:nvSpPr>
          <p:spPr>
            <a:xfrm>
              <a:off x="11042525" y="6629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80"/>
            <p:cNvSpPr/>
            <p:nvPr/>
          </p:nvSpPr>
          <p:spPr>
            <a:xfrm>
              <a:off x="11042525" y="6630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1"/>
            <p:cNvSpPr/>
            <p:nvPr/>
          </p:nvSpPr>
          <p:spPr>
            <a:xfrm>
              <a:off x="11042525" y="6608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2"/>
            <p:cNvSpPr/>
            <p:nvPr/>
          </p:nvSpPr>
          <p:spPr>
            <a:xfrm>
              <a:off x="11252980" y="6629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3"/>
            <p:cNvSpPr/>
            <p:nvPr/>
          </p:nvSpPr>
          <p:spPr>
            <a:xfrm>
              <a:off x="11042525" y="6651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4"/>
            <p:cNvSpPr/>
            <p:nvPr/>
          </p:nvSpPr>
          <p:spPr>
            <a:xfrm>
              <a:off x="11400759" y="6627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5"/>
            <p:cNvSpPr/>
            <p:nvPr/>
          </p:nvSpPr>
          <p:spPr>
            <a:xfrm>
              <a:off x="11042525" y="6629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6"/>
            <p:cNvSpPr/>
            <p:nvPr/>
          </p:nvSpPr>
          <p:spPr>
            <a:xfrm>
              <a:off x="11254059" y="6626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7"/>
            <p:cNvSpPr/>
            <p:nvPr/>
          </p:nvSpPr>
          <p:spPr>
            <a:xfrm>
              <a:off x="11042525" y="6622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8"/>
            <p:cNvSpPr/>
            <p:nvPr/>
          </p:nvSpPr>
          <p:spPr>
            <a:xfrm>
              <a:off x="11042525" y="6623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9"/>
            <p:cNvSpPr/>
            <p:nvPr/>
          </p:nvSpPr>
          <p:spPr>
            <a:xfrm>
              <a:off x="11259192" y="6635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90"/>
            <p:cNvSpPr/>
            <p:nvPr/>
          </p:nvSpPr>
          <p:spPr>
            <a:xfrm>
              <a:off x="11457675" y="66625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1"/>
            <p:cNvSpPr/>
            <p:nvPr/>
          </p:nvSpPr>
          <p:spPr>
            <a:xfrm>
              <a:off x="11582380" y="6645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2"/>
            <p:cNvSpPr/>
            <p:nvPr/>
          </p:nvSpPr>
          <p:spPr>
            <a:xfrm>
              <a:off x="11705908" y="6662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3"/>
            <p:cNvSpPr/>
            <p:nvPr/>
          </p:nvSpPr>
          <p:spPr>
            <a:xfrm>
              <a:off x="11042525" y="6632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4"/>
            <p:cNvSpPr/>
            <p:nvPr/>
          </p:nvSpPr>
          <p:spPr>
            <a:xfrm>
              <a:off x="11310992" y="6641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5"/>
            <p:cNvSpPr/>
            <p:nvPr/>
          </p:nvSpPr>
          <p:spPr>
            <a:xfrm>
              <a:off x="11454166" y="6623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6"/>
            <p:cNvSpPr/>
            <p:nvPr/>
          </p:nvSpPr>
          <p:spPr>
            <a:xfrm>
              <a:off x="11042525" y="6634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7"/>
            <p:cNvSpPr/>
            <p:nvPr/>
          </p:nvSpPr>
          <p:spPr>
            <a:xfrm>
              <a:off x="11187067" y="6627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8"/>
            <p:cNvSpPr/>
            <p:nvPr/>
          </p:nvSpPr>
          <p:spPr>
            <a:xfrm>
              <a:off x="11346487" y="6646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9"/>
            <p:cNvSpPr/>
            <p:nvPr/>
          </p:nvSpPr>
          <p:spPr>
            <a:xfrm>
              <a:off x="11469857" y="6644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600"/>
            <p:cNvSpPr/>
            <p:nvPr/>
          </p:nvSpPr>
          <p:spPr>
            <a:xfrm>
              <a:off x="11042525" y="6615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1"/>
            <p:cNvSpPr/>
            <p:nvPr/>
          </p:nvSpPr>
          <p:spPr>
            <a:xfrm>
              <a:off x="11254844" y="6644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2"/>
            <p:cNvSpPr/>
            <p:nvPr/>
          </p:nvSpPr>
          <p:spPr>
            <a:xfrm>
              <a:off x="11042525" y="6604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3"/>
            <p:cNvSpPr/>
            <p:nvPr/>
          </p:nvSpPr>
          <p:spPr>
            <a:xfrm>
              <a:off x="11042525" y="6614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4"/>
            <p:cNvSpPr/>
            <p:nvPr/>
          </p:nvSpPr>
          <p:spPr>
            <a:xfrm>
              <a:off x="11245685" y="6536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5"/>
            <p:cNvSpPr/>
            <p:nvPr/>
          </p:nvSpPr>
          <p:spPr>
            <a:xfrm>
              <a:off x="11376120" y="6475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6"/>
            <p:cNvSpPr/>
            <p:nvPr/>
          </p:nvSpPr>
          <p:spPr>
            <a:xfrm>
              <a:off x="11513076" y="6447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7"/>
            <p:cNvSpPr/>
            <p:nvPr/>
          </p:nvSpPr>
          <p:spPr>
            <a:xfrm>
              <a:off x="11638077" y="6411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8"/>
            <p:cNvSpPr/>
            <p:nvPr/>
          </p:nvSpPr>
          <p:spPr>
            <a:xfrm>
              <a:off x="11042525" y="6623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9"/>
            <p:cNvSpPr/>
            <p:nvPr/>
          </p:nvSpPr>
          <p:spPr>
            <a:xfrm>
              <a:off x="11180500" y="66036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10"/>
            <p:cNvSpPr/>
            <p:nvPr/>
          </p:nvSpPr>
          <p:spPr>
            <a:xfrm>
              <a:off x="11042525" y="6623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1"/>
            <p:cNvSpPr/>
            <p:nvPr/>
          </p:nvSpPr>
          <p:spPr>
            <a:xfrm>
              <a:off x="11115988" y="6616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2"/>
            <p:cNvSpPr/>
            <p:nvPr/>
          </p:nvSpPr>
          <p:spPr>
            <a:xfrm>
              <a:off x="11042525" y="6639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3"/>
            <p:cNvSpPr/>
            <p:nvPr/>
          </p:nvSpPr>
          <p:spPr>
            <a:xfrm>
              <a:off x="11042525" y="6649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4"/>
            <p:cNvSpPr/>
            <p:nvPr/>
          </p:nvSpPr>
          <p:spPr>
            <a:xfrm>
              <a:off x="11177194" y="6646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5"/>
            <p:cNvSpPr/>
            <p:nvPr/>
          </p:nvSpPr>
          <p:spPr>
            <a:xfrm>
              <a:off x="11299771" y="6647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6"/>
            <p:cNvSpPr/>
            <p:nvPr/>
          </p:nvSpPr>
          <p:spPr>
            <a:xfrm>
              <a:off x="11439158" y="6645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7"/>
            <p:cNvSpPr/>
            <p:nvPr/>
          </p:nvSpPr>
          <p:spPr>
            <a:xfrm>
              <a:off x="11570967" y="6652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8"/>
            <p:cNvSpPr/>
            <p:nvPr/>
          </p:nvSpPr>
          <p:spPr>
            <a:xfrm>
              <a:off x="11042525" y="6609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9"/>
            <p:cNvSpPr/>
            <p:nvPr/>
          </p:nvSpPr>
          <p:spPr>
            <a:xfrm>
              <a:off x="11042525" y="6636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20"/>
            <p:cNvSpPr/>
            <p:nvPr/>
          </p:nvSpPr>
          <p:spPr>
            <a:xfrm>
              <a:off x="11241598" y="6644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1"/>
            <p:cNvSpPr/>
            <p:nvPr/>
          </p:nvSpPr>
          <p:spPr>
            <a:xfrm>
              <a:off x="11373301" y="6642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2"/>
            <p:cNvSpPr/>
            <p:nvPr/>
          </p:nvSpPr>
          <p:spPr>
            <a:xfrm>
              <a:off x="11505185" y="6615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3"/>
            <p:cNvSpPr/>
            <p:nvPr/>
          </p:nvSpPr>
          <p:spPr>
            <a:xfrm>
              <a:off x="11042525" y="66132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4"/>
            <p:cNvSpPr/>
            <p:nvPr/>
          </p:nvSpPr>
          <p:spPr>
            <a:xfrm>
              <a:off x="11042525" y="6618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5"/>
            <p:cNvSpPr/>
            <p:nvPr/>
          </p:nvSpPr>
          <p:spPr>
            <a:xfrm>
              <a:off x="11372054" y="6617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6"/>
            <p:cNvSpPr/>
            <p:nvPr/>
          </p:nvSpPr>
          <p:spPr>
            <a:xfrm>
              <a:off x="11042525" y="6614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7"/>
            <p:cNvSpPr/>
            <p:nvPr/>
          </p:nvSpPr>
          <p:spPr>
            <a:xfrm>
              <a:off x="11448308" y="6526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8"/>
            <p:cNvSpPr/>
            <p:nvPr/>
          </p:nvSpPr>
          <p:spPr>
            <a:xfrm>
              <a:off x="11042525" y="6627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9"/>
            <p:cNvSpPr/>
            <p:nvPr/>
          </p:nvSpPr>
          <p:spPr>
            <a:xfrm>
              <a:off x="11170592" y="6610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30"/>
            <p:cNvSpPr/>
            <p:nvPr/>
          </p:nvSpPr>
          <p:spPr>
            <a:xfrm>
              <a:off x="11042525" y="6658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1"/>
            <p:cNvSpPr/>
            <p:nvPr/>
          </p:nvSpPr>
          <p:spPr>
            <a:xfrm>
              <a:off x="11042525" y="6631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2"/>
            <p:cNvSpPr/>
            <p:nvPr/>
          </p:nvSpPr>
          <p:spPr>
            <a:xfrm>
              <a:off x="11042525" y="6618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3"/>
            <p:cNvSpPr/>
            <p:nvPr/>
          </p:nvSpPr>
          <p:spPr>
            <a:xfrm>
              <a:off x="11042525" y="6626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4"/>
            <p:cNvSpPr/>
            <p:nvPr/>
          </p:nvSpPr>
          <p:spPr>
            <a:xfrm>
              <a:off x="11252489" y="6630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5"/>
            <p:cNvSpPr/>
            <p:nvPr/>
          </p:nvSpPr>
          <p:spPr>
            <a:xfrm>
              <a:off x="11042525" y="6632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6"/>
            <p:cNvSpPr/>
            <p:nvPr/>
          </p:nvSpPr>
          <p:spPr>
            <a:xfrm>
              <a:off x="11042525" y="6605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7"/>
            <p:cNvSpPr/>
            <p:nvPr/>
          </p:nvSpPr>
          <p:spPr>
            <a:xfrm>
              <a:off x="11241575" y="6582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8"/>
            <p:cNvSpPr/>
            <p:nvPr/>
          </p:nvSpPr>
          <p:spPr>
            <a:xfrm>
              <a:off x="11379256" y="6652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9"/>
            <p:cNvSpPr/>
            <p:nvPr/>
          </p:nvSpPr>
          <p:spPr>
            <a:xfrm>
              <a:off x="11511140" y="6641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40"/>
            <p:cNvSpPr/>
            <p:nvPr/>
          </p:nvSpPr>
          <p:spPr>
            <a:xfrm>
              <a:off x="11800052" y="6648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1"/>
            <p:cNvSpPr/>
            <p:nvPr/>
          </p:nvSpPr>
          <p:spPr>
            <a:xfrm>
              <a:off x="11042525" y="6655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2"/>
            <p:cNvSpPr/>
            <p:nvPr/>
          </p:nvSpPr>
          <p:spPr>
            <a:xfrm>
              <a:off x="11120102" y="6658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3"/>
            <p:cNvSpPr/>
            <p:nvPr/>
          </p:nvSpPr>
          <p:spPr>
            <a:xfrm>
              <a:off x="11190713" y="6657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4"/>
            <p:cNvSpPr/>
            <p:nvPr/>
          </p:nvSpPr>
          <p:spPr>
            <a:xfrm>
              <a:off x="11257924" y="6644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5"/>
            <p:cNvSpPr/>
            <p:nvPr/>
          </p:nvSpPr>
          <p:spPr>
            <a:xfrm>
              <a:off x="11042525" y="6627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6"/>
            <p:cNvSpPr/>
            <p:nvPr/>
          </p:nvSpPr>
          <p:spPr>
            <a:xfrm>
              <a:off x="11042525" y="6603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7"/>
            <p:cNvSpPr/>
            <p:nvPr/>
          </p:nvSpPr>
          <p:spPr>
            <a:xfrm>
              <a:off x="11042525" y="66481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8"/>
            <p:cNvSpPr/>
            <p:nvPr/>
          </p:nvSpPr>
          <p:spPr>
            <a:xfrm>
              <a:off x="11181006" y="6641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9"/>
            <p:cNvSpPr/>
            <p:nvPr/>
          </p:nvSpPr>
          <p:spPr>
            <a:xfrm>
              <a:off x="11042525" y="6648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50"/>
            <p:cNvSpPr/>
            <p:nvPr/>
          </p:nvSpPr>
          <p:spPr>
            <a:xfrm>
              <a:off x="11042525" y="6656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1"/>
            <p:cNvSpPr/>
            <p:nvPr/>
          </p:nvSpPr>
          <p:spPr>
            <a:xfrm>
              <a:off x="11042525" y="6670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2"/>
            <p:cNvSpPr/>
            <p:nvPr/>
          </p:nvSpPr>
          <p:spPr>
            <a:xfrm>
              <a:off x="11042525" y="6607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3"/>
            <p:cNvSpPr/>
            <p:nvPr/>
          </p:nvSpPr>
          <p:spPr>
            <a:xfrm>
              <a:off x="11185822" y="65912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4"/>
            <p:cNvSpPr/>
            <p:nvPr/>
          </p:nvSpPr>
          <p:spPr>
            <a:xfrm>
              <a:off x="11042525" y="6607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5"/>
            <p:cNvSpPr/>
            <p:nvPr/>
          </p:nvSpPr>
          <p:spPr>
            <a:xfrm>
              <a:off x="11042525" y="6648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6"/>
            <p:cNvSpPr/>
            <p:nvPr/>
          </p:nvSpPr>
          <p:spPr>
            <a:xfrm>
              <a:off x="11042525" y="6638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7"/>
            <p:cNvSpPr/>
            <p:nvPr/>
          </p:nvSpPr>
          <p:spPr>
            <a:xfrm>
              <a:off x="11042525" y="6646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8"/>
            <p:cNvSpPr/>
            <p:nvPr/>
          </p:nvSpPr>
          <p:spPr>
            <a:xfrm>
              <a:off x="11456863" y="6626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9"/>
            <p:cNvSpPr/>
            <p:nvPr/>
          </p:nvSpPr>
          <p:spPr>
            <a:xfrm>
              <a:off x="11042525" y="6605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60"/>
            <p:cNvSpPr/>
            <p:nvPr/>
          </p:nvSpPr>
          <p:spPr>
            <a:xfrm>
              <a:off x="11131268" y="66116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1"/>
            <p:cNvSpPr/>
            <p:nvPr/>
          </p:nvSpPr>
          <p:spPr>
            <a:xfrm>
              <a:off x="11181854" y="6602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2"/>
            <p:cNvSpPr/>
            <p:nvPr/>
          </p:nvSpPr>
          <p:spPr>
            <a:xfrm>
              <a:off x="11247779" y="6596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3"/>
            <p:cNvSpPr/>
            <p:nvPr/>
          </p:nvSpPr>
          <p:spPr>
            <a:xfrm>
              <a:off x="11314989" y="6607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4"/>
            <p:cNvSpPr/>
            <p:nvPr/>
          </p:nvSpPr>
          <p:spPr>
            <a:xfrm>
              <a:off x="11436772" y="6612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5"/>
            <p:cNvSpPr/>
            <p:nvPr/>
          </p:nvSpPr>
          <p:spPr>
            <a:xfrm>
              <a:off x="11572598" y="6601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6"/>
            <p:cNvSpPr/>
            <p:nvPr/>
          </p:nvSpPr>
          <p:spPr>
            <a:xfrm>
              <a:off x="11638540" y="6606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7"/>
            <p:cNvSpPr/>
            <p:nvPr/>
          </p:nvSpPr>
          <p:spPr>
            <a:xfrm>
              <a:off x="11042525" y="6626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8"/>
            <p:cNvSpPr/>
            <p:nvPr/>
          </p:nvSpPr>
          <p:spPr>
            <a:xfrm>
              <a:off x="11042525" y="6624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9"/>
            <p:cNvSpPr/>
            <p:nvPr/>
          </p:nvSpPr>
          <p:spPr>
            <a:xfrm>
              <a:off x="11108689" y="6619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70"/>
            <p:cNvSpPr/>
            <p:nvPr/>
          </p:nvSpPr>
          <p:spPr>
            <a:xfrm>
              <a:off x="11042525" y="6634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1"/>
            <p:cNvSpPr/>
            <p:nvPr/>
          </p:nvSpPr>
          <p:spPr>
            <a:xfrm>
              <a:off x="11175496" y="6625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2"/>
            <p:cNvSpPr/>
            <p:nvPr/>
          </p:nvSpPr>
          <p:spPr>
            <a:xfrm>
              <a:off x="11322570" y="6636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3"/>
            <p:cNvSpPr/>
            <p:nvPr/>
          </p:nvSpPr>
          <p:spPr>
            <a:xfrm>
              <a:off x="11451402" y="6634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4"/>
            <p:cNvSpPr/>
            <p:nvPr/>
          </p:nvSpPr>
          <p:spPr>
            <a:xfrm>
              <a:off x="11042525" y="6634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5"/>
            <p:cNvSpPr/>
            <p:nvPr/>
          </p:nvSpPr>
          <p:spPr>
            <a:xfrm>
              <a:off x="11042525" y="6645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6"/>
            <p:cNvSpPr/>
            <p:nvPr/>
          </p:nvSpPr>
          <p:spPr>
            <a:xfrm>
              <a:off x="11042525" y="6617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7"/>
            <p:cNvSpPr/>
            <p:nvPr/>
          </p:nvSpPr>
          <p:spPr>
            <a:xfrm>
              <a:off x="11186909" y="6604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8"/>
            <p:cNvSpPr/>
            <p:nvPr/>
          </p:nvSpPr>
          <p:spPr>
            <a:xfrm>
              <a:off x="11242706" y="6627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9"/>
            <p:cNvSpPr/>
            <p:nvPr/>
          </p:nvSpPr>
          <p:spPr>
            <a:xfrm>
              <a:off x="11042525" y="6631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80"/>
            <p:cNvSpPr/>
            <p:nvPr/>
          </p:nvSpPr>
          <p:spPr>
            <a:xfrm>
              <a:off x="11042525" y="6632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1"/>
            <p:cNvSpPr/>
            <p:nvPr/>
          </p:nvSpPr>
          <p:spPr>
            <a:xfrm>
              <a:off x="11042525" y="6647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2"/>
            <p:cNvSpPr/>
            <p:nvPr/>
          </p:nvSpPr>
          <p:spPr>
            <a:xfrm>
              <a:off x="11376221" y="6625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3"/>
            <p:cNvSpPr/>
            <p:nvPr/>
          </p:nvSpPr>
          <p:spPr>
            <a:xfrm>
              <a:off x="11511728" y="6642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4"/>
            <p:cNvSpPr/>
            <p:nvPr/>
          </p:nvSpPr>
          <p:spPr>
            <a:xfrm>
              <a:off x="11660098" y="6650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5"/>
            <p:cNvSpPr/>
            <p:nvPr/>
          </p:nvSpPr>
          <p:spPr>
            <a:xfrm>
              <a:off x="11837091" y="6663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6"/>
            <p:cNvSpPr/>
            <p:nvPr/>
          </p:nvSpPr>
          <p:spPr>
            <a:xfrm>
              <a:off x="11042525" y="6632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7"/>
            <p:cNvSpPr/>
            <p:nvPr/>
          </p:nvSpPr>
          <p:spPr>
            <a:xfrm>
              <a:off x="11042525" y="6618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8"/>
            <p:cNvSpPr/>
            <p:nvPr/>
          </p:nvSpPr>
          <p:spPr>
            <a:xfrm>
              <a:off x="11244880" y="6548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9"/>
            <p:cNvSpPr/>
            <p:nvPr/>
          </p:nvSpPr>
          <p:spPr>
            <a:xfrm>
              <a:off x="11441376" y="6414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90"/>
            <p:cNvSpPr/>
            <p:nvPr/>
          </p:nvSpPr>
          <p:spPr>
            <a:xfrm>
              <a:off x="11042525" y="6647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1"/>
            <p:cNvSpPr/>
            <p:nvPr/>
          </p:nvSpPr>
          <p:spPr>
            <a:xfrm>
              <a:off x="11110097" y="6647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2"/>
            <p:cNvSpPr/>
            <p:nvPr/>
          </p:nvSpPr>
          <p:spPr>
            <a:xfrm>
              <a:off x="11042525" y="6625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3"/>
            <p:cNvSpPr/>
            <p:nvPr/>
          </p:nvSpPr>
          <p:spPr>
            <a:xfrm>
              <a:off x="11042525" y="6662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4"/>
            <p:cNvSpPr/>
            <p:nvPr/>
          </p:nvSpPr>
          <p:spPr>
            <a:xfrm>
              <a:off x="11306112" y="6660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5"/>
            <p:cNvSpPr/>
            <p:nvPr/>
          </p:nvSpPr>
          <p:spPr>
            <a:xfrm>
              <a:off x="11473322" y="6655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6"/>
            <p:cNvSpPr/>
            <p:nvPr/>
          </p:nvSpPr>
          <p:spPr>
            <a:xfrm>
              <a:off x="11042525" y="6614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7"/>
            <p:cNvSpPr/>
            <p:nvPr/>
          </p:nvSpPr>
          <p:spPr>
            <a:xfrm>
              <a:off x="11042525" y="6627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8"/>
            <p:cNvSpPr/>
            <p:nvPr/>
          </p:nvSpPr>
          <p:spPr>
            <a:xfrm>
              <a:off x="11265351" y="6624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9"/>
            <p:cNvSpPr/>
            <p:nvPr/>
          </p:nvSpPr>
          <p:spPr>
            <a:xfrm>
              <a:off x="11432894" y="6627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700"/>
            <p:cNvSpPr/>
            <p:nvPr/>
          </p:nvSpPr>
          <p:spPr>
            <a:xfrm>
              <a:off x="11042525" y="6604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1"/>
            <p:cNvSpPr/>
            <p:nvPr/>
          </p:nvSpPr>
          <p:spPr>
            <a:xfrm>
              <a:off x="11451583" y="6606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2"/>
            <p:cNvSpPr/>
            <p:nvPr/>
          </p:nvSpPr>
          <p:spPr>
            <a:xfrm>
              <a:off x="11042525" y="6636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3"/>
            <p:cNvSpPr/>
            <p:nvPr/>
          </p:nvSpPr>
          <p:spPr>
            <a:xfrm>
              <a:off x="11181507" y="6629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4"/>
            <p:cNvSpPr/>
            <p:nvPr/>
          </p:nvSpPr>
          <p:spPr>
            <a:xfrm>
              <a:off x="11313358" y="661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5"/>
            <p:cNvSpPr/>
            <p:nvPr/>
          </p:nvSpPr>
          <p:spPr>
            <a:xfrm>
              <a:off x="11042525" y="6621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6"/>
            <p:cNvSpPr/>
            <p:nvPr/>
          </p:nvSpPr>
          <p:spPr>
            <a:xfrm>
              <a:off x="11042525" y="6661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7"/>
            <p:cNvSpPr/>
            <p:nvPr/>
          </p:nvSpPr>
          <p:spPr>
            <a:xfrm>
              <a:off x="11313540" y="6645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8"/>
            <p:cNvSpPr/>
            <p:nvPr/>
          </p:nvSpPr>
          <p:spPr>
            <a:xfrm>
              <a:off x="11314626" y="6610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9"/>
            <p:cNvSpPr/>
            <p:nvPr/>
          </p:nvSpPr>
          <p:spPr>
            <a:xfrm>
              <a:off x="11449047" y="6594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10"/>
            <p:cNvSpPr/>
            <p:nvPr/>
          </p:nvSpPr>
          <p:spPr>
            <a:xfrm>
              <a:off x="11042525" y="6634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1"/>
            <p:cNvSpPr/>
            <p:nvPr/>
          </p:nvSpPr>
          <p:spPr>
            <a:xfrm>
              <a:off x="11113508" y="6624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2"/>
            <p:cNvSpPr/>
            <p:nvPr/>
          </p:nvSpPr>
          <p:spPr>
            <a:xfrm>
              <a:off x="11181986" y="6629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3"/>
            <p:cNvSpPr/>
            <p:nvPr/>
          </p:nvSpPr>
          <p:spPr>
            <a:xfrm>
              <a:off x="11308644" y="6627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4"/>
            <p:cNvSpPr/>
            <p:nvPr/>
          </p:nvSpPr>
          <p:spPr>
            <a:xfrm>
              <a:off x="11364595" y="6637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5"/>
            <p:cNvSpPr/>
            <p:nvPr/>
          </p:nvSpPr>
          <p:spPr>
            <a:xfrm>
              <a:off x="11466044" y="6633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6"/>
            <p:cNvSpPr/>
            <p:nvPr/>
          </p:nvSpPr>
          <p:spPr>
            <a:xfrm>
              <a:off x="11515320" y="6638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7"/>
            <p:cNvSpPr/>
            <p:nvPr/>
          </p:nvSpPr>
          <p:spPr>
            <a:xfrm>
              <a:off x="11042525" y="66205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8"/>
            <p:cNvSpPr/>
            <p:nvPr/>
          </p:nvSpPr>
          <p:spPr>
            <a:xfrm>
              <a:off x="11042525" y="6615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9"/>
            <p:cNvSpPr/>
            <p:nvPr/>
          </p:nvSpPr>
          <p:spPr>
            <a:xfrm>
              <a:off x="11242039" y="6619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20"/>
            <p:cNvSpPr/>
            <p:nvPr/>
          </p:nvSpPr>
          <p:spPr>
            <a:xfrm>
              <a:off x="11435641" y="6628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1"/>
            <p:cNvSpPr/>
            <p:nvPr/>
          </p:nvSpPr>
          <p:spPr>
            <a:xfrm>
              <a:off x="11570062" y="6616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2"/>
            <p:cNvSpPr/>
            <p:nvPr/>
          </p:nvSpPr>
          <p:spPr>
            <a:xfrm>
              <a:off x="11704301" y="6634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3"/>
            <p:cNvSpPr/>
            <p:nvPr/>
          </p:nvSpPr>
          <p:spPr>
            <a:xfrm>
              <a:off x="11042525" y="6634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4"/>
            <p:cNvSpPr/>
            <p:nvPr/>
          </p:nvSpPr>
          <p:spPr>
            <a:xfrm>
              <a:off x="11109154" y="6649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5"/>
            <p:cNvSpPr/>
            <p:nvPr/>
          </p:nvSpPr>
          <p:spPr>
            <a:xfrm>
              <a:off x="11042525" y="6609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6"/>
            <p:cNvSpPr/>
            <p:nvPr/>
          </p:nvSpPr>
          <p:spPr>
            <a:xfrm>
              <a:off x="11256655" y="6649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7"/>
            <p:cNvSpPr/>
            <p:nvPr/>
          </p:nvSpPr>
          <p:spPr>
            <a:xfrm>
              <a:off x="11572235" y="66323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8"/>
            <p:cNvSpPr/>
            <p:nvPr/>
          </p:nvSpPr>
          <p:spPr>
            <a:xfrm>
              <a:off x="11042525" y="6623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9"/>
            <p:cNvSpPr/>
            <p:nvPr/>
          </p:nvSpPr>
          <p:spPr>
            <a:xfrm>
              <a:off x="11249047" y="6637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30"/>
            <p:cNvSpPr/>
            <p:nvPr/>
          </p:nvSpPr>
          <p:spPr>
            <a:xfrm>
              <a:off x="11377851" y="6636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1"/>
            <p:cNvSpPr/>
            <p:nvPr/>
          </p:nvSpPr>
          <p:spPr>
            <a:xfrm>
              <a:off x="11042525" y="6616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2"/>
            <p:cNvSpPr/>
            <p:nvPr/>
          </p:nvSpPr>
          <p:spPr>
            <a:xfrm>
              <a:off x="11233467" y="6653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3"/>
            <p:cNvSpPr/>
            <p:nvPr/>
          </p:nvSpPr>
          <p:spPr>
            <a:xfrm>
              <a:off x="11042525" y="6619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4"/>
            <p:cNvSpPr/>
            <p:nvPr/>
          </p:nvSpPr>
          <p:spPr>
            <a:xfrm>
              <a:off x="11042525" y="6638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5"/>
            <p:cNvSpPr/>
            <p:nvPr/>
          </p:nvSpPr>
          <p:spPr>
            <a:xfrm>
              <a:off x="11177670" y="6626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6"/>
            <p:cNvSpPr/>
            <p:nvPr/>
          </p:nvSpPr>
          <p:spPr>
            <a:xfrm>
              <a:off x="11042525" y="6608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7"/>
            <p:cNvSpPr/>
            <p:nvPr/>
          </p:nvSpPr>
          <p:spPr>
            <a:xfrm>
              <a:off x="11236366" y="6607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8"/>
            <p:cNvSpPr/>
            <p:nvPr/>
          </p:nvSpPr>
          <p:spPr>
            <a:xfrm>
              <a:off x="11379588" y="6628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9"/>
            <p:cNvSpPr/>
            <p:nvPr/>
          </p:nvSpPr>
          <p:spPr>
            <a:xfrm>
              <a:off x="11577308" y="6618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40"/>
            <p:cNvSpPr/>
            <p:nvPr/>
          </p:nvSpPr>
          <p:spPr>
            <a:xfrm>
              <a:off x="11042525" y="6633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1"/>
            <p:cNvSpPr/>
            <p:nvPr/>
          </p:nvSpPr>
          <p:spPr>
            <a:xfrm>
              <a:off x="11042525" y="6606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2"/>
            <p:cNvSpPr/>
            <p:nvPr/>
          </p:nvSpPr>
          <p:spPr>
            <a:xfrm>
              <a:off x="11253576" y="6633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3"/>
            <p:cNvSpPr/>
            <p:nvPr/>
          </p:nvSpPr>
          <p:spPr>
            <a:xfrm>
              <a:off x="11455696" y="6624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4"/>
            <p:cNvSpPr/>
            <p:nvPr/>
          </p:nvSpPr>
          <p:spPr>
            <a:xfrm>
              <a:off x="11709350" y="6616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5"/>
            <p:cNvSpPr/>
            <p:nvPr/>
          </p:nvSpPr>
          <p:spPr>
            <a:xfrm>
              <a:off x="11841620" y="6601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6"/>
            <p:cNvSpPr/>
            <p:nvPr/>
          </p:nvSpPr>
          <p:spPr>
            <a:xfrm>
              <a:off x="11042525" y="6642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7"/>
            <p:cNvSpPr/>
            <p:nvPr/>
          </p:nvSpPr>
          <p:spPr>
            <a:xfrm>
              <a:off x="11110009" y="6647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8"/>
            <p:cNvSpPr/>
            <p:nvPr/>
          </p:nvSpPr>
          <p:spPr>
            <a:xfrm>
              <a:off x="11181836" y="6638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9"/>
            <p:cNvSpPr/>
            <p:nvPr/>
          </p:nvSpPr>
          <p:spPr>
            <a:xfrm>
              <a:off x="11042525" y="6620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50"/>
            <p:cNvSpPr/>
            <p:nvPr/>
          </p:nvSpPr>
          <p:spPr>
            <a:xfrm>
              <a:off x="11188539" y="6620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1"/>
            <p:cNvSpPr/>
            <p:nvPr/>
          </p:nvSpPr>
          <p:spPr>
            <a:xfrm>
              <a:off x="11444337" y="6650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2"/>
            <p:cNvSpPr/>
            <p:nvPr/>
          </p:nvSpPr>
          <p:spPr>
            <a:xfrm>
              <a:off x="11042525" y="6607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3"/>
            <p:cNvSpPr/>
            <p:nvPr/>
          </p:nvSpPr>
          <p:spPr>
            <a:xfrm>
              <a:off x="11241076" y="6620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4"/>
            <p:cNvSpPr/>
            <p:nvPr/>
          </p:nvSpPr>
          <p:spPr>
            <a:xfrm>
              <a:off x="11373986" y="6625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5"/>
            <p:cNvSpPr/>
            <p:nvPr/>
          </p:nvSpPr>
          <p:spPr>
            <a:xfrm>
              <a:off x="11507199" y="6619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6"/>
            <p:cNvSpPr/>
            <p:nvPr/>
          </p:nvSpPr>
          <p:spPr>
            <a:xfrm>
              <a:off x="11645345" y="6611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7"/>
            <p:cNvSpPr/>
            <p:nvPr/>
          </p:nvSpPr>
          <p:spPr>
            <a:xfrm>
              <a:off x="11042525" y="6626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8"/>
            <p:cNvSpPr/>
            <p:nvPr/>
          </p:nvSpPr>
          <p:spPr>
            <a:xfrm>
              <a:off x="11198411" y="6624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9"/>
            <p:cNvSpPr/>
            <p:nvPr/>
          </p:nvSpPr>
          <p:spPr>
            <a:xfrm>
              <a:off x="11422324" y="6628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60"/>
            <p:cNvSpPr/>
            <p:nvPr/>
          </p:nvSpPr>
          <p:spPr>
            <a:xfrm>
              <a:off x="11042525" y="6647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1"/>
            <p:cNvSpPr/>
            <p:nvPr/>
          </p:nvSpPr>
          <p:spPr>
            <a:xfrm>
              <a:off x="11114296" y="66403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2"/>
            <p:cNvSpPr/>
            <p:nvPr/>
          </p:nvSpPr>
          <p:spPr>
            <a:xfrm>
              <a:off x="11171692" y="6637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3"/>
            <p:cNvSpPr/>
            <p:nvPr/>
          </p:nvSpPr>
          <p:spPr>
            <a:xfrm>
              <a:off x="11042525" y="6621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4"/>
            <p:cNvSpPr/>
            <p:nvPr/>
          </p:nvSpPr>
          <p:spPr>
            <a:xfrm>
              <a:off x="11042525" y="6616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5"/>
            <p:cNvSpPr/>
            <p:nvPr/>
          </p:nvSpPr>
          <p:spPr>
            <a:xfrm>
              <a:off x="11042525" y="6681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6"/>
            <p:cNvSpPr/>
            <p:nvPr/>
          </p:nvSpPr>
          <p:spPr>
            <a:xfrm>
              <a:off x="11266076" y="6634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7"/>
            <p:cNvSpPr/>
            <p:nvPr/>
          </p:nvSpPr>
          <p:spPr>
            <a:xfrm>
              <a:off x="11042525" y="6645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8"/>
            <p:cNvSpPr/>
            <p:nvPr/>
          </p:nvSpPr>
          <p:spPr>
            <a:xfrm>
              <a:off x="11133445" y="6643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9"/>
            <p:cNvSpPr/>
            <p:nvPr/>
          </p:nvSpPr>
          <p:spPr>
            <a:xfrm>
              <a:off x="11265284" y="66625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70"/>
            <p:cNvSpPr/>
            <p:nvPr/>
          </p:nvSpPr>
          <p:spPr>
            <a:xfrm>
              <a:off x="11042525" y="6641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1"/>
            <p:cNvSpPr/>
            <p:nvPr/>
          </p:nvSpPr>
          <p:spPr>
            <a:xfrm>
              <a:off x="11042525" y="6634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2"/>
            <p:cNvSpPr/>
            <p:nvPr/>
          </p:nvSpPr>
          <p:spPr>
            <a:xfrm>
              <a:off x="11042525" y="6632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3"/>
            <p:cNvSpPr/>
            <p:nvPr/>
          </p:nvSpPr>
          <p:spPr>
            <a:xfrm>
              <a:off x="11185709" y="6618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4"/>
            <p:cNvSpPr/>
            <p:nvPr/>
          </p:nvSpPr>
          <p:spPr>
            <a:xfrm>
              <a:off x="11042525" y="6613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5"/>
            <p:cNvSpPr/>
            <p:nvPr/>
          </p:nvSpPr>
          <p:spPr>
            <a:xfrm>
              <a:off x="11042525" y="6611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6"/>
            <p:cNvSpPr/>
            <p:nvPr/>
          </p:nvSpPr>
          <p:spPr>
            <a:xfrm>
              <a:off x="11450689" y="6615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7"/>
            <p:cNvSpPr/>
            <p:nvPr/>
          </p:nvSpPr>
          <p:spPr>
            <a:xfrm>
              <a:off x="11042525" y="66338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8"/>
            <p:cNvSpPr/>
            <p:nvPr/>
          </p:nvSpPr>
          <p:spPr>
            <a:xfrm>
              <a:off x="11120061" y="6633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9"/>
            <p:cNvSpPr/>
            <p:nvPr/>
          </p:nvSpPr>
          <p:spPr>
            <a:xfrm>
              <a:off x="11188612" y="6628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80"/>
            <p:cNvSpPr/>
            <p:nvPr/>
          </p:nvSpPr>
          <p:spPr>
            <a:xfrm>
              <a:off x="11277308" y="6634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1"/>
            <p:cNvSpPr/>
            <p:nvPr/>
          </p:nvSpPr>
          <p:spPr>
            <a:xfrm>
              <a:off x="11042525" y="6644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2"/>
            <p:cNvSpPr/>
            <p:nvPr/>
          </p:nvSpPr>
          <p:spPr>
            <a:xfrm>
              <a:off x="11042525" y="6606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3"/>
            <p:cNvSpPr/>
            <p:nvPr/>
          </p:nvSpPr>
          <p:spPr>
            <a:xfrm>
              <a:off x="11042525" y="6631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4"/>
            <p:cNvSpPr/>
            <p:nvPr/>
          </p:nvSpPr>
          <p:spPr>
            <a:xfrm>
              <a:off x="11322555" y="6622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5"/>
            <p:cNvSpPr/>
            <p:nvPr/>
          </p:nvSpPr>
          <p:spPr>
            <a:xfrm>
              <a:off x="11445184" y="6619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6"/>
            <p:cNvSpPr/>
            <p:nvPr/>
          </p:nvSpPr>
          <p:spPr>
            <a:xfrm>
              <a:off x="11042525" y="6638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7"/>
            <p:cNvSpPr/>
            <p:nvPr/>
          </p:nvSpPr>
          <p:spPr>
            <a:xfrm>
              <a:off x="11511809" y="6634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8"/>
            <p:cNvSpPr/>
            <p:nvPr/>
          </p:nvSpPr>
          <p:spPr>
            <a:xfrm>
              <a:off x="11042525" y="6626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9"/>
            <p:cNvSpPr/>
            <p:nvPr/>
          </p:nvSpPr>
          <p:spPr>
            <a:xfrm>
              <a:off x="11337634" y="6610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90"/>
            <p:cNvSpPr/>
            <p:nvPr/>
          </p:nvSpPr>
          <p:spPr>
            <a:xfrm>
              <a:off x="11042525" y="6608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1"/>
            <p:cNvSpPr/>
            <p:nvPr/>
          </p:nvSpPr>
          <p:spPr>
            <a:xfrm>
              <a:off x="11042525" y="6631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2"/>
            <p:cNvSpPr/>
            <p:nvPr/>
          </p:nvSpPr>
          <p:spPr>
            <a:xfrm>
              <a:off x="11314626" y="6643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3"/>
            <p:cNvSpPr/>
            <p:nvPr/>
          </p:nvSpPr>
          <p:spPr>
            <a:xfrm>
              <a:off x="11042525" y="6655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4"/>
            <p:cNvSpPr/>
            <p:nvPr/>
          </p:nvSpPr>
          <p:spPr>
            <a:xfrm>
              <a:off x="11042525" y="66168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5"/>
            <p:cNvSpPr/>
            <p:nvPr/>
          </p:nvSpPr>
          <p:spPr>
            <a:xfrm>
              <a:off x="11042525" y="6616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6"/>
            <p:cNvSpPr/>
            <p:nvPr/>
          </p:nvSpPr>
          <p:spPr>
            <a:xfrm>
              <a:off x="11190725" y="6622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7"/>
            <p:cNvSpPr/>
            <p:nvPr/>
          </p:nvSpPr>
          <p:spPr>
            <a:xfrm>
              <a:off x="11042525" y="6619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8"/>
            <p:cNvSpPr/>
            <p:nvPr/>
          </p:nvSpPr>
          <p:spPr>
            <a:xfrm>
              <a:off x="11176221" y="6624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9"/>
            <p:cNvSpPr/>
            <p:nvPr/>
          </p:nvSpPr>
          <p:spPr>
            <a:xfrm>
              <a:off x="11312090" y="6620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800"/>
            <p:cNvSpPr/>
            <p:nvPr/>
          </p:nvSpPr>
          <p:spPr>
            <a:xfrm>
              <a:off x="11460822" y="6644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1"/>
            <p:cNvSpPr/>
            <p:nvPr/>
          </p:nvSpPr>
          <p:spPr>
            <a:xfrm>
              <a:off x="11042525" y="6634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2"/>
            <p:cNvSpPr/>
            <p:nvPr/>
          </p:nvSpPr>
          <p:spPr>
            <a:xfrm>
              <a:off x="11042525" y="6633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3"/>
            <p:cNvSpPr/>
            <p:nvPr/>
          </p:nvSpPr>
          <p:spPr>
            <a:xfrm>
              <a:off x="11244155" y="6622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4"/>
            <p:cNvSpPr/>
            <p:nvPr/>
          </p:nvSpPr>
          <p:spPr>
            <a:xfrm>
              <a:off x="11042525" y="6617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5"/>
            <p:cNvSpPr/>
            <p:nvPr/>
          </p:nvSpPr>
          <p:spPr>
            <a:xfrm>
              <a:off x="11042525" y="6637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6"/>
            <p:cNvSpPr/>
            <p:nvPr/>
          </p:nvSpPr>
          <p:spPr>
            <a:xfrm>
              <a:off x="11170516" y="6633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7"/>
            <p:cNvSpPr/>
            <p:nvPr/>
          </p:nvSpPr>
          <p:spPr>
            <a:xfrm>
              <a:off x="11330143" y="6620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8"/>
            <p:cNvSpPr/>
            <p:nvPr/>
          </p:nvSpPr>
          <p:spPr>
            <a:xfrm>
              <a:off x="11042525" y="6610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9"/>
            <p:cNvSpPr/>
            <p:nvPr/>
          </p:nvSpPr>
          <p:spPr>
            <a:xfrm>
              <a:off x="11185666" y="6636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10"/>
            <p:cNvSpPr/>
            <p:nvPr/>
          </p:nvSpPr>
          <p:spPr>
            <a:xfrm>
              <a:off x="11042525" y="6623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1"/>
            <p:cNvSpPr/>
            <p:nvPr/>
          </p:nvSpPr>
          <p:spPr>
            <a:xfrm>
              <a:off x="11241881" y="6617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2"/>
            <p:cNvSpPr/>
            <p:nvPr/>
          </p:nvSpPr>
          <p:spPr>
            <a:xfrm>
              <a:off x="11392605" y="6619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3"/>
            <p:cNvSpPr/>
            <p:nvPr/>
          </p:nvSpPr>
          <p:spPr>
            <a:xfrm>
              <a:off x="11504200" y="6624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4"/>
            <p:cNvSpPr/>
            <p:nvPr/>
          </p:nvSpPr>
          <p:spPr>
            <a:xfrm>
              <a:off x="11676120" y="6621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5"/>
            <p:cNvSpPr/>
            <p:nvPr/>
          </p:nvSpPr>
          <p:spPr>
            <a:xfrm>
              <a:off x="11042525" y="6636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6"/>
            <p:cNvSpPr/>
            <p:nvPr/>
          </p:nvSpPr>
          <p:spPr>
            <a:xfrm>
              <a:off x="11185641" y="6625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7"/>
            <p:cNvSpPr/>
            <p:nvPr/>
          </p:nvSpPr>
          <p:spPr>
            <a:xfrm>
              <a:off x="11250858" y="6636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8"/>
            <p:cNvSpPr/>
            <p:nvPr/>
          </p:nvSpPr>
          <p:spPr>
            <a:xfrm>
              <a:off x="11382199" y="6630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9"/>
            <p:cNvSpPr/>
            <p:nvPr/>
          </p:nvSpPr>
          <p:spPr>
            <a:xfrm>
              <a:off x="11501402" y="6642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20"/>
            <p:cNvSpPr/>
            <p:nvPr/>
          </p:nvSpPr>
          <p:spPr>
            <a:xfrm>
              <a:off x="11653395" y="6633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1"/>
            <p:cNvSpPr/>
            <p:nvPr/>
          </p:nvSpPr>
          <p:spPr>
            <a:xfrm>
              <a:off x="11042525" y="6611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2"/>
            <p:cNvSpPr/>
            <p:nvPr/>
          </p:nvSpPr>
          <p:spPr>
            <a:xfrm>
              <a:off x="11170558" y="6600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3"/>
            <p:cNvSpPr/>
            <p:nvPr/>
          </p:nvSpPr>
          <p:spPr>
            <a:xfrm>
              <a:off x="11345014" y="6605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4"/>
            <p:cNvSpPr/>
            <p:nvPr/>
          </p:nvSpPr>
          <p:spPr>
            <a:xfrm>
              <a:off x="11506065" y="6589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5"/>
            <p:cNvSpPr/>
            <p:nvPr/>
          </p:nvSpPr>
          <p:spPr>
            <a:xfrm>
              <a:off x="11042525" y="6634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6"/>
            <p:cNvSpPr/>
            <p:nvPr/>
          </p:nvSpPr>
          <p:spPr>
            <a:xfrm>
              <a:off x="11042525" y="6631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7"/>
            <p:cNvSpPr/>
            <p:nvPr/>
          </p:nvSpPr>
          <p:spPr>
            <a:xfrm>
              <a:off x="11179291" y="6631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8"/>
            <p:cNvSpPr/>
            <p:nvPr/>
          </p:nvSpPr>
          <p:spPr>
            <a:xfrm>
              <a:off x="11042525" y="6624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9"/>
            <p:cNvSpPr/>
            <p:nvPr/>
          </p:nvSpPr>
          <p:spPr>
            <a:xfrm>
              <a:off x="11409790" y="6620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30"/>
            <p:cNvSpPr/>
            <p:nvPr/>
          </p:nvSpPr>
          <p:spPr>
            <a:xfrm>
              <a:off x="11042525" y="6616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1"/>
            <p:cNvSpPr/>
            <p:nvPr/>
          </p:nvSpPr>
          <p:spPr>
            <a:xfrm>
              <a:off x="11042525" y="6623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2"/>
            <p:cNvSpPr/>
            <p:nvPr/>
          </p:nvSpPr>
          <p:spPr>
            <a:xfrm>
              <a:off x="11042525" y="6639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3"/>
            <p:cNvSpPr/>
            <p:nvPr/>
          </p:nvSpPr>
          <p:spPr>
            <a:xfrm>
              <a:off x="11042525" y="6623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4"/>
            <p:cNvSpPr/>
            <p:nvPr/>
          </p:nvSpPr>
          <p:spPr>
            <a:xfrm>
              <a:off x="11181500" y="6630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5"/>
            <p:cNvSpPr/>
            <p:nvPr/>
          </p:nvSpPr>
          <p:spPr>
            <a:xfrm>
              <a:off x="11307018" y="6627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6"/>
            <p:cNvSpPr/>
            <p:nvPr/>
          </p:nvSpPr>
          <p:spPr>
            <a:xfrm>
              <a:off x="11042525" y="6675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7"/>
            <p:cNvSpPr/>
            <p:nvPr/>
          </p:nvSpPr>
          <p:spPr>
            <a:xfrm>
              <a:off x="11042525" y="6626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8"/>
            <p:cNvSpPr/>
            <p:nvPr/>
          </p:nvSpPr>
          <p:spPr>
            <a:xfrm>
              <a:off x="11042525" y="6632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9"/>
            <p:cNvSpPr/>
            <p:nvPr/>
          </p:nvSpPr>
          <p:spPr>
            <a:xfrm>
              <a:off x="11042525" y="6648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40"/>
            <p:cNvSpPr/>
            <p:nvPr/>
          </p:nvSpPr>
          <p:spPr>
            <a:xfrm>
              <a:off x="11241893" y="6639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1"/>
            <p:cNvSpPr/>
            <p:nvPr/>
          </p:nvSpPr>
          <p:spPr>
            <a:xfrm>
              <a:off x="11509096" y="6636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2"/>
            <p:cNvSpPr/>
            <p:nvPr/>
          </p:nvSpPr>
          <p:spPr>
            <a:xfrm>
              <a:off x="11042525" y="6616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3"/>
            <p:cNvSpPr/>
            <p:nvPr/>
          </p:nvSpPr>
          <p:spPr>
            <a:xfrm>
              <a:off x="11171692" y="6621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4"/>
            <p:cNvSpPr/>
            <p:nvPr/>
          </p:nvSpPr>
          <p:spPr>
            <a:xfrm>
              <a:off x="11042525" y="6652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5"/>
            <p:cNvSpPr/>
            <p:nvPr/>
          </p:nvSpPr>
          <p:spPr>
            <a:xfrm>
              <a:off x="11042525" y="6625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6"/>
            <p:cNvSpPr/>
            <p:nvPr/>
          </p:nvSpPr>
          <p:spPr>
            <a:xfrm>
              <a:off x="11042525" y="6625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7"/>
            <p:cNvSpPr/>
            <p:nvPr/>
          </p:nvSpPr>
          <p:spPr>
            <a:xfrm>
              <a:off x="11181043" y="6637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8"/>
            <p:cNvSpPr/>
            <p:nvPr/>
          </p:nvSpPr>
          <p:spPr>
            <a:xfrm>
              <a:off x="11319155" y="6633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9"/>
            <p:cNvSpPr/>
            <p:nvPr/>
          </p:nvSpPr>
          <p:spPr>
            <a:xfrm>
              <a:off x="11042525" y="6623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50"/>
            <p:cNvSpPr/>
            <p:nvPr/>
          </p:nvSpPr>
          <p:spPr>
            <a:xfrm>
              <a:off x="11246578" y="6617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1"/>
            <p:cNvSpPr/>
            <p:nvPr/>
          </p:nvSpPr>
          <p:spPr>
            <a:xfrm>
              <a:off x="11378281" y="6615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2"/>
            <p:cNvSpPr/>
            <p:nvPr/>
          </p:nvSpPr>
          <p:spPr>
            <a:xfrm>
              <a:off x="11510165" y="6584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3"/>
            <p:cNvSpPr/>
            <p:nvPr/>
          </p:nvSpPr>
          <p:spPr>
            <a:xfrm>
              <a:off x="11042525" y="6626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4"/>
            <p:cNvSpPr/>
            <p:nvPr/>
          </p:nvSpPr>
          <p:spPr>
            <a:xfrm>
              <a:off x="11245323" y="6619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5"/>
            <p:cNvSpPr/>
            <p:nvPr/>
          </p:nvSpPr>
          <p:spPr>
            <a:xfrm>
              <a:off x="11382098" y="6639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6"/>
            <p:cNvSpPr/>
            <p:nvPr/>
          </p:nvSpPr>
          <p:spPr>
            <a:xfrm>
              <a:off x="11505105" y="6645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7"/>
            <p:cNvSpPr/>
            <p:nvPr/>
          </p:nvSpPr>
          <p:spPr>
            <a:xfrm>
              <a:off x="11042525" y="6621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8"/>
            <p:cNvSpPr/>
            <p:nvPr/>
          </p:nvSpPr>
          <p:spPr>
            <a:xfrm>
              <a:off x="11042525" y="6612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9"/>
            <p:cNvSpPr/>
            <p:nvPr/>
          </p:nvSpPr>
          <p:spPr>
            <a:xfrm>
              <a:off x="11042525" y="6643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60"/>
            <p:cNvSpPr/>
            <p:nvPr/>
          </p:nvSpPr>
          <p:spPr>
            <a:xfrm>
              <a:off x="11181112" y="6624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1"/>
            <p:cNvSpPr/>
            <p:nvPr/>
          </p:nvSpPr>
          <p:spPr>
            <a:xfrm>
              <a:off x="11042525" y="6641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2"/>
            <p:cNvSpPr/>
            <p:nvPr/>
          </p:nvSpPr>
          <p:spPr>
            <a:xfrm>
              <a:off x="11259010" y="6652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3"/>
            <p:cNvSpPr/>
            <p:nvPr/>
          </p:nvSpPr>
          <p:spPr>
            <a:xfrm>
              <a:off x="11398322" y="6647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4"/>
            <p:cNvSpPr/>
            <p:nvPr/>
          </p:nvSpPr>
          <p:spPr>
            <a:xfrm>
              <a:off x="11503576" y="6659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5"/>
            <p:cNvSpPr/>
            <p:nvPr/>
          </p:nvSpPr>
          <p:spPr>
            <a:xfrm>
              <a:off x="11639144" y="6643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6"/>
            <p:cNvSpPr/>
            <p:nvPr/>
          </p:nvSpPr>
          <p:spPr>
            <a:xfrm>
              <a:off x="11762091" y="6657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7"/>
            <p:cNvSpPr/>
            <p:nvPr/>
          </p:nvSpPr>
          <p:spPr>
            <a:xfrm>
              <a:off x="11042525" y="6636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8"/>
            <p:cNvSpPr/>
            <p:nvPr/>
          </p:nvSpPr>
          <p:spPr>
            <a:xfrm>
              <a:off x="11175571" y="6634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9"/>
            <p:cNvSpPr/>
            <p:nvPr/>
          </p:nvSpPr>
          <p:spPr>
            <a:xfrm>
              <a:off x="11376658" y="6621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70"/>
            <p:cNvSpPr/>
            <p:nvPr/>
          </p:nvSpPr>
          <p:spPr>
            <a:xfrm>
              <a:off x="11506006" y="6624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1"/>
            <p:cNvSpPr/>
            <p:nvPr/>
          </p:nvSpPr>
          <p:spPr>
            <a:xfrm>
              <a:off x="11042525" y="6643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2"/>
            <p:cNvSpPr/>
            <p:nvPr/>
          </p:nvSpPr>
          <p:spPr>
            <a:xfrm>
              <a:off x="11042525" y="6624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3"/>
            <p:cNvSpPr/>
            <p:nvPr/>
          </p:nvSpPr>
          <p:spPr>
            <a:xfrm>
              <a:off x="11307561" y="6621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4"/>
            <p:cNvSpPr/>
            <p:nvPr/>
          </p:nvSpPr>
          <p:spPr>
            <a:xfrm>
              <a:off x="11513721" y="6626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5"/>
            <p:cNvSpPr/>
            <p:nvPr/>
          </p:nvSpPr>
          <p:spPr>
            <a:xfrm>
              <a:off x="11042525" y="6650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6"/>
            <p:cNvSpPr/>
            <p:nvPr/>
          </p:nvSpPr>
          <p:spPr>
            <a:xfrm>
              <a:off x="11236440" y="6641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7"/>
            <p:cNvSpPr/>
            <p:nvPr/>
          </p:nvSpPr>
          <p:spPr>
            <a:xfrm>
              <a:off x="11368143" y="6628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8"/>
            <p:cNvSpPr/>
            <p:nvPr/>
          </p:nvSpPr>
          <p:spPr>
            <a:xfrm>
              <a:off x="11630100" y="6622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9"/>
            <p:cNvSpPr/>
            <p:nvPr/>
          </p:nvSpPr>
          <p:spPr>
            <a:xfrm>
              <a:off x="11797491" y="6622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80"/>
            <p:cNvSpPr/>
            <p:nvPr/>
          </p:nvSpPr>
          <p:spPr>
            <a:xfrm>
              <a:off x="11123617" y="6630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1"/>
            <p:cNvSpPr/>
            <p:nvPr/>
          </p:nvSpPr>
          <p:spPr>
            <a:xfrm>
              <a:off x="11042525" y="6617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2"/>
            <p:cNvSpPr/>
            <p:nvPr/>
          </p:nvSpPr>
          <p:spPr>
            <a:xfrm>
              <a:off x="11182923" y="6618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3"/>
            <p:cNvSpPr/>
            <p:nvPr/>
          </p:nvSpPr>
          <p:spPr>
            <a:xfrm>
              <a:off x="11440175" y="6637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4"/>
            <p:cNvSpPr/>
            <p:nvPr/>
          </p:nvSpPr>
          <p:spPr>
            <a:xfrm>
              <a:off x="11042525" y="6641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5"/>
            <p:cNvSpPr/>
            <p:nvPr/>
          </p:nvSpPr>
          <p:spPr>
            <a:xfrm>
              <a:off x="11042525" y="66244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6"/>
            <p:cNvSpPr/>
            <p:nvPr/>
          </p:nvSpPr>
          <p:spPr>
            <a:xfrm>
              <a:off x="11042525" y="6670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7"/>
            <p:cNvSpPr/>
            <p:nvPr/>
          </p:nvSpPr>
          <p:spPr>
            <a:xfrm>
              <a:off x="11242525" y="6653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8"/>
            <p:cNvSpPr/>
            <p:nvPr/>
          </p:nvSpPr>
          <p:spPr>
            <a:xfrm>
              <a:off x="11381902" y="6655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9"/>
            <p:cNvSpPr/>
            <p:nvPr/>
          </p:nvSpPr>
          <p:spPr>
            <a:xfrm>
              <a:off x="11042525" y="6632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90"/>
            <p:cNvSpPr/>
            <p:nvPr/>
          </p:nvSpPr>
          <p:spPr>
            <a:xfrm>
              <a:off x="11195967" y="6650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1"/>
            <p:cNvSpPr/>
            <p:nvPr/>
          </p:nvSpPr>
          <p:spPr>
            <a:xfrm>
              <a:off x="11704120" y="6629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2"/>
            <p:cNvSpPr/>
            <p:nvPr/>
          </p:nvSpPr>
          <p:spPr>
            <a:xfrm>
              <a:off x="11042525" y="6640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3"/>
            <p:cNvSpPr/>
            <p:nvPr/>
          </p:nvSpPr>
          <p:spPr>
            <a:xfrm>
              <a:off x="11242806" y="6641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4"/>
            <p:cNvSpPr/>
            <p:nvPr/>
          </p:nvSpPr>
          <p:spPr>
            <a:xfrm>
              <a:off x="11042525" y="6637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5"/>
            <p:cNvSpPr/>
            <p:nvPr/>
          </p:nvSpPr>
          <p:spPr>
            <a:xfrm>
              <a:off x="11268068" y="6611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6"/>
            <p:cNvSpPr/>
            <p:nvPr/>
          </p:nvSpPr>
          <p:spPr>
            <a:xfrm>
              <a:off x="11042525" y="6642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7"/>
            <p:cNvSpPr/>
            <p:nvPr/>
          </p:nvSpPr>
          <p:spPr>
            <a:xfrm>
              <a:off x="11042525" y="6632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8"/>
            <p:cNvSpPr/>
            <p:nvPr/>
          </p:nvSpPr>
          <p:spPr>
            <a:xfrm>
              <a:off x="11042525" y="6659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9"/>
            <p:cNvSpPr/>
            <p:nvPr/>
          </p:nvSpPr>
          <p:spPr>
            <a:xfrm>
              <a:off x="11042525" y="66323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900"/>
            <p:cNvSpPr/>
            <p:nvPr/>
          </p:nvSpPr>
          <p:spPr>
            <a:xfrm>
              <a:off x="11432005" y="6644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1"/>
            <p:cNvSpPr/>
            <p:nvPr/>
          </p:nvSpPr>
          <p:spPr>
            <a:xfrm>
              <a:off x="11042525" y="6637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2"/>
            <p:cNvSpPr/>
            <p:nvPr/>
          </p:nvSpPr>
          <p:spPr>
            <a:xfrm>
              <a:off x="11308286" y="6627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3"/>
            <p:cNvSpPr/>
            <p:nvPr/>
          </p:nvSpPr>
          <p:spPr>
            <a:xfrm>
              <a:off x="11042525" y="6636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4"/>
            <p:cNvSpPr/>
            <p:nvPr/>
          </p:nvSpPr>
          <p:spPr>
            <a:xfrm>
              <a:off x="11268068" y="6645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5"/>
            <p:cNvSpPr/>
            <p:nvPr/>
          </p:nvSpPr>
          <p:spPr>
            <a:xfrm>
              <a:off x="11522054" y="66338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6"/>
            <p:cNvSpPr/>
            <p:nvPr/>
          </p:nvSpPr>
          <p:spPr>
            <a:xfrm>
              <a:off x="11042525" y="6670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7"/>
            <p:cNvSpPr/>
            <p:nvPr/>
          </p:nvSpPr>
          <p:spPr>
            <a:xfrm>
              <a:off x="11113902" y="6635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8"/>
            <p:cNvSpPr/>
            <p:nvPr/>
          </p:nvSpPr>
          <p:spPr>
            <a:xfrm>
              <a:off x="11242525" y="6639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9"/>
            <p:cNvSpPr/>
            <p:nvPr/>
          </p:nvSpPr>
          <p:spPr>
            <a:xfrm>
              <a:off x="11042525" y="6618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10"/>
            <p:cNvSpPr/>
            <p:nvPr/>
          </p:nvSpPr>
          <p:spPr>
            <a:xfrm>
              <a:off x="11308644" y="6622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1"/>
            <p:cNvSpPr/>
            <p:nvPr/>
          </p:nvSpPr>
          <p:spPr>
            <a:xfrm>
              <a:off x="11042525" y="6618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2"/>
            <p:cNvSpPr/>
            <p:nvPr/>
          </p:nvSpPr>
          <p:spPr>
            <a:xfrm>
              <a:off x="11450664" y="6629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3"/>
            <p:cNvSpPr/>
            <p:nvPr/>
          </p:nvSpPr>
          <p:spPr>
            <a:xfrm>
              <a:off x="11042525" y="6677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4"/>
            <p:cNvSpPr/>
            <p:nvPr/>
          </p:nvSpPr>
          <p:spPr>
            <a:xfrm>
              <a:off x="11179434" y="66720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5"/>
            <p:cNvSpPr/>
            <p:nvPr/>
          </p:nvSpPr>
          <p:spPr>
            <a:xfrm>
              <a:off x="11338674" y="6616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6"/>
            <p:cNvSpPr/>
            <p:nvPr/>
          </p:nvSpPr>
          <p:spPr>
            <a:xfrm>
              <a:off x="11508601" y="6636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7"/>
            <p:cNvSpPr/>
            <p:nvPr/>
          </p:nvSpPr>
          <p:spPr>
            <a:xfrm>
              <a:off x="11042525" y="6641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8"/>
            <p:cNvSpPr/>
            <p:nvPr/>
          </p:nvSpPr>
          <p:spPr>
            <a:xfrm>
              <a:off x="11121329" y="6630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9"/>
            <p:cNvSpPr/>
            <p:nvPr/>
          </p:nvSpPr>
          <p:spPr>
            <a:xfrm>
              <a:off x="11278442" y="6632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20"/>
            <p:cNvSpPr/>
            <p:nvPr/>
          </p:nvSpPr>
          <p:spPr>
            <a:xfrm>
              <a:off x="11042525" y="6620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1"/>
            <p:cNvSpPr/>
            <p:nvPr/>
          </p:nvSpPr>
          <p:spPr>
            <a:xfrm>
              <a:off x="11285641" y="6628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2"/>
            <p:cNvSpPr/>
            <p:nvPr/>
          </p:nvSpPr>
          <p:spPr>
            <a:xfrm>
              <a:off x="11042525" y="6651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3"/>
            <p:cNvSpPr/>
            <p:nvPr/>
          </p:nvSpPr>
          <p:spPr>
            <a:xfrm>
              <a:off x="11042525" y="6642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4"/>
            <p:cNvSpPr/>
            <p:nvPr/>
          </p:nvSpPr>
          <p:spPr>
            <a:xfrm>
              <a:off x="11378956" y="6637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5"/>
            <p:cNvSpPr/>
            <p:nvPr/>
          </p:nvSpPr>
          <p:spPr>
            <a:xfrm>
              <a:off x="11515188" y="6645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6"/>
            <p:cNvSpPr/>
            <p:nvPr/>
          </p:nvSpPr>
          <p:spPr>
            <a:xfrm>
              <a:off x="11686384" y="6635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7"/>
            <p:cNvSpPr/>
            <p:nvPr/>
          </p:nvSpPr>
          <p:spPr>
            <a:xfrm>
              <a:off x="11775152" y="6636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8"/>
            <p:cNvSpPr/>
            <p:nvPr/>
          </p:nvSpPr>
          <p:spPr>
            <a:xfrm>
              <a:off x="11185641" y="6619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9"/>
            <p:cNvSpPr/>
            <p:nvPr/>
          </p:nvSpPr>
          <p:spPr>
            <a:xfrm>
              <a:off x="11318602" y="6620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30"/>
            <p:cNvSpPr/>
            <p:nvPr/>
          </p:nvSpPr>
          <p:spPr>
            <a:xfrm>
              <a:off x="11042525" y="6655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1"/>
            <p:cNvSpPr/>
            <p:nvPr/>
          </p:nvSpPr>
          <p:spPr>
            <a:xfrm>
              <a:off x="11265895" y="6624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2"/>
            <p:cNvSpPr/>
            <p:nvPr/>
          </p:nvSpPr>
          <p:spPr>
            <a:xfrm>
              <a:off x="11042525" y="6631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3"/>
            <p:cNvSpPr/>
            <p:nvPr/>
          </p:nvSpPr>
          <p:spPr>
            <a:xfrm>
              <a:off x="11245424" y="6630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4"/>
            <p:cNvSpPr/>
            <p:nvPr/>
          </p:nvSpPr>
          <p:spPr>
            <a:xfrm>
              <a:off x="11042525" y="6648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5"/>
            <p:cNvSpPr/>
            <p:nvPr/>
          </p:nvSpPr>
          <p:spPr>
            <a:xfrm>
              <a:off x="11307199" y="66594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6"/>
            <p:cNvSpPr/>
            <p:nvPr/>
          </p:nvSpPr>
          <p:spPr>
            <a:xfrm>
              <a:off x="11042525" y="6629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7"/>
            <p:cNvSpPr/>
            <p:nvPr/>
          </p:nvSpPr>
          <p:spPr>
            <a:xfrm>
              <a:off x="11193401" y="6659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8"/>
            <p:cNvSpPr/>
            <p:nvPr/>
          </p:nvSpPr>
          <p:spPr>
            <a:xfrm>
              <a:off x="11440532" y="6649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9"/>
            <p:cNvSpPr/>
            <p:nvPr/>
          </p:nvSpPr>
          <p:spPr>
            <a:xfrm>
              <a:off x="11042525" y="6626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40"/>
            <p:cNvSpPr/>
            <p:nvPr/>
          </p:nvSpPr>
          <p:spPr>
            <a:xfrm>
              <a:off x="11275496" y="6642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1"/>
            <p:cNvSpPr/>
            <p:nvPr/>
          </p:nvSpPr>
          <p:spPr>
            <a:xfrm>
              <a:off x="11042525" y="6636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2"/>
            <p:cNvSpPr/>
            <p:nvPr/>
          </p:nvSpPr>
          <p:spPr>
            <a:xfrm>
              <a:off x="11042525" y="6617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3"/>
            <p:cNvSpPr/>
            <p:nvPr/>
          </p:nvSpPr>
          <p:spPr>
            <a:xfrm>
              <a:off x="11115682" y="6636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4"/>
            <p:cNvSpPr/>
            <p:nvPr/>
          </p:nvSpPr>
          <p:spPr>
            <a:xfrm>
              <a:off x="11042525" y="6607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5"/>
            <p:cNvSpPr/>
            <p:nvPr/>
          </p:nvSpPr>
          <p:spPr>
            <a:xfrm>
              <a:off x="11042525" y="6628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6"/>
            <p:cNvSpPr/>
            <p:nvPr/>
          </p:nvSpPr>
          <p:spPr>
            <a:xfrm>
              <a:off x="11258957" y="6644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7"/>
            <p:cNvSpPr/>
            <p:nvPr/>
          </p:nvSpPr>
          <p:spPr>
            <a:xfrm>
              <a:off x="11042525" y="6662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8"/>
            <p:cNvSpPr/>
            <p:nvPr/>
          </p:nvSpPr>
          <p:spPr>
            <a:xfrm>
              <a:off x="11042525" y="6632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9"/>
            <p:cNvSpPr/>
            <p:nvPr/>
          </p:nvSpPr>
          <p:spPr>
            <a:xfrm>
              <a:off x="11042525" y="6621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50"/>
            <p:cNvSpPr/>
            <p:nvPr/>
          </p:nvSpPr>
          <p:spPr>
            <a:xfrm>
              <a:off x="11124882" y="6630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1"/>
            <p:cNvSpPr/>
            <p:nvPr/>
          </p:nvSpPr>
          <p:spPr>
            <a:xfrm>
              <a:off x="11042525" y="6632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2"/>
            <p:cNvSpPr/>
            <p:nvPr/>
          </p:nvSpPr>
          <p:spPr>
            <a:xfrm>
              <a:off x="11441676" y="6626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3"/>
            <p:cNvSpPr/>
            <p:nvPr/>
          </p:nvSpPr>
          <p:spPr>
            <a:xfrm>
              <a:off x="11581086" y="6626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4"/>
            <p:cNvSpPr/>
            <p:nvPr/>
          </p:nvSpPr>
          <p:spPr>
            <a:xfrm>
              <a:off x="11042525" y="6634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5"/>
            <p:cNvSpPr/>
            <p:nvPr/>
          </p:nvSpPr>
          <p:spPr>
            <a:xfrm>
              <a:off x="11241800" y="6624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6"/>
            <p:cNvSpPr/>
            <p:nvPr/>
          </p:nvSpPr>
          <p:spPr>
            <a:xfrm>
              <a:off x="11373557" y="6652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7"/>
            <p:cNvSpPr/>
            <p:nvPr/>
          </p:nvSpPr>
          <p:spPr>
            <a:xfrm>
              <a:off x="11506656" y="6645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8"/>
            <p:cNvSpPr/>
            <p:nvPr/>
          </p:nvSpPr>
          <p:spPr>
            <a:xfrm>
              <a:off x="11705207" y="6648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9"/>
            <p:cNvSpPr/>
            <p:nvPr/>
          </p:nvSpPr>
          <p:spPr>
            <a:xfrm>
              <a:off x="11835823" y="6655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60"/>
            <p:cNvSpPr/>
            <p:nvPr/>
          </p:nvSpPr>
          <p:spPr>
            <a:xfrm>
              <a:off x="11042525" y="6606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1"/>
            <p:cNvSpPr/>
            <p:nvPr/>
          </p:nvSpPr>
          <p:spPr>
            <a:xfrm>
              <a:off x="11254119" y="6606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2"/>
            <p:cNvSpPr/>
            <p:nvPr/>
          </p:nvSpPr>
          <p:spPr>
            <a:xfrm>
              <a:off x="11124882" y="6642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3"/>
            <p:cNvSpPr/>
            <p:nvPr/>
          </p:nvSpPr>
          <p:spPr>
            <a:xfrm>
              <a:off x="11184340" y="6612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4"/>
            <p:cNvSpPr/>
            <p:nvPr/>
          </p:nvSpPr>
          <p:spPr>
            <a:xfrm>
              <a:off x="11439077" y="65821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5"/>
            <p:cNvSpPr/>
            <p:nvPr/>
          </p:nvSpPr>
          <p:spPr>
            <a:xfrm>
              <a:off x="11042525" y="6632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6"/>
            <p:cNvSpPr/>
            <p:nvPr/>
          </p:nvSpPr>
          <p:spPr>
            <a:xfrm>
              <a:off x="11265532" y="6441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7"/>
            <p:cNvSpPr/>
            <p:nvPr/>
          </p:nvSpPr>
          <p:spPr>
            <a:xfrm>
              <a:off x="11042525" y="6631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8"/>
            <p:cNvSpPr/>
            <p:nvPr/>
          </p:nvSpPr>
          <p:spPr>
            <a:xfrm>
              <a:off x="11182923" y="6640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9"/>
            <p:cNvSpPr/>
            <p:nvPr/>
          </p:nvSpPr>
          <p:spPr>
            <a:xfrm>
              <a:off x="11042525" y="6623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70"/>
            <p:cNvSpPr/>
            <p:nvPr/>
          </p:nvSpPr>
          <p:spPr>
            <a:xfrm>
              <a:off x="11247416" y="6626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1"/>
            <p:cNvSpPr/>
            <p:nvPr/>
          </p:nvSpPr>
          <p:spPr>
            <a:xfrm>
              <a:off x="11042525" y="6612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2"/>
            <p:cNvSpPr/>
            <p:nvPr/>
          </p:nvSpPr>
          <p:spPr>
            <a:xfrm>
              <a:off x="11129984" y="6597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3"/>
            <p:cNvSpPr/>
            <p:nvPr/>
          </p:nvSpPr>
          <p:spPr>
            <a:xfrm>
              <a:off x="11042525" y="6650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4"/>
            <p:cNvSpPr/>
            <p:nvPr/>
          </p:nvSpPr>
          <p:spPr>
            <a:xfrm>
              <a:off x="11111849" y="6626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5"/>
            <p:cNvSpPr/>
            <p:nvPr/>
          </p:nvSpPr>
          <p:spPr>
            <a:xfrm>
              <a:off x="11251583" y="6629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6"/>
            <p:cNvSpPr/>
            <p:nvPr/>
          </p:nvSpPr>
          <p:spPr>
            <a:xfrm>
              <a:off x="11042525" y="6610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7"/>
            <p:cNvSpPr/>
            <p:nvPr/>
          </p:nvSpPr>
          <p:spPr>
            <a:xfrm>
              <a:off x="11042525" y="6639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8"/>
            <p:cNvSpPr/>
            <p:nvPr/>
          </p:nvSpPr>
          <p:spPr>
            <a:xfrm>
              <a:off x="11511221" y="6528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9"/>
            <p:cNvSpPr/>
            <p:nvPr/>
          </p:nvSpPr>
          <p:spPr>
            <a:xfrm>
              <a:off x="11652707" y="6425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80"/>
            <p:cNvSpPr/>
            <p:nvPr/>
          </p:nvSpPr>
          <p:spPr>
            <a:xfrm>
              <a:off x="11773540" y="6294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1"/>
            <p:cNvSpPr/>
            <p:nvPr/>
          </p:nvSpPr>
          <p:spPr>
            <a:xfrm>
              <a:off x="11042525" y="6636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2"/>
            <p:cNvSpPr/>
            <p:nvPr/>
          </p:nvSpPr>
          <p:spPr>
            <a:xfrm>
              <a:off x="11042525" y="6618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3"/>
            <p:cNvSpPr/>
            <p:nvPr/>
          </p:nvSpPr>
          <p:spPr>
            <a:xfrm>
              <a:off x="11121148" y="6632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4"/>
            <p:cNvSpPr/>
            <p:nvPr/>
          </p:nvSpPr>
          <p:spPr>
            <a:xfrm>
              <a:off x="11042525" y="6631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5"/>
            <p:cNvSpPr/>
            <p:nvPr/>
          </p:nvSpPr>
          <p:spPr>
            <a:xfrm>
              <a:off x="11042525" y="6632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6"/>
            <p:cNvSpPr/>
            <p:nvPr/>
          </p:nvSpPr>
          <p:spPr>
            <a:xfrm>
              <a:off x="11042525" y="6611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7"/>
            <p:cNvSpPr/>
            <p:nvPr/>
          </p:nvSpPr>
          <p:spPr>
            <a:xfrm>
              <a:off x="11042525" y="6638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8"/>
            <p:cNvSpPr/>
            <p:nvPr/>
          </p:nvSpPr>
          <p:spPr>
            <a:xfrm>
              <a:off x="11174305" y="6637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9"/>
            <p:cNvSpPr/>
            <p:nvPr/>
          </p:nvSpPr>
          <p:spPr>
            <a:xfrm>
              <a:off x="11042525" y="6604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90"/>
            <p:cNvSpPr/>
            <p:nvPr/>
          </p:nvSpPr>
          <p:spPr>
            <a:xfrm>
              <a:off x="11205931" y="6617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1"/>
            <p:cNvSpPr/>
            <p:nvPr/>
          </p:nvSpPr>
          <p:spPr>
            <a:xfrm>
              <a:off x="11434916" y="6615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2"/>
            <p:cNvSpPr/>
            <p:nvPr/>
          </p:nvSpPr>
          <p:spPr>
            <a:xfrm>
              <a:off x="11582018" y="6635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3"/>
            <p:cNvSpPr/>
            <p:nvPr/>
          </p:nvSpPr>
          <p:spPr>
            <a:xfrm>
              <a:off x="11042525" y="6642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4"/>
            <p:cNvSpPr/>
            <p:nvPr/>
          </p:nvSpPr>
          <p:spPr>
            <a:xfrm>
              <a:off x="11246148" y="6636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5"/>
            <p:cNvSpPr/>
            <p:nvPr/>
          </p:nvSpPr>
          <p:spPr>
            <a:xfrm>
              <a:off x="11379482" y="6645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6"/>
            <p:cNvSpPr/>
            <p:nvPr/>
          </p:nvSpPr>
          <p:spPr>
            <a:xfrm>
              <a:off x="11505388" y="6644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7"/>
            <p:cNvSpPr/>
            <p:nvPr/>
          </p:nvSpPr>
          <p:spPr>
            <a:xfrm>
              <a:off x="11639265" y="6646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8"/>
            <p:cNvSpPr/>
            <p:nvPr/>
          </p:nvSpPr>
          <p:spPr>
            <a:xfrm>
              <a:off x="11042525" y="6625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9"/>
            <p:cNvSpPr/>
            <p:nvPr/>
          </p:nvSpPr>
          <p:spPr>
            <a:xfrm>
              <a:off x="11252851" y="6623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3000"/>
            <p:cNvSpPr/>
            <p:nvPr/>
          </p:nvSpPr>
          <p:spPr>
            <a:xfrm>
              <a:off x="11635090" y="6613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1"/>
            <p:cNvSpPr/>
            <p:nvPr/>
          </p:nvSpPr>
          <p:spPr>
            <a:xfrm>
              <a:off x="11042525" y="6642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2"/>
            <p:cNvSpPr/>
            <p:nvPr/>
          </p:nvSpPr>
          <p:spPr>
            <a:xfrm>
              <a:off x="11042525" y="6650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3"/>
            <p:cNvSpPr/>
            <p:nvPr/>
          </p:nvSpPr>
          <p:spPr>
            <a:xfrm>
              <a:off x="11170171" y="6638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4"/>
            <p:cNvSpPr/>
            <p:nvPr/>
          </p:nvSpPr>
          <p:spPr>
            <a:xfrm>
              <a:off x="11440099" y="6649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5"/>
            <p:cNvSpPr/>
            <p:nvPr/>
          </p:nvSpPr>
          <p:spPr>
            <a:xfrm>
              <a:off x="11042525" y="6612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6"/>
            <p:cNvSpPr/>
            <p:nvPr/>
          </p:nvSpPr>
          <p:spPr>
            <a:xfrm>
              <a:off x="11042525" y="6627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7"/>
            <p:cNvSpPr/>
            <p:nvPr/>
          </p:nvSpPr>
          <p:spPr>
            <a:xfrm>
              <a:off x="11252851" y="6640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8"/>
            <p:cNvSpPr/>
            <p:nvPr/>
          </p:nvSpPr>
          <p:spPr>
            <a:xfrm>
              <a:off x="11042525" y="6637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9"/>
            <p:cNvSpPr/>
            <p:nvPr/>
          </p:nvSpPr>
          <p:spPr>
            <a:xfrm>
              <a:off x="11042525" y="6628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10"/>
            <p:cNvSpPr/>
            <p:nvPr/>
          </p:nvSpPr>
          <p:spPr>
            <a:xfrm>
              <a:off x="11042525" y="6622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1"/>
            <p:cNvSpPr/>
            <p:nvPr/>
          </p:nvSpPr>
          <p:spPr>
            <a:xfrm>
              <a:off x="11042525" y="6633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2"/>
            <p:cNvSpPr/>
            <p:nvPr/>
          </p:nvSpPr>
          <p:spPr>
            <a:xfrm>
              <a:off x="11935642" y="6616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3"/>
            <p:cNvSpPr/>
            <p:nvPr/>
          </p:nvSpPr>
          <p:spPr>
            <a:xfrm>
              <a:off x="11042525" y="6662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4"/>
            <p:cNvSpPr/>
            <p:nvPr/>
          </p:nvSpPr>
          <p:spPr>
            <a:xfrm>
              <a:off x="11042525" y="6627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5"/>
            <p:cNvSpPr/>
            <p:nvPr/>
          </p:nvSpPr>
          <p:spPr>
            <a:xfrm>
              <a:off x="11249123" y="6638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6"/>
            <p:cNvSpPr/>
            <p:nvPr/>
          </p:nvSpPr>
          <p:spPr>
            <a:xfrm>
              <a:off x="11320061" y="6644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7"/>
            <p:cNvSpPr/>
            <p:nvPr/>
          </p:nvSpPr>
          <p:spPr>
            <a:xfrm>
              <a:off x="11042525" y="6604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8"/>
            <p:cNvSpPr/>
            <p:nvPr/>
          </p:nvSpPr>
          <p:spPr>
            <a:xfrm>
              <a:off x="11241335" y="6604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9"/>
            <p:cNvSpPr/>
            <p:nvPr/>
          </p:nvSpPr>
          <p:spPr>
            <a:xfrm>
              <a:off x="11042525" y="6620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20"/>
            <p:cNvSpPr/>
            <p:nvPr/>
          </p:nvSpPr>
          <p:spPr>
            <a:xfrm>
              <a:off x="11185581" y="6611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1"/>
            <p:cNvSpPr/>
            <p:nvPr/>
          </p:nvSpPr>
          <p:spPr>
            <a:xfrm>
              <a:off x="11042525" y="6616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2"/>
            <p:cNvSpPr/>
            <p:nvPr/>
          </p:nvSpPr>
          <p:spPr>
            <a:xfrm>
              <a:off x="11255568" y="6618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3"/>
            <p:cNvSpPr/>
            <p:nvPr/>
          </p:nvSpPr>
          <p:spPr>
            <a:xfrm>
              <a:off x="11379585" y="6607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4"/>
            <p:cNvSpPr/>
            <p:nvPr/>
          </p:nvSpPr>
          <p:spPr>
            <a:xfrm>
              <a:off x="11509011" y="6611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5"/>
            <p:cNvSpPr/>
            <p:nvPr/>
          </p:nvSpPr>
          <p:spPr>
            <a:xfrm>
              <a:off x="11643355" y="6632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6"/>
            <p:cNvSpPr/>
            <p:nvPr/>
          </p:nvSpPr>
          <p:spPr>
            <a:xfrm>
              <a:off x="11042525" y="6609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7"/>
            <p:cNvSpPr/>
            <p:nvPr/>
          </p:nvSpPr>
          <p:spPr>
            <a:xfrm>
              <a:off x="11168250" y="6612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8"/>
            <p:cNvSpPr/>
            <p:nvPr/>
          </p:nvSpPr>
          <p:spPr>
            <a:xfrm>
              <a:off x="11042525" y="6634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9"/>
            <p:cNvSpPr/>
            <p:nvPr/>
          </p:nvSpPr>
          <p:spPr>
            <a:xfrm>
              <a:off x="11042525" y="6646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30"/>
            <p:cNvSpPr/>
            <p:nvPr/>
          </p:nvSpPr>
          <p:spPr>
            <a:xfrm>
              <a:off x="11415841" y="6598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1"/>
            <p:cNvSpPr/>
            <p:nvPr/>
          </p:nvSpPr>
          <p:spPr>
            <a:xfrm>
              <a:off x="11042525" y="6645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2"/>
            <p:cNvSpPr/>
            <p:nvPr/>
          </p:nvSpPr>
          <p:spPr>
            <a:xfrm>
              <a:off x="11114807" y="6627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3"/>
            <p:cNvSpPr/>
            <p:nvPr/>
          </p:nvSpPr>
          <p:spPr>
            <a:xfrm>
              <a:off x="11188909" y="6622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4"/>
            <p:cNvSpPr/>
            <p:nvPr/>
          </p:nvSpPr>
          <p:spPr>
            <a:xfrm>
              <a:off x="11247597" y="6636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5"/>
            <p:cNvSpPr/>
            <p:nvPr/>
          </p:nvSpPr>
          <p:spPr>
            <a:xfrm>
              <a:off x="11314445" y="6640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6"/>
            <p:cNvSpPr/>
            <p:nvPr/>
          </p:nvSpPr>
          <p:spPr>
            <a:xfrm>
              <a:off x="11444911" y="6652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7"/>
            <p:cNvSpPr/>
            <p:nvPr/>
          </p:nvSpPr>
          <p:spPr>
            <a:xfrm>
              <a:off x="11042525" y="6637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8"/>
            <p:cNvSpPr/>
            <p:nvPr/>
          </p:nvSpPr>
          <p:spPr>
            <a:xfrm>
              <a:off x="11042525" y="6639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9"/>
            <p:cNvSpPr/>
            <p:nvPr/>
          </p:nvSpPr>
          <p:spPr>
            <a:xfrm>
              <a:off x="11182824" y="6600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40"/>
            <p:cNvSpPr/>
            <p:nvPr/>
          </p:nvSpPr>
          <p:spPr>
            <a:xfrm>
              <a:off x="11449129" y="65126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1"/>
            <p:cNvSpPr/>
            <p:nvPr/>
          </p:nvSpPr>
          <p:spPr>
            <a:xfrm>
              <a:off x="11042525" y="6618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2"/>
            <p:cNvSpPr/>
            <p:nvPr/>
          </p:nvSpPr>
          <p:spPr>
            <a:xfrm>
              <a:off x="11042525" y="66338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3"/>
            <p:cNvSpPr/>
            <p:nvPr/>
          </p:nvSpPr>
          <p:spPr>
            <a:xfrm>
              <a:off x="11257924" y="6644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4"/>
            <p:cNvSpPr/>
            <p:nvPr/>
          </p:nvSpPr>
          <p:spPr>
            <a:xfrm>
              <a:off x="11444880" y="6623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5"/>
            <p:cNvSpPr/>
            <p:nvPr/>
          </p:nvSpPr>
          <p:spPr>
            <a:xfrm>
              <a:off x="11516438" y="6662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6"/>
            <p:cNvSpPr/>
            <p:nvPr/>
          </p:nvSpPr>
          <p:spPr>
            <a:xfrm>
              <a:off x="11042525" y="6609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7"/>
            <p:cNvSpPr/>
            <p:nvPr/>
          </p:nvSpPr>
          <p:spPr>
            <a:xfrm>
              <a:off x="11190783" y="6595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8"/>
            <p:cNvSpPr/>
            <p:nvPr/>
          </p:nvSpPr>
          <p:spPr>
            <a:xfrm>
              <a:off x="11320424" y="6659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9"/>
            <p:cNvSpPr/>
            <p:nvPr/>
          </p:nvSpPr>
          <p:spPr>
            <a:xfrm>
              <a:off x="11435403" y="6665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50"/>
            <p:cNvSpPr/>
            <p:nvPr/>
          </p:nvSpPr>
          <p:spPr>
            <a:xfrm>
              <a:off x="11042525" y="6610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1"/>
            <p:cNvSpPr/>
            <p:nvPr/>
          </p:nvSpPr>
          <p:spPr>
            <a:xfrm>
              <a:off x="11042525" y="6648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2"/>
            <p:cNvSpPr/>
            <p:nvPr/>
          </p:nvSpPr>
          <p:spPr>
            <a:xfrm>
              <a:off x="11042525" y="6638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3"/>
            <p:cNvSpPr/>
            <p:nvPr/>
          </p:nvSpPr>
          <p:spPr>
            <a:xfrm>
              <a:off x="11576583" y="6634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4"/>
            <p:cNvSpPr/>
            <p:nvPr/>
          </p:nvSpPr>
          <p:spPr>
            <a:xfrm>
              <a:off x="11042525" y="6638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5"/>
            <p:cNvSpPr/>
            <p:nvPr/>
          </p:nvSpPr>
          <p:spPr>
            <a:xfrm>
              <a:off x="11042525" y="6608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6"/>
            <p:cNvSpPr/>
            <p:nvPr/>
          </p:nvSpPr>
          <p:spPr>
            <a:xfrm>
              <a:off x="11042525" y="6617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7"/>
            <p:cNvSpPr/>
            <p:nvPr/>
          </p:nvSpPr>
          <p:spPr>
            <a:xfrm>
              <a:off x="11042525" y="6635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8"/>
            <p:cNvSpPr/>
            <p:nvPr/>
          </p:nvSpPr>
          <p:spPr>
            <a:xfrm>
              <a:off x="11042525" y="6627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9"/>
            <p:cNvSpPr/>
            <p:nvPr/>
          </p:nvSpPr>
          <p:spPr>
            <a:xfrm>
              <a:off x="11245242" y="6642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60"/>
            <p:cNvSpPr/>
            <p:nvPr/>
          </p:nvSpPr>
          <p:spPr>
            <a:xfrm>
              <a:off x="11042525" y="6634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1"/>
            <p:cNvSpPr/>
            <p:nvPr/>
          </p:nvSpPr>
          <p:spPr>
            <a:xfrm>
              <a:off x="11250875" y="66168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2"/>
            <p:cNvSpPr/>
            <p:nvPr/>
          </p:nvSpPr>
          <p:spPr>
            <a:xfrm>
              <a:off x="11459000" y="6633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3"/>
            <p:cNvSpPr/>
            <p:nvPr/>
          </p:nvSpPr>
          <p:spPr>
            <a:xfrm>
              <a:off x="11570605" y="6649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4"/>
            <p:cNvSpPr/>
            <p:nvPr/>
          </p:nvSpPr>
          <p:spPr>
            <a:xfrm>
              <a:off x="11709554" y="6633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5"/>
            <p:cNvSpPr/>
            <p:nvPr/>
          </p:nvSpPr>
          <p:spPr>
            <a:xfrm>
              <a:off x="11841076" y="6636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6"/>
            <p:cNvSpPr/>
            <p:nvPr/>
          </p:nvSpPr>
          <p:spPr>
            <a:xfrm>
              <a:off x="11042525" y="6638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7"/>
            <p:cNvSpPr/>
            <p:nvPr/>
          </p:nvSpPr>
          <p:spPr>
            <a:xfrm>
              <a:off x="11042525" y="66323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8"/>
            <p:cNvSpPr/>
            <p:nvPr/>
          </p:nvSpPr>
          <p:spPr>
            <a:xfrm>
              <a:off x="11042525" y="66216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9"/>
            <p:cNvSpPr/>
            <p:nvPr/>
          </p:nvSpPr>
          <p:spPr>
            <a:xfrm>
              <a:off x="11184378" y="6619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70"/>
            <p:cNvSpPr/>
            <p:nvPr/>
          </p:nvSpPr>
          <p:spPr>
            <a:xfrm>
              <a:off x="11314967" y="6614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1"/>
            <p:cNvSpPr/>
            <p:nvPr/>
          </p:nvSpPr>
          <p:spPr>
            <a:xfrm>
              <a:off x="11042525" y="6618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2"/>
            <p:cNvSpPr/>
            <p:nvPr/>
          </p:nvSpPr>
          <p:spPr>
            <a:xfrm>
              <a:off x="11245242" y="6579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3"/>
            <p:cNvSpPr/>
            <p:nvPr/>
          </p:nvSpPr>
          <p:spPr>
            <a:xfrm>
              <a:off x="11388211" y="6520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4"/>
            <p:cNvSpPr/>
            <p:nvPr/>
          </p:nvSpPr>
          <p:spPr>
            <a:xfrm>
              <a:off x="11505388" y="6425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5"/>
            <p:cNvSpPr/>
            <p:nvPr/>
          </p:nvSpPr>
          <p:spPr>
            <a:xfrm>
              <a:off x="11042525" y="6621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6"/>
            <p:cNvSpPr/>
            <p:nvPr/>
          </p:nvSpPr>
          <p:spPr>
            <a:xfrm>
              <a:off x="11192439" y="6627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7"/>
            <p:cNvSpPr/>
            <p:nvPr/>
          </p:nvSpPr>
          <p:spPr>
            <a:xfrm>
              <a:off x="11306474" y="6616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8"/>
            <p:cNvSpPr/>
            <p:nvPr/>
          </p:nvSpPr>
          <p:spPr>
            <a:xfrm>
              <a:off x="11042525" y="6627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9"/>
            <p:cNvSpPr/>
            <p:nvPr/>
          </p:nvSpPr>
          <p:spPr>
            <a:xfrm>
              <a:off x="11042525" y="6636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80"/>
            <p:cNvSpPr/>
            <p:nvPr/>
          </p:nvSpPr>
          <p:spPr>
            <a:xfrm>
              <a:off x="11351561" y="6667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1"/>
            <p:cNvSpPr/>
            <p:nvPr/>
          </p:nvSpPr>
          <p:spPr>
            <a:xfrm>
              <a:off x="11164264" y="6629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2"/>
            <p:cNvSpPr/>
            <p:nvPr/>
          </p:nvSpPr>
          <p:spPr>
            <a:xfrm>
              <a:off x="11042525" y="6640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3"/>
            <p:cNvSpPr/>
            <p:nvPr/>
          </p:nvSpPr>
          <p:spPr>
            <a:xfrm>
              <a:off x="11042525" y="6626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4"/>
            <p:cNvSpPr/>
            <p:nvPr/>
          </p:nvSpPr>
          <p:spPr>
            <a:xfrm>
              <a:off x="11188539" y="6619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5"/>
            <p:cNvSpPr/>
            <p:nvPr/>
          </p:nvSpPr>
          <p:spPr>
            <a:xfrm>
              <a:off x="11042525" y="6627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6"/>
            <p:cNvSpPr/>
            <p:nvPr/>
          </p:nvSpPr>
          <p:spPr>
            <a:xfrm>
              <a:off x="11108467" y="6623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7"/>
            <p:cNvSpPr/>
            <p:nvPr/>
          </p:nvSpPr>
          <p:spPr>
            <a:xfrm>
              <a:off x="11042525" y="66216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8"/>
            <p:cNvSpPr/>
            <p:nvPr/>
          </p:nvSpPr>
          <p:spPr>
            <a:xfrm>
              <a:off x="11277308" y="6607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9"/>
            <p:cNvSpPr/>
            <p:nvPr/>
          </p:nvSpPr>
          <p:spPr>
            <a:xfrm>
              <a:off x="11504119" y="6503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90"/>
            <p:cNvSpPr/>
            <p:nvPr/>
          </p:nvSpPr>
          <p:spPr>
            <a:xfrm>
              <a:off x="11042525" y="6631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1"/>
            <p:cNvSpPr/>
            <p:nvPr/>
          </p:nvSpPr>
          <p:spPr>
            <a:xfrm>
              <a:off x="11307380" y="6623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2"/>
            <p:cNvSpPr/>
            <p:nvPr/>
          </p:nvSpPr>
          <p:spPr>
            <a:xfrm>
              <a:off x="11042525" y="6624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3"/>
            <p:cNvSpPr/>
            <p:nvPr/>
          </p:nvSpPr>
          <p:spPr>
            <a:xfrm>
              <a:off x="11042525" y="6647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4"/>
            <p:cNvSpPr/>
            <p:nvPr/>
          </p:nvSpPr>
          <p:spPr>
            <a:xfrm>
              <a:off x="11188358" y="6640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5"/>
            <p:cNvSpPr/>
            <p:nvPr/>
          </p:nvSpPr>
          <p:spPr>
            <a:xfrm>
              <a:off x="11342525" y="6639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6"/>
            <p:cNvSpPr/>
            <p:nvPr/>
          </p:nvSpPr>
          <p:spPr>
            <a:xfrm>
              <a:off x="11042525" y="6604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7"/>
            <p:cNvSpPr/>
            <p:nvPr/>
          </p:nvSpPr>
          <p:spPr>
            <a:xfrm>
              <a:off x="11042525" y="6644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8"/>
            <p:cNvSpPr/>
            <p:nvPr/>
          </p:nvSpPr>
          <p:spPr>
            <a:xfrm>
              <a:off x="11042525" y="6641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9"/>
            <p:cNvSpPr/>
            <p:nvPr/>
          </p:nvSpPr>
          <p:spPr>
            <a:xfrm>
              <a:off x="11240688" y="6654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100"/>
            <p:cNvSpPr/>
            <p:nvPr/>
          </p:nvSpPr>
          <p:spPr>
            <a:xfrm>
              <a:off x="11042525" y="6671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1"/>
            <p:cNvSpPr/>
            <p:nvPr/>
          </p:nvSpPr>
          <p:spPr>
            <a:xfrm>
              <a:off x="11454316" y="6661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2"/>
            <p:cNvSpPr/>
            <p:nvPr/>
          </p:nvSpPr>
          <p:spPr>
            <a:xfrm>
              <a:off x="11042525" y="6653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3"/>
            <p:cNvSpPr/>
            <p:nvPr/>
          </p:nvSpPr>
          <p:spPr>
            <a:xfrm>
              <a:off x="11042525" y="6632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4"/>
            <p:cNvSpPr/>
            <p:nvPr/>
          </p:nvSpPr>
          <p:spPr>
            <a:xfrm>
              <a:off x="11042525" y="6614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5"/>
            <p:cNvSpPr/>
            <p:nvPr/>
          </p:nvSpPr>
          <p:spPr>
            <a:xfrm>
              <a:off x="11109700" y="6636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6"/>
            <p:cNvSpPr/>
            <p:nvPr/>
          </p:nvSpPr>
          <p:spPr>
            <a:xfrm>
              <a:off x="11042525" y="6613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7"/>
            <p:cNvSpPr/>
            <p:nvPr/>
          </p:nvSpPr>
          <p:spPr>
            <a:xfrm>
              <a:off x="11042525" y="6626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8"/>
            <p:cNvSpPr/>
            <p:nvPr/>
          </p:nvSpPr>
          <p:spPr>
            <a:xfrm>
              <a:off x="11175473" y="6621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9"/>
            <p:cNvSpPr/>
            <p:nvPr/>
          </p:nvSpPr>
          <p:spPr>
            <a:xfrm>
              <a:off x="11042525" y="6612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10"/>
            <p:cNvSpPr/>
            <p:nvPr/>
          </p:nvSpPr>
          <p:spPr>
            <a:xfrm>
              <a:off x="11235036" y="6616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1"/>
            <p:cNvSpPr/>
            <p:nvPr/>
          </p:nvSpPr>
          <p:spPr>
            <a:xfrm>
              <a:off x="11501340" y="65949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2"/>
            <p:cNvSpPr/>
            <p:nvPr/>
          </p:nvSpPr>
          <p:spPr>
            <a:xfrm>
              <a:off x="11633949" y="66027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3"/>
            <p:cNvSpPr/>
            <p:nvPr/>
          </p:nvSpPr>
          <p:spPr>
            <a:xfrm>
              <a:off x="11767101" y="66025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4"/>
            <p:cNvSpPr/>
            <p:nvPr/>
          </p:nvSpPr>
          <p:spPr>
            <a:xfrm>
              <a:off x="11042525" y="6619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5"/>
            <p:cNvSpPr/>
            <p:nvPr/>
          </p:nvSpPr>
          <p:spPr>
            <a:xfrm>
              <a:off x="11042525" y="6625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6"/>
            <p:cNvSpPr/>
            <p:nvPr/>
          </p:nvSpPr>
          <p:spPr>
            <a:xfrm>
              <a:off x="11042525" y="6634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7"/>
            <p:cNvSpPr/>
            <p:nvPr/>
          </p:nvSpPr>
          <p:spPr>
            <a:xfrm>
              <a:off x="11042525" y="6644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8"/>
            <p:cNvSpPr/>
            <p:nvPr/>
          </p:nvSpPr>
          <p:spPr>
            <a:xfrm>
              <a:off x="11242163" y="6652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9"/>
            <p:cNvSpPr/>
            <p:nvPr/>
          </p:nvSpPr>
          <p:spPr>
            <a:xfrm>
              <a:off x="11378395" y="6648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20"/>
            <p:cNvSpPr/>
            <p:nvPr/>
          </p:nvSpPr>
          <p:spPr>
            <a:xfrm>
              <a:off x="11509011" y="6659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1"/>
            <p:cNvSpPr/>
            <p:nvPr/>
          </p:nvSpPr>
          <p:spPr>
            <a:xfrm>
              <a:off x="11639627" y="6650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2"/>
            <p:cNvSpPr/>
            <p:nvPr/>
          </p:nvSpPr>
          <p:spPr>
            <a:xfrm>
              <a:off x="11042525" y="6646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3"/>
            <p:cNvSpPr/>
            <p:nvPr/>
          </p:nvSpPr>
          <p:spPr>
            <a:xfrm>
              <a:off x="11042525" y="6627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4"/>
            <p:cNvSpPr/>
            <p:nvPr/>
          </p:nvSpPr>
          <p:spPr>
            <a:xfrm>
              <a:off x="11257924" y="6631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5"/>
            <p:cNvSpPr/>
            <p:nvPr/>
          </p:nvSpPr>
          <p:spPr>
            <a:xfrm>
              <a:off x="11383379" y="6620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6"/>
            <p:cNvSpPr/>
            <p:nvPr/>
          </p:nvSpPr>
          <p:spPr>
            <a:xfrm>
              <a:off x="11506475" y="6637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7"/>
            <p:cNvSpPr/>
            <p:nvPr/>
          </p:nvSpPr>
          <p:spPr>
            <a:xfrm>
              <a:off x="11644620" y="6617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8"/>
            <p:cNvSpPr/>
            <p:nvPr/>
          </p:nvSpPr>
          <p:spPr>
            <a:xfrm>
              <a:off x="11042525" y="6622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9"/>
            <p:cNvSpPr/>
            <p:nvPr/>
          </p:nvSpPr>
          <p:spPr>
            <a:xfrm>
              <a:off x="11738359" y="6432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30"/>
            <p:cNvSpPr/>
            <p:nvPr/>
          </p:nvSpPr>
          <p:spPr>
            <a:xfrm>
              <a:off x="11042525" y="6626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1"/>
            <p:cNvSpPr/>
            <p:nvPr/>
          </p:nvSpPr>
          <p:spPr>
            <a:xfrm>
              <a:off x="11241619" y="6632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2"/>
            <p:cNvSpPr/>
            <p:nvPr/>
          </p:nvSpPr>
          <p:spPr>
            <a:xfrm>
              <a:off x="11393793" y="6630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3"/>
            <p:cNvSpPr/>
            <p:nvPr/>
          </p:nvSpPr>
          <p:spPr>
            <a:xfrm>
              <a:off x="11523866" y="6619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4"/>
            <p:cNvSpPr/>
            <p:nvPr/>
          </p:nvSpPr>
          <p:spPr>
            <a:xfrm>
              <a:off x="11635460" y="6623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5"/>
            <p:cNvSpPr/>
            <p:nvPr/>
          </p:nvSpPr>
          <p:spPr>
            <a:xfrm>
              <a:off x="11042525" y="6627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6"/>
            <p:cNvSpPr/>
            <p:nvPr/>
          </p:nvSpPr>
          <p:spPr>
            <a:xfrm>
              <a:off x="11255206" y="6636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7"/>
            <p:cNvSpPr/>
            <p:nvPr/>
          </p:nvSpPr>
          <p:spPr>
            <a:xfrm>
              <a:off x="11427821" y="6616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8"/>
            <p:cNvSpPr/>
            <p:nvPr/>
          </p:nvSpPr>
          <p:spPr>
            <a:xfrm>
              <a:off x="11042525" y="6637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9"/>
            <p:cNvSpPr/>
            <p:nvPr/>
          </p:nvSpPr>
          <p:spPr>
            <a:xfrm>
              <a:off x="11042525" y="6624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40"/>
            <p:cNvSpPr/>
            <p:nvPr/>
          </p:nvSpPr>
          <p:spPr>
            <a:xfrm>
              <a:off x="11317525" y="6594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1"/>
            <p:cNvSpPr/>
            <p:nvPr/>
          </p:nvSpPr>
          <p:spPr>
            <a:xfrm>
              <a:off x="11042525" y="6604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2"/>
            <p:cNvSpPr/>
            <p:nvPr/>
          </p:nvSpPr>
          <p:spPr>
            <a:xfrm>
              <a:off x="11385420" y="6601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3"/>
            <p:cNvSpPr/>
            <p:nvPr/>
          </p:nvSpPr>
          <p:spPr>
            <a:xfrm>
              <a:off x="11515351" y="6590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4"/>
            <p:cNvSpPr/>
            <p:nvPr/>
          </p:nvSpPr>
          <p:spPr>
            <a:xfrm>
              <a:off x="11042525" y="6632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5"/>
            <p:cNvSpPr/>
            <p:nvPr/>
          </p:nvSpPr>
          <p:spPr>
            <a:xfrm>
              <a:off x="11179300" y="6624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6"/>
            <p:cNvSpPr/>
            <p:nvPr/>
          </p:nvSpPr>
          <p:spPr>
            <a:xfrm>
              <a:off x="11308648" y="6608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7"/>
            <p:cNvSpPr/>
            <p:nvPr/>
          </p:nvSpPr>
          <p:spPr>
            <a:xfrm>
              <a:off x="11445061" y="6552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8"/>
            <p:cNvSpPr/>
            <p:nvPr/>
          </p:nvSpPr>
          <p:spPr>
            <a:xfrm>
              <a:off x="11569337" y="6467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9"/>
            <p:cNvSpPr/>
            <p:nvPr/>
          </p:nvSpPr>
          <p:spPr>
            <a:xfrm>
              <a:off x="11042525" y="6616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50"/>
            <p:cNvSpPr/>
            <p:nvPr/>
          </p:nvSpPr>
          <p:spPr>
            <a:xfrm>
              <a:off x="11371873" y="6642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1"/>
            <p:cNvSpPr/>
            <p:nvPr/>
          </p:nvSpPr>
          <p:spPr>
            <a:xfrm>
              <a:off x="11042525" y="6628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2"/>
            <p:cNvSpPr/>
            <p:nvPr/>
          </p:nvSpPr>
          <p:spPr>
            <a:xfrm>
              <a:off x="11042525" y="66481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3"/>
            <p:cNvSpPr/>
            <p:nvPr/>
          </p:nvSpPr>
          <p:spPr>
            <a:xfrm>
              <a:off x="11241124" y="6592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4"/>
            <p:cNvSpPr/>
            <p:nvPr/>
          </p:nvSpPr>
          <p:spPr>
            <a:xfrm>
              <a:off x="11444566" y="6445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5"/>
            <p:cNvSpPr/>
            <p:nvPr/>
          </p:nvSpPr>
          <p:spPr>
            <a:xfrm>
              <a:off x="11042525" y="6644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6"/>
            <p:cNvSpPr/>
            <p:nvPr/>
          </p:nvSpPr>
          <p:spPr>
            <a:xfrm>
              <a:off x="11239041" y="6656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7"/>
            <p:cNvSpPr/>
            <p:nvPr/>
          </p:nvSpPr>
          <p:spPr>
            <a:xfrm>
              <a:off x="11042525" y="6648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8"/>
            <p:cNvSpPr/>
            <p:nvPr/>
          </p:nvSpPr>
          <p:spPr>
            <a:xfrm>
              <a:off x="11186547" y="6634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9"/>
            <p:cNvSpPr/>
            <p:nvPr/>
          </p:nvSpPr>
          <p:spPr>
            <a:xfrm>
              <a:off x="11323141" y="6644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60"/>
            <p:cNvSpPr/>
            <p:nvPr/>
          </p:nvSpPr>
          <p:spPr>
            <a:xfrm>
              <a:off x="11450859" y="6653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1"/>
            <p:cNvSpPr/>
            <p:nvPr/>
          </p:nvSpPr>
          <p:spPr>
            <a:xfrm>
              <a:off x="11042525" y="6639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2"/>
            <p:cNvSpPr/>
            <p:nvPr/>
          </p:nvSpPr>
          <p:spPr>
            <a:xfrm>
              <a:off x="11177194" y="6639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3"/>
            <p:cNvSpPr/>
            <p:nvPr/>
          </p:nvSpPr>
          <p:spPr>
            <a:xfrm>
              <a:off x="11299771" y="6637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4"/>
            <p:cNvSpPr/>
            <p:nvPr/>
          </p:nvSpPr>
          <p:spPr>
            <a:xfrm>
              <a:off x="11439158" y="6632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5"/>
            <p:cNvSpPr/>
            <p:nvPr/>
          </p:nvSpPr>
          <p:spPr>
            <a:xfrm>
              <a:off x="11570967" y="6645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6"/>
            <p:cNvSpPr/>
            <p:nvPr/>
          </p:nvSpPr>
          <p:spPr>
            <a:xfrm>
              <a:off x="11042525" y="6623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7"/>
            <p:cNvSpPr/>
            <p:nvPr/>
          </p:nvSpPr>
          <p:spPr>
            <a:xfrm>
              <a:off x="11317163" y="6634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8"/>
            <p:cNvSpPr/>
            <p:nvPr/>
          </p:nvSpPr>
          <p:spPr>
            <a:xfrm>
              <a:off x="11042525" y="6624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9"/>
            <p:cNvSpPr/>
            <p:nvPr/>
          </p:nvSpPr>
          <p:spPr>
            <a:xfrm>
              <a:off x="11178975" y="6622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70"/>
            <p:cNvSpPr/>
            <p:nvPr/>
          </p:nvSpPr>
          <p:spPr>
            <a:xfrm>
              <a:off x="11042525" y="6628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1"/>
            <p:cNvSpPr/>
            <p:nvPr/>
          </p:nvSpPr>
          <p:spPr>
            <a:xfrm>
              <a:off x="11461728" y="6635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2"/>
            <p:cNvSpPr/>
            <p:nvPr/>
          </p:nvSpPr>
          <p:spPr>
            <a:xfrm>
              <a:off x="11042525" y="6653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3"/>
            <p:cNvSpPr/>
            <p:nvPr/>
          </p:nvSpPr>
          <p:spPr>
            <a:xfrm>
              <a:off x="11042525" y="6627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4"/>
            <p:cNvSpPr/>
            <p:nvPr/>
          </p:nvSpPr>
          <p:spPr>
            <a:xfrm>
              <a:off x="11042525" y="6642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5"/>
            <p:cNvSpPr/>
            <p:nvPr/>
          </p:nvSpPr>
          <p:spPr>
            <a:xfrm>
              <a:off x="11187047" y="6644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6"/>
            <p:cNvSpPr/>
            <p:nvPr/>
          </p:nvSpPr>
          <p:spPr>
            <a:xfrm>
              <a:off x="11042525" y="6622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7"/>
            <p:cNvSpPr/>
            <p:nvPr/>
          </p:nvSpPr>
          <p:spPr>
            <a:xfrm>
              <a:off x="11394447" y="6578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8"/>
            <p:cNvSpPr/>
            <p:nvPr/>
          </p:nvSpPr>
          <p:spPr>
            <a:xfrm>
              <a:off x="11042525" y="6627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9"/>
            <p:cNvSpPr/>
            <p:nvPr/>
          </p:nvSpPr>
          <p:spPr>
            <a:xfrm>
              <a:off x="11449047" y="6637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80"/>
            <p:cNvSpPr/>
            <p:nvPr/>
          </p:nvSpPr>
          <p:spPr>
            <a:xfrm>
              <a:off x="11042525" y="6626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1"/>
            <p:cNvSpPr/>
            <p:nvPr/>
          </p:nvSpPr>
          <p:spPr>
            <a:xfrm>
              <a:off x="11180692" y="66338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2"/>
            <p:cNvSpPr/>
            <p:nvPr/>
          </p:nvSpPr>
          <p:spPr>
            <a:xfrm>
              <a:off x="11499714" y="6631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3"/>
            <p:cNvSpPr/>
            <p:nvPr/>
          </p:nvSpPr>
          <p:spPr>
            <a:xfrm>
              <a:off x="11042525" y="6632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4"/>
            <p:cNvSpPr/>
            <p:nvPr/>
          </p:nvSpPr>
          <p:spPr>
            <a:xfrm>
              <a:off x="11042525" y="6624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5"/>
            <p:cNvSpPr/>
            <p:nvPr/>
          </p:nvSpPr>
          <p:spPr>
            <a:xfrm>
              <a:off x="11175383" y="6623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6"/>
            <p:cNvSpPr/>
            <p:nvPr/>
          </p:nvSpPr>
          <p:spPr>
            <a:xfrm>
              <a:off x="11313358" y="6617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7"/>
            <p:cNvSpPr/>
            <p:nvPr/>
          </p:nvSpPr>
          <p:spPr>
            <a:xfrm>
              <a:off x="11042525" y="6623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8"/>
            <p:cNvSpPr/>
            <p:nvPr/>
          </p:nvSpPr>
          <p:spPr>
            <a:xfrm>
              <a:off x="11175571" y="6628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9"/>
            <p:cNvSpPr/>
            <p:nvPr/>
          </p:nvSpPr>
          <p:spPr>
            <a:xfrm>
              <a:off x="11042525" y="6616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90"/>
            <p:cNvSpPr/>
            <p:nvPr/>
          </p:nvSpPr>
          <p:spPr>
            <a:xfrm>
              <a:off x="11177975" y="66403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1"/>
            <p:cNvSpPr/>
            <p:nvPr/>
          </p:nvSpPr>
          <p:spPr>
            <a:xfrm>
              <a:off x="11042525" y="6629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2"/>
            <p:cNvSpPr/>
            <p:nvPr/>
          </p:nvSpPr>
          <p:spPr>
            <a:xfrm>
              <a:off x="11239041" y="6609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3"/>
            <p:cNvSpPr/>
            <p:nvPr/>
          </p:nvSpPr>
          <p:spPr>
            <a:xfrm>
              <a:off x="11374911" y="6619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4"/>
            <p:cNvSpPr/>
            <p:nvPr/>
          </p:nvSpPr>
          <p:spPr>
            <a:xfrm>
              <a:off x="11506795" y="6608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5"/>
            <p:cNvSpPr/>
            <p:nvPr/>
          </p:nvSpPr>
          <p:spPr>
            <a:xfrm>
              <a:off x="11640672" y="6608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6"/>
            <p:cNvSpPr/>
            <p:nvPr/>
          </p:nvSpPr>
          <p:spPr>
            <a:xfrm>
              <a:off x="11773824" y="6629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7"/>
            <p:cNvSpPr/>
            <p:nvPr/>
          </p:nvSpPr>
          <p:spPr>
            <a:xfrm>
              <a:off x="11042525" y="6643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8"/>
            <p:cNvSpPr/>
            <p:nvPr/>
          </p:nvSpPr>
          <p:spPr>
            <a:xfrm>
              <a:off x="11042525" y="66323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9"/>
            <p:cNvSpPr/>
            <p:nvPr/>
          </p:nvSpPr>
          <p:spPr>
            <a:xfrm>
              <a:off x="11042525" y="6645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200"/>
            <p:cNvSpPr/>
            <p:nvPr/>
          </p:nvSpPr>
          <p:spPr>
            <a:xfrm>
              <a:off x="11188539" y="6664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1"/>
            <p:cNvSpPr/>
            <p:nvPr/>
          </p:nvSpPr>
          <p:spPr>
            <a:xfrm>
              <a:off x="11042525" y="6622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2"/>
            <p:cNvSpPr/>
            <p:nvPr/>
          </p:nvSpPr>
          <p:spPr>
            <a:xfrm>
              <a:off x="11245786" y="6619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3"/>
            <p:cNvSpPr/>
            <p:nvPr/>
          </p:nvSpPr>
          <p:spPr>
            <a:xfrm>
              <a:off x="11384574" y="6621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4"/>
            <p:cNvSpPr/>
            <p:nvPr/>
          </p:nvSpPr>
          <p:spPr>
            <a:xfrm>
              <a:off x="11498685" y="6613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5"/>
            <p:cNvSpPr/>
            <p:nvPr/>
          </p:nvSpPr>
          <p:spPr>
            <a:xfrm>
              <a:off x="11042525" y="6642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6"/>
            <p:cNvSpPr/>
            <p:nvPr/>
          </p:nvSpPr>
          <p:spPr>
            <a:xfrm>
              <a:off x="11093746" y="6636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7"/>
            <p:cNvSpPr/>
            <p:nvPr/>
          </p:nvSpPr>
          <p:spPr>
            <a:xfrm>
              <a:off x="11253032" y="6608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8"/>
            <p:cNvSpPr/>
            <p:nvPr/>
          </p:nvSpPr>
          <p:spPr>
            <a:xfrm>
              <a:off x="11382267" y="6629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9"/>
            <p:cNvSpPr/>
            <p:nvPr/>
          </p:nvSpPr>
          <p:spPr>
            <a:xfrm>
              <a:off x="11502670" y="66323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10"/>
            <p:cNvSpPr/>
            <p:nvPr/>
          </p:nvSpPr>
          <p:spPr>
            <a:xfrm>
              <a:off x="11706656" y="6620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1"/>
            <p:cNvSpPr/>
            <p:nvPr/>
          </p:nvSpPr>
          <p:spPr>
            <a:xfrm>
              <a:off x="11042525" y="6640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2"/>
            <p:cNvSpPr/>
            <p:nvPr/>
          </p:nvSpPr>
          <p:spPr>
            <a:xfrm>
              <a:off x="11698685" y="6627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3"/>
            <p:cNvSpPr/>
            <p:nvPr/>
          </p:nvSpPr>
          <p:spPr>
            <a:xfrm>
              <a:off x="11042525" y="6638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4"/>
            <p:cNvSpPr/>
            <p:nvPr/>
          </p:nvSpPr>
          <p:spPr>
            <a:xfrm>
              <a:off x="11042525" y="6645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5"/>
            <p:cNvSpPr/>
            <p:nvPr/>
          </p:nvSpPr>
          <p:spPr>
            <a:xfrm>
              <a:off x="11252489" y="6643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6"/>
            <p:cNvSpPr/>
            <p:nvPr/>
          </p:nvSpPr>
          <p:spPr>
            <a:xfrm>
              <a:off x="11042525" y="6609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7"/>
            <p:cNvSpPr/>
            <p:nvPr/>
          </p:nvSpPr>
          <p:spPr>
            <a:xfrm>
              <a:off x="11187064" y="6606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8"/>
            <p:cNvSpPr/>
            <p:nvPr/>
          </p:nvSpPr>
          <p:spPr>
            <a:xfrm>
              <a:off x="11042525" y="6612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l3219"/>
            <p:cNvSpPr/>
            <p:nvPr/>
          </p:nvSpPr>
          <p:spPr>
            <a:xfrm>
              <a:off x="11401047" y="6661702"/>
              <a:ext cx="267391" cy="11293"/>
            </a:xfrm>
            <a:custGeom>
              <a:avLst/>
              <a:pathLst>
                <a:path w="267391" h="11293">
                  <a:moveTo>
                    <a:pt x="0" y="6732"/>
                  </a:moveTo>
                  <a:lnTo>
                    <a:pt x="181159" y="11293"/>
                  </a:lnTo>
                  <a:lnTo>
                    <a:pt x="26739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l3220"/>
            <p:cNvSpPr/>
            <p:nvPr/>
          </p:nvSpPr>
          <p:spPr>
            <a:xfrm>
              <a:off x="11067351" y="6680814"/>
              <a:ext cx="127646" cy="8470"/>
            </a:xfrm>
            <a:custGeom>
              <a:avLst/>
              <a:pathLst>
                <a:path w="127646" h="8470">
                  <a:moveTo>
                    <a:pt x="0" y="0"/>
                  </a:moveTo>
                  <a:lnTo>
                    <a:pt x="127646" y="847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l3221"/>
            <p:cNvSpPr/>
            <p:nvPr/>
          </p:nvSpPr>
          <p:spPr>
            <a:xfrm>
              <a:off x="11067351" y="6651929"/>
              <a:ext cx="414465" cy="21501"/>
            </a:xfrm>
            <a:custGeom>
              <a:avLst/>
              <a:pathLst>
                <a:path w="414465" h="21501">
                  <a:moveTo>
                    <a:pt x="0" y="0"/>
                  </a:moveTo>
                  <a:lnTo>
                    <a:pt x="275000" y="21501"/>
                  </a:lnTo>
                  <a:lnTo>
                    <a:pt x="414465" y="760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l3222"/>
            <p:cNvSpPr/>
            <p:nvPr/>
          </p:nvSpPr>
          <p:spPr>
            <a:xfrm>
              <a:off x="11067351" y="6645848"/>
              <a:ext cx="139496" cy="23238"/>
            </a:xfrm>
            <a:custGeom>
              <a:avLst/>
              <a:pathLst>
                <a:path w="139496" h="23238">
                  <a:moveTo>
                    <a:pt x="0" y="23238"/>
                  </a:moveTo>
                  <a:lnTo>
                    <a:pt x="73917" y="0"/>
                  </a:lnTo>
                  <a:lnTo>
                    <a:pt x="139496" y="999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l3223"/>
            <p:cNvSpPr/>
            <p:nvPr/>
          </p:nvSpPr>
          <p:spPr>
            <a:xfrm>
              <a:off x="11067351" y="6634554"/>
              <a:ext cx="339332" cy="23673"/>
            </a:xfrm>
            <a:custGeom>
              <a:avLst/>
              <a:pathLst>
                <a:path w="339332" h="23673">
                  <a:moveTo>
                    <a:pt x="0" y="23673"/>
                  </a:moveTo>
                  <a:lnTo>
                    <a:pt x="154187" y="15637"/>
                  </a:lnTo>
                  <a:lnTo>
                    <a:pt x="3393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l3224"/>
            <p:cNvSpPr/>
            <p:nvPr/>
          </p:nvSpPr>
          <p:spPr>
            <a:xfrm>
              <a:off x="11067351" y="6638681"/>
              <a:ext cx="223550" cy="41916"/>
            </a:xfrm>
            <a:custGeom>
              <a:avLst/>
              <a:pathLst>
                <a:path w="223550" h="41916">
                  <a:moveTo>
                    <a:pt x="0" y="41916"/>
                  </a:moveTo>
                  <a:lnTo>
                    <a:pt x="22355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l3225"/>
            <p:cNvSpPr/>
            <p:nvPr/>
          </p:nvSpPr>
          <p:spPr>
            <a:xfrm>
              <a:off x="11067351" y="6648454"/>
              <a:ext cx="212862" cy="6949"/>
            </a:xfrm>
            <a:custGeom>
              <a:avLst/>
              <a:pathLst>
                <a:path w="212862" h="6949">
                  <a:moveTo>
                    <a:pt x="0" y="0"/>
                  </a:moveTo>
                  <a:lnTo>
                    <a:pt x="212862" y="694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l3226"/>
            <p:cNvSpPr/>
            <p:nvPr/>
          </p:nvSpPr>
          <p:spPr>
            <a:xfrm>
              <a:off x="11067351" y="6638464"/>
              <a:ext cx="531341" cy="20849"/>
            </a:xfrm>
            <a:custGeom>
              <a:avLst/>
              <a:pathLst>
                <a:path w="531341" h="20849">
                  <a:moveTo>
                    <a:pt x="0" y="0"/>
                  </a:moveTo>
                  <a:lnTo>
                    <a:pt x="146195" y="8470"/>
                  </a:lnTo>
                  <a:lnTo>
                    <a:pt x="273369" y="4126"/>
                  </a:lnTo>
                  <a:lnTo>
                    <a:pt x="403985" y="17157"/>
                  </a:lnTo>
                  <a:lnTo>
                    <a:pt x="531341" y="2084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l3227"/>
            <p:cNvSpPr/>
            <p:nvPr/>
          </p:nvSpPr>
          <p:spPr>
            <a:xfrm>
              <a:off x="11067351" y="6441912"/>
              <a:ext cx="798551" cy="206325"/>
            </a:xfrm>
            <a:custGeom>
              <a:avLst/>
              <a:pathLst>
                <a:path w="798551" h="206325">
                  <a:moveTo>
                    <a:pt x="0" y="206325"/>
                  </a:moveTo>
                  <a:lnTo>
                    <a:pt x="79855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l3228"/>
            <p:cNvSpPr/>
            <p:nvPr/>
          </p:nvSpPr>
          <p:spPr>
            <a:xfrm>
              <a:off x="11067351" y="6652146"/>
              <a:ext cx="462862" cy="30840"/>
            </a:xfrm>
            <a:custGeom>
              <a:avLst/>
              <a:pathLst>
                <a:path w="462862" h="30840">
                  <a:moveTo>
                    <a:pt x="0" y="3909"/>
                  </a:moveTo>
                  <a:lnTo>
                    <a:pt x="69652" y="25410"/>
                  </a:lnTo>
                  <a:lnTo>
                    <a:pt x="140942" y="23021"/>
                  </a:lnTo>
                  <a:lnTo>
                    <a:pt x="233152" y="24976"/>
                  </a:lnTo>
                  <a:lnTo>
                    <a:pt x="328544" y="30840"/>
                  </a:lnTo>
                  <a:lnTo>
                    <a:pt x="46286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l3229"/>
            <p:cNvSpPr/>
            <p:nvPr/>
          </p:nvSpPr>
          <p:spPr>
            <a:xfrm>
              <a:off x="11067351" y="6636943"/>
              <a:ext cx="734964" cy="44305"/>
            </a:xfrm>
            <a:custGeom>
              <a:avLst/>
              <a:pathLst>
                <a:path w="734964" h="44305">
                  <a:moveTo>
                    <a:pt x="0" y="29319"/>
                  </a:moveTo>
                  <a:lnTo>
                    <a:pt x="153275" y="22369"/>
                  </a:lnTo>
                  <a:lnTo>
                    <a:pt x="230978" y="0"/>
                  </a:lnTo>
                  <a:lnTo>
                    <a:pt x="337319" y="17591"/>
                  </a:lnTo>
                  <a:lnTo>
                    <a:pt x="476630" y="44305"/>
                  </a:lnTo>
                  <a:lnTo>
                    <a:pt x="602174" y="24107"/>
                  </a:lnTo>
                  <a:lnTo>
                    <a:pt x="734964" y="1802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l3230"/>
            <p:cNvSpPr/>
            <p:nvPr/>
          </p:nvSpPr>
          <p:spPr>
            <a:xfrm>
              <a:off x="11067351" y="6655404"/>
              <a:ext cx="335638" cy="14334"/>
            </a:xfrm>
            <a:custGeom>
              <a:avLst/>
              <a:pathLst>
                <a:path w="335638" h="14334">
                  <a:moveTo>
                    <a:pt x="0" y="14334"/>
                  </a:moveTo>
                  <a:lnTo>
                    <a:pt x="210326" y="8035"/>
                  </a:lnTo>
                  <a:lnTo>
                    <a:pt x="33563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l3231"/>
            <p:cNvSpPr/>
            <p:nvPr/>
          </p:nvSpPr>
          <p:spPr>
            <a:xfrm>
              <a:off x="11067351" y="6597850"/>
              <a:ext cx="139476" cy="54513"/>
            </a:xfrm>
            <a:custGeom>
              <a:avLst/>
              <a:pathLst>
                <a:path w="139476" h="54513">
                  <a:moveTo>
                    <a:pt x="0" y="54513"/>
                  </a:moveTo>
                  <a:lnTo>
                    <a:pt x="13947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l3232"/>
            <p:cNvSpPr/>
            <p:nvPr/>
          </p:nvSpPr>
          <p:spPr>
            <a:xfrm>
              <a:off x="11067351" y="6646934"/>
              <a:ext cx="603805" cy="24541"/>
            </a:xfrm>
            <a:custGeom>
              <a:avLst/>
              <a:pathLst>
                <a:path w="603805" h="24541">
                  <a:moveTo>
                    <a:pt x="0" y="22804"/>
                  </a:moveTo>
                  <a:lnTo>
                    <a:pt x="69746" y="24541"/>
                  </a:lnTo>
                  <a:lnTo>
                    <a:pt x="202898" y="6515"/>
                  </a:lnTo>
                  <a:lnTo>
                    <a:pt x="338587" y="8035"/>
                  </a:lnTo>
                  <a:lnTo>
                    <a:pt x="470290" y="0"/>
                  </a:lnTo>
                  <a:lnTo>
                    <a:pt x="603805" y="955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l3233"/>
            <p:cNvSpPr/>
            <p:nvPr/>
          </p:nvSpPr>
          <p:spPr>
            <a:xfrm>
              <a:off x="11067351" y="6652798"/>
              <a:ext cx="205072" cy="24759"/>
            </a:xfrm>
            <a:custGeom>
              <a:avLst/>
              <a:pathLst>
                <a:path w="205072" h="24759">
                  <a:moveTo>
                    <a:pt x="0" y="0"/>
                  </a:moveTo>
                  <a:lnTo>
                    <a:pt x="205072" y="2475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l3234"/>
            <p:cNvSpPr/>
            <p:nvPr/>
          </p:nvSpPr>
          <p:spPr>
            <a:xfrm>
              <a:off x="11067351" y="6654970"/>
              <a:ext cx="230616" cy="7601"/>
            </a:xfrm>
            <a:custGeom>
              <a:avLst/>
              <a:pathLst>
                <a:path w="230616" h="7601">
                  <a:moveTo>
                    <a:pt x="0" y="0"/>
                  </a:moveTo>
                  <a:lnTo>
                    <a:pt x="230616" y="760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l3235"/>
            <p:cNvSpPr/>
            <p:nvPr/>
          </p:nvSpPr>
          <p:spPr>
            <a:xfrm>
              <a:off x="11067351" y="6651060"/>
              <a:ext cx="211775" cy="34315"/>
            </a:xfrm>
            <a:custGeom>
              <a:avLst/>
              <a:pathLst>
                <a:path w="211775" h="34315">
                  <a:moveTo>
                    <a:pt x="0" y="0"/>
                  </a:moveTo>
                  <a:lnTo>
                    <a:pt x="211775" y="343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l3236"/>
            <p:cNvSpPr/>
            <p:nvPr/>
          </p:nvSpPr>
          <p:spPr>
            <a:xfrm>
              <a:off x="11067351" y="6633034"/>
              <a:ext cx="210455" cy="21066"/>
            </a:xfrm>
            <a:custGeom>
              <a:avLst/>
              <a:pathLst>
                <a:path w="210455" h="21066">
                  <a:moveTo>
                    <a:pt x="0" y="0"/>
                  </a:moveTo>
                  <a:lnTo>
                    <a:pt x="210455" y="2106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l3237"/>
            <p:cNvSpPr/>
            <p:nvPr/>
          </p:nvSpPr>
          <p:spPr>
            <a:xfrm>
              <a:off x="11067351" y="6652798"/>
              <a:ext cx="358234" cy="23455"/>
            </a:xfrm>
            <a:custGeom>
              <a:avLst/>
              <a:pathLst>
                <a:path w="358234" h="23455">
                  <a:moveTo>
                    <a:pt x="0" y="23455"/>
                  </a:moveTo>
                  <a:lnTo>
                    <a:pt x="3582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l3238"/>
            <p:cNvSpPr/>
            <p:nvPr/>
          </p:nvSpPr>
          <p:spPr>
            <a:xfrm>
              <a:off x="11067351" y="6650843"/>
              <a:ext cx="211534" cy="3692"/>
            </a:xfrm>
            <a:custGeom>
              <a:avLst/>
              <a:pathLst>
                <a:path w="211534" h="3692">
                  <a:moveTo>
                    <a:pt x="0" y="3692"/>
                  </a:moveTo>
                  <a:lnTo>
                    <a:pt x="2115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l3239"/>
            <p:cNvSpPr/>
            <p:nvPr/>
          </p:nvSpPr>
          <p:spPr>
            <a:xfrm>
              <a:off x="11067351" y="6648454"/>
              <a:ext cx="663383" cy="38875"/>
            </a:xfrm>
            <a:custGeom>
              <a:avLst/>
              <a:pathLst>
                <a:path w="663383" h="38875">
                  <a:moveTo>
                    <a:pt x="0" y="0"/>
                  </a:moveTo>
                  <a:lnTo>
                    <a:pt x="216666" y="12162"/>
                  </a:lnTo>
                  <a:lnTo>
                    <a:pt x="415150" y="38875"/>
                  </a:lnTo>
                  <a:lnTo>
                    <a:pt x="539855" y="21935"/>
                  </a:lnTo>
                  <a:lnTo>
                    <a:pt x="663383" y="386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l3240"/>
            <p:cNvSpPr/>
            <p:nvPr/>
          </p:nvSpPr>
          <p:spPr>
            <a:xfrm>
              <a:off x="11067351" y="6648671"/>
              <a:ext cx="411641" cy="18026"/>
            </a:xfrm>
            <a:custGeom>
              <a:avLst/>
              <a:pathLst>
                <a:path w="411641" h="18026">
                  <a:moveTo>
                    <a:pt x="0" y="8253"/>
                  </a:moveTo>
                  <a:lnTo>
                    <a:pt x="268467" y="18026"/>
                  </a:lnTo>
                  <a:lnTo>
                    <a:pt x="4116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l3241"/>
            <p:cNvSpPr/>
            <p:nvPr/>
          </p:nvSpPr>
          <p:spPr>
            <a:xfrm>
              <a:off x="11067351" y="6652146"/>
              <a:ext cx="427332" cy="19112"/>
            </a:xfrm>
            <a:custGeom>
              <a:avLst/>
              <a:pathLst>
                <a:path w="427332" h="19112">
                  <a:moveTo>
                    <a:pt x="0" y="7384"/>
                  </a:moveTo>
                  <a:lnTo>
                    <a:pt x="144542" y="0"/>
                  </a:lnTo>
                  <a:lnTo>
                    <a:pt x="303962" y="19112"/>
                  </a:lnTo>
                  <a:lnTo>
                    <a:pt x="427332" y="1759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l3242"/>
            <p:cNvSpPr/>
            <p:nvPr/>
          </p:nvSpPr>
          <p:spPr>
            <a:xfrm>
              <a:off x="11067351" y="6639984"/>
              <a:ext cx="212319" cy="29319"/>
            </a:xfrm>
            <a:custGeom>
              <a:avLst/>
              <a:pathLst>
                <a:path w="212319" h="29319">
                  <a:moveTo>
                    <a:pt x="0" y="0"/>
                  </a:moveTo>
                  <a:lnTo>
                    <a:pt x="212319" y="2931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l3243"/>
            <p:cNvSpPr/>
            <p:nvPr/>
          </p:nvSpPr>
          <p:spPr>
            <a:xfrm>
              <a:off x="11067351" y="6436265"/>
              <a:ext cx="595551" cy="203501"/>
            </a:xfrm>
            <a:custGeom>
              <a:avLst/>
              <a:pathLst>
                <a:path w="595551" h="203501">
                  <a:moveTo>
                    <a:pt x="0" y="203501"/>
                  </a:moveTo>
                  <a:lnTo>
                    <a:pt x="203160" y="125315"/>
                  </a:lnTo>
                  <a:lnTo>
                    <a:pt x="333595" y="64069"/>
                  </a:lnTo>
                  <a:lnTo>
                    <a:pt x="470551" y="36486"/>
                  </a:lnTo>
                  <a:lnTo>
                    <a:pt x="59555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l3244"/>
            <p:cNvSpPr/>
            <p:nvPr/>
          </p:nvSpPr>
          <p:spPr>
            <a:xfrm>
              <a:off x="11067351" y="6628473"/>
              <a:ext cx="137975" cy="19546"/>
            </a:xfrm>
            <a:custGeom>
              <a:avLst/>
              <a:pathLst>
                <a:path w="137975" h="19546">
                  <a:moveTo>
                    <a:pt x="0" y="19546"/>
                  </a:moveTo>
                  <a:lnTo>
                    <a:pt x="13797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l3245"/>
            <p:cNvSpPr/>
            <p:nvPr/>
          </p:nvSpPr>
          <p:spPr>
            <a:xfrm>
              <a:off x="11067351" y="6640853"/>
              <a:ext cx="73463" cy="7384"/>
            </a:xfrm>
            <a:custGeom>
              <a:avLst/>
              <a:pathLst>
                <a:path w="73463" h="7384">
                  <a:moveTo>
                    <a:pt x="0" y="7384"/>
                  </a:moveTo>
                  <a:lnTo>
                    <a:pt x="734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l3246"/>
            <p:cNvSpPr/>
            <p:nvPr/>
          </p:nvSpPr>
          <p:spPr>
            <a:xfrm>
              <a:off x="11067351" y="6669955"/>
              <a:ext cx="528442" cy="7167"/>
            </a:xfrm>
            <a:custGeom>
              <a:avLst/>
              <a:pathLst>
                <a:path w="528442" h="7167">
                  <a:moveTo>
                    <a:pt x="0" y="4126"/>
                  </a:moveTo>
                  <a:lnTo>
                    <a:pt x="134669" y="1737"/>
                  </a:lnTo>
                  <a:lnTo>
                    <a:pt x="257246" y="2606"/>
                  </a:lnTo>
                  <a:lnTo>
                    <a:pt x="396633" y="0"/>
                  </a:lnTo>
                  <a:lnTo>
                    <a:pt x="528442" y="716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l3247"/>
            <p:cNvSpPr/>
            <p:nvPr/>
          </p:nvSpPr>
          <p:spPr>
            <a:xfrm>
              <a:off x="11067351" y="6639984"/>
              <a:ext cx="462660" cy="29537"/>
            </a:xfrm>
            <a:custGeom>
              <a:avLst/>
              <a:pathLst>
                <a:path w="462660" h="29537">
                  <a:moveTo>
                    <a:pt x="0" y="20849"/>
                  </a:moveTo>
                  <a:lnTo>
                    <a:pt x="199073" y="29537"/>
                  </a:lnTo>
                  <a:lnTo>
                    <a:pt x="330776" y="27365"/>
                  </a:lnTo>
                  <a:lnTo>
                    <a:pt x="46266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l3248"/>
            <p:cNvSpPr/>
            <p:nvPr/>
          </p:nvSpPr>
          <p:spPr>
            <a:xfrm>
              <a:off x="11067351" y="6641938"/>
              <a:ext cx="329529" cy="1520"/>
            </a:xfrm>
            <a:custGeom>
              <a:avLst/>
              <a:pathLst>
                <a:path w="329529" h="1520">
                  <a:moveTo>
                    <a:pt x="0" y="1520"/>
                  </a:moveTo>
                  <a:lnTo>
                    <a:pt x="32952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l3249"/>
            <p:cNvSpPr/>
            <p:nvPr/>
          </p:nvSpPr>
          <p:spPr>
            <a:xfrm>
              <a:off x="11067351" y="6551155"/>
              <a:ext cx="405783" cy="88393"/>
            </a:xfrm>
            <a:custGeom>
              <a:avLst/>
              <a:pathLst>
                <a:path w="405783" h="88393">
                  <a:moveTo>
                    <a:pt x="0" y="88393"/>
                  </a:moveTo>
                  <a:lnTo>
                    <a:pt x="40578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l3250"/>
            <p:cNvSpPr/>
            <p:nvPr/>
          </p:nvSpPr>
          <p:spPr>
            <a:xfrm>
              <a:off x="11067351" y="6635640"/>
              <a:ext cx="128067" cy="16506"/>
            </a:xfrm>
            <a:custGeom>
              <a:avLst/>
              <a:pathLst>
                <a:path w="128067" h="16506">
                  <a:moveTo>
                    <a:pt x="0" y="16506"/>
                  </a:moveTo>
                  <a:lnTo>
                    <a:pt x="12806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l3251"/>
            <p:cNvSpPr/>
            <p:nvPr/>
          </p:nvSpPr>
          <p:spPr>
            <a:xfrm>
              <a:off x="11067351" y="6651060"/>
              <a:ext cx="209964" cy="3909"/>
            </a:xfrm>
            <a:custGeom>
              <a:avLst/>
              <a:pathLst>
                <a:path w="209964" h="3909">
                  <a:moveTo>
                    <a:pt x="0" y="0"/>
                  </a:moveTo>
                  <a:lnTo>
                    <a:pt x="209964" y="390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l3252"/>
            <p:cNvSpPr/>
            <p:nvPr/>
          </p:nvSpPr>
          <p:spPr>
            <a:xfrm>
              <a:off x="11067351" y="6607406"/>
              <a:ext cx="468615" cy="70150"/>
            </a:xfrm>
            <a:custGeom>
              <a:avLst/>
              <a:pathLst>
                <a:path w="468615" h="70150">
                  <a:moveTo>
                    <a:pt x="0" y="23238"/>
                  </a:moveTo>
                  <a:lnTo>
                    <a:pt x="199049" y="0"/>
                  </a:lnTo>
                  <a:lnTo>
                    <a:pt x="336731" y="70150"/>
                  </a:lnTo>
                  <a:lnTo>
                    <a:pt x="468615" y="5842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l3253"/>
            <p:cNvSpPr/>
            <p:nvPr/>
          </p:nvSpPr>
          <p:spPr>
            <a:xfrm>
              <a:off x="11067351" y="6669087"/>
              <a:ext cx="215398" cy="14116"/>
            </a:xfrm>
            <a:custGeom>
              <a:avLst/>
              <a:pathLst>
                <a:path w="215398" h="14116">
                  <a:moveTo>
                    <a:pt x="0" y="11076"/>
                  </a:moveTo>
                  <a:lnTo>
                    <a:pt x="77577" y="14116"/>
                  </a:lnTo>
                  <a:lnTo>
                    <a:pt x="148188" y="13465"/>
                  </a:lnTo>
                  <a:lnTo>
                    <a:pt x="2153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l3254"/>
            <p:cNvSpPr/>
            <p:nvPr/>
          </p:nvSpPr>
          <p:spPr>
            <a:xfrm>
              <a:off x="11067351" y="6665829"/>
              <a:ext cx="138481" cy="7167"/>
            </a:xfrm>
            <a:custGeom>
              <a:avLst/>
              <a:pathLst>
                <a:path w="138481" h="7167">
                  <a:moveTo>
                    <a:pt x="0" y="7167"/>
                  </a:moveTo>
                  <a:lnTo>
                    <a:pt x="13848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l3255"/>
            <p:cNvSpPr/>
            <p:nvPr/>
          </p:nvSpPr>
          <p:spPr>
            <a:xfrm>
              <a:off x="11067351" y="6616094"/>
              <a:ext cx="143297" cy="16723"/>
            </a:xfrm>
            <a:custGeom>
              <a:avLst/>
              <a:pathLst>
                <a:path w="143297" h="16723">
                  <a:moveTo>
                    <a:pt x="0" y="16723"/>
                  </a:moveTo>
                  <a:lnTo>
                    <a:pt x="14329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l3256"/>
            <p:cNvSpPr/>
            <p:nvPr/>
          </p:nvSpPr>
          <p:spPr>
            <a:xfrm>
              <a:off x="11067351" y="6621523"/>
              <a:ext cx="596015" cy="16071"/>
            </a:xfrm>
            <a:custGeom>
              <a:avLst/>
              <a:pathLst>
                <a:path w="596015" h="16071">
                  <a:moveTo>
                    <a:pt x="0" y="8687"/>
                  </a:moveTo>
                  <a:lnTo>
                    <a:pt x="88743" y="14985"/>
                  </a:lnTo>
                  <a:lnTo>
                    <a:pt x="139329" y="5646"/>
                  </a:lnTo>
                  <a:lnTo>
                    <a:pt x="205253" y="0"/>
                  </a:lnTo>
                  <a:lnTo>
                    <a:pt x="272464" y="11076"/>
                  </a:lnTo>
                  <a:lnTo>
                    <a:pt x="394247" y="16071"/>
                  </a:lnTo>
                  <a:lnTo>
                    <a:pt x="530073" y="5212"/>
                  </a:lnTo>
                  <a:lnTo>
                    <a:pt x="596015" y="999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l3257"/>
            <p:cNvSpPr/>
            <p:nvPr/>
          </p:nvSpPr>
          <p:spPr>
            <a:xfrm>
              <a:off x="11067351" y="6650191"/>
              <a:ext cx="408877" cy="11510"/>
            </a:xfrm>
            <a:custGeom>
              <a:avLst/>
              <a:pathLst>
                <a:path w="408877" h="11510">
                  <a:moveTo>
                    <a:pt x="0" y="9556"/>
                  </a:moveTo>
                  <a:lnTo>
                    <a:pt x="132971" y="0"/>
                  </a:lnTo>
                  <a:lnTo>
                    <a:pt x="280045" y="11510"/>
                  </a:lnTo>
                  <a:lnTo>
                    <a:pt x="408877" y="890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l3258"/>
            <p:cNvSpPr/>
            <p:nvPr/>
          </p:nvSpPr>
          <p:spPr>
            <a:xfrm>
              <a:off x="11067351" y="6628907"/>
              <a:ext cx="200181" cy="23238"/>
            </a:xfrm>
            <a:custGeom>
              <a:avLst/>
              <a:pathLst>
                <a:path w="200181" h="23238">
                  <a:moveTo>
                    <a:pt x="0" y="13248"/>
                  </a:moveTo>
                  <a:lnTo>
                    <a:pt x="144384" y="0"/>
                  </a:lnTo>
                  <a:lnTo>
                    <a:pt x="200181" y="232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l3259"/>
            <p:cNvSpPr/>
            <p:nvPr/>
          </p:nvSpPr>
          <p:spPr>
            <a:xfrm>
              <a:off x="11067351" y="6650409"/>
              <a:ext cx="794566" cy="38007"/>
            </a:xfrm>
            <a:custGeom>
              <a:avLst/>
              <a:pathLst>
                <a:path w="794566" h="38007">
                  <a:moveTo>
                    <a:pt x="0" y="21501"/>
                  </a:moveTo>
                  <a:lnTo>
                    <a:pt x="333696" y="0"/>
                  </a:lnTo>
                  <a:lnTo>
                    <a:pt x="469203" y="17374"/>
                  </a:lnTo>
                  <a:lnTo>
                    <a:pt x="617573" y="24541"/>
                  </a:lnTo>
                  <a:lnTo>
                    <a:pt x="794566" y="380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l3260"/>
            <p:cNvSpPr/>
            <p:nvPr/>
          </p:nvSpPr>
          <p:spPr>
            <a:xfrm>
              <a:off x="11067351" y="6438871"/>
              <a:ext cx="398851" cy="204153"/>
            </a:xfrm>
            <a:custGeom>
              <a:avLst/>
              <a:pathLst>
                <a:path w="398851" h="204153">
                  <a:moveTo>
                    <a:pt x="0" y="204153"/>
                  </a:moveTo>
                  <a:lnTo>
                    <a:pt x="202355" y="134871"/>
                  </a:lnTo>
                  <a:lnTo>
                    <a:pt x="39885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l3261"/>
            <p:cNvSpPr/>
            <p:nvPr/>
          </p:nvSpPr>
          <p:spPr>
            <a:xfrm>
              <a:off x="11067351" y="6672344"/>
              <a:ext cx="67572" cy="434"/>
            </a:xfrm>
            <a:custGeom>
              <a:avLst/>
              <a:pathLst>
                <a:path w="67572" h="434">
                  <a:moveTo>
                    <a:pt x="0" y="434"/>
                  </a:moveTo>
                  <a:lnTo>
                    <a:pt x="6757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l3262"/>
            <p:cNvSpPr/>
            <p:nvPr/>
          </p:nvSpPr>
          <p:spPr>
            <a:xfrm>
              <a:off x="11330938" y="6679946"/>
              <a:ext cx="167210" cy="5429"/>
            </a:xfrm>
            <a:custGeom>
              <a:avLst/>
              <a:pathLst>
                <a:path w="167210" h="5429">
                  <a:moveTo>
                    <a:pt x="0" y="5429"/>
                  </a:moveTo>
                  <a:lnTo>
                    <a:pt x="16721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l3263"/>
            <p:cNvSpPr/>
            <p:nvPr/>
          </p:nvSpPr>
          <p:spPr>
            <a:xfrm>
              <a:off x="11067351" y="6649757"/>
              <a:ext cx="390368" cy="2823"/>
            </a:xfrm>
            <a:custGeom>
              <a:avLst/>
              <a:pathLst>
                <a:path w="390368" h="2823">
                  <a:moveTo>
                    <a:pt x="0" y="2389"/>
                  </a:moveTo>
                  <a:lnTo>
                    <a:pt x="222826" y="0"/>
                  </a:lnTo>
                  <a:lnTo>
                    <a:pt x="390368" y="282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l3264"/>
            <p:cNvSpPr/>
            <p:nvPr/>
          </p:nvSpPr>
          <p:spPr>
            <a:xfrm>
              <a:off x="11067351" y="6636075"/>
              <a:ext cx="270833" cy="25193"/>
            </a:xfrm>
            <a:custGeom>
              <a:avLst/>
              <a:pathLst>
                <a:path w="270833" h="25193">
                  <a:moveTo>
                    <a:pt x="0" y="25193"/>
                  </a:moveTo>
                  <a:lnTo>
                    <a:pt x="138982" y="18677"/>
                  </a:lnTo>
                  <a:lnTo>
                    <a:pt x="27083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l3265"/>
            <p:cNvSpPr/>
            <p:nvPr/>
          </p:nvSpPr>
          <p:spPr>
            <a:xfrm>
              <a:off x="11067351" y="6670824"/>
              <a:ext cx="271014" cy="15854"/>
            </a:xfrm>
            <a:custGeom>
              <a:avLst/>
              <a:pathLst>
                <a:path w="271014" h="15854">
                  <a:moveTo>
                    <a:pt x="0" y="15854"/>
                  </a:moveTo>
                  <a:lnTo>
                    <a:pt x="27101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l3266"/>
            <p:cNvSpPr/>
            <p:nvPr/>
          </p:nvSpPr>
          <p:spPr>
            <a:xfrm>
              <a:off x="11339452" y="6619569"/>
              <a:ext cx="134420" cy="15854"/>
            </a:xfrm>
            <a:custGeom>
              <a:avLst/>
              <a:pathLst>
                <a:path w="134420" h="15854">
                  <a:moveTo>
                    <a:pt x="0" y="15854"/>
                  </a:moveTo>
                  <a:lnTo>
                    <a:pt x="13442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l3267"/>
            <p:cNvSpPr/>
            <p:nvPr/>
          </p:nvSpPr>
          <p:spPr>
            <a:xfrm>
              <a:off x="11067351" y="6649757"/>
              <a:ext cx="472794" cy="13465"/>
            </a:xfrm>
            <a:custGeom>
              <a:avLst/>
              <a:pathLst>
                <a:path w="472794" h="13465">
                  <a:moveTo>
                    <a:pt x="0" y="9338"/>
                  </a:moveTo>
                  <a:lnTo>
                    <a:pt x="70982" y="0"/>
                  </a:lnTo>
                  <a:lnTo>
                    <a:pt x="139461" y="4778"/>
                  </a:lnTo>
                  <a:lnTo>
                    <a:pt x="266119" y="2823"/>
                  </a:lnTo>
                  <a:lnTo>
                    <a:pt x="322070" y="12596"/>
                  </a:lnTo>
                  <a:lnTo>
                    <a:pt x="423519" y="8470"/>
                  </a:lnTo>
                  <a:lnTo>
                    <a:pt x="472794" y="1346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l3268"/>
            <p:cNvSpPr/>
            <p:nvPr/>
          </p:nvSpPr>
          <p:spPr>
            <a:xfrm>
              <a:off x="11067351" y="6640418"/>
              <a:ext cx="661776" cy="18895"/>
            </a:xfrm>
            <a:custGeom>
              <a:avLst/>
              <a:pathLst>
                <a:path w="661776" h="18895">
                  <a:moveTo>
                    <a:pt x="0" y="0"/>
                  </a:moveTo>
                  <a:lnTo>
                    <a:pt x="199514" y="4126"/>
                  </a:lnTo>
                  <a:lnTo>
                    <a:pt x="393116" y="12813"/>
                  </a:lnTo>
                  <a:lnTo>
                    <a:pt x="527536" y="868"/>
                  </a:lnTo>
                  <a:lnTo>
                    <a:pt x="661776" y="1889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l3269"/>
            <p:cNvSpPr/>
            <p:nvPr/>
          </p:nvSpPr>
          <p:spPr>
            <a:xfrm>
              <a:off x="11067351" y="6633903"/>
              <a:ext cx="214130" cy="39961"/>
            </a:xfrm>
            <a:custGeom>
              <a:avLst/>
              <a:pathLst>
                <a:path w="214130" h="39961">
                  <a:moveTo>
                    <a:pt x="0" y="0"/>
                  </a:moveTo>
                  <a:lnTo>
                    <a:pt x="214130" y="3996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l3270"/>
            <p:cNvSpPr/>
            <p:nvPr/>
          </p:nvSpPr>
          <p:spPr>
            <a:xfrm>
              <a:off x="11067351" y="6648237"/>
              <a:ext cx="335326" cy="14551"/>
            </a:xfrm>
            <a:custGeom>
              <a:avLst/>
              <a:pathLst>
                <a:path w="335326" h="14551">
                  <a:moveTo>
                    <a:pt x="0" y="0"/>
                  </a:moveTo>
                  <a:lnTo>
                    <a:pt x="206521" y="14551"/>
                  </a:lnTo>
                  <a:lnTo>
                    <a:pt x="335326" y="1303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l3271"/>
            <p:cNvSpPr/>
            <p:nvPr/>
          </p:nvSpPr>
          <p:spPr>
            <a:xfrm>
              <a:off x="11067351" y="6641504"/>
              <a:ext cx="190942" cy="37138"/>
            </a:xfrm>
            <a:custGeom>
              <a:avLst/>
              <a:pathLst>
                <a:path w="190942" h="37138">
                  <a:moveTo>
                    <a:pt x="0" y="0"/>
                  </a:moveTo>
                  <a:lnTo>
                    <a:pt x="190942" y="371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l3272"/>
            <p:cNvSpPr/>
            <p:nvPr/>
          </p:nvSpPr>
          <p:spPr>
            <a:xfrm>
              <a:off x="11067351" y="6651060"/>
              <a:ext cx="135145" cy="12379"/>
            </a:xfrm>
            <a:custGeom>
              <a:avLst/>
              <a:pathLst>
                <a:path w="135145" h="12379">
                  <a:moveTo>
                    <a:pt x="0" y="12379"/>
                  </a:moveTo>
                  <a:lnTo>
                    <a:pt x="13514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l3273"/>
            <p:cNvSpPr/>
            <p:nvPr/>
          </p:nvSpPr>
          <p:spPr>
            <a:xfrm>
              <a:off x="11067351" y="6632600"/>
              <a:ext cx="534783" cy="20849"/>
            </a:xfrm>
            <a:custGeom>
              <a:avLst/>
              <a:pathLst>
                <a:path w="534783" h="20849">
                  <a:moveTo>
                    <a:pt x="0" y="651"/>
                  </a:moveTo>
                  <a:lnTo>
                    <a:pt x="193840" y="0"/>
                  </a:lnTo>
                  <a:lnTo>
                    <a:pt x="337062" y="20849"/>
                  </a:lnTo>
                  <a:lnTo>
                    <a:pt x="534783" y="1064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l3274"/>
            <p:cNvSpPr/>
            <p:nvPr/>
          </p:nvSpPr>
          <p:spPr>
            <a:xfrm>
              <a:off x="11067351" y="6630862"/>
              <a:ext cx="413171" cy="27148"/>
            </a:xfrm>
            <a:custGeom>
              <a:avLst/>
              <a:pathLst>
                <a:path w="413171" h="27148">
                  <a:moveTo>
                    <a:pt x="0" y="0"/>
                  </a:moveTo>
                  <a:lnTo>
                    <a:pt x="211050" y="27148"/>
                  </a:lnTo>
                  <a:lnTo>
                    <a:pt x="413171" y="1824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l3275"/>
            <p:cNvSpPr/>
            <p:nvPr/>
          </p:nvSpPr>
          <p:spPr>
            <a:xfrm>
              <a:off x="11734175" y="6626084"/>
              <a:ext cx="132270" cy="14768"/>
            </a:xfrm>
            <a:custGeom>
              <a:avLst/>
              <a:pathLst>
                <a:path w="132270" h="14768">
                  <a:moveTo>
                    <a:pt x="0" y="14768"/>
                  </a:moveTo>
                  <a:lnTo>
                    <a:pt x="1322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l3276"/>
            <p:cNvSpPr/>
            <p:nvPr/>
          </p:nvSpPr>
          <p:spPr>
            <a:xfrm>
              <a:off x="11134835" y="6663440"/>
              <a:ext cx="71827" cy="9121"/>
            </a:xfrm>
            <a:custGeom>
              <a:avLst/>
              <a:pathLst>
                <a:path w="71827" h="9121">
                  <a:moveTo>
                    <a:pt x="0" y="9121"/>
                  </a:moveTo>
                  <a:lnTo>
                    <a:pt x="718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l3277"/>
            <p:cNvSpPr/>
            <p:nvPr/>
          </p:nvSpPr>
          <p:spPr>
            <a:xfrm>
              <a:off x="11067351" y="6644979"/>
              <a:ext cx="146014" cy="651"/>
            </a:xfrm>
            <a:custGeom>
              <a:avLst/>
              <a:pathLst>
                <a:path w="146014" h="651">
                  <a:moveTo>
                    <a:pt x="0" y="0"/>
                  </a:moveTo>
                  <a:lnTo>
                    <a:pt x="146014" y="65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l3278"/>
            <p:cNvSpPr/>
            <p:nvPr/>
          </p:nvSpPr>
          <p:spPr>
            <a:xfrm>
              <a:off x="11067351" y="6632165"/>
              <a:ext cx="602820" cy="17809"/>
            </a:xfrm>
            <a:custGeom>
              <a:avLst/>
              <a:pathLst>
                <a:path w="602820" h="17809">
                  <a:moveTo>
                    <a:pt x="0" y="0"/>
                  </a:moveTo>
                  <a:lnTo>
                    <a:pt x="198550" y="12813"/>
                  </a:lnTo>
                  <a:lnTo>
                    <a:pt x="331461" y="17809"/>
                  </a:lnTo>
                  <a:lnTo>
                    <a:pt x="464674" y="11727"/>
                  </a:lnTo>
                  <a:lnTo>
                    <a:pt x="602820" y="36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l3279"/>
            <p:cNvSpPr/>
            <p:nvPr/>
          </p:nvSpPr>
          <p:spPr>
            <a:xfrm>
              <a:off x="11067351" y="6649540"/>
              <a:ext cx="379799" cy="3909"/>
            </a:xfrm>
            <a:custGeom>
              <a:avLst/>
              <a:pathLst>
                <a:path w="379799" h="3909">
                  <a:moveTo>
                    <a:pt x="0" y="1303"/>
                  </a:moveTo>
                  <a:lnTo>
                    <a:pt x="155886" y="0"/>
                  </a:lnTo>
                  <a:lnTo>
                    <a:pt x="379799" y="390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l3280"/>
            <p:cNvSpPr/>
            <p:nvPr/>
          </p:nvSpPr>
          <p:spPr>
            <a:xfrm>
              <a:off x="11067351" y="6662788"/>
              <a:ext cx="129166" cy="9990"/>
            </a:xfrm>
            <a:custGeom>
              <a:avLst/>
              <a:pathLst>
                <a:path w="129166" h="9990">
                  <a:moveTo>
                    <a:pt x="0" y="9990"/>
                  </a:moveTo>
                  <a:lnTo>
                    <a:pt x="71770" y="2389"/>
                  </a:lnTo>
                  <a:lnTo>
                    <a:pt x="12916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l3281"/>
            <p:cNvSpPr/>
            <p:nvPr/>
          </p:nvSpPr>
          <p:spPr>
            <a:xfrm>
              <a:off x="11067351" y="6659313"/>
              <a:ext cx="223550" cy="47346"/>
            </a:xfrm>
            <a:custGeom>
              <a:avLst/>
              <a:pathLst>
                <a:path w="223550" h="47346">
                  <a:moveTo>
                    <a:pt x="0" y="47346"/>
                  </a:moveTo>
                  <a:lnTo>
                    <a:pt x="22355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l3282"/>
            <p:cNvSpPr/>
            <p:nvPr/>
          </p:nvSpPr>
          <p:spPr>
            <a:xfrm>
              <a:off x="11067351" y="6668652"/>
              <a:ext cx="222759" cy="18677"/>
            </a:xfrm>
            <a:custGeom>
              <a:avLst/>
              <a:pathLst>
                <a:path w="222759" h="18677">
                  <a:moveTo>
                    <a:pt x="0" y="1737"/>
                  </a:moveTo>
                  <a:lnTo>
                    <a:pt x="90920" y="0"/>
                  </a:lnTo>
                  <a:lnTo>
                    <a:pt x="222759" y="1867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l3283"/>
            <p:cNvSpPr/>
            <p:nvPr/>
          </p:nvSpPr>
          <p:spPr>
            <a:xfrm>
              <a:off x="11067351" y="6643024"/>
              <a:ext cx="143184" cy="13899"/>
            </a:xfrm>
            <a:custGeom>
              <a:avLst/>
              <a:pathLst>
                <a:path w="143184" h="13899">
                  <a:moveTo>
                    <a:pt x="0" y="13899"/>
                  </a:moveTo>
                  <a:lnTo>
                    <a:pt x="1431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l3284"/>
            <p:cNvSpPr/>
            <p:nvPr/>
          </p:nvSpPr>
          <p:spPr>
            <a:xfrm>
              <a:off x="11067351" y="6653015"/>
              <a:ext cx="234782" cy="6732"/>
            </a:xfrm>
            <a:custGeom>
              <a:avLst/>
              <a:pathLst>
                <a:path w="234782" h="6732">
                  <a:moveTo>
                    <a:pt x="0" y="5646"/>
                  </a:moveTo>
                  <a:lnTo>
                    <a:pt x="77536" y="5212"/>
                  </a:lnTo>
                  <a:lnTo>
                    <a:pt x="146086" y="0"/>
                  </a:lnTo>
                  <a:lnTo>
                    <a:pt x="234782" y="673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l3285"/>
            <p:cNvSpPr/>
            <p:nvPr/>
          </p:nvSpPr>
          <p:spPr>
            <a:xfrm>
              <a:off x="11067351" y="6644762"/>
              <a:ext cx="402659" cy="11727"/>
            </a:xfrm>
            <a:custGeom>
              <a:avLst/>
              <a:pathLst>
                <a:path w="402659" h="11727">
                  <a:moveTo>
                    <a:pt x="0" y="11727"/>
                  </a:moveTo>
                  <a:lnTo>
                    <a:pt x="280030" y="2606"/>
                  </a:lnTo>
                  <a:lnTo>
                    <a:pt x="40265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l3286"/>
            <p:cNvSpPr/>
            <p:nvPr/>
          </p:nvSpPr>
          <p:spPr>
            <a:xfrm>
              <a:off x="11067351" y="6659096"/>
              <a:ext cx="469284" cy="4126"/>
            </a:xfrm>
            <a:custGeom>
              <a:avLst/>
              <a:pathLst>
                <a:path w="469284" h="4126">
                  <a:moveTo>
                    <a:pt x="0" y="4126"/>
                  </a:moveTo>
                  <a:lnTo>
                    <a:pt x="4692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l3287"/>
            <p:cNvSpPr/>
            <p:nvPr/>
          </p:nvSpPr>
          <p:spPr>
            <a:xfrm>
              <a:off x="11067351" y="6635423"/>
              <a:ext cx="295109" cy="15420"/>
            </a:xfrm>
            <a:custGeom>
              <a:avLst/>
              <a:pathLst>
                <a:path w="295109" h="15420">
                  <a:moveTo>
                    <a:pt x="0" y="15420"/>
                  </a:moveTo>
                  <a:lnTo>
                    <a:pt x="29510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l3288"/>
            <p:cNvSpPr/>
            <p:nvPr/>
          </p:nvSpPr>
          <p:spPr>
            <a:xfrm>
              <a:off x="11067351" y="6640853"/>
              <a:ext cx="148200" cy="6081"/>
            </a:xfrm>
            <a:custGeom>
              <a:avLst/>
              <a:pathLst>
                <a:path w="148200" h="6081">
                  <a:moveTo>
                    <a:pt x="0" y="0"/>
                  </a:moveTo>
                  <a:lnTo>
                    <a:pt x="148200" y="608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l3289"/>
            <p:cNvSpPr/>
            <p:nvPr/>
          </p:nvSpPr>
          <p:spPr>
            <a:xfrm>
              <a:off x="11067351" y="6643893"/>
              <a:ext cx="418297" cy="25193"/>
            </a:xfrm>
            <a:custGeom>
              <a:avLst/>
              <a:pathLst>
                <a:path w="418297" h="25193">
                  <a:moveTo>
                    <a:pt x="0" y="0"/>
                  </a:moveTo>
                  <a:lnTo>
                    <a:pt x="133695" y="4995"/>
                  </a:lnTo>
                  <a:lnTo>
                    <a:pt x="269565" y="1303"/>
                  </a:lnTo>
                  <a:lnTo>
                    <a:pt x="418297" y="2519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l3290"/>
            <p:cNvSpPr/>
            <p:nvPr/>
          </p:nvSpPr>
          <p:spPr>
            <a:xfrm>
              <a:off x="11067351" y="6647151"/>
              <a:ext cx="201630" cy="10859"/>
            </a:xfrm>
            <a:custGeom>
              <a:avLst/>
              <a:pathLst>
                <a:path w="201630" h="10859">
                  <a:moveTo>
                    <a:pt x="0" y="10859"/>
                  </a:moveTo>
                  <a:lnTo>
                    <a:pt x="20163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l3291"/>
            <p:cNvSpPr/>
            <p:nvPr/>
          </p:nvSpPr>
          <p:spPr>
            <a:xfrm>
              <a:off x="11067351" y="6645196"/>
              <a:ext cx="287618" cy="16940"/>
            </a:xfrm>
            <a:custGeom>
              <a:avLst/>
              <a:pathLst>
                <a:path w="287618" h="16940">
                  <a:moveTo>
                    <a:pt x="0" y="16940"/>
                  </a:moveTo>
                  <a:lnTo>
                    <a:pt x="127991" y="12813"/>
                  </a:lnTo>
                  <a:lnTo>
                    <a:pt x="2876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l3292"/>
            <p:cNvSpPr/>
            <p:nvPr/>
          </p:nvSpPr>
          <p:spPr>
            <a:xfrm>
              <a:off x="11067351" y="6634989"/>
              <a:ext cx="143140" cy="26062"/>
            </a:xfrm>
            <a:custGeom>
              <a:avLst/>
              <a:pathLst>
                <a:path w="143140" h="26062">
                  <a:moveTo>
                    <a:pt x="0" y="0"/>
                  </a:moveTo>
                  <a:lnTo>
                    <a:pt x="143140" y="2606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l3293"/>
            <p:cNvSpPr/>
            <p:nvPr/>
          </p:nvSpPr>
          <p:spPr>
            <a:xfrm>
              <a:off x="11067351" y="6642373"/>
              <a:ext cx="633595" cy="6732"/>
            </a:xfrm>
            <a:custGeom>
              <a:avLst/>
              <a:pathLst>
                <a:path w="633595" h="6732">
                  <a:moveTo>
                    <a:pt x="0" y="5863"/>
                  </a:moveTo>
                  <a:lnTo>
                    <a:pt x="199355" y="0"/>
                  </a:lnTo>
                  <a:lnTo>
                    <a:pt x="350080" y="1954"/>
                  </a:lnTo>
                  <a:lnTo>
                    <a:pt x="461674" y="6732"/>
                  </a:lnTo>
                  <a:lnTo>
                    <a:pt x="633595" y="434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l3294"/>
            <p:cNvSpPr/>
            <p:nvPr/>
          </p:nvSpPr>
          <p:spPr>
            <a:xfrm>
              <a:off x="11067351" y="6649974"/>
              <a:ext cx="610870" cy="17809"/>
            </a:xfrm>
            <a:custGeom>
              <a:avLst/>
              <a:pathLst>
                <a:path w="610870" h="17809">
                  <a:moveTo>
                    <a:pt x="0" y="11076"/>
                  </a:moveTo>
                  <a:lnTo>
                    <a:pt x="143116" y="0"/>
                  </a:lnTo>
                  <a:lnTo>
                    <a:pt x="208333" y="11076"/>
                  </a:lnTo>
                  <a:lnTo>
                    <a:pt x="339674" y="5646"/>
                  </a:lnTo>
                  <a:lnTo>
                    <a:pt x="458877" y="17809"/>
                  </a:lnTo>
                  <a:lnTo>
                    <a:pt x="610870" y="82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l3295"/>
            <p:cNvSpPr/>
            <p:nvPr/>
          </p:nvSpPr>
          <p:spPr>
            <a:xfrm>
              <a:off x="11067351" y="6613922"/>
              <a:ext cx="463540" cy="22804"/>
            </a:xfrm>
            <a:custGeom>
              <a:avLst/>
              <a:pathLst>
                <a:path w="463540" h="22804">
                  <a:moveTo>
                    <a:pt x="0" y="22804"/>
                  </a:moveTo>
                  <a:lnTo>
                    <a:pt x="128032" y="11727"/>
                  </a:lnTo>
                  <a:lnTo>
                    <a:pt x="302489" y="16506"/>
                  </a:lnTo>
                  <a:lnTo>
                    <a:pt x="46354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l3296"/>
            <p:cNvSpPr/>
            <p:nvPr/>
          </p:nvSpPr>
          <p:spPr>
            <a:xfrm>
              <a:off x="11067351" y="6655838"/>
              <a:ext cx="136766" cy="434"/>
            </a:xfrm>
            <a:custGeom>
              <a:avLst/>
              <a:pathLst>
                <a:path w="136766" h="434">
                  <a:moveTo>
                    <a:pt x="0" y="0"/>
                  </a:moveTo>
                  <a:lnTo>
                    <a:pt x="136766" y="43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l3297"/>
            <p:cNvSpPr/>
            <p:nvPr/>
          </p:nvSpPr>
          <p:spPr>
            <a:xfrm>
              <a:off x="11067351" y="6645196"/>
              <a:ext cx="367265" cy="4343"/>
            </a:xfrm>
            <a:custGeom>
              <a:avLst/>
              <a:pathLst>
                <a:path w="367265" h="4343">
                  <a:moveTo>
                    <a:pt x="0" y="4343"/>
                  </a:moveTo>
                  <a:lnTo>
                    <a:pt x="36726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l3298"/>
            <p:cNvSpPr/>
            <p:nvPr/>
          </p:nvSpPr>
          <p:spPr>
            <a:xfrm>
              <a:off x="11067351" y="6648237"/>
              <a:ext cx="264493" cy="7384"/>
            </a:xfrm>
            <a:custGeom>
              <a:avLst/>
              <a:pathLst>
                <a:path w="264493" h="7384">
                  <a:moveTo>
                    <a:pt x="0" y="0"/>
                  </a:moveTo>
                  <a:lnTo>
                    <a:pt x="138975" y="7384"/>
                  </a:lnTo>
                  <a:lnTo>
                    <a:pt x="264493" y="412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l3299"/>
            <p:cNvSpPr/>
            <p:nvPr/>
          </p:nvSpPr>
          <p:spPr>
            <a:xfrm>
              <a:off x="11067351" y="6661702"/>
              <a:ext cx="466571" cy="11945"/>
            </a:xfrm>
            <a:custGeom>
              <a:avLst/>
              <a:pathLst>
                <a:path w="466571" h="11945">
                  <a:moveTo>
                    <a:pt x="0" y="11945"/>
                  </a:moveTo>
                  <a:lnTo>
                    <a:pt x="199368" y="2171"/>
                  </a:lnTo>
                  <a:lnTo>
                    <a:pt x="46657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l3300"/>
            <p:cNvSpPr/>
            <p:nvPr/>
          </p:nvSpPr>
          <p:spPr>
            <a:xfrm>
              <a:off x="11067351" y="6641504"/>
              <a:ext cx="129166" cy="4778"/>
            </a:xfrm>
            <a:custGeom>
              <a:avLst/>
              <a:pathLst>
                <a:path w="129166" h="4778">
                  <a:moveTo>
                    <a:pt x="0" y="0"/>
                  </a:moveTo>
                  <a:lnTo>
                    <a:pt x="129166" y="477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l3301"/>
            <p:cNvSpPr/>
            <p:nvPr/>
          </p:nvSpPr>
          <p:spPr>
            <a:xfrm>
              <a:off x="11067351" y="6649974"/>
              <a:ext cx="276630" cy="12162"/>
            </a:xfrm>
            <a:custGeom>
              <a:avLst/>
              <a:pathLst>
                <a:path w="276630" h="12162">
                  <a:moveTo>
                    <a:pt x="0" y="0"/>
                  </a:moveTo>
                  <a:lnTo>
                    <a:pt x="138518" y="12162"/>
                  </a:lnTo>
                  <a:lnTo>
                    <a:pt x="276630" y="82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l3302"/>
            <p:cNvSpPr/>
            <p:nvPr/>
          </p:nvSpPr>
          <p:spPr>
            <a:xfrm>
              <a:off x="11067351" y="6609578"/>
              <a:ext cx="467640" cy="38658"/>
            </a:xfrm>
            <a:custGeom>
              <a:avLst/>
              <a:pathLst>
                <a:path w="467640" h="38658">
                  <a:moveTo>
                    <a:pt x="0" y="38658"/>
                  </a:moveTo>
                  <a:lnTo>
                    <a:pt x="204053" y="32794"/>
                  </a:lnTo>
                  <a:lnTo>
                    <a:pt x="335756" y="31057"/>
                  </a:lnTo>
                  <a:lnTo>
                    <a:pt x="46764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l3303"/>
            <p:cNvSpPr/>
            <p:nvPr/>
          </p:nvSpPr>
          <p:spPr>
            <a:xfrm>
              <a:off x="11067351" y="6644328"/>
              <a:ext cx="462580" cy="25627"/>
            </a:xfrm>
            <a:custGeom>
              <a:avLst/>
              <a:pathLst>
                <a:path w="462580" h="25627">
                  <a:moveTo>
                    <a:pt x="0" y="7167"/>
                  </a:moveTo>
                  <a:lnTo>
                    <a:pt x="202797" y="0"/>
                  </a:lnTo>
                  <a:lnTo>
                    <a:pt x="339573" y="20198"/>
                  </a:lnTo>
                  <a:lnTo>
                    <a:pt x="462580" y="2562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l3304"/>
            <p:cNvSpPr/>
            <p:nvPr/>
          </p:nvSpPr>
          <p:spPr>
            <a:xfrm>
              <a:off x="11067351" y="6648888"/>
              <a:ext cx="138587" cy="19546"/>
            </a:xfrm>
            <a:custGeom>
              <a:avLst/>
              <a:pathLst>
                <a:path w="138587" h="19546">
                  <a:moveTo>
                    <a:pt x="0" y="19546"/>
                  </a:moveTo>
                  <a:lnTo>
                    <a:pt x="13858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l3305"/>
            <p:cNvSpPr/>
            <p:nvPr/>
          </p:nvSpPr>
          <p:spPr>
            <a:xfrm>
              <a:off x="11067351" y="6665829"/>
              <a:ext cx="719566" cy="18026"/>
            </a:xfrm>
            <a:custGeom>
              <a:avLst/>
              <a:pathLst>
                <a:path w="719566" h="18026">
                  <a:moveTo>
                    <a:pt x="0" y="0"/>
                  </a:moveTo>
                  <a:lnTo>
                    <a:pt x="216485" y="11076"/>
                  </a:lnTo>
                  <a:lnTo>
                    <a:pt x="355797" y="6732"/>
                  </a:lnTo>
                  <a:lnTo>
                    <a:pt x="461051" y="18026"/>
                  </a:lnTo>
                  <a:lnTo>
                    <a:pt x="596619" y="2389"/>
                  </a:lnTo>
                  <a:lnTo>
                    <a:pt x="719566" y="1607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l3306"/>
            <p:cNvSpPr/>
            <p:nvPr/>
          </p:nvSpPr>
          <p:spPr>
            <a:xfrm>
              <a:off x="11067351" y="6646717"/>
              <a:ext cx="463481" cy="14116"/>
            </a:xfrm>
            <a:custGeom>
              <a:avLst/>
              <a:pathLst>
                <a:path w="463481" h="14116">
                  <a:moveTo>
                    <a:pt x="0" y="14116"/>
                  </a:moveTo>
                  <a:lnTo>
                    <a:pt x="133046" y="13031"/>
                  </a:lnTo>
                  <a:lnTo>
                    <a:pt x="334133" y="0"/>
                  </a:lnTo>
                  <a:lnTo>
                    <a:pt x="463481" y="282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l3307"/>
            <p:cNvSpPr/>
            <p:nvPr/>
          </p:nvSpPr>
          <p:spPr>
            <a:xfrm>
              <a:off x="11067351" y="6645848"/>
              <a:ext cx="471196" cy="5429"/>
            </a:xfrm>
            <a:custGeom>
              <a:avLst/>
              <a:pathLst>
                <a:path w="471196" h="5429">
                  <a:moveTo>
                    <a:pt x="0" y="3692"/>
                  </a:moveTo>
                  <a:lnTo>
                    <a:pt x="265036" y="0"/>
                  </a:lnTo>
                  <a:lnTo>
                    <a:pt x="471196" y="542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l3308"/>
            <p:cNvSpPr/>
            <p:nvPr/>
          </p:nvSpPr>
          <p:spPr>
            <a:xfrm>
              <a:off x="11067351" y="6653666"/>
              <a:ext cx="325618" cy="22152"/>
            </a:xfrm>
            <a:custGeom>
              <a:avLst/>
              <a:pathLst>
                <a:path w="325618" h="22152">
                  <a:moveTo>
                    <a:pt x="0" y="22152"/>
                  </a:moveTo>
                  <a:lnTo>
                    <a:pt x="193915" y="12596"/>
                  </a:lnTo>
                  <a:lnTo>
                    <a:pt x="3256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l3309"/>
            <p:cNvSpPr/>
            <p:nvPr/>
          </p:nvSpPr>
          <p:spPr>
            <a:xfrm>
              <a:off x="11654926" y="6646934"/>
              <a:ext cx="167391" cy="217"/>
            </a:xfrm>
            <a:custGeom>
              <a:avLst/>
              <a:pathLst>
                <a:path w="167391" h="217">
                  <a:moveTo>
                    <a:pt x="0" y="217"/>
                  </a:moveTo>
                  <a:lnTo>
                    <a:pt x="16739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l3310"/>
            <p:cNvSpPr/>
            <p:nvPr/>
          </p:nvSpPr>
          <p:spPr>
            <a:xfrm>
              <a:off x="11067351" y="6642373"/>
              <a:ext cx="397650" cy="19546"/>
            </a:xfrm>
            <a:custGeom>
              <a:avLst/>
              <a:pathLst>
                <a:path w="397650" h="19546">
                  <a:moveTo>
                    <a:pt x="0" y="0"/>
                  </a:moveTo>
                  <a:lnTo>
                    <a:pt x="140398" y="1303"/>
                  </a:lnTo>
                  <a:lnTo>
                    <a:pt x="397650" y="1954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l3311"/>
            <p:cNvSpPr/>
            <p:nvPr/>
          </p:nvSpPr>
          <p:spPr>
            <a:xfrm>
              <a:off x="11067351" y="6677991"/>
              <a:ext cx="339377" cy="17157"/>
            </a:xfrm>
            <a:custGeom>
              <a:avLst/>
              <a:pathLst>
                <a:path w="339377" h="17157">
                  <a:moveTo>
                    <a:pt x="0" y="17157"/>
                  </a:moveTo>
                  <a:lnTo>
                    <a:pt x="200000" y="0"/>
                  </a:lnTo>
                  <a:lnTo>
                    <a:pt x="339377" y="217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l3312"/>
            <p:cNvSpPr/>
            <p:nvPr/>
          </p:nvSpPr>
          <p:spPr>
            <a:xfrm>
              <a:off x="11067351" y="6657576"/>
              <a:ext cx="153442" cy="17591"/>
            </a:xfrm>
            <a:custGeom>
              <a:avLst/>
              <a:pathLst>
                <a:path w="153442" h="17591">
                  <a:moveTo>
                    <a:pt x="0" y="0"/>
                  </a:moveTo>
                  <a:lnTo>
                    <a:pt x="153442" y="1759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l3313"/>
            <p:cNvSpPr/>
            <p:nvPr/>
          </p:nvSpPr>
          <p:spPr>
            <a:xfrm>
              <a:off x="11067351" y="6636726"/>
              <a:ext cx="225543" cy="25410"/>
            </a:xfrm>
            <a:custGeom>
              <a:avLst/>
              <a:pathLst>
                <a:path w="225543" h="25410">
                  <a:moveTo>
                    <a:pt x="0" y="25410"/>
                  </a:moveTo>
                  <a:lnTo>
                    <a:pt x="22554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l3314"/>
            <p:cNvSpPr/>
            <p:nvPr/>
          </p:nvSpPr>
          <p:spPr>
            <a:xfrm>
              <a:off x="11067351" y="6657141"/>
              <a:ext cx="389480" cy="11945"/>
            </a:xfrm>
            <a:custGeom>
              <a:avLst/>
              <a:pathLst>
                <a:path w="389480" h="11945">
                  <a:moveTo>
                    <a:pt x="0" y="0"/>
                  </a:moveTo>
                  <a:lnTo>
                    <a:pt x="389480" y="1194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l3315"/>
            <p:cNvSpPr/>
            <p:nvPr/>
          </p:nvSpPr>
          <p:spPr>
            <a:xfrm>
              <a:off x="11067351" y="6652798"/>
              <a:ext cx="265761" cy="9990"/>
            </a:xfrm>
            <a:custGeom>
              <a:avLst/>
              <a:pathLst>
                <a:path w="265761" h="9990">
                  <a:moveTo>
                    <a:pt x="0" y="9990"/>
                  </a:moveTo>
                  <a:lnTo>
                    <a:pt x="26576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l3316"/>
            <p:cNvSpPr/>
            <p:nvPr/>
          </p:nvSpPr>
          <p:spPr>
            <a:xfrm>
              <a:off x="11067351" y="6658662"/>
              <a:ext cx="479529" cy="12162"/>
            </a:xfrm>
            <a:custGeom>
              <a:avLst/>
              <a:pathLst>
                <a:path w="479529" h="12162">
                  <a:moveTo>
                    <a:pt x="0" y="2606"/>
                  </a:moveTo>
                  <a:lnTo>
                    <a:pt x="225543" y="12162"/>
                  </a:lnTo>
                  <a:lnTo>
                    <a:pt x="47952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l3317"/>
            <p:cNvSpPr/>
            <p:nvPr/>
          </p:nvSpPr>
          <p:spPr>
            <a:xfrm>
              <a:off x="11067351" y="6660182"/>
              <a:ext cx="200000" cy="35183"/>
            </a:xfrm>
            <a:custGeom>
              <a:avLst/>
              <a:pathLst>
                <a:path w="200000" h="35183">
                  <a:moveTo>
                    <a:pt x="0" y="35183"/>
                  </a:moveTo>
                  <a:lnTo>
                    <a:pt x="71376" y="0"/>
                  </a:lnTo>
                  <a:lnTo>
                    <a:pt x="200000" y="390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l3318"/>
            <p:cNvSpPr/>
            <p:nvPr/>
          </p:nvSpPr>
          <p:spPr>
            <a:xfrm>
              <a:off x="11067351" y="6640853"/>
              <a:ext cx="466076" cy="61028"/>
            </a:xfrm>
            <a:custGeom>
              <a:avLst/>
              <a:pathLst>
                <a:path w="466076" h="61028">
                  <a:moveTo>
                    <a:pt x="0" y="61028"/>
                  </a:moveTo>
                  <a:lnTo>
                    <a:pt x="136909" y="56033"/>
                  </a:lnTo>
                  <a:lnTo>
                    <a:pt x="296148" y="0"/>
                  </a:lnTo>
                  <a:lnTo>
                    <a:pt x="466076" y="2063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l3319"/>
            <p:cNvSpPr/>
            <p:nvPr/>
          </p:nvSpPr>
          <p:spPr>
            <a:xfrm>
              <a:off x="11067351" y="6655404"/>
              <a:ext cx="235917" cy="11076"/>
            </a:xfrm>
            <a:custGeom>
              <a:avLst/>
              <a:pathLst>
                <a:path w="235917" h="11076">
                  <a:moveTo>
                    <a:pt x="0" y="11076"/>
                  </a:moveTo>
                  <a:lnTo>
                    <a:pt x="78804" y="0"/>
                  </a:lnTo>
                  <a:lnTo>
                    <a:pt x="235917" y="217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l3320"/>
            <p:cNvSpPr/>
            <p:nvPr/>
          </p:nvSpPr>
          <p:spPr>
            <a:xfrm>
              <a:off x="11067351" y="6645196"/>
              <a:ext cx="243116" cy="7818"/>
            </a:xfrm>
            <a:custGeom>
              <a:avLst/>
              <a:pathLst>
                <a:path w="243116" h="7818">
                  <a:moveTo>
                    <a:pt x="0" y="0"/>
                  </a:moveTo>
                  <a:lnTo>
                    <a:pt x="243116" y="781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l3321"/>
            <p:cNvSpPr/>
            <p:nvPr/>
          </p:nvSpPr>
          <p:spPr>
            <a:xfrm>
              <a:off x="11403782" y="6660182"/>
              <a:ext cx="396196" cy="9990"/>
            </a:xfrm>
            <a:custGeom>
              <a:avLst/>
              <a:pathLst>
                <a:path w="396196" h="9990">
                  <a:moveTo>
                    <a:pt x="0" y="1737"/>
                  </a:moveTo>
                  <a:lnTo>
                    <a:pt x="136232" y="9990"/>
                  </a:lnTo>
                  <a:lnTo>
                    <a:pt x="307427" y="0"/>
                  </a:lnTo>
                  <a:lnTo>
                    <a:pt x="396196" y="108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l3322"/>
            <p:cNvSpPr/>
            <p:nvPr/>
          </p:nvSpPr>
          <p:spPr>
            <a:xfrm>
              <a:off x="11210467" y="6644762"/>
              <a:ext cx="132960" cy="434"/>
            </a:xfrm>
            <a:custGeom>
              <a:avLst/>
              <a:pathLst>
                <a:path w="132960" h="434">
                  <a:moveTo>
                    <a:pt x="0" y="0"/>
                  </a:moveTo>
                  <a:lnTo>
                    <a:pt x="132960" y="43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l3323"/>
            <p:cNvSpPr/>
            <p:nvPr/>
          </p:nvSpPr>
          <p:spPr>
            <a:xfrm>
              <a:off x="11067351" y="6649757"/>
              <a:ext cx="223369" cy="30188"/>
            </a:xfrm>
            <a:custGeom>
              <a:avLst/>
              <a:pathLst>
                <a:path w="223369" h="30188">
                  <a:moveTo>
                    <a:pt x="0" y="30188"/>
                  </a:moveTo>
                  <a:lnTo>
                    <a:pt x="2233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l3324"/>
            <p:cNvSpPr/>
            <p:nvPr/>
          </p:nvSpPr>
          <p:spPr>
            <a:xfrm>
              <a:off x="11067351" y="6654970"/>
              <a:ext cx="202898" cy="1737"/>
            </a:xfrm>
            <a:custGeom>
              <a:avLst/>
              <a:pathLst>
                <a:path w="202898" h="1737">
                  <a:moveTo>
                    <a:pt x="0" y="1737"/>
                  </a:moveTo>
                  <a:lnTo>
                    <a:pt x="2028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l3325"/>
            <p:cNvSpPr/>
            <p:nvPr/>
          </p:nvSpPr>
          <p:spPr>
            <a:xfrm>
              <a:off x="11067351" y="6654752"/>
              <a:ext cx="150876" cy="29102"/>
            </a:xfrm>
            <a:custGeom>
              <a:avLst/>
              <a:pathLst>
                <a:path w="150876" h="29102">
                  <a:moveTo>
                    <a:pt x="0" y="0"/>
                  </a:moveTo>
                  <a:lnTo>
                    <a:pt x="150876" y="2910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l3326"/>
            <p:cNvSpPr/>
            <p:nvPr/>
          </p:nvSpPr>
          <p:spPr>
            <a:xfrm>
              <a:off x="11067351" y="6651712"/>
              <a:ext cx="232971" cy="15420"/>
            </a:xfrm>
            <a:custGeom>
              <a:avLst/>
              <a:pathLst>
                <a:path w="232971" h="15420">
                  <a:moveTo>
                    <a:pt x="0" y="0"/>
                  </a:moveTo>
                  <a:lnTo>
                    <a:pt x="232971" y="1542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l3327"/>
            <p:cNvSpPr/>
            <p:nvPr/>
          </p:nvSpPr>
          <p:spPr>
            <a:xfrm>
              <a:off x="11067351" y="6642807"/>
              <a:ext cx="73156" cy="18243"/>
            </a:xfrm>
            <a:custGeom>
              <a:avLst/>
              <a:pathLst>
                <a:path w="73156" h="18243">
                  <a:moveTo>
                    <a:pt x="0" y="0"/>
                  </a:moveTo>
                  <a:lnTo>
                    <a:pt x="73156" y="1824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l3328"/>
            <p:cNvSpPr/>
            <p:nvPr/>
          </p:nvSpPr>
          <p:spPr>
            <a:xfrm>
              <a:off x="11067351" y="6653232"/>
              <a:ext cx="216431" cy="16506"/>
            </a:xfrm>
            <a:custGeom>
              <a:avLst/>
              <a:pathLst>
                <a:path w="216431" h="16506">
                  <a:moveTo>
                    <a:pt x="0" y="0"/>
                  </a:moveTo>
                  <a:lnTo>
                    <a:pt x="216431" y="1650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l3329"/>
            <p:cNvSpPr/>
            <p:nvPr/>
          </p:nvSpPr>
          <p:spPr>
            <a:xfrm>
              <a:off x="11466502" y="6651495"/>
              <a:ext cx="139409" cy="0"/>
            </a:xfrm>
            <a:custGeom>
              <a:avLst/>
              <a:pathLst>
                <a:path w="139409" h="0">
                  <a:moveTo>
                    <a:pt x="0" y="0"/>
                  </a:moveTo>
                  <a:lnTo>
                    <a:pt x="13940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l3330"/>
            <p:cNvSpPr/>
            <p:nvPr/>
          </p:nvSpPr>
          <p:spPr>
            <a:xfrm>
              <a:off x="11067351" y="6649757"/>
              <a:ext cx="793297" cy="31057"/>
            </a:xfrm>
            <a:custGeom>
              <a:avLst/>
              <a:pathLst>
                <a:path w="793297" h="31057">
                  <a:moveTo>
                    <a:pt x="0" y="9121"/>
                  </a:moveTo>
                  <a:lnTo>
                    <a:pt x="199275" y="0"/>
                  </a:lnTo>
                  <a:lnTo>
                    <a:pt x="331032" y="27799"/>
                  </a:lnTo>
                  <a:lnTo>
                    <a:pt x="464130" y="20849"/>
                  </a:lnTo>
                  <a:lnTo>
                    <a:pt x="662681" y="23455"/>
                  </a:lnTo>
                  <a:lnTo>
                    <a:pt x="793297" y="3105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l3331"/>
            <p:cNvSpPr/>
            <p:nvPr/>
          </p:nvSpPr>
          <p:spPr>
            <a:xfrm>
              <a:off x="11067351" y="6631079"/>
              <a:ext cx="211594" cy="651"/>
            </a:xfrm>
            <a:custGeom>
              <a:avLst/>
              <a:pathLst>
                <a:path w="211594" h="651">
                  <a:moveTo>
                    <a:pt x="0" y="0"/>
                  </a:moveTo>
                  <a:lnTo>
                    <a:pt x="211594" y="65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l3332"/>
            <p:cNvSpPr/>
            <p:nvPr/>
          </p:nvSpPr>
          <p:spPr>
            <a:xfrm>
              <a:off x="11067351" y="6466019"/>
              <a:ext cx="223007" cy="191339"/>
            </a:xfrm>
            <a:custGeom>
              <a:avLst/>
              <a:pathLst>
                <a:path w="223007" h="191339">
                  <a:moveTo>
                    <a:pt x="0" y="191339"/>
                  </a:moveTo>
                  <a:lnTo>
                    <a:pt x="2230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l3333"/>
            <p:cNvSpPr/>
            <p:nvPr/>
          </p:nvSpPr>
          <p:spPr>
            <a:xfrm>
              <a:off x="11067351" y="6656707"/>
              <a:ext cx="140398" cy="8904"/>
            </a:xfrm>
            <a:custGeom>
              <a:avLst/>
              <a:pathLst>
                <a:path w="140398" h="8904">
                  <a:moveTo>
                    <a:pt x="0" y="0"/>
                  </a:moveTo>
                  <a:lnTo>
                    <a:pt x="140398" y="890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l3334"/>
            <p:cNvSpPr/>
            <p:nvPr/>
          </p:nvSpPr>
          <p:spPr>
            <a:xfrm>
              <a:off x="11067351" y="6648020"/>
              <a:ext cx="204891" cy="3474"/>
            </a:xfrm>
            <a:custGeom>
              <a:avLst/>
              <a:pathLst>
                <a:path w="204891" h="3474">
                  <a:moveTo>
                    <a:pt x="0" y="0"/>
                  </a:moveTo>
                  <a:lnTo>
                    <a:pt x="204891" y="347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l3335"/>
            <p:cNvSpPr/>
            <p:nvPr/>
          </p:nvSpPr>
          <p:spPr>
            <a:xfrm>
              <a:off x="11067351" y="6621958"/>
              <a:ext cx="87459" cy="14985"/>
            </a:xfrm>
            <a:custGeom>
              <a:avLst/>
              <a:pathLst>
                <a:path w="87459" h="14985">
                  <a:moveTo>
                    <a:pt x="0" y="14985"/>
                  </a:moveTo>
                  <a:lnTo>
                    <a:pt x="8745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l3336"/>
            <p:cNvSpPr/>
            <p:nvPr/>
          </p:nvSpPr>
          <p:spPr>
            <a:xfrm>
              <a:off x="11067351" y="6651712"/>
              <a:ext cx="69324" cy="24107"/>
            </a:xfrm>
            <a:custGeom>
              <a:avLst/>
              <a:pathLst>
                <a:path w="69324" h="24107">
                  <a:moveTo>
                    <a:pt x="0" y="24107"/>
                  </a:moveTo>
                  <a:lnTo>
                    <a:pt x="6932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l3337"/>
            <p:cNvSpPr/>
            <p:nvPr/>
          </p:nvSpPr>
          <p:spPr>
            <a:xfrm>
              <a:off x="11536047" y="6319203"/>
              <a:ext cx="262319" cy="234558"/>
            </a:xfrm>
            <a:custGeom>
              <a:avLst/>
              <a:pathLst>
                <a:path w="262319" h="234558">
                  <a:moveTo>
                    <a:pt x="0" y="234558"/>
                  </a:moveTo>
                  <a:lnTo>
                    <a:pt x="141485" y="131179"/>
                  </a:lnTo>
                  <a:lnTo>
                    <a:pt x="26231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l3338"/>
            <p:cNvSpPr/>
            <p:nvPr/>
          </p:nvSpPr>
          <p:spPr>
            <a:xfrm>
              <a:off x="11067351" y="6643676"/>
              <a:ext cx="78623" cy="14116"/>
            </a:xfrm>
            <a:custGeom>
              <a:avLst/>
              <a:pathLst>
                <a:path w="78623" h="14116">
                  <a:moveTo>
                    <a:pt x="0" y="0"/>
                  </a:moveTo>
                  <a:lnTo>
                    <a:pt x="78623" y="1411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l3339"/>
            <p:cNvSpPr/>
            <p:nvPr/>
          </p:nvSpPr>
          <p:spPr>
            <a:xfrm>
              <a:off x="11067351" y="6662571"/>
              <a:ext cx="131780" cy="1085"/>
            </a:xfrm>
            <a:custGeom>
              <a:avLst/>
              <a:pathLst>
                <a:path w="131780" h="1085">
                  <a:moveTo>
                    <a:pt x="0" y="1085"/>
                  </a:moveTo>
                  <a:lnTo>
                    <a:pt x="13178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l3340"/>
            <p:cNvSpPr/>
            <p:nvPr/>
          </p:nvSpPr>
          <p:spPr>
            <a:xfrm>
              <a:off x="11067351" y="6628907"/>
              <a:ext cx="539493" cy="31708"/>
            </a:xfrm>
            <a:custGeom>
              <a:avLst/>
              <a:pathLst>
                <a:path w="539493" h="31708">
                  <a:moveTo>
                    <a:pt x="0" y="0"/>
                  </a:moveTo>
                  <a:lnTo>
                    <a:pt x="163405" y="13682"/>
                  </a:lnTo>
                  <a:lnTo>
                    <a:pt x="392391" y="11076"/>
                  </a:lnTo>
                  <a:lnTo>
                    <a:pt x="539493" y="317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l3341"/>
            <p:cNvSpPr/>
            <p:nvPr/>
          </p:nvSpPr>
          <p:spPr>
            <a:xfrm>
              <a:off x="11067351" y="6661485"/>
              <a:ext cx="596739" cy="10207"/>
            </a:xfrm>
            <a:custGeom>
              <a:avLst/>
              <a:pathLst>
                <a:path w="596739" h="10207">
                  <a:moveTo>
                    <a:pt x="0" y="6298"/>
                  </a:moveTo>
                  <a:lnTo>
                    <a:pt x="203623" y="0"/>
                  </a:lnTo>
                  <a:lnTo>
                    <a:pt x="336956" y="9338"/>
                  </a:lnTo>
                  <a:lnTo>
                    <a:pt x="462862" y="7818"/>
                  </a:lnTo>
                  <a:lnTo>
                    <a:pt x="596739" y="102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l3342"/>
            <p:cNvSpPr/>
            <p:nvPr/>
          </p:nvSpPr>
          <p:spPr>
            <a:xfrm>
              <a:off x="11067351" y="6638681"/>
              <a:ext cx="592565" cy="11293"/>
            </a:xfrm>
            <a:custGeom>
              <a:avLst/>
              <a:pathLst>
                <a:path w="592565" h="11293">
                  <a:moveTo>
                    <a:pt x="0" y="11293"/>
                  </a:moveTo>
                  <a:lnTo>
                    <a:pt x="210326" y="9338"/>
                  </a:lnTo>
                  <a:lnTo>
                    <a:pt x="59256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l3343"/>
            <p:cNvSpPr/>
            <p:nvPr/>
          </p:nvSpPr>
          <p:spPr>
            <a:xfrm>
              <a:off x="11067351" y="6663440"/>
              <a:ext cx="127646" cy="11727"/>
            </a:xfrm>
            <a:custGeom>
              <a:avLst/>
              <a:pathLst>
                <a:path w="127646" h="11727">
                  <a:moveTo>
                    <a:pt x="0" y="11727"/>
                  </a:moveTo>
                  <a:lnTo>
                    <a:pt x="1276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l3344"/>
            <p:cNvSpPr/>
            <p:nvPr/>
          </p:nvSpPr>
          <p:spPr>
            <a:xfrm>
              <a:off x="11067351" y="6652581"/>
              <a:ext cx="210326" cy="12379"/>
            </a:xfrm>
            <a:custGeom>
              <a:avLst/>
              <a:pathLst>
                <a:path w="210326" h="12379">
                  <a:moveTo>
                    <a:pt x="0" y="0"/>
                  </a:moveTo>
                  <a:lnTo>
                    <a:pt x="210326" y="1237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l3345"/>
            <p:cNvSpPr/>
            <p:nvPr/>
          </p:nvSpPr>
          <p:spPr>
            <a:xfrm>
              <a:off x="11067351" y="6640853"/>
              <a:ext cx="893116" cy="17591"/>
            </a:xfrm>
            <a:custGeom>
              <a:avLst/>
              <a:pathLst>
                <a:path w="893116" h="17591">
                  <a:moveTo>
                    <a:pt x="0" y="17591"/>
                  </a:moveTo>
                  <a:lnTo>
                    <a:pt x="89311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l3346"/>
            <p:cNvSpPr/>
            <p:nvPr/>
          </p:nvSpPr>
          <p:spPr>
            <a:xfrm>
              <a:off x="11273949" y="6663223"/>
              <a:ext cx="70937" cy="6515"/>
            </a:xfrm>
            <a:custGeom>
              <a:avLst/>
              <a:pathLst>
                <a:path w="70937" h="6515">
                  <a:moveTo>
                    <a:pt x="0" y="0"/>
                  </a:moveTo>
                  <a:lnTo>
                    <a:pt x="70937" y="65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l3347"/>
            <p:cNvSpPr/>
            <p:nvPr/>
          </p:nvSpPr>
          <p:spPr>
            <a:xfrm>
              <a:off x="11067351" y="6629125"/>
              <a:ext cx="198809" cy="217"/>
            </a:xfrm>
            <a:custGeom>
              <a:avLst/>
              <a:pathLst>
                <a:path w="198809" h="217">
                  <a:moveTo>
                    <a:pt x="0" y="217"/>
                  </a:moveTo>
                  <a:lnTo>
                    <a:pt x="19880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l3348"/>
            <p:cNvSpPr/>
            <p:nvPr/>
          </p:nvSpPr>
          <p:spPr>
            <a:xfrm>
              <a:off x="11067351" y="6636292"/>
              <a:ext cx="143056" cy="9338"/>
            </a:xfrm>
            <a:custGeom>
              <a:avLst/>
              <a:pathLst>
                <a:path w="143056" h="9338">
                  <a:moveTo>
                    <a:pt x="0" y="9338"/>
                  </a:moveTo>
                  <a:lnTo>
                    <a:pt x="14305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l3349"/>
            <p:cNvSpPr/>
            <p:nvPr/>
          </p:nvSpPr>
          <p:spPr>
            <a:xfrm>
              <a:off x="11067351" y="6632165"/>
              <a:ext cx="600830" cy="25627"/>
            </a:xfrm>
            <a:custGeom>
              <a:avLst/>
              <a:pathLst>
                <a:path w="600830" h="25627">
                  <a:moveTo>
                    <a:pt x="0" y="8687"/>
                  </a:moveTo>
                  <a:lnTo>
                    <a:pt x="213043" y="11293"/>
                  </a:lnTo>
                  <a:lnTo>
                    <a:pt x="337060" y="0"/>
                  </a:lnTo>
                  <a:lnTo>
                    <a:pt x="466486" y="3692"/>
                  </a:lnTo>
                  <a:lnTo>
                    <a:pt x="600830" y="2562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l3350"/>
            <p:cNvSpPr/>
            <p:nvPr/>
          </p:nvSpPr>
          <p:spPr>
            <a:xfrm>
              <a:off x="11067351" y="6634337"/>
              <a:ext cx="125724" cy="3040"/>
            </a:xfrm>
            <a:custGeom>
              <a:avLst/>
              <a:pathLst>
                <a:path w="125724" h="3040">
                  <a:moveTo>
                    <a:pt x="0" y="0"/>
                  </a:moveTo>
                  <a:lnTo>
                    <a:pt x="125724" y="304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l3351"/>
            <p:cNvSpPr/>
            <p:nvPr/>
          </p:nvSpPr>
          <p:spPr>
            <a:xfrm>
              <a:off x="11067351" y="6647368"/>
              <a:ext cx="402386" cy="29537"/>
            </a:xfrm>
            <a:custGeom>
              <a:avLst/>
              <a:pathLst>
                <a:path w="402386" h="29537">
                  <a:moveTo>
                    <a:pt x="0" y="22587"/>
                  </a:moveTo>
                  <a:lnTo>
                    <a:pt x="72282" y="4995"/>
                  </a:lnTo>
                  <a:lnTo>
                    <a:pt x="146384" y="0"/>
                  </a:lnTo>
                  <a:lnTo>
                    <a:pt x="205072" y="14116"/>
                  </a:lnTo>
                  <a:lnTo>
                    <a:pt x="271920" y="18243"/>
                  </a:lnTo>
                  <a:lnTo>
                    <a:pt x="402386" y="2953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l3352"/>
            <p:cNvSpPr/>
            <p:nvPr/>
          </p:nvSpPr>
          <p:spPr>
            <a:xfrm>
              <a:off x="11067351" y="6625215"/>
              <a:ext cx="140299" cy="38658"/>
            </a:xfrm>
            <a:custGeom>
              <a:avLst/>
              <a:pathLst>
                <a:path w="140299" h="38658">
                  <a:moveTo>
                    <a:pt x="0" y="38658"/>
                  </a:moveTo>
                  <a:lnTo>
                    <a:pt x="14029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l3353"/>
            <p:cNvSpPr/>
            <p:nvPr/>
          </p:nvSpPr>
          <p:spPr>
            <a:xfrm>
              <a:off x="11067351" y="6648020"/>
              <a:ext cx="473913" cy="39093"/>
            </a:xfrm>
            <a:custGeom>
              <a:avLst/>
              <a:pathLst>
                <a:path w="473913" h="39093">
                  <a:moveTo>
                    <a:pt x="0" y="10642"/>
                  </a:moveTo>
                  <a:lnTo>
                    <a:pt x="215398" y="20849"/>
                  </a:lnTo>
                  <a:lnTo>
                    <a:pt x="402355" y="0"/>
                  </a:lnTo>
                  <a:lnTo>
                    <a:pt x="473913" y="3909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l3354"/>
            <p:cNvSpPr/>
            <p:nvPr/>
          </p:nvSpPr>
          <p:spPr>
            <a:xfrm>
              <a:off x="11067351" y="6620003"/>
              <a:ext cx="148258" cy="13899"/>
            </a:xfrm>
            <a:custGeom>
              <a:avLst/>
              <a:pathLst>
                <a:path w="148258" h="13899">
                  <a:moveTo>
                    <a:pt x="0" y="13899"/>
                  </a:moveTo>
                  <a:lnTo>
                    <a:pt x="14825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l3355"/>
            <p:cNvSpPr/>
            <p:nvPr/>
          </p:nvSpPr>
          <p:spPr>
            <a:xfrm>
              <a:off x="11345250" y="6684072"/>
              <a:ext cx="114979" cy="5863"/>
            </a:xfrm>
            <a:custGeom>
              <a:avLst/>
              <a:pathLst>
                <a:path w="114979" h="5863">
                  <a:moveTo>
                    <a:pt x="0" y="0"/>
                  </a:moveTo>
                  <a:lnTo>
                    <a:pt x="114979" y="58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l3356"/>
            <p:cNvSpPr/>
            <p:nvPr/>
          </p:nvSpPr>
          <p:spPr>
            <a:xfrm>
              <a:off x="11067351" y="6652146"/>
              <a:ext cx="202717" cy="14985"/>
            </a:xfrm>
            <a:custGeom>
              <a:avLst/>
              <a:pathLst>
                <a:path w="202717" h="14985">
                  <a:moveTo>
                    <a:pt x="0" y="0"/>
                  </a:moveTo>
                  <a:lnTo>
                    <a:pt x="202717" y="1498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l3357"/>
            <p:cNvSpPr/>
            <p:nvPr/>
          </p:nvSpPr>
          <p:spPr>
            <a:xfrm>
              <a:off x="11067351" y="6641721"/>
              <a:ext cx="798551" cy="32143"/>
            </a:xfrm>
            <a:custGeom>
              <a:avLst/>
              <a:pathLst>
                <a:path w="798551" h="32143">
                  <a:moveTo>
                    <a:pt x="0" y="18026"/>
                  </a:moveTo>
                  <a:lnTo>
                    <a:pt x="208349" y="0"/>
                  </a:lnTo>
                  <a:lnTo>
                    <a:pt x="416475" y="16506"/>
                  </a:lnTo>
                  <a:lnTo>
                    <a:pt x="528080" y="32143"/>
                  </a:lnTo>
                  <a:lnTo>
                    <a:pt x="667029" y="16506"/>
                  </a:lnTo>
                  <a:lnTo>
                    <a:pt x="798551" y="1954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l3358"/>
            <p:cNvSpPr/>
            <p:nvPr/>
          </p:nvSpPr>
          <p:spPr>
            <a:xfrm>
              <a:off x="11067351" y="6639332"/>
              <a:ext cx="272442" cy="7167"/>
            </a:xfrm>
            <a:custGeom>
              <a:avLst/>
              <a:pathLst>
                <a:path w="272442" h="7167">
                  <a:moveTo>
                    <a:pt x="0" y="7167"/>
                  </a:moveTo>
                  <a:lnTo>
                    <a:pt x="141852" y="5429"/>
                  </a:lnTo>
                  <a:lnTo>
                    <a:pt x="27244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l3359"/>
            <p:cNvSpPr/>
            <p:nvPr/>
          </p:nvSpPr>
          <p:spPr>
            <a:xfrm>
              <a:off x="11067351" y="6450382"/>
              <a:ext cx="462862" cy="193293"/>
            </a:xfrm>
            <a:custGeom>
              <a:avLst/>
              <a:pathLst>
                <a:path w="462862" h="193293">
                  <a:moveTo>
                    <a:pt x="0" y="193293"/>
                  </a:moveTo>
                  <a:lnTo>
                    <a:pt x="202717" y="153549"/>
                  </a:lnTo>
                  <a:lnTo>
                    <a:pt x="345686" y="94909"/>
                  </a:lnTo>
                  <a:lnTo>
                    <a:pt x="46286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l3360"/>
            <p:cNvSpPr/>
            <p:nvPr/>
          </p:nvSpPr>
          <p:spPr>
            <a:xfrm>
              <a:off x="11067351" y="6641287"/>
              <a:ext cx="263949" cy="10859"/>
            </a:xfrm>
            <a:custGeom>
              <a:avLst/>
              <a:pathLst>
                <a:path w="263949" h="10859">
                  <a:moveTo>
                    <a:pt x="0" y="4995"/>
                  </a:moveTo>
                  <a:lnTo>
                    <a:pt x="149914" y="10859"/>
                  </a:lnTo>
                  <a:lnTo>
                    <a:pt x="26394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l3361"/>
            <p:cNvSpPr/>
            <p:nvPr/>
          </p:nvSpPr>
          <p:spPr>
            <a:xfrm>
              <a:off x="11067351" y="6661268"/>
              <a:ext cx="309036" cy="30622"/>
            </a:xfrm>
            <a:custGeom>
              <a:avLst/>
              <a:pathLst>
                <a:path w="309036" h="30622">
                  <a:moveTo>
                    <a:pt x="0" y="0"/>
                  </a:moveTo>
                  <a:lnTo>
                    <a:pt x="309036" y="3062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l3362"/>
            <p:cNvSpPr/>
            <p:nvPr/>
          </p:nvSpPr>
          <p:spPr>
            <a:xfrm>
              <a:off x="11067351" y="6644328"/>
              <a:ext cx="146014" cy="6732"/>
            </a:xfrm>
            <a:custGeom>
              <a:avLst/>
              <a:pathLst>
                <a:path w="146014" h="6732">
                  <a:moveTo>
                    <a:pt x="0" y="6732"/>
                  </a:moveTo>
                  <a:lnTo>
                    <a:pt x="14601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l3363"/>
            <p:cNvSpPr/>
            <p:nvPr/>
          </p:nvSpPr>
          <p:spPr>
            <a:xfrm>
              <a:off x="11067351" y="6648671"/>
              <a:ext cx="65942" cy="3257"/>
            </a:xfrm>
            <a:custGeom>
              <a:avLst/>
              <a:pathLst>
                <a:path w="65942" h="3257">
                  <a:moveTo>
                    <a:pt x="0" y="3257"/>
                  </a:moveTo>
                  <a:lnTo>
                    <a:pt x="6594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l3364"/>
            <p:cNvSpPr/>
            <p:nvPr/>
          </p:nvSpPr>
          <p:spPr>
            <a:xfrm>
              <a:off x="11067351" y="6528134"/>
              <a:ext cx="461594" cy="118365"/>
            </a:xfrm>
            <a:custGeom>
              <a:avLst/>
              <a:pathLst>
                <a:path w="461594" h="118365">
                  <a:moveTo>
                    <a:pt x="0" y="118365"/>
                  </a:moveTo>
                  <a:lnTo>
                    <a:pt x="234782" y="104031"/>
                  </a:lnTo>
                  <a:lnTo>
                    <a:pt x="46159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l3365"/>
            <p:cNvSpPr/>
            <p:nvPr/>
          </p:nvSpPr>
          <p:spPr>
            <a:xfrm>
              <a:off x="11067351" y="6664743"/>
              <a:ext cx="300000" cy="7818"/>
            </a:xfrm>
            <a:custGeom>
              <a:avLst/>
              <a:pathLst>
                <a:path w="300000" h="7818">
                  <a:moveTo>
                    <a:pt x="0" y="7818"/>
                  </a:moveTo>
                  <a:lnTo>
                    <a:pt x="145833" y="217"/>
                  </a:lnTo>
                  <a:lnTo>
                    <a:pt x="30000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l3366"/>
            <p:cNvSpPr/>
            <p:nvPr/>
          </p:nvSpPr>
          <p:spPr>
            <a:xfrm>
              <a:off x="11067351" y="6665829"/>
              <a:ext cx="198162" cy="13465"/>
            </a:xfrm>
            <a:custGeom>
              <a:avLst/>
              <a:pathLst>
                <a:path w="198162" h="13465">
                  <a:moveTo>
                    <a:pt x="0" y="0"/>
                  </a:moveTo>
                  <a:lnTo>
                    <a:pt x="198162" y="1346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l3367"/>
            <p:cNvSpPr/>
            <p:nvPr/>
          </p:nvSpPr>
          <p:spPr>
            <a:xfrm>
              <a:off x="11067351" y="6639332"/>
              <a:ext cx="67175" cy="21718"/>
            </a:xfrm>
            <a:custGeom>
              <a:avLst/>
              <a:pathLst>
                <a:path w="67175" h="21718">
                  <a:moveTo>
                    <a:pt x="0" y="0"/>
                  </a:moveTo>
                  <a:lnTo>
                    <a:pt x="67175" y="2171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l3368"/>
            <p:cNvSpPr/>
            <p:nvPr/>
          </p:nvSpPr>
          <p:spPr>
            <a:xfrm>
              <a:off x="11067351" y="6646717"/>
              <a:ext cx="132948" cy="4995"/>
            </a:xfrm>
            <a:custGeom>
              <a:avLst/>
              <a:pathLst>
                <a:path w="132948" h="4995">
                  <a:moveTo>
                    <a:pt x="0" y="4995"/>
                  </a:moveTo>
                  <a:lnTo>
                    <a:pt x="13294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l3369"/>
            <p:cNvSpPr/>
            <p:nvPr/>
          </p:nvSpPr>
          <p:spPr>
            <a:xfrm>
              <a:off x="11067351" y="6637378"/>
              <a:ext cx="192510" cy="4126"/>
            </a:xfrm>
            <a:custGeom>
              <a:avLst/>
              <a:pathLst>
                <a:path w="192510" h="4126">
                  <a:moveTo>
                    <a:pt x="0" y="0"/>
                  </a:moveTo>
                  <a:lnTo>
                    <a:pt x="192510" y="412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l3370"/>
            <p:cNvSpPr/>
            <p:nvPr/>
          </p:nvSpPr>
          <p:spPr>
            <a:xfrm>
              <a:off x="11526166" y="6619786"/>
              <a:ext cx="265761" cy="7818"/>
            </a:xfrm>
            <a:custGeom>
              <a:avLst/>
              <a:pathLst>
                <a:path w="265761" h="7818">
                  <a:moveTo>
                    <a:pt x="0" y="0"/>
                  </a:moveTo>
                  <a:lnTo>
                    <a:pt x="132608" y="7818"/>
                  </a:lnTo>
                  <a:lnTo>
                    <a:pt x="265761" y="760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l3371"/>
            <p:cNvSpPr/>
            <p:nvPr/>
          </p:nvSpPr>
          <p:spPr>
            <a:xfrm>
              <a:off x="11067351" y="6669521"/>
              <a:ext cx="597102" cy="15202"/>
            </a:xfrm>
            <a:custGeom>
              <a:avLst/>
              <a:pathLst>
                <a:path w="597102" h="15202">
                  <a:moveTo>
                    <a:pt x="0" y="0"/>
                  </a:moveTo>
                  <a:lnTo>
                    <a:pt x="199637" y="7818"/>
                  </a:lnTo>
                  <a:lnTo>
                    <a:pt x="335869" y="4126"/>
                  </a:lnTo>
                  <a:lnTo>
                    <a:pt x="466486" y="15202"/>
                  </a:lnTo>
                  <a:lnTo>
                    <a:pt x="597102" y="58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l3372"/>
            <p:cNvSpPr/>
            <p:nvPr/>
          </p:nvSpPr>
          <p:spPr>
            <a:xfrm>
              <a:off x="11067351" y="6642807"/>
              <a:ext cx="602095" cy="19980"/>
            </a:xfrm>
            <a:custGeom>
              <a:avLst/>
              <a:pathLst>
                <a:path w="602095" h="19980">
                  <a:moveTo>
                    <a:pt x="0" y="9773"/>
                  </a:moveTo>
                  <a:lnTo>
                    <a:pt x="215398" y="13465"/>
                  </a:lnTo>
                  <a:lnTo>
                    <a:pt x="340854" y="2171"/>
                  </a:lnTo>
                  <a:lnTo>
                    <a:pt x="463949" y="19980"/>
                  </a:lnTo>
                  <a:lnTo>
                    <a:pt x="60209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l3373"/>
            <p:cNvSpPr/>
            <p:nvPr/>
          </p:nvSpPr>
          <p:spPr>
            <a:xfrm>
              <a:off x="11067351" y="6644762"/>
              <a:ext cx="592935" cy="12813"/>
            </a:xfrm>
            <a:custGeom>
              <a:avLst/>
              <a:pathLst>
                <a:path w="592935" h="12813">
                  <a:moveTo>
                    <a:pt x="0" y="6949"/>
                  </a:moveTo>
                  <a:lnTo>
                    <a:pt x="199094" y="12813"/>
                  </a:lnTo>
                  <a:lnTo>
                    <a:pt x="351268" y="10207"/>
                  </a:lnTo>
                  <a:lnTo>
                    <a:pt x="481341" y="0"/>
                  </a:lnTo>
                  <a:lnTo>
                    <a:pt x="592935" y="390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l3374"/>
            <p:cNvSpPr/>
            <p:nvPr/>
          </p:nvSpPr>
          <p:spPr>
            <a:xfrm>
              <a:off x="11067351" y="6640853"/>
              <a:ext cx="385296" cy="19980"/>
            </a:xfrm>
            <a:custGeom>
              <a:avLst/>
              <a:pathLst>
                <a:path w="385296" h="19980">
                  <a:moveTo>
                    <a:pt x="0" y="11727"/>
                  </a:moveTo>
                  <a:lnTo>
                    <a:pt x="212681" y="19980"/>
                  </a:lnTo>
                  <a:lnTo>
                    <a:pt x="38529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l3375"/>
            <p:cNvSpPr/>
            <p:nvPr/>
          </p:nvSpPr>
          <p:spPr>
            <a:xfrm>
              <a:off x="11410246" y="6615442"/>
              <a:ext cx="129931" cy="11293"/>
            </a:xfrm>
            <a:custGeom>
              <a:avLst/>
              <a:pathLst>
                <a:path w="129931" h="11293">
                  <a:moveTo>
                    <a:pt x="0" y="11293"/>
                  </a:moveTo>
                  <a:lnTo>
                    <a:pt x="12993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l3376"/>
            <p:cNvSpPr/>
            <p:nvPr/>
          </p:nvSpPr>
          <p:spPr>
            <a:xfrm>
              <a:off x="11067351" y="6492516"/>
              <a:ext cx="526812" cy="165277"/>
            </a:xfrm>
            <a:custGeom>
              <a:avLst/>
              <a:pathLst>
                <a:path w="526812" h="165277">
                  <a:moveTo>
                    <a:pt x="0" y="165277"/>
                  </a:moveTo>
                  <a:lnTo>
                    <a:pt x="136775" y="156589"/>
                  </a:lnTo>
                  <a:lnTo>
                    <a:pt x="266123" y="140952"/>
                  </a:lnTo>
                  <a:lnTo>
                    <a:pt x="402536" y="85136"/>
                  </a:lnTo>
                  <a:lnTo>
                    <a:pt x="5268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l3377"/>
            <p:cNvSpPr/>
            <p:nvPr/>
          </p:nvSpPr>
          <p:spPr>
            <a:xfrm>
              <a:off x="11067351" y="6640853"/>
              <a:ext cx="329348" cy="26930"/>
            </a:xfrm>
            <a:custGeom>
              <a:avLst/>
              <a:pathLst>
                <a:path w="329348" h="26930">
                  <a:moveTo>
                    <a:pt x="0" y="0"/>
                  </a:moveTo>
                  <a:lnTo>
                    <a:pt x="329348" y="2693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l3378"/>
            <p:cNvSpPr/>
            <p:nvPr/>
          </p:nvSpPr>
          <p:spPr>
            <a:xfrm>
              <a:off x="11067351" y="6470580"/>
              <a:ext cx="402041" cy="202415"/>
            </a:xfrm>
            <a:custGeom>
              <a:avLst/>
              <a:pathLst>
                <a:path w="402041" h="202415">
                  <a:moveTo>
                    <a:pt x="0" y="202415"/>
                  </a:moveTo>
                  <a:lnTo>
                    <a:pt x="198598" y="147033"/>
                  </a:lnTo>
                  <a:lnTo>
                    <a:pt x="4020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l3379"/>
            <p:cNvSpPr/>
            <p:nvPr/>
          </p:nvSpPr>
          <p:spPr>
            <a:xfrm>
              <a:off x="11067351" y="6669304"/>
              <a:ext cx="196516" cy="11945"/>
            </a:xfrm>
            <a:custGeom>
              <a:avLst/>
              <a:pathLst>
                <a:path w="196516" h="11945">
                  <a:moveTo>
                    <a:pt x="0" y="0"/>
                  </a:moveTo>
                  <a:lnTo>
                    <a:pt x="196516" y="1194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l3380"/>
            <p:cNvSpPr/>
            <p:nvPr/>
          </p:nvSpPr>
          <p:spPr>
            <a:xfrm>
              <a:off x="11211373" y="6658879"/>
              <a:ext cx="264311" cy="19329"/>
            </a:xfrm>
            <a:custGeom>
              <a:avLst/>
              <a:pathLst>
                <a:path w="264311" h="19329">
                  <a:moveTo>
                    <a:pt x="0" y="0"/>
                  </a:moveTo>
                  <a:lnTo>
                    <a:pt x="136594" y="10424"/>
                  </a:lnTo>
                  <a:lnTo>
                    <a:pt x="264311" y="1932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l3381"/>
            <p:cNvSpPr/>
            <p:nvPr/>
          </p:nvSpPr>
          <p:spPr>
            <a:xfrm>
              <a:off x="11067351" y="6657793"/>
              <a:ext cx="528442" cy="12379"/>
            </a:xfrm>
            <a:custGeom>
              <a:avLst/>
              <a:pathLst>
                <a:path w="528442" h="12379">
                  <a:moveTo>
                    <a:pt x="0" y="6949"/>
                  </a:moveTo>
                  <a:lnTo>
                    <a:pt x="134669" y="6081"/>
                  </a:lnTo>
                  <a:lnTo>
                    <a:pt x="257246" y="4995"/>
                  </a:lnTo>
                  <a:lnTo>
                    <a:pt x="396633" y="0"/>
                  </a:lnTo>
                  <a:lnTo>
                    <a:pt x="528442" y="1237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l3382"/>
            <p:cNvSpPr/>
            <p:nvPr/>
          </p:nvSpPr>
          <p:spPr>
            <a:xfrm>
              <a:off x="11067351" y="6648020"/>
              <a:ext cx="274637" cy="11293"/>
            </a:xfrm>
            <a:custGeom>
              <a:avLst/>
              <a:pathLst>
                <a:path w="274637" h="11293">
                  <a:moveTo>
                    <a:pt x="0" y="0"/>
                  </a:moveTo>
                  <a:lnTo>
                    <a:pt x="274637" y="1129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l3383"/>
            <p:cNvSpPr/>
            <p:nvPr/>
          </p:nvSpPr>
          <p:spPr>
            <a:xfrm>
              <a:off x="11067351" y="6647802"/>
              <a:ext cx="136449" cy="1737"/>
            </a:xfrm>
            <a:custGeom>
              <a:avLst/>
              <a:pathLst>
                <a:path w="136449" h="1737">
                  <a:moveTo>
                    <a:pt x="0" y="1737"/>
                  </a:moveTo>
                  <a:lnTo>
                    <a:pt x="13644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l3384"/>
            <p:cNvSpPr/>
            <p:nvPr/>
          </p:nvSpPr>
          <p:spPr>
            <a:xfrm>
              <a:off x="11067351" y="6667566"/>
              <a:ext cx="144521" cy="2171"/>
            </a:xfrm>
            <a:custGeom>
              <a:avLst/>
              <a:pathLst>
                <a:path w="144521" h="2171">
                  <a:moveTo>
                    <a:pt x="0" y="0"/>
                  </a:moveTo>
                  <a:lnTo>
                    <a:pt x="144521" y="217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l3385"/>
            <p:cNvSpPr/>
            <p:nvPr/>
          </p:nvSpPr>
          <p:spPr>
            <a:xfrm>
              <a:off x="11067351" y="6602845"/>
              <a:ext cx="351921" cy="44957"/>
            </a:xfrm>
            <a:custGeom>
              <a:avLst/>
              <a:pathLst>
                <a:path w="351921" h="44957">
                  <a:moveTo>
                    <a:pt x="0" y="44957"/>
                  </a:moveTo>
                  <a:lnTo>
                    <a:pt x="3519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l3386"/>
            <p:cNvSpPr/>
            <p:nvPr/>
          </p:nvSpPr>
          <p:spPr>
            <a:xfrm>
              <a:off x="11067351" y="6651495"/>
              <a:ext cx="457189" cy="7167"/>
            </a:xfrm>
            <a:custGeom>
              <a:avLst/>
              <a:pathLst>
                <a:path w="457189" h="7167">
                  <a:moveTo>
                    <a:pt x="0" y="0"/>
                  </a:moveTo>
                  <a:lnTo>
                    <a:pt x="138167" y="7167"/>
                  </a:lnTo>
                  <a:lnTo>
                    <a:pt x="457189" y="477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l3387"/>
            <p:cNvSpPr/>
            <p:nvPr/>
          </p:nvSpPr>
          <p:spPr>
            <a:xfrm>
              <a:off x="11067351" y="6642156"/>
              <a:ext cx="270833" cy="6732"/>
            </a:xfrm>
            <a:custGeom>
              <a:avLst/>
              <a:pathLst>
                <a:path w="270833" h="6732">
                  <a:moveTo>
                    <a:pt x="0" y="6732"/>
                  </a:moveTo>
                  <a:lnTo>
                    <a:pt x="132858" y="6515"/>
                  </a:lnTo>
                  <a:lnTo>
                    <a:pt x="27083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l3388"/>
            <p:cNvSpPr/>
            <p:nvPr/>
          </p:nvSpPr>
          <p:spPr>
            <a:xfrm>
              <a:off x="11067351" y="6648237"/>
              <a:ext cx="133045" cy="5429"/>
            </a:xfrm>
            <a:custGeom>
              <a:avLst/>
              <a:pathLst>
                <a:path w="133045" h="5429">
                  <a:moveTo>
                    <a:pt x="0" y="0"/>
                  </a:moveTo>
                  <a:lnTo>
                    <a:pt x="133045" y="542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l3389"/>
            <p:cNvSpPr/>
            <p:nvPr/>
          </p:nvSpPr>
          <p:spPr>
            <a:xfrm>
              <a:off x="11067351" y="6633034"/>
              <a:ext cx="731299" cy="20849"/>
            </a:xfrm>
            <a:custGeom>
              <a:avLst/>
              <a:pathLst>
                <a:path w="731299" h="20849">
                  <a:moveTo>
                    <a:pt x="0" y="20849"/>
                  </a:moveTo>
                  <a:lnTo>
                    <a:pt x="196516" y="1520"/>
                  </a:lnTo>
                  <a:lnTo>
                    <a:pt x="332385" y="11076"/>
                  </a:lnTo>
                  <a:lnTo>
                    <a:pt x="464270" y="434"/>
                  </a:lnTo>
                  <a:lnTo>
                    <a:pt x="598147" y="0"/>
                  </a:lnTo>
                  <a:lnTo>
                    <a:pt x="731299" y="2084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l3390"/>
            <p:cNvSpPr/>
            <p:nvPr/>
          </p:nvSpPr>
          <p:spPr>
            <a:xfrm>
              <a:off x="11067351" y="6670390"/>
              <a:ext cx="146014" cy="18677"/>
            </a:xfrm>
            <a:custGeom>
              <a:avLst/>
              <a:pathLst>
                <a:path w="146014" h="18677">
                  <a:moveTo>
                    <a:pt x="0" y="0"/>
                  </a:moveTo>
                  <a:lnTo>
                    <a:pt x="146014" y="1867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l3391"/>
            <p:cNvSpPr/>
            <p:nvPr/>
          </p:nvSpPr>
          <p:spPr>
            <a:xfrm>
              <a:off x="11067351" y="6638464"/>
              <a:ext cx="456159" cy="9338"/>
            </a:xfrm>
            <a:custGeom>
              <a:avLst/>
              <a:pathLst>
                <a:path w="456159" h="9338">
                  <a:moveTo>
                    <a:pt x="0" y="9338"/>
                  </a:moveTo>
                  <a:lnTo>
                    <a:pt x="203261" y="6298"/>
                  </a:lnTo>
                  <a:lnTo>
                    <a:pt x="342049" y="7601"/>
                  </a:lnTo>
                  <a:lnTo>
                    <a:pt x="45615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l3392"/>
            <p:cNvSpPr/>
            <p:nvPr/>
          </p:nvSpPr>
          <p:spPr>
            <a:xfrm>
              <a:off x="11067351" y="6633468"/>
              <a:ext cx="664131" cy="34097"/>
            </a:xfrm>
            <a:custGeom>
              <a:avLst/>
              <a:pathLst>
                <a:path w="664131" h="34097">
                  <a:moveTo>
                    <a:pt x="0" y="34097"/>
                  </a:moveTo>
                  <a:lnTo>
                    <a:pt x="51221" y="27799"/>
                  </a:lnTo>
                  <a:lnTo>
                    <a:pt x="210507" y="0"/>
                  </a:lnTo>
                  <a:lnTo>
                    <a:pt x="339742" y="20415"/>
                  </a:lnTo>
                  <a:lnTo>
                    <a:pt x="460145" y="23673"/>
                  </a:lnTo>
                  <a:lnTo>
                    <a:pt x="664131" y="1172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l3393"/>
            <p:cNvSpPr/>
            <p:nvPr/>
          </p:nvSpPr>
          <p:spPr>
            <a:xfrm>
              <a:off x="11067351" y="6668218"/>
              <a:ext cx="209964" cy="2606"/>
            </a:xfrm>
            <a:custGeom>
              <a:avLst/>
              <a:pathLst>
                <a:path w="209964" h="2606">
                  <a:moveTo>
                    <a:pt x="0" y="2606"/>
                  </a:moveTo>
                  <a:lnTo>
                    <a:pt x="20996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l3394"/>
            <p:cNvSpPr/>
            <p:nvPr/>
          </p:nvSpPr>
          <p:spPr>
            <a:xfrm>
              <a:off x="11067351" y="6630862"/>
              <a:ext cx="144539" cy="3257"/>
            </a:xfrm>
            <a:custGeom>
              <a:avLst/>
              <a:pathLst>
                <a:path w="144539" h="3257">
                  <a:moveTo>
                    <a:pt x="0" y="3257"/>
                  </a:moveTo>
                  <a:lnTo>
                    <a:pt x="1445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l3395"/>
            <p:cNvSpPr/>
            <p:nvPr/>
          </p:nvSpPr>
          <p:spPr>
            <a:xfrm>
              <a:off x="11067351" y="6624484"/>
              <a:ext cx="932247" cy="31765"/>
            </a:xfrm>
            <a:custGeom>
              <a:avLst/>
              <a:pathLst>
                <a:path w="932247" h="31765">
                  <a:moveTo>
                    <a:pt x="0" y="31765"/>
                  </a:moveTo>
                  <a:lnTo>
                    <a:pt x="9416" y="31444"/>
                  </a:lnTo>
                  <a:lnTo>
                    <a:pt x="18833" y="31123"/>
                  </a:lnTo>
                  <a:lnTo>
                    <a:pt x="28249" y="30802"/>
                  </a:lnTo>
                  <a:lnTo>
                    <a:pt x="37666" y="30481"/>
                  </a:lnTo>
                  <a:lnTo>
                    <a:pt x="47083" y="30161"/>
                  </a:lnTo>
                  <a:lnTo>
                    <a:pt x="56499" y="29840"/>
                  </a:lnTo>
                  <a:lnTo>
                    <a:pt x="65916" y="29519"/>
                  </a:lnTo>
                  <a:lnTo>
                    <a:pt x="75333" y="29198"/>
                  </a:lnTo>
                  <a:lnTo>
                    <a:pt x="84749" y="28877"/>
                  </a:lnTo>
                  <a:lnTo>
                    <a:pt x="94166" y="28556"/>
                  </a:lnTo>
                  <a:lnTo>
                    <a:pt x="103583" y="28235"/>
                  </a:lnTo>
                  <a:lnTo>
                    <a:pt x="112999" y="27914"/>
                  </a:lnTo>
                  <a:lnTo>
                    <a:pt x="122416" y="27594"/>
                  </a:lnTo>
                  <a:lnTo>
                    <a:pt x="131832" y="27273"/>
                  </a:lnTo>
                  <a:lnTo>
                    <a:pt x="141249" y="26952"/>
                  </a:lnTo>
                  <a:lnTo>
                    <a:pt x="150666" y="26631"/>
                  </a:lnTo>
                  <a:lnTo>
                    <a:pt x="160082" y="26310"/>
                  </a:lnTo>
                  <a:lnTo>
                    <a:pt x="169499" y="25989"/>
                  </a:lnTo>
                  <a:lnTo>
                    <a:pt x="178916" y="25668"/>
                  </a:lnTo>
                  <a:lnTo>
                    <a:pt x="188332" y="25348"/>
                  </a:lnTo>
                  <a:lnTo>
                    <a:pt x="197749" y="25027"/>
                  </a:lnTo>
                  <a:lnTo>
                    <a:pt x="207166" y="24706"/>
                  </a:lnTo>
                  <a:lnTo>
                    <a:pt x="216582" y="24385"/>
                  </a:lnTo>
                  <a:lnTo>
                    <a:pt x="225999" y="24064"/>
                  </a:lnTo>
                  <a:lnTo>
                    <a:pt x="235416" y="23743"/>
                  </a:lnTo>
                  <a:lnTo>
                    <a:pt x="244832" y="23422"/>
                  </a:lnTo>
                  <a:lnTo>
                    <a:pt x="254249" y="23102"/>
                  </a:lnTo>
                  <a:lnTo>
                    <a:pt x="263665" y="22781"/>
                  </a:lnTo>
                  <a:lnTo>
                    <a:pt x="273082" y="22460"/>
                  </a:lnTo>
                  <a:lnTo>
                    <a:pt x="282499" y="22139"/>
                  </a:lnTo>
                  <a:lnTo>
                    <a:pt x="291915" y="21818"/>
                  </a:lnTo>
                  <a:lnTo>
                    <a:pt x="301332" y="21497"/>
                  </a:lnTo>
                  <a:lnTo>
                    <a:pt x="310749" y="21176"/>
                  </a:lnTo>
                  <a:lnTo>
                    <a:pt x="320165" y="20856"/>
                  </a:lnTo>
                  <a:lnTo>
                    <a:pt x="329582" y="20535"/>
                  </a:lnTo>
                  <a:lnTo>
                    <a:pt x="338999" y="20214"/>
                  </a:lnTo>
                  <a:lnTo>
                    <a:pt x="348415" y="19893"/>
                  </a:lnTo>
                  <a:lnTo>
                    <a:pt x="357832" y="19572"/>
                  </a:lnTo>
                  <a:lnTo>
                    <a:pt x="367248" y="19251"/>
                  </a:lnTo>
                  <a:lnTo>
                    <a:pt x="376665" y="18930"/>
                  </a:lnTo>
                  <a:lnTo>
                    <a:pt x="386082" y="18609"/>
                  </a:lnTo>
                  <a:lnTo>
                    <a:pt x="395498" y="18289"/>
                  </a:lnTo>
                  <a:lnTo>
                    <a:pt x="404915" y="17968"/>
                  </a:lnTo>
                  <a:lnTo>
                    <a:pt x="414332" y="17647"/>
                  </a:lnTo>
                  <a:lnTo>
                    <a:pt x="423748" y="17326"/>
                  </a:lnTo>
                  <a:lnTo>
                    <a:pt x="433165" y="17005"/>
                  </a:lnTo>
                  <a:lnTo>
                    <a:pt x="442582" y="16684"/>
                  </a:lnTo>
                  <a:lnTo>
                    <a:pt x="451998" y="16363"/>
                  </a:lnTo>
                  <a:lnTo>
                    <a:pt x="461415" y="16043"/>
                  </a:lnTo>
                  <a:lnTo>
                    <a:pt x="470832" y="15722"/>
                  </a:lnTo>
                  <a:lnTo>
                    <a:pt x="480248" y="15401"/>
                  </a:lnTo>
                  <a:lnTo>
                    <a:pt x="489665" y="15080"/>
                  </a:lnTo>
                  <a:lnTo>
                    <a:pt x="499081" y="14759"/>
                  </a:lnTo>
                  <a:lnTo>
                    <a:pt x="508498" y="14438"/>
                  </a:lnTo>
                  <a:lnTo>
                    <a:pt x="517915" y="14117"/>
                  </a:lnTo>
                  <a:lnTo>
                    <a:pt x="527331" y="13797"/>
                  </a:lnTo>
                  <a:lnTo>
                    <a:pt x="536748" y="13476"/>
                  </a:lnTo>
                  <a:lnTo>
                    <a:pt x="546165" y="13155"/>
                  </a:lnTo>
                  <a:lnTo>
                    <a:pt x="555581" y="12834"/>
                  </a:lnTo>
                  <a:lnTo>
                    <a:pt x="564998" y="12513"/>
                  </a:lnTo>
                  <a:lnTo>
                    <a:pt x="574415" y="12192"/>
                  </a:lnTo>
                  <a:lnTo>
                    <a:pt x="583831" y="11871"/>
                  </a:lnTo>
                  <a:lnTo>
                    <a:pt x="593248" y="11551"/>
                  </a:lnTo>
                  <a:lnTo>
                    <a:pt x="602664" y="11230"/>
                  </a:lnTo>
                  <a:lnTo>
                    <a:pt x="612081" y="10909"/>
                  </a:lnTo>
                  <a:lnTo>
                    <a:pt x="621498" y="10588"/>
                  </a:lnTo>
                  <a:lnTo>
                    <a:pt x="630914" y="10267"/>
                  </a:lnTo>
                  <a:lnTo>
                    <a:pt x="640331" y="9946"/>
                  </a:lnTo>
                  <a:lnTo>
                    <a:pt x="649748" y="9625"/>
                  </a:lnTo>
                  <a:lnTo>
                    <a:pt x="659164" y="9304"/>
                  </a:lnTo>
                  <a:lnTo>
                    <a:pt x="668581" y="8984"/>
                  </a:lnTo>
                  <a:lnTo>
                    <a:pt x="677998" y="8663"/>
                  </a:lnTo>
                  <a:lnTo>
                    <a:pt x="687414" y="8342"/>
                  </a:lnTo>
                  <a:lnTo>
                    <a:pt x="696831" y="8021"/>
                  </a:lnTo>
                  <a:lnTo>
                    <a:pt x="706248" y="7700"/>
                  </a:lnTo>
                  <a:lnTo>
                    <a:pt x="715664" y="7379"/>
                  </a:lnTo>
                  <a:lnTo>
                    <a:pt x="725081" y="7058"/>
                  </a:lnTo>
                  <a:lnTo>
                    <a:pt x="734497" y="6738"/>
                  </a:lnTo>
                  <a:lnTo>
                    <a:pt x="743914" y="6417"/>
                  </a:lnTo>
                  <a:lnTo>
                    <a:pt x="753331" y="6096"/>
                  </a:lnTo>
                  <a:lnTo>
                    <a:pt x="762747" y="5775"/>
                  </a:lnTo>
                  <a:lnTo>
                    <a:pt x="772164" y="5454"/>
                  </a:lnTo>
                  <a:lnTo>
                    <a:pt x="781581" y="5133"/>
                  </a:lnTo>
                  <a:lnTo>
                    <a:pt x="790997" y="4812"/>
                  </a:lnTo>
                  <a:lnTo>
                    <a:pt x="800414" y="4492"/>
                  </a:lnTo>
                  <a:lnTo>
                    <a:pt x="809831" y="4171"/>
                  </a:lnTo>
                  <a:lnTo>
                    <a:pt x="819247" y="3850"/>
                  </a:lnTo>
                  <a:lnTo>
                    <a:pt x="828664" y="3529"/>
                  </a:lnTo>
                  <a:lnTo>
                    <a:pt x="838081" y="3208"/>
                  </a:lnTo>
                  <a:lnTo>
                    <a:pt x="847497" y="2887"/>
                  </a:lnTo>
                  <a:lnTo>
                    <a:pt x="856914" y="2566"/>
                  </a:lnTo>
                  <a:lnTo>
                    <a:pt x="866330" y="2246"/>
                  </a:lnTo>
                  <a:lnTo>
                    <a:pt x="875747" y="1925"/>
                  </a:lnTo>
                  <a:lnTo>
                    <a:pt x="885164" y="1604"/>
                  </a:lnTo>
                  <a:lnTo>
                    <a:pt x="894580" y="1283"/>
                  </a:lnTo>
                  <a:lnTo>
                    <a:pt x="903997" y="962"/>
                  </a:lnTo>
                  <a:lnTo>
                    <a:pt x="913414" y="641"/>
                  </a:lnTo>
                  <a:lnTo>
                    <a:pt x="922830" y="320"/>
                  </a:lnTo>
                  <a:lnTo>
                    <a:pt x="932247" y="0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396" name="tx3396"/>
            <p:cNvSpPr/>
            <p:nvPr/>
          </p:nvSpPr>
          <p:spPr>
            <a:xfrm>
              <a:off x="11085725" y="5439774"/>
              <a:ext cx="913873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7B82">
                      <a:alpha val="100000"/>
                    </a:srgbClr>
                  </a:solidFill>
                  <a:latin typeface="Arial"/>
                  <a:cs typeface="Arial"/>
                </a:rPr>
                <a:t>0.07 Z/year</a:t>
              </a:r>
            </a:p>
          </p:txBody>
        </p:sp>
        <p:sp>
          <p:nvSpPr>
            <p:cNvPr id="3397" name="rc3397"/>
            <p:cNvSpPr/>
            <p:nvPr/>
          </p:nvSpPr>
          <p:spPr>
            <a:xfrm>
              <a:off x="11020738" y="5418670"/>
              <a:ext cx="1025472" cy="13493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tx3398"/>
            <p:cNvSpPr/>
            <p:nvPr/>
          </p:nvSpPr>
          <p:spPr>
            <a:xfrm>
              <a:off x="10895953" y="66095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399" name="tx3399"/>
            <p:cNvSpPr/>
            <p:nvPr/>
          </p:nvSpPr>
          <p:spPr>
            <a:xfrm>
              <a:off x="10833797" y="628709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400" name="tx3400"/>
            <p:cNvSpPr/>
            <p:nvPr/>
          </p:nvSpPr>
          <p:spPr>
            <a:xfrm>
              <a:off x="10833797" y="5964667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401" name="tx3401"/>
            <p:cNvSpPr/>
            <p:nvPr/>
          </p:nvSpPr>
          <p:spPr>
            <a:xfrm>
              <a:off x="10833797" y="5642180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402" name="pl3402"/>
            <p:cNvSpPr/>
            <p:nvPr/>
          </p:nvSpPr>
          <p:spPr>
            <a:xfrm>
              <a:off x="10985944" y="665122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l3403"/>
            <p:cNvSpPr/>
            <p:nvPr/>
          </p:nvSpPr>
          <p:spPr>
            <a:xfrm>
              <a:off x="10985944" y="63287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l3404"/>
            <p:cNvSpPr/>
            <p:nvPr/>
          </p:nvSpPr>
          <p:spPr>
            <a:xfrm>
              <a:off x="10985944" y="600635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l3405"/>
            <p:cNvSpPr/>
            <p:nvPr/>
          </p:nvSpPr>
          <p:spPr>
            <a:xfrm>
              <a:off x="10985944" y="56839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l3406"/>
            <p:cNvSpPr/>
            <p:nvPr/>
          </p:nvSpPr>
          <p:spPr>
            <a:xfrm>
              <a:off x="11067351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l3407"/>
            <p:cNvSpPr/>
            <p:nvPr/>
          </p:nvSpPr>
          <p:spPr>
            <a:xfrm>
              <a:off x="11397967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l3408"/>
            <p:cNvSpPr/>
            <p:nvPr/>
          </p:nvSpPr>
          <p:spPr>
            <a:xfrm>
              <a:off x="11728583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tx3409"/>
            <p:cNvSpPr/>
            <p:nvPr/>
          </p:nvSpPr>
          <p:spPr>
            <a:xfrm>
              <a:off x="11036273" y="68289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410" name="tx3410"/>
            <p:cNvSpPr/>
            <p:nvPr/>
          </p:nvSpPr>
          <p:spPr>
            <a:xfrm>
              <a:off x="11366889" y="68303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411" name="tx3411"/>
            <p:cNvSpPr/>
            <p:nvPr/>
          </p:nvSpPr>
          <p:spPr>
            <a:xfrm>
              <a:off x="11666428" y="68289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412" name="tx3412"/>
            <p:cNvSpPr/>
            <p:nvPr/>
          </p:nvSpPr>
          <p:spPr>
            <a:xfrm>
              <a:off x="10912294" y="69763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3413" name="tx3413"/>
            <p:cNvSpPr/>
            <p:nvPr/>
          </p:nvSpPr>
          <p:spPr>
            <a:xfrm rot="-5400000">
              <a:off x="10082636" y="6027779"/>
              <a:ext cx="1226399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Cortical Amyloid (Z)</a:t>
              </a:r>
            </a:p>
          </p:txBody>
        </p:sp>
        <p:sp>
          <p:nvSpPr>
            <p:cNvPr id="3414" name="rc3414"/>
            <p:cNvSpPr/>
            <p:nvPr/>
          </p:nvSpPr>
          <p:spPr>
            <a:xfrm>
              <a:off x="10591800" y="7177881"/>
              <a:ext cx="1523999" cy="1828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rc3415"/>
            <p:cNvSpPr/>
            <p:nvPr/>
          </p:nvSpPr>
          <p:spPr>
            <a:xfrm>
              <a:off x="11020738" y="7247470"/>
              <a:ext cx="1025472" cy="13493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6" name="pl3416"/>
            <p:cNvSpPr/>
            <p:nvPr/>
          </p:nvSpPr>
          <p:spPr>
            <a:xfrm>
              <a:off x="11020738" y="8370500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l3417"/>
            <p:cNvSpPr/>
            <p:nvPr/>
          </p:nvSpPr>
          <p:spPr>
            <a:xfrm>
              <a:off x="11020738" y="8031566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l3418"/>
            <p:cNvSpPr/>
            <p:nvPr/>
          </p:nvSpPr>
          <p:spPr>
            <a:xfrm>
              <a:off x="11020738" y="7692631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l3419"/>
            <p:cNvSpPr/>
            <p:nvPr/>
          </p:nvSpPr>
          <p:spPr>
            <a:xfrm>
              <a:off x="11020738" y="7353696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l3420"/>
            <p:cNvSpPr/>
            <p:nvPr/>
          </p:nvSpPr>
          <p:spPr>
            <a:xfrm>
              <a:off x="11232659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l3421"/>
            <p:cNvSpPr/>
            <p:nvPr/>
          </p:nvSpPr>
          <p:spPr>
            <a:xfrm>
              <a:off x="11563275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l3422"/>
            <p:cNvSpPr/>
            <p:nvPr/>
          </p:nvSpPr>
          <p:spPr>
            <a:xfrm>
              <a:off x="11893891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l3423"/>
            <p:cNvSpPr/>
            <p:nvPr/>
          </p:nvSpPr>
          <p:spPr>
            <a:xfrm>
              <a:off x="11020738" y="8539968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l3424"/>
            <p:cNvSpPr/>
            <p:nvPr/>
          </p:nvSpPr>
          <p:spPr>
            <a:xfrm>
              <a:off x="11020738" y="8201033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l3425"/>
            <p:cNvSpPr/>
            <p:nvPr/>
          </p:nvSpPr>
          <p:spPr>
            <a:xfrm>
              <a:off x="11020738" y="7862098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l3426"/>
            <p:cNvSpPr/>
            <p:nvPr/>
          </p:nvSpPr>
          <p:spPr>
            <a:xfrm>
              <a:off x="11020738" y="7523163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l3427"/>
            <p:cNvSpPr/>
            <p:nvPr/>
          </p:nvSpPr>
          <p:spPr>
            <a:xfrm>
              <a:off x="11067351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l3428"/>
            <p:cNvSpPr/>
            <p:nvPr/>
          </p:nvSpPr>
          <p:spPr>
            <a:xfrm>
              <a:off x="11397967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l3429"/>
            <p:cNvSpPr/>
            <p:nvPr/>
          </p:nvSpPr>
          <p:spPr>
            <a:xfrm>
              <a:off x="11728583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30"/>
            <p:cNvSpPr/>
            <p:nvPr/>
          </p:nvSpPr>
          <p:spPr>
            <a:xfrm>
              <a:off x="11042525" y="8363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1"/>
            <p:cNvSpPr/>
            <p:nvPr/>
          </p:nvSpPr>
          <p:spPr>
            <a:xfrm>
              <a:off x="11252851" y="84035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2"/>
            <p:cNvSpPr/>
            <p:nvPr/>
          </p:nvSpPr>
          <p:spPr>
            <a:xfrm>
              <a:off x="11042525" y="8266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3"/>
            <p:cNvSpPr/>
            <p:nvPr/>
          </p:nvSpPr>
          <p:spPr>
            <a:xfrm>
              <a:off x="11042525" y="8477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4"/>
            <p:cNvSpPr/>
            <p:nvPr/>
          </p:nvSpPr>
          <p:spPr>
            <a:xfrm>
              <a:off x="11240170" y="8458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5"/>
            <p:cNvSpPr/>
            <p:nvPr/>
          </p:nvSpPr>
          <p:spPr>
            <a:xfrm>
              <a:off x="11042525" y="8371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6"/>
            <p:cNvSpPr/>
            <p:nvPr/>
          </p:nvSpPr>
          <p:spPr>
            <a:xfrm>
              <a:off x="11110850" y="8313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7"/>
            <p:cNvSpPr/>
            <p:nvPr/>
          </p:nvSpPr>
          <p:spPr>
            <a:xfrm>
              <a:off x="11042525" y="7728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8"/>
            <p:cNvSpPr/>
            <p:nvPr/>
          </p:nvSpPr>
          <p:spPr>
            <a:xfrm>
              <a:off x="11118515" y="7696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9"/>
            <p:cNvSpPr/>
            <p:nvPr/>
          </p:nvSpPr>
          <p:spPr>
            <a:xfrm>
              <a:off x="11176583" y="7699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40"/>
            <p:cNvSpPr/>
            <p:nvPr/>
          </p:nvSpPr>
          <p:spPr>
            <a:xfrm>
              <a:off x="11240170" y="7573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1"/>
            <p:cNvSpPr/>
            <p:nvPr/>
          </p:nvSpPr>
          <p:spPr>
            <a:xfrm>
              <a:off x="11307199" y="8438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2"/>
            <p:cNvSpPr/>
            <p:nvPr/>
          </p:nvSpPr>
          <p:spPr>
            <a:xfrm>
              <a:off x="11592344" y="8343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3"/>
            <p:cNvSpPr/>
            <p:nvPr/>
          </p:nvSpPr>
          <p:spPr>
            <a:xfrm>
              <a:off x="11042525" y="8368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4"/>
            <p:cNvSpPr/>
            <p:nvPr/>
          </p:nvSpPr>
          <p:spPr>
            <a:xfrm>
              <a:off x="11042525" y="76709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5"/>
            <p:cNvSpPr/>
            <p:nvPr/>
          </p:nvSpPr>
          <p:spPr>
            <a:xfrm>
              <a:off x="11042525" y="8137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6"/>
            <p:cNvSpPr/>
            <p:nvPr/>
          </p:nvSpPr>
          <p:spPr>
            <a:xfrm>
              <a:off x="11121148" y="8135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7"/>
            <p:cNvSpPr/>
            <p:nvPr/>
          </p:nvSpPr>
          <p:spPr>
            <a:xfrm>
              <a:off x="11278442" y="8080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8"/>
            <p:cNvSpPr/>
            <p:nvPr/>
          </p:nvSpPr>
          <p:spPr>
            <a:xfrm>
              <a:off x="11042525" y="8322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9"/>
            <p:cNvSpPr/>
            <p:nvPr/>
          </p:nvSpPr>
          <p:spPr>
            <a:xfrm>
              <a:off x="11313177" y="8279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50"/>
            <p:cNvSpPr/>
            <p:nvPr/>
          </p:nvSpPr>
          <p:spPr>
            <a:xfrm>
              <a:off x="11042525" y="8458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1"/>
            <p:cNvSpPr/>
            <p:nvPr/>
          </p:nvSpPr>
          <p:spPr>
            <a:xfrm>
              <a:off x="11042525" y="8352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2"/>
            <p:cNvSpPr/>
            <p:nvPr/>
          </p:nvSpPr>
          <p:spPr>
            <a:xfrm>
              <a:off x="11261851" y="8322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3"/>
            <p:cNvSpPr/>
            <p:nvPr/>
          </p:nvSpPr>
          <p:spPr>
            <a:xfrm>
              <a:off x="11443250" y="8316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4"/>
            <p:cNvSpPr/>
            <p:nvPr/>
          </p:nvSpPr>
          <p:spPr>
            <a:xfrm>
              <a:off x="11042525" y="8188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5"/>
            <p:cNvSpPr/>
            <p:nvPr/>
          </p:nvSpPr>
          <p:spPr>
            <a:xfrm>
              <a:off x="11042525" y="8482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6"/>
            <p:cNvSpPr/>
            <p:nvPr/>
          </p:nvSpPr>
          <p:spPr>
            <a:xfrm>
              <a:off x="11042525" y="8271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7"/>
            <p:cNvSpPr/>
            <p:nvPr/>
          </p:nvSpPr>
          <p:spPr>
            <a:xfrm>
              <a:off x="11042525" y="8481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8"/>
            <p:cNvSpPr/>
            <p:nvPr/>
          </p:nvSpPr>
          <p:spPr>
            <a:xfrm>
              <a:off x="11282380" y="83989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9"/>
            <p:cNvSpPr/>
            <p:nvPr/>
          </p:nvSpPr>
          <p:spPr>
            <a:xfrm>
              <a:off x="11042525" y="8378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60"/>
            <p:cNvSpPr/>
            <p:nvPr/>
          </p:nvSpPr>
          <p:spPr>
            <a:xfrm>
              <a:off x="11118570" y="8413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1"/>
            <p:cNvSpPr/>
            <p:nvPr/>
          </p:nvSpPr>
          <p:spPr>
            <a:xfrm>
              <a:off x="11042525" y="79686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2"/>
            <p:cNvSpPr/>
            <p:nvPr/>
          </p:nvSpPr>
          <p:spPr>
            <a:xfrm>
              <a:off x="11182137" y="7769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t3463"/>
            <p:cNvSpPr/>
            <p:nvPr/>
          </p:nvSpPr>
          <p:spPr>
            <a:xfrm>
              <a:off x="11042525" y="8291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t3464"/>
            <p:cNvSpPr/>
            <p:nvPr/>
          </p:nvSpPr>
          <p:spPr>
            <a:xfrm>
              <a:off x="11202007" y="8203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t3465"/>
            <p:cNvSpPr/>
            <p:nvPr/>
          </p:nvSpPr>
          <p:spPr>
            <a:xfrm>
              <a:off x="11376101" y="8211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t3466"/>
            <p:cNvSpPr/>
            <p:nvPr/>
          </p:nvSpPr>
          <p:spPr>
            <a:xfrm>
              <a:off x="11042525" y="8457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t3467"/>
            <p:cNvSpPr/>
            <p:nvPr/>
          </p:nvSpPr>
          <p:spPr>
            <a:xfrm>
              <a:off x="11259373" y="8377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t3468"/>
            <p:cNvSpPr/>
            <p:nvPr/>
          </p:nvSpPr>
          <p:spPr>
            <a:xfrm>
              <a:off x="11042525" y="8311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t3469"/>
            <p:cNvSpPr/>
            <p:nvPr/>
          </p:nvSpPr>
          <p:spPr>
            <a:xfrm>
              <a:off x="11042525" y="8476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t3470"/>
            <p:cNvSpPr/>
            <p:nvPr/>
          </p:nvSpPr>
          <p:spPr>
            <a:xfrm>
              <a:off x="11114626" y="8501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t3471"/>
            <p:cNvSpPr/>
            <p:nvPr/>
          </p:nvSpPr>
          <p:spPr>
            <a:xfrm>
              <a:off x="11242830" y="8451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t3472"/>
            <p:cNvSpPr/>
            <p:nvPr/>
          </p:nvSpPr>
          <p:spPr>
            <a:xfrm>
              <a:off x="11378395" y="8454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t3473"/>
            <p:cNvSpPr/>
            <p:nvPr/>
          </p:nvSpPr>
          <p:spPr>
            <a:xfrm>
              <a:off x="11042525" y="8380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t3474"/>
            <p:cNvSpPr/>
            <p:nvPr/>
          </p:nvSpPr>
          <p:spPr>
            <a:xfrm>
              <a:off x="11241863" y="82366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t3475"/>
            <p:cNvSpPr/>
            <p:nvPr/>
          </p:nvSpPr>
          <p:spPr>
            <a:xfrm>
              <a:off x="11374834" y="81978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t3476"/>
            <p:cNvSpPr/>
            <p:nvPr/>
          </p:nvSpPr>
          <p:spPr>
            <a:xfrm>
              <a:off x="11505450" y="8204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t3477"/>
            <p:cNvSpPr/>
            <p:nvPr/>
          </p:nvSpPr>
          <p:spPr>
            <a:xfrm>
              <a:off x="11042525" y="8484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t3478"/>
            <p:cNvSpPr/>
            <p:nvPr/>
          </p:nvSpPr>
          <p:spPr>
            <a:xfrm>
              <a:off x="11178938" y="8478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t3479"/>
            <p:cNvSpPr/>
            <p:nvPr/>
          </p:nvSpPr>
          <p:spPr>
            <a:xfrm>
              <a:off x="11042525" y="7946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t3480"/>
            <p:cNvSpPr/>
            <p:nvPr/>
          </p:nvSpPr>
          <p:spPr>
            <a:xfrm>
              <a:off x="11042525" y="83318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t3481"/>
            <p:cNvSpPr/>
            <p:nvPr/>
          </p:nvSpPr>
          <p:spPr>
            <a:xfrm>
              <a:off x="11105931" y="8351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t3482"/>
            <p:cNvSpPr/>
            <p:nvPr/>
          </p:nvSpPr>
          <p:spPr>
            <a:xfrm>
              <a:off x="11042525" y="8277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t3483"/>
            <p:cNvSpPr/>
            <p:nvPr/>
          </p:nvSpPr>
          <p:spPr>
            <a:xfrm>
              <a:off x="11118560" y="8235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t3484"/>
            <p:cNvSpPr/>
            <p:nvPr/>
          </p:nvSpPr>
          <p:spPr>
            <a:xfrm>
              <a:off x="11042525" y="8249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t3485"/>
            <p:cNvSpPr/>
            <p:nvPr/>
          </p:nvSpPr>
          <p:spPr>
            <a:xfrm>
              <a:off x="11042525" y="8299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t3486"/>
            <p:cNvSpPr/>
            <p:nvPr/>
          </p:nvSpPr>
          <p:spPr>
            <a:xfrm>
              <a:off x="11115988" y="8305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t3487"/>
            <p:cNvSpPr/>
            <p:nvPr/>
          </p:nvSpPr>
          <p:spPr>
            <a:xfrm>
              <a:off x="11042525" y="8244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t3488"/>
            <p:cNvSpPr/>
            <p:nvPr/>
          </p:nvSpPr>
          <p:spPr>
            <a:xfrm>
              <a:off x="11128728" y="8303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t3489"/>
            <p:cNvSpPr/>
            <p:nvPr/>
          </p:nvSpPr>
          <p:spPr>
            <a:xfrm>
              <a:off x="11264445" y="8276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t3490"/>
            <p:cNvSpPr/>
            <p:nvPr/>
          </p:nvSpPr>
          <p:spPr>
            <a:xfrm>
              <a:off x="11042525" y="84903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t3491"/>
            <p:cNvSpPr/>
            <p:nvPr/>
          </p:nvSpPr>
          <p:spPr>
            <a:xfrm>
              <a:off x="11439140" y="8377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t3492"/>
            <p:cNvSpPr/>
            <p:nvPr/>
          </p:nvSpPr>
          <p:spPr>
            <a:xfrm>
              <a:off x="11042525" y="8209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t3493"/>
            <p:cNvSpPr/>
            <p:nvPr/>
          </p:nvSpPr>
          <p:spPr>
            <a:xfrm>
              <a:off x="11042525" y="8123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t3494"/>
            <p:cNvSpPr/>
            <p:nvPr/>
          </p:nvSpPr>
          <p:spPr>
            <a:xfrm>
              <a:off x="11042525" y="8361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t3495"/>
            <p:cNvSpPr/>
            <p:nvPr/>
          </p:nvSpPr>
          <p:spPr>
            <a:xfrm>
              <a:off x="11113429" y="8371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t3496"/>
            <p:cNvSpPr/>
            <p:nvPr/>
          </p:nvSpPr>
          <p:spPr>
            <a:xfrm>
              <a:off x="11179371" y="8330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t3497"/>
            <p:cNvSpPr/>
            <p:nvPr/>
          </p:nvSpPr>
          <p:spPr>
            <a:xfrm>
              <a:off x="11042525" y="7999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t3498"/>
            <p:cNvSpPr/>
            <p:nvPr/>
          </p:nvSpPr>
          <p:spPr>
            <a:xfrm>
              <a:off x="11245242" y="7920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t3499"/>
            <p:cNvSpPr/>
            <p:nvPr/>
          </p:nvSpPr>
          <p:spPr>
            <a:xfrm>
              <a:off x="11373285" y="7930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t3500"/>
            <p:cNvSpPr/>
            <p:nvPr/>
          </p:nvSpPr>
          <p:spPr>
            <a:xfrm>
              <a:off x="11505025" y="7912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t3501"/>
            <p:cNvSpPr/>
            <p:nvPr/>
          </p:nvSpPr>
          <p:spPr>
            <a:xfrm>
              <a:off x="11714989" y="7918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t3502"/>
            <p:cNvSpPr/>
            <p:nvPr/>
          </p:nvSpPr>
          <p:spPr>
            <a:xfrm>
              <a:off x="11042525" y="8445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t3503"/>
            <p:cNvSpPr/>
            <p:nvPr/>
          </p:nvSpPr>
          <p:spPr>
            <a:xfrm>
              <a:off x="11187227" y="8331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t3504"/>
            <p:cNvSpPr/>
            <p:nvPr/>
          </p:nvSpPr>
          <p:spPr>
            <a:xfrm>
              <a:off x="11042525" y="8485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t3505"/>
            <p:cNvSpPr/>
            <p:nvPr/>
          </p:nvSpPr>
          <p:spPr>
            <a:xfrm>
              <a:off x="11042525" y="8403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t3506"/>
            <p:cNvSpPr/>
            <p:nvPr/>
          </p:nvSpPr>
          <p:spPr>
            <a:xfrm>
              <a:off x="11042525" y="8174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t3507"/>
            <p:cNvSpPr/>
            <p:nvPr/>
          </p:nvSpPr>
          <p:spPr>
            <a:xfrm>
              <a:off x="11042525" y="8466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t3508"/>
            <p:cNvSpPr/>
            <p:nvPr/>
          </p:nvSpPr>
          <p:spPr>
            <a:xfrm>
              <a:off x="11384735" y="8480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t3509"/>
            <p:cNvSpPr/>
            <p:nvPr/>
          </p:nvSpPr>
          <p:spPr>
            <a:xfrm>
              <a:off x="11514627" y="8475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t3510"/>
            <p:cNvSpPr/>
            <p:nvPr/>
          </p:nvSpPr>
          <p:spPr>
            <a:xfrm>
              <a:off x="11042525" y="7679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t3511"/>
            <p:cNvSpPr/>
            <p:nvPr/>
          </p:nvSpPr>
          <p:spPr>
            <a:xfrm>
              <a:off x="11108467" y="7596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t3512"/>
            <p:cNvSpPr/>
            <p:nvPr/>
          </p:nvSpPr>
          <p:spPr>
            <a:xfrm>
              <a:off x="11175850" y="7592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t3513"/>
            <p:cNvSpPr/>
            <p:nvPr/>
          </p:nvSpPr>
          <p:spPr>
            <a:xfrm>
              <a:off x="11042525" y="8362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t3514"/>
            <p:cNvSpPr/>
            <p:nvPr/>
          </p:nvSpPr>
          <p:spPr>
            <a:xfrm>
              <a:off x="11112578" y="8354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t3515"/>
            <p:cNvSpPr/>
            <p:nvPr/>
          </p:nvSpPr>
          <p:spPr>
            <a:xfrm>
              <a:off x="11042525" y="8457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t3516"/>
            <p:cNvSpPr/>
            <p:nvPr/>
          </p:nvSpPr>
          <p:spPr>
            <a:xfrm>
              <a:off x="11190351" y="83766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t3517"/>
            <p:cNvSpPr/>
            <p:nvPr/>
          </p:nvSpPr>
          <p:spPr>
            <a:xfrm>
              <a:off x="11042525" y="8412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t3518"/>
            <p:cNvSpPr/>
            <p:nvPr/>
          </p:nvSpPr>
          <p:spPr>
            <a:xfrm>
              <a:off x="11241438" y="83323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t3519"/>
            <p:cNvSpPr/>
            <p:nvPr/>
          </p:nvSpPr>
          <p:spPr>
            <a:xfrm>
              <a:off x="11042525" y="8469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t3520"/>
            <p:cNvSpPr/>
            <p:nvPr/>
          </p:nvSpPr>
          <p:spPr>
            <a:xfrm>
              <a:off x="11152670" y="8462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t3521"/>
            <p:cNvSpPr/>
            <p:nvPr/>
          </p:nvSpPr>
          <p:spPr>
            <a:xfrm>
              <a:off x="11278213" y="8439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t3522"/>
            <p:cNvSpPr/>
            <p:nvPr/>
          </p:nvSpPr>
          <p:spPr>
            <a:xfrm>
              <a:off x="11042525" y="8304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t3523"/>
            <p:cNvSpPr/>
            <p:nvPr/>
          </p:nvSpPr>
          <p:spPr>
            <a:xfrm>
              <a:off x="11042525" y="8022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t3524"/>
            <p:cNvSpPr/>
            <p:nvPr/>
          </p:nvSpPr>
          <p:spPr>
            <a:xfrm>
              <a:off x="11170786" y="8031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t3525"/>
            <p:cNvSpPr/>
            <p:nvPr/>
          </p:nvSpPr>
          <p:spPr>
            <a:xfrm>
              <a:off x="11246148" y="7999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t3526"/>
            <p:cNvSpPr/>
            <p:nvPr/>
          </p:nvSpPr>
          <p:spPr>
            <a:xfrm>
              <a:off x="11308105" y="79549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t3527"/>
            <p:cNvSpPr/>
            <p:nvPr/>
          </p:nvSpPr>
          <p:spPr>
            <a:xfrm>
              <a:off x="11374228" y="8025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t3528"/>
            <p:cNvSpPr/>
            <p:nvPr/>
          </p:nvSpPr>
          <p:spPr>
            <a:xfrm>
              <a:off x="11042525" y="8287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t3529"/>
            <p:cNvSpPr/>
            <p:nvPr/>
          </p:nvSpPr>
          <p:spPr>
            <a:xfrm>
              <a:off x="11042525" y="8448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t3530"/>
            <p:cNvSpPr/>
            <p:nvPr/>
          </p:nvSpPr>
          <p:spPr>
            <a:xfrm>
              <a:off x="11109417" y="8459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t3531"/>
            <p:cNvSpPr/>
            <p:nvPr/>
          </p:nvSpPr>
          <p:spPr>
            <a:xfrm>
              <a:off x="11042525" y="7945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t3532"/>
            <p:cNvSpPr/>
            <p:nvPr/>
          </p:nvSpPr>
          <p:spPr>
            <a:xfrm>
              <a:off x="11111003" y="7819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t3533"/>
            <p:cNvSpPr/>
            <p:nvPr/>
          </p:nvSpPr>
          <p:spPr>
            <a:xfrm>
              <a:off x="11042525" y="8211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t3534"/>
            <p:cNvSpPr/>
            <p:nvPr/>
          </p:nvSpPr>
          <p:spPr>
            <a:xfrm>
              <a:off x="11179558" y="81983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t3535"/>
            <p:cNvSpPr/>
            <p:nvPr/>
          </p:nvSpPr>
          <p:spPr>
            <a:xfrm>
              <a:off x="11042525" y="82366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t3536"/>
            <p:cNvSpPr/>
            <p:nvPr/>
          </p:nvSpPr>
          <p:spPr>
            <a:xfrm>
              <a:off x="11121510" y="8264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t3537"/>
            <p:cNvSpPr/>
            <p:nvPr/>
          </p:nvSpPr>
          <p:spPr>
            <a:xfrm>
              <a:off x="11042525" y="7827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t3538"/>
            <p:cNvSpPr/>
            <p:nvPr/>
          </p:nvSpPr>
          <p:spPr>
            <a:xfrm>
              <a:off x="11125611" y="7833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t3539"/>
            <p:cNvSpPr/>
            <p:nvPr/>
          </p:nvSpPr>
          <p:spPr>
            <a:xfrm>
              <a:off x="11186728" y="7634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t3540"/>
            <p:cNvSpPr/>
            <p:nvPr/>
          </p:nvSpPr>
          <p:spPr>
            <a:xfrm>
              <a:off x="11042525" y="7952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t3541"/>
            <p:cNvSpPr/>
            <p:nvPr/>
          </p:nvSpPr>
          <p:spPr>
            <a:xfrm>
              <a:off x="11104074" y="8037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t3542"/>
            <p:cNvSpPr/>
            <p:nvPr/>
          </p:nvSpPr>
          <p:spPr>
            <a:xfrm>
              <a:off x="11187227" y="8004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t3543"/>
            <p:cNvSpPr/>
            <p:nvPr/>
          </p:nvSpPr>
          <p:spPr>
            <a:xfrm>
              <a:off x="11248096" y="8042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t3544"/>
            <p:cNvSpPr/>
            <p:nvPr/>
          </p:nvSpPr>
          <p:spPr>
            <a:xfrm>
              <a:off x="11042525" y="7965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t3545"/>
            <p:cNvSpPr/>
            <p:nvPr/>
          </p:nvSpPr>
          <p:spPr>
            <a:xfrm>
              <a:off x="11109589" y="7970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t3546"/>
            <p:cNvSpPr/>
            <p:nvPr/>
          </p:nvSpPr>
          <p:spPr>
            <a:xfrm>
              <a:off x="11042525" y="8167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t3547"/>
            <p:cNvSpPr/>
            <p:nvPr/>
          </p:nvSpPr>
          <p:spPr>
            <a:xfrm>
              <a:off x="11118612" y="8127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t3548"/>
            <p:cNvSpPr/>
            <p:nvPr/>
          </p:nvSpPr>
          <p:spPr>
            <a:xfrm>
              <a:off x="11042525" y="8487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t3549"/>
            <p:cNvSpPr/>
            <p:nvPr/>
          </p:nvSpPr>
          <p:spPr>
            <a:xfrm>
              <a:off x="11042525" y="83866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t3550"/>
            <p:cNvSpPr/>
            <p:nvPr/>
          </p:nvSpPr>
          <p:spPr>
            <a:xfrm>
              <a:off x="11179153" y="8402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t3551"/>
            <p:cNvSpPr/>
            <p:nvPr/>
          </p:nvSpPr>
          <p:spPr>
            <a:xfrm>
              <a:off x="11314786" y="8403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t3552"/>
            <p:cNvSpPr/>
            <p:nvPr/>
          </p:nvSpPr>
          <p:spPr>
            <a:xfrm>
              <a:off x="11042525" y="8476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t3553"/>
            <p:cNvSpPr/>
            <p:nvPr/>
          </p:nvSpPr>
          <p:spPr>
            <a:xfrm>
              <a:off x="11108342" y="8474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t3554"/>
            <p:cNvSpPr/>
            <p:nvPr/>
          </p:nvSpPr>
          <p:spPr>
            <a:xfrm>
              <a:off x="11176764" y="8448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t3555"/>
            <p:cNvSpPr/>
            <p:nvPr/>
          </p:nvSpPr>
          <p:spPr>
            <a:xfrm>
              <a:off x="11240532" y="8418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t3556"/>
            <p:cNvSpPr/>
            <p:nvPr/>
          </p:nvSpPr>
          <p:spPr>
            <a:xfrm>
              <a:off x="11379700" y="8377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t3557"/>
            <p:cNvSpPr/>
            <p:nvPr/>
          </p:nvSpPr>
          <p:spPr>
            <a:xfrm>
              <a:off x="11511366" y="8317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t3558"/>
            <p:cNvSpPr/>
            <p:nvPr/>
          </p:nvSpPr>
          <p:spPr>
            <a:xfrm>
              <a:off x="11042525" y="8208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t3559"/>
            <p:cNvSpPr/>
            <p:nvPr/>
          </p:nvSpPr>
          <p:spPr>
            <a:xfrm>
              <a:off x="11042525" y="7693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t3560"/>
            <p:cNvSpPr/>
            <p:nvPr/>
          </p:nvSpPr>
          <p:spPr>
            <a:xfrm>
              <a:off x="11109280" y="7646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t3561"/>
            <p:cNvSpPr/>
            <p:nvPr/>
          </p:nvSpPr>
          <p:spPr>
            <a:xfrm>
              <a:off x="11176671" y="75535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t3562"/>
            <p:cNvSpPr/>
            <p:nvPr/>
          </p:nvSpPr>
          <p:spPr>
            <a:xfrm>
              <a:off x="11042525" y="8370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t3563"/>
            <p:cNvSpPr/>
            <p:nvPr/>
          </p:nvSpPr>
          <p:spPr>
            <a:xfrm>
              <a:off x="11123535" y="8494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t3564"/>
            <p:cNvSpPr/>
            <p:nvPr/>
          </p:nvSpPr>
          <p:spPr>
            <a:xfrm>
              <a:off x="11191981" y="8494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t3565"/>
            <p:cNvSpPr/>
            <p:nvPr/>
          </p:nvSpPr>
          <p:spPr>
            <a:xfrm>
              <a:off x="11260641" y="8490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t3566"/>
            <p:cNvSpPr/>
            <p:nvPr/>
          </p:nvSpPr>
          <p:spPr>
            <a:xfrm>
              <a:off x="11377188" y="8504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t3567"/>
            <p:cNvSpPr/>
            <p:nvPr/>
          </p:nvSpPr>
          <p:spPr>
            <a:xfrm>
              <a:off x="11574953" y="8499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t3568"/>
            <p:cNvSpPr/>
            <p:nvPr/>
          </p:nvSpPr>
          <p:spPr>
            <a:xfrm>
              <a:off x="11643126" y="8498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t3569"/>
            <p:cNvSpPr/>
            <p:nvPr/>
          </p:nvSpPr>
          <p:spPr>
            <a:xfrm>
              <a:off x="11042525" y="8358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t3570"/>
            <p:cNvSpPr/>
            <p:nvPr/>
          </p:nvSpPr>
          <p:spPr>
            <a:xfrm>
              <a:off x="11132380" y="8265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t3571"/>
            <p:cNvSpPr/>
            <p:nvPr/>
          </p:nvSpPr>
          <p:spPr>
            <a:xfrm>
              <a:off x="11042525" y="7861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t3572"/>
            <p:cNvSpPr/>
            <p:nvPr/>
          </p:nvSpPr>
          <p:spPr>
            <a:xfrm>
              <a:off x="11042525" y="8451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t3573"/>
            <p:cNvSpPr/>
            <p:nvPr/>
          </p:nvSpPr>
          <p:spPr>
            <a:xfrm>
              <a:off x="11042525" y="7903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t3574"/>
            <p:cNvSpPr/>
            <p:nvPr/>
          </p:nvSpPr>
          <p:spPr>
            <a:xfrm>
              <a:off x="11109735" y="7936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t3575"/>
            <p:cNvSpPr/>
            <p:nvPr/>
          </p:nvSpPr>
          <p:spPr>
            <a:xfrm>
              <a:off x="11042525" y="7976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t3576"/>
            <p:cNvSpPr/>
            <p:nvPr/>
          </p:nvSpPr>
          <p:spPr>
            <a:xfrm>
              <a:off x="11113539" y="7968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t3577"/>
            <p:cNvSpPr/>
            <p:nvPr/>
          </p:nvSpPr>
          <p:spPr>
            <a:xfrm>
              <a:off x="11042525" y="8411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t3578"/>
            <p:cNvSpPr/>
            <p:nvPr/>
          </p:nvSpPr>
          <p:spPr>
            <a:xfrm>
              <a:off x="11197960" y="83766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t3579"/>
            <p:cNvSpPr/>
            <p:nvPr/>
          </p:nvSpPr>
          <p:spPr>
            <a:xfrm>
              <a:off x="11042525" y="7826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t3580"/>
            <p:cNvSpPr/>
            <p:nvPr/>
          </p:nvSpPr>
          <p:spPr>
            <a:xfrm>
              <a:off x="11042525" y="8080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t3581"/>
            <p:cNvSpPr/>
            <p:nvPr/>
          </p:nvSpPr>
          <p:spPr>
            <a:xfrm>
              <a:off x="11169336" y="8043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t3582"/>
            <p:cNvSpPr/>
            <p:nvPr/>
          </p:nvSpPr>
          <p:spPr>
            <a:xfrm>
              <a:off x="11306112" y="7947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t3583"/>
            <p:cNvSpPr/>
            <p:nvPr/>
          </p:nvSpPr>
          <p:spPr>
            <a:xfrm>
              <a:off x="11373322" y="7906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t3584"/>
            <p:cNvSpPr/>
            <p:nvPr/>
          </p:nvSpPr>
          <p:spPr>
            <a:xfrm>
              <a:off x="11439264" y="7881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t3585"/>
            <p:cNvSpPr/>
            <p:nvPr/>
          </p:nvSpPr>
          <p:spPr>
            <a:xfrm>
              <a:off x="11042525" y="8213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t3586"/>
            <p:cNvSpPr/>
            <p:nvPr/>
          </p:nvSpPr>
          <p:spPr>
            <a:xfrm>
              <a:off x="11252489" y="8171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t3587"/>
            <p:cNvSpPr/>
            <p:nvPr/>
          </p:nvSpPr>
          <p:spPr>
            <a:xfrm>
              <a:off x="11042525" y="8358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t3588"/>
            <p:cNvSpPr/>
            <p:nvPr/>
          </p:nvSpPr>
          <p:spPr>
            <a:xfrm>
              <a:off x="11042525" y="7440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t3589"/>
            <p:cNvSpPr/>
            <p:nvPr/>
          </p:nvSpPr>
          <p:spPr>
            <a:xfrm>
              <a:off x="11108648" y="7283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t3590"/>
            <p:cNvSpPr/>
            <p:nvPr/>
          </p:nvSpPr>
          <p:spPr>
            <a:xfrm>
              <a:off x="11042525" y="8469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t3591"/>
            <p:cNvSpPr/>
            <p:nvPr/>
          </p:nvSpPr>
          <p:spPr>
            <a:xfrm>
              <a:off x="11242706" y="8431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t3592"/>
            <p:cNvSpPr/>
            <p:nvPr/>
          </p:nvSpPr>
          <p:spPr>
            <a:xfrm>
              <a:off x="11463253" y="8336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t3593"/>
            <p:cNvSpPr/>
            <p:nvPr/>
          </p:nvSpPr>
          <p:spPr>
            <a:xfrm>
              <a:off x="11042525" y="8315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t3594"/>
            <p:cNvSpPr/>
            <p:nvPr/>
          </p:nvSpPr>
          <p:spPr>
            <a:xfrm>
              <a:off x="11124952" y="8227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t3595"/>
            <p:cNvSpPr/>
            <p:nvPr/>
          </p:nvSpPr>
          <p:spPr>
            <a:xfrm>
              <a:off x="11241438" y="8214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t3596"/>
            <p:cNvSpPr/>
            <p:nvPr/>
          </p:nvSpPr>
          <p:spPr>
            <a:xfrm>
              <a:off x="11042525" y="8482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t3597"/>
            <p:cNvSpPr/>
            <p:nvPr/>
          </p:nvSpPr>
          <p:spPr>
            <a:xfrm>
              <a:off x="11572235" y="8497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t3598"/>
            <p:cNvSpPr/>
            <p:nvPr/>
          </p:nvSpPr>
          <p:spPr>
            <a:xfrm>
              <a:off x="11042525" y="8312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t3599"/>
            <p:cNvSpPr/>
            <p:nvPr/>
          </p:nvSpPr>
          <p:spPr>
            <a:xfrm>
              <a:off x="11317525" y="8080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t3600"/>
            <p:cNvSpPr/>
            <p:nvPr/>
          </p:nvSpPr>
          <p:spPr>
            <a:xfrm>
              <a:off x="11042525" y="7586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t3601"/>
            <p:cNvSpPr/>
            <p:nvPr/>
          </p:nvSpPr>
          <p:spPr>
            <a:xfrm>
              <a:off x="11042525" y="8351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t3602"/>
            <p:cNvSpPr/>
            <p:nvPr/>
          </p:nvSpPr>
          <p:spPr>
            <a:xfrm>
              <a:off x="11178906" y="8332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t3603"/>
            <p:cNvSpPr/>
            <p:nvPr/>
          </p:nvSpPr>
          <p:spPr>
            <a:xfrm>
              <a:off x="11042525" y="7880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t3604"/>
            <p:cNvSpPr/>
            <p:nvPr/>
          </p:nvSpPr>
          <p:spPr>
            <a:xfrm>
              <a:off x="11111547" y="7675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t3605"/>
            <p:cNvSpPr/>
            <p:nvPr/>
          </p:nvSpPr>
          <p:spPr>
            <a:xfrm>
              <a:off x="11176140" y="7574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t3606"/>
            <p:cNvSpPr/>
            <p:nvPr/>
          </p:nvSpPr>
          <p:spPr>
            <a:xfrm>
              <a:off x="11042525" y="8280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t3607"/>
            <p:cNvSpPr/>
            <p:nvPr/>
          </p:nvSpPr>
          <p:spPr>
            <a:xfrm>
              <a:off x="11042525" y="8485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t3608"/>
            <p:cNvSpPr/>
            <p:nvPr/>
          </p:nvSpPr>
          <p:spPr>
            <a:xfrm>
              <a:off x="11259192" y="8423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t3609"/>
            <p:cNvSpPr/>
            <p:nvPr/>
          </p:nvSpPr>
          <p:spPr>
            <a:xfrm>
              <a:off x="11042525" y="8471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t3610"/>
            <p:cNvSpPr/>
            <p:nvPr/>
          </p:nvSpPr>
          <p:spPr>
            <a:xfrm>
              <a:off x="11042525" y="8482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t3611"/>
            <p:cNvSpPr/>
            <p:nvPr/>
          </p:nvSpPr>
          <p:spPr>
            <a:xfrm>
              <a:off x="11042525" y="8252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t3612"/>
            <p:cNvSpPr/>
            <p:nvPr/>
          </p:nvSpPr>
          <p:spPr>
            <a:xfrm>
              <a:off x="11114626" y="8312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t3613"/>
            <p:cNvSpPr/>
            <p:nvPr/>
          </p:nvSpPr>
          <p:spPr>
            <a:xfrm>
              <a:off x="11182871" y="8293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t3614"/>
            <p:cNvSpPr/>
            <p:nvPr/>
          </p:nvSpPr>
          <p:spPr>
            <a:xfrm>
              <a:off x="11250134" y="8298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t3615"/>
            <p:cNvSpPr/>
            <p:nvPr/>
          </p:nvSpPr>
          <p:spPr>
            <a:xfrm>
              <a:off x="11317163" y="8258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t3616"/>
            <p:cNvSpPr/>
            <p:nvPr/>
          </p:nvSpPr>
          <p:spPr>
            <a:xfrm>
              <a:off x="11042525" y="8485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t3617"/>
            <p:cNvSpPr/>
            <p:nvPr/>
          </p:nvSpPr>
          <p:spPr>
            <a:xfrm>
              <a:off x="11042525" y="8447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t3618"/>
            <p:cNvSpPr/>
            <p:nvPr/>
          </p:nvSpPr>
          <p:spPr>
            <a:xfrm>
              <a:off x="11249047" y="8325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t3619"/>
            <p:cNvSpPr/>
            <p:nvPr/>
          </p:nvSpPr>
          <p:spPr>
            <a:xfrm>
              <a:off x="11647417" y="8053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t3620"/>
            <p:cNvSpPr/>
            <p:nvPr/>
          </p:nvSpPr>
          <p:spPr>
            <a:xfrm>
              <a:off x="11042525" y="7815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t3621"/>
            <p:cNvSpPr/>
            <p:nvPr/>
          </p:nvSpPr>
          <p:spPr>
            <a:xfrm>
              <a:off x="11042525" y="7791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t3622"/>
            <p:cNvSpPr/>
            <p:nvPr/>
          </p:nvSpPr>
          <p:spPr>
            <a:xfrm>
              <a:off x="11114807" y="7670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t3623"/>
            <p:cNvSpPr/>
            <p:nvPr/>
          </p:nvSpPr>
          <p:spPr>
            <a:xfrm>
              <a:off x="11042525" y="8190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t3624"/>
            <p:cNvSpPr/>
            <p:nvPr/>
          </p:nvSpPr>
          <p:spPr>
            <a:xfrm>
              <a:off x="11042525" y="8484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t3625"/>
            <p:cNvSpPr/>
            <p:nvPr/>
          </p:nvSpPr>
          <p:spPr>
            <a:xfrm>
              <a:off x="11105931" y="7707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t3626"/>
            <p:cNvSpPr/>
            <p:nvPr/>
          </p:nvSpPr>
          <p:spPr>
            <a:xfrm>
              <a:off x="11171510" y="7756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t3627"/>
            <p:cNvSpPr/>
            <p:nvPr/>
          </p:nvSpPr>
          <p:spPr>
            <a:xfrm>
              <a:off x="11042525" y="8069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t3628"/>
            <p:cNvSpPr/>
            <p:nvPr/>
          </p:nvSpPr>
          <p:spPr>
            <a:xfrm>
              <a:off x="11042525" y="8125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t3629"/>
            <p:cNvSpPr/>
            <p:nvPr/>
          </p:nvSpPr>
          <p:spPr>
            <a:xfrm>
              <a:off x="11119922" y="8078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t3630"/>
            <p:cNvSpPr/>
            <p:nvPr/>
          </p:nvSpPr>
          <p:spPr>
            <a:xfrm>
              <a:off x="11118497" y="7824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t3631"/>
            <p:cNvSpPr/>
            <p:nvPr/>
          </p:nvSpPr>
          <p:spPr>
            <a:xfrm>
              <a:off x="11174228" y="7807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t3632"/>
            <p:cNvSpPr/>
            <p:nvPr/>
          </p:nvSpPr>
          <p:spPr>
            <a:xfrm>
              <a:off x="11042525" y="8429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t3633"/>
            <p:cNvSpPr/>
            <p:nvPr/>
          </p:nvSpPr>
          <p:spPr>
            <a:xfrm>
              <a:off x="11042525" y="8109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t3634"/>
            <p:cNvSpPr/>
            <p:nvPr/>
          </p:nvSpPr>
          <p:spPr>
            <a:xfrm>
              <a:off x="11122778" y="8088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t3635"/>
            <p:cNvSpPr/>
            <p:nvPr/>
          </p:nvSpPr>
          <p:spPr>
            <a:xfrm>
              <a:off x="11042525" y="8419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t3636"/>
            <p:cNvSpPr/>
            <p:nvPr/>
          </p:nvSpPr>
          <p:spPr>
            <a:xfrm>
              <a:off x="11042525" y="8398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t3637"/>
            <p:cNvSpPr/>
            <p:nvPr/>
          </p:nvSpPr>
          <p:spPr>
            <a:xfrm>
              <a:off x="11176773" y="84117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t3638"/>
            <p:cNvSpPr/>
            <p:nvPr/>
          </p:nvSpPr>
          <p:spPr>
            <a:xfrm>
              <a:off x="11451411" y="8416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t3639"/>
            <p:cNvSpPr/>
            <p:nvPr/>
          </p:nvSpPr>
          <p:spPr>
            <a:xfrm>
              <a:off x="11581989" y="8421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t3640"/>
            <p:cNvSpPr/>
            <p:nvPr/>
          </p:nvSpPr>
          <p:spPr>
            <a:xfrm>
              <a:off x="11042525" y="8359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t3641"/>
            <p:cNvSpPr/>
            <p:nvPr/>
          </p:nvSpPr>
          <p:spPr>
            <a:xfrm>
              <a:off x="11111003" y="8319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t3642"/>
            <p:cNvSpPr/>
            <p:nvPr/>
          </p:nvSpPr>
          <p:spPr>
            <a:xfrm>
              <a:off x="11178463" y="8281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t3643"/>
            <p:cNvSpPr/>
            <p:nvPr/>
          </p:nvSpPr>
          <p:spPr>
            <a:xfrm>
              <a:off x="11244337" y="8221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t3644"/>
            <p:cNvSpPr/>
            <p:nvPr/>
          </p:nvSpPr>
          <p:spPr>
            <a:xfrm>
              <a:off x="11330569" y="8209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t3645"/>
            <p:cNvSpPr/>
            <p:nvPr/>
          </p:nvSpPr>
          <p:spPr>
            <a:xfrm>
              <a:off x="11042525" y="8244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t3646"/>
            <p:cNvSpPr/>
            <p:nvPr/>
          </p:nvSpPr>
          <p:spPr>
            <a:xfrm>
              <a:off x="11274771" y="8178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t3647"/>
            <p:cNvSpPr/>
            <p:nvPr/>
          </p:nvSpPr>
          <p:spPr>
            <a:xfrm>
              <a:off x="11042525" y="8304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t3648"/>
            <p:cNvSpPr/>
            <p:nvPr/>
          </p:nvSpPr>
          <p:spPr>
            <a:xfrm>
              <a:off x="11109673" y="8290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t3649"/>
            <p:cNvSpPr/>
            <p:nvPr/>
          </p:nvSpPr>
          <p:spPr>
            <a:xfrm>
              <a:off x="11042525" y="8345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t3650"/>
            <p:cNvSpPr/>
            <p:nvPr/>
          </p:nvSpPr>
          <p:spPr>
            <a:xfrm>
              <a:off x="11330513" y="835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t3651"/>
            <p:cNvSpPr/>
            <p:nvPr/>
          </p:nvSpPr>
          <p:spPr>
            <a:xfrm>
              <a:off x="11042525" y="8255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t3652"/>
            <p:cNvSpPr/>
            <p:nvPr/>
          </p:nvSpPr>
          <p:spPr>
            <a:xfrm>
              <a:off x="11256655" y="8197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t3653"/>
            <p:cNvSpPr/>
            <p:nvPr/>
          </p:nvSpPr>
          <p:spPr>
            <a:xfrm>
              <a:off x="11327670" y="8216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t3654"/>
            <p:cNvSpPr/>
            <p:nvPr/>
          </p:nvSpPr>
          <p:spPr>
            <a:xfrm>
              <a:off x="11373244" y="8238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t3655"/>
            <p:cNvSpPr/>
            <p:nvPr/>
          </p:nvSpPr>
          <p:spPr>
            <a:xfrm>
              <a:off x="11042525" y="8250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t3656"/>
            <p:cNvSpPr/>
            <p:nvPr/>
          </p:nvSpPr>
          <p:spPr>
            <a:xfrm>
              <a:off x="11042525" y="8061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7"/>
            <p:cNvSpPr/>
            <p:nvPr/>
          </p:nvSpPr>
          <p:spPr>
            <a:xfrm>
              <a:off x="11042525" y="83905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8"/>
            <p:cNvSpPr/>
            <p:nvPr/>
          </p:nvSpPr>
          <p:spPr>
            <a:xfrm>
              <a:off x="11266884" y="8384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9"/>
            <p:cNvSpPr/>
            <p:nvPr/>
          </p:nvSpPr>
          <p:spPr>
            <a:xfrm>
              <a:off x="11380653" y="8431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60"/>
            <p:cNvSpPr/>
            <p:nvPr/>
          </p:nvSpPr>
          <p:spPr>
            <a:xfrm>
              <a:off x="11042525" y="8332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1"/>
            <p:cNvSpPr/>
            <p:nvPr/>
          </p:nvSpPr>
          <p:spPr>
            <a:xfrm>
              <a:off x="11121929" y="8162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2"/>
            <p:cNvSpPr/>
            <p:nvPr/>
          </p:nvSpPr>
          <p:spPr>
            <a:xfrm>
              <a:off x="11175315" y="8219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3"/>
            <p:cNvSpPr/>
            <p:nvPr/>
          </p:nvSpPr>
          <p:spPr>
            <a:xfrm>
              <a:off x="11042525" y="8469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4"/>
            <p:cNvSpPr/>
            <p:nvPr/>
          </p:nvSpPr>
          <p:spPr>
            <a:xfrm>
              <a:off x="11042525" y="7799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5"/>
            <p:cNvSpPr/>
            <p:nvPr/>
          </p:nvSpPr>
          <p:spPr>
            <a:xfrm>
              <a:off x="11042525" y="8470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6"/>
            <p:cNvSpPr/>
            <p:nvPr/>
          </p:nvSpPr>
          <p:spPr>
            <a:xfrm>
              <a:off x="11208286" y="8417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7"/>
            <p:cNvSpPr/>
            <p:nvPr/>
          </p:nvSpPr>
          <p:spPr>
            <a:xfrm>
              <a:off x="11042525" y="7878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8"/>
            <p:cNvSpPr/>
            <p:nvPr/>
          </p:nvSpPr>
          <p:spPr>
            <a:xfrm>
              <a:off x="11111184" y="7884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9"/>
            <p:cNvSpPr/>
            <p:nvPr/>
          </p:nvSpPr>
          <p:spPr>
            <a:xfrm>
              <a:off x="11192163" y="7886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70"/>
            <p:cNvSpPr/>
            <p:nvPr/>
          </p:nvSpPr>
          <p:spPr>
            <a:xfrm>
              <a:off x="11395424" y="7910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1"/>
            <p:cNvSpPr/>
            <p:nvPr/>
          </p:nvSpPr>
          <p:spPr>
            <a:xfrm>
              <a:off x="11514446" y="80394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2"/>
            <p:cNvSpPr/>
            <p:nvPr/>
          </p:nvSpPr>
          <p:spPr>
            <a:xfrm>
              <a:off x="11042525" y="7954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3"/>
            <p:cNvSpPr/>
            <p:nvPr/>
          </p:nvSpPr>
          <p:spPr>
            <a:xfrm>
              <a:off x="11042525" y="8426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4"/>
            <p:cNvSpPr/>
            <p:nvPr/>
          </p:nvSpPr>
          <p:spPr>
            <a:xfrm>
              <a:off x="11122390" y="8407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5"/>
            <p:cNvSpPr/>
            <p:nvPr/>
          </p:nvSpPr>
          <p:spPr>
            <a:xfrm>
              <a:off x="11042525" y="8455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6"/>
            <p:cNvSpPr/>
            <p:nvPr/>
          </p:nvSpPr>
          <p:spPr>
            <a:xfrm>
              <a:off x="11119757" y="8443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7"/>
            <p:cNvSpPr/>
            <p:nvPr/>
          </p:nvSpPr>
          <p:spPr>
            <a:xfrm>
              <a:off x="11181836" y="8419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8"/>
            <p:cNvSpPr/>
            <p:nvPr/>
          </p:nvSpPr>
          <p:spPr>
            <a:xfrm>
              <a:off x="11042525" y="77147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9"/>
            <p:cNvSpPr/>
            <p:nvPr/>
          </p:nvSpPr>
          <p:spPr>
            <a:xfrm>
              <a:off x="11109373" y="7596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80"/>
            <p:cNvSpPr/>
            <p:nvPr/>
          </p:nvSpPr>
          <p:spPr>
            <a:xfrm>
              <a:off x="11177774" y="7655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1"/>
            <p:cNvSpPr/>
            <p:nvPr/>
          </p:nvSpPr>
          <p:spPr>
            <a:xfrm>
              <a:off x="11234735" y="7652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2"/>
            <p:cNvSpPr/>
            <p:nvPr/>
          </p:nvSpPr>
          <p:spPr>
            <a:xfrm>
              <a:off x="11308648" y="7652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3"/>
            <p:cNvSpPr/>
            <p:nvPr/>
          </p:nvSpPr>
          <p:spPr>
            <a:xfrm>
              <a:off x="11042525" y="8371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4"/>
            <p:cNvSpPr/>
            <p:nvPr/>
          </p:nvSpPr>
          <p:spPr>
            <a:xfrm>
              <a:off x="11113720" y="8372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5"/>
            <p:cNvSpPr/>
            <p:nvPr/>
          </p:nvSpPr>
          <p:spPr>
            <a:xfrm>
              <a:off x="11042525" y="8295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6"/>
            <p:cNvSpPr/>
            <p:nvPr/>
          </p:nvSpPr>
          <p:spPr>
            <a:xfrm>
              <a:off x="11042525" y="8330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7"/>
            <p:cNvSpPr/>
            <p:nvPr/>
          </p:nvSpPr>
          <p:spPr>
            <a:xfrm>
              <a:off x="11179382" y="8314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8"/>
            <p:cNvSpPr/>
            <p:nvPr/>
          </p:nvSpPr>
          <p:spPr>
            <a:xfrm>
              <a:off x="11255469" y="8342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9"/>
            <p:cNvSpPr/>
            <p:nvPr/>
          </p:nvSpPr>
          <p:spPr>
            <a:xfrm>
              <a:off x="11042525" y="8430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90"/>
            <p:cNvSpPr/>
            <p:nvPr/>
          </p:nvSpPr>
          <p:spPr>
            <a:xfrm>
              <a:off x="11112254" y="8405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1"/>
            <p:cNvSpPr/>
            <p:nvPr/>
          </p:nvSpPr>
          <p:spPr>
            <a:xfrm>
              <a:off x="11184537" y="8397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2"/>
            <p:cNvSpPr/>
            <p:nvPr/>
          </p:nvSpPr>
          <p:spPr>
            <a:xfrm>
              <a:off x="11042525" y="8483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3"/>
            <p:cNvSpPr/>
            <p:nvPr/>
          </p:nvSpPr>
          <p:spPr>
            <a:xfrm>
              <a:off x="11346610" y="8491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4"/>
            <p:cNvSpPr/>
            <p:nvPr/>
          </p:nvSpPr>
          <p:spPr>
            <a:xfrm>
              <a:off x="11042525" y="84654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5"/>
            <p:cNvSpPr/>
            <p:nvPr/>
          </p:nvSpPr>
          <p:spPr>
            <a:xfrm>
              <a:off x="11042525" y="8485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6"/>
            <p:cNvSpPr/>
            <p:nvPr/>
          </p:nvSpPr>
          <p:spPr>
            <a:xfrm>
              <a:off x="11042525" y="7612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7"/>
            <p:cNvSpPr/>
            <p:nvPr/>
          </p:nvSpPr>
          <p:spPr>
            <a:xfrm>
              <a:off x="11042525" y="8264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8"/>
            <p:cNvSpPr/>
            <p:nvPr/>
          </p:nvSpPr>
          <p:spPr>
            <a:xfrm>
              <a:off x="11181854" y="82629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9"/>
            <p:cNvSpPr/>
            <p:nvPr/>
          </p:nvSpPr>
          <p:spPr>
            <a:xfrm>
              <a:off x="11247779" y="82435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700"/>
            <p:cNvSpPr/>
            <p:nvPr/>
          </p:nvSpPr>
          <p:spPr>
            <a:xfrm>
              <a:off x="11410395" y="8241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1"/>
            <p:cNvSpPr/>
            <p:nvPr/>
          </p:nvSpPr>
          <p:spPr>
            <a:xfrm>
              <a:off x="11042525" y="8170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2"/>
            <p:cNvSpPr/>
            <p:nvPr/>
          </p:nvSpPr>
          <p:spPr>
            <a:xfrm>
              <a:off x="11119872" y="8068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3"/>
            <p:cNvSpPr/>
            <p:nvPr/>
          </p:nvSpPr>
          <p:spPr>
            <a:xfrm>
              <a:off x="11042525" y="8065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4"/>
            <p:cNvSpPr/>
            <p:nvPr/>
          </p:nvSpPr>
          <p:spPr>
            <a:xfrm>
              <a:off x="11042525" y="8468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5"/>
            <p:cNvSpPr/>
            <p:nvPr/>
          </p:nvSpPr>
          <p:spPr>
            <a:xfrm>
              <a:off x="11042525" y="8441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6"/>
            <p:cNvSpPr/>
            <p:nvPr/>
          </p:nvSpPr>
          <p:spPr>
            <a:xfrm>
              <a:off x="11042525" y="8356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7"/>
            <p:cNvSpPr/>
            <p:nvPr/>
          </p:nvSpPr>
          <p:spPr>
            <a:xfrm>
              <a:off x="11118310" y="8320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8"/>
            <p:cNvSpPr/>
            <p:nvPr/>
          </p:nvSpPr>
          <p:spPr>
            <a:xfrm>
              <a:off x="11042525" y="8345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9"/>
            <p:cNvSpPr/>
            <p:nvPr/>
          </p:nvSpPr>
          <p:spPr>
            <a:xfrm>
              <a:off x="11042525" y="7914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10"/>
            <p:cNvSpPr/>
            <p:nvPr/>
          </p:nvSpPr>
          <p:spPr>
            <a:xfrm>
              <a:off x="11042525" y="84903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1"/>
            <p:cNvSpPr/>
            <p:nvPr/>
          </p:nvSpPr>
          <p:spPr>
            <a:xfrm>
              <a:off x="11445035" y="8348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2"/>
            <p:cNvSpPr/>
            <p:nvPr/>
          </p:nvSpPr>
          <p:spPr>
            <a:xfrm>
              <a:off x="11042525" y="8159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3"/>
            <p:cNvSpPr/>
            <p:nvPr/>
          </p:nvSpPr>
          <p:spPr>
            <a:xfrm>
              <a:off x="11176221" y="8220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4"/>
            <p:cNvSpPr/>
            <p:nvPr/>
          </p:nvSpPr>
          <p:spPr>
            <a:xfrm>
              <a:off x="11042525" y="8412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5"/>
            <p:cNvSpPr/>
            <p:nvPr/>
          </p:nvSpPr>
          <p:spPr>
            <a:xfrm>
              <a:off x="11042525" y="8486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6"/>
            <p:cNvSpPr/>
            <p:nvPr/>
          </p:nvSpPr>
          <p:spPr>
            <a:xfrm>
              <a:off x="11303395" y="8462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7"/>
            <p:cNvSpPr/>
            <p:nvPr/>
          </p:nvSpPr>
          <p:spPr>
            <a:xfrm>
              <a:off x="11450677" y="83903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8"/>
            <p:cNvSpPr/>
            <p:nvPr/>
          </p:nvSpPr>
          <p:spPr>
            <a:xfrm>
              <a:off x="11716439" y="8294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9"/>
            <p:cNvSpPr/>
            <p:nvPr/>
          </p:nvSpPr>
          <p:spPr>
            <a:xfrm>
              <a:off x="11042525" y="7972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20"/>
            <p:cNvSpPr/>
            <p:nvPr/>
          </p:nvSpPr>
          <p:spPr>
            <a:xfrm>
              <a:off x="11042525" y="7722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1"/>
            <p:cNvSpPr/>
            <p:nvPr/>
          </p:nvSpPr>
          <p:spPr>
            <a:xfrm>
              <a:off x="11231293" y="7816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2"/>
            <p:cNvSpPr/>
            <p:nvPr/>
          </p:nvSpPr>
          <p:spPr>
            <a:xfrm>
              <a:off x="11312453" y="7798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3"/>
            <p:cNvSpPr/>
            <p:nvPr/>
          </p:nvSpPr>
          <p:spPr>
            <a:xfrm>
              <a:off x="11042525" y="8427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4"/>
            <p:cNvSpPr/>
            <p:nvPr/>
          </p:nvSpPr>
          <p:spPr>
            <a:xfrm>
              <a:off x="11251402" y="8380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5"/>
            <p:cNvSpPr/>
            <p:nvPr/>
          </p:nvSpPr>
          <p:spPr>
            <a:xfrm>
              <a:off x="11042525" y="8289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6"/>
            <p:cNvSpPr/>
            <p:nvPr/>
          </p:nvSpPr>
          <p:spPr>
            <a:xfrm>
              <a:off x="11042525" y="8468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7"/>
            <p:cNvSpPr/>
            <p:nvPr/>
          </p:nvSpPr>
          <p:spPr>
            <a:xfrm>
              <a:off x="11042525" y="8446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8"/>
            <p:cNvSpPr/>
            <p:nvPr/>
          </p:nvSpPr>
          <p:spPr>
            <a:xfrm>
              <a:off x="11042525" y="8022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9"/>
            <p:cNvSpPr/>
            <p:nvPr/>
          </p:nvSpPr>
          <p:spPr>
            <a:xfrm>
              <a:off x="11118569" y="8029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30"/>
            <p:cNvSpPr/>
            <p:nvPr/>
          </p:nvSpPr>
          <p:spPr>
            <a:xfrm>
              <a:off x="11042525" y="83841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1"/>
            <p:cNvSpPr/>
            <p:nvPr/>
          </p:nvSpPr>
          <p:spPr>
            <a:xfrm>
              <a:off x="11042525" y="8427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2"/>
            <p:cNvSpPr/>
            <p:nvPr/>
          </p:nvSpPr>
          <p:spPr>
            <a:xfrm>
              <a:off x="11101123" y="8401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3"/>
            <p:cNvSpPr/>
            <p:nvPr/>
          </p:nvSpPr>
          <p:spPr>
            <a:xfrm>
              <a:off x="11190978" y="8348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4"/>
            <p:cNvSpPr/>
            <p:nvPr/>
          </p:nvSpPr>
          <p:spPr>
            <a:xfrm>
              <a:off x="11517971" y="8165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5"/>
            <p:cNvSpPr/>
            <p:nvPr/>
          </p:nvSpPr>
          <p:spPr>
            <a:xfrm>
              <a:off x="11042525" y="8475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6"/>
            <p:cNvSpPr/>
            <p:nvPr/>
          </p:nvSpPr>
          <p:spPr>
            <a:xfrm>
              <a:off x="11122416" y="8487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7"/>
            <p:cNvSpPr/>
            <p:nvPr/>
          </p:nvSpPr>
          <p:spPr>
            <a:xfrm>
              <a:off x="11042525" y="8125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8"/>
            <p:cNvSpPr/>
            <p:nvPr/>
          </p:nvSpPr>
          <p:spPr>
            <a:xfrm>
              <a:off x="11175858" y="8391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9"/>
            <p:cNvSpPr/>
            <p:nvPr/>
          </p:nvSpPr>
          <p:spPr>
            <a:xfrm>
              <a:off x="11042525" y="7934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40"/>
            <p:cNvSpPr/>
            <p:nvPr/>
          </p:nvSpPr>
          <p:spPr>
            <a:xfrm>
              <a:off x="11270061" y="7880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1"/>
            <p:cNvSpPr/>
            <p:nvPr/>
          </p:nvSpPr>
          <p:spPr>
            <a:xfrm>
              <a:off x="11437996" y="7804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2"/>
            <p:cNvSpPr/>
            <p:nvPr/>
          </p:nvSpPr>
          <p:spPr>
            <a:xfrm>
              <a:off x="11042525" y="8345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3"/>
            <p:cNvSpPr/>
            <p:nvPr/>
          </p:nvSpPr>
          <p:spPr>
            <a:xfrm>
              <a:off x="11042525" y="8461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4"/>
            <p:cNvSpPr/>
            <p:nvPr/>
          </p:nvSpPr>
          <p:spPr>
            <a:xfrm>
              <a:off x="11118608" y="8444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5"/>
            <p:cNvSpPr/>
            <p:nvPr/>
          </p:nvSpPr>
          <p:spPr>
            <a:xfrm>
              <a:off x="11204844" y="8437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6"/>
            <p:cNvSpPr/>
            <p:nvPr/>
          </p:nvSpPr>
          <p:spPr>
            <a:xfrm>
              <a:off x="11318793" y="8400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7"/>
            <p:cNvSpPr/>
            <p:nvPr/>
          </p:nvSpPr>
          <p:spPr>
            <a:xfrm>
              <a:off x="11450677" y="8398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8"/>
            <p:cNvSpPr/>
            <p:nvPr/>
          </p:nvSpPr>
          <p:spPr>
            <a:xfrm>
              <a:off x="11715533" y="8417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9"/>
            <p:cNvSpPr/>
            <p:nvPr/>
          </p:nvSpPr>
          <p:spPr>
            <a:xfrm>
              <a:off x="11042525" y="8269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50"/>
            <p:cNvSpPr/>
            <p:nvPr/>
          </p:nvSpPr>
          <p:spPr>
            <a:xfrm>
              <a:off x="11192163" y="8129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1"/>
            <p:cNvSpPr/>
            <p:nvPr/>
          </p:nvSpPr>
          <p:spPr>
            <a:xfrm>
              <a:off x="11042525" y="8414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2"/>
            <p:cNvSpPr/>
            <p:nvPr/>
          </p:nvSpPr>
          <p:spPr>
            <a:xfrm>
              <a:off x="11176402" y="8426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3"/>
            <p:cNvSpPr/>
            <p:nvPr/>
          </p:nvSpPr>
          <p:spPr>
            <a:xfrm>
              <a:off x="11042525" y="8331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4"/>
            <p:cNvSpPr/>
            <p:nvPr/>
          </p:nvSpPr>
          <p:spPr>
            <a:xfrm>
              <a:off x="11042525" y="8341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5"/>
            <p:cNvSpPr/>
            <p:nvPr/>
          </p:nvSpPr>
          <p:spPr>
            <a:xfrm>
              <a:off x="11042525" y="84138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6"/>
            <p:cNvSpPr/>
            <p:nvPr/>
          </p:nvSpPr>
          <p:spPr>
            <a:xfrm>
              <a:off x="11042525" y="8389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7"/>
            <p:cNvSpPr/>
            <p:nvPr/>
          </p:nvSpPr>
          <p:spPr>
            <a:xfrm>
              <a:off x="11113902" y="8060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8"/>
            <p:cNvSpPr/>
            <p:nvPr/>
          </p:nvSpPr>
          <p:spPr>
            <a:xfrm>
              <a:off x="11042525" y="7865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9"/>
            <p:cNvSpPr/>
            <p:nvPr/>
          </p:nvSpPr>
          <p:spPr>
            <a:xfrm>
              <a:off x="11042525" y="8390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60"/>
            <p:cNvSpPr/>
            <p:nvPr/>
          </p:nvSpPr>
          <p:spPr>
            <a:xfrm>
              <a:off x="11042525" y="8465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1"/>
            <p:cNvSpPr/>
            <p:nvPr/>
          </p:nvSpPr>
          <p:spPr>
            <a:xfrm>
              <a:off x="11042525" y="8055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2"/>
            <p:cNvSpPr/>
            <p:nvPr/>
          </p:nvSpPr>
          <p:spPr>
            <a:xfrm>
              <a:off x="11175611" y="8133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3"/>
            <p:cNvSpPr/>
            <p:nvPr/>
          </p:nvSpPr>
          <p:spPr>
            <a:xfrm>
              <a:off x="11246510" y="8037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4"/>
            <p:cNvSpPr/>
            <p:nvPr/>
          </p:nvSpPr>
          <p:spPr>
            <a:xfrm>
              <a:off x="11320242" y="7915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5"/>
            <p:cNvSpPr/>
            <p:nvPr/>
          </p:nvSpPr>
          <p:spPr>
            <a:xfrm>
              <a:off x="11386003" y="7946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6"/>
            <p:cNvSpPr/>
            <p:nvPr/>
          </p:nvSpPr>
          <p:spPr>
            <a:xfrm>
              <a:off x="11042525" y="7916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7"/>
            <p:cNvSpPr/>
            <p:nvPr/>
          </p:nvSpPr>
          <p:spPr>
            <a:xfrm>
              <a:off x="11248237" y="7811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8"/>
            <p:cNvSpPr/>
            <p:nvPr/>
          </p:nvSpPr>
          <p:spPr>
            <a:xfrm>
              <a:off x="11042525" y="8405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9"/>
            <p:cNvSpPr/>
            <p:nvPr/>
          </p:nvSpPr>
          <p:spPr>
            <a:xfrm>
              <a:off x="11199771" y="8361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70"/>
            <p:cNvSpPr/>
            <p:nvPr/>
          </p:nvSpPr>
          <p:spPr>
            <a:xfrm>
              <a:off x="11307380" y="8300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1"/>
            <p:cNvSpPr/>
            <p:nvPr/>
          </p:nvSpPr>
          <p:spPr>
            <a:xfrm>
              <a:off x="11042525" y="8235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2"/>
            <p:cNvSpPr/>
            <p:nvPr/>
          </p:nvSpPr>
          <p:spPr>
            <a:xfrm>
              <a:off x="11113539" y="8238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3"/>
            <p:cNvSpPr/>
            <p:nvPr/>
          </p:nvSpPr>
          <p:spPr>
            <a:xfrm>
              <a:off x="11042525" y="8359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4"/>
            <p:cNvSpPr/>
            <p:nvPr/>
          </p:nvSpPr>
          <p:spPr>
            <a:xfrm>
              <a:off x="11313721" y="8317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5"/>
            <p:cNvSpPr/>
            <p:nvPr/>
          </p:nvSpPr>
          <p:spPr>
            <a:xfrm>
              <a:off x="11454482" y="8303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6"/>
            <p:cNvSpPr/>
            <p:nvPr/>
          </p:nvSpPr>
          <p:spPr>
            <a:xfrm>
              <a:off x="11042525" y="8275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7"/>
            <p:cNvSpPr/>
            <p:nvPr/>
          </p:nvSpPr>
          <p:spPr>
            <a:xfrm>
              <a:off x="11192163" y="8186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8"/>
            <p:cNvSpPr/>
            <p:nvPr/>
          </p:nvSpPr>
          <p:spPr>
            <a:xfrm>
              <a:off x="11042525" y="8489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9"/>
            <p:cNvSpPr/>
            <p:nvPr/>
          </p:nvSpPr>
          <p:spPr>
            <a:xfrm>
              <a:off x="11042525" y="8336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80"/>
            <p:cNvSpPr/>
            <p:nvPr/>
          </p:nvSpPr>
          <p:spPr>
            <a:xfrm>
              <a:off x="11122360" y="8305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1"/>
            <p:cNvSpPr/>
            <p:nvPr/>
          </p:nvSpPr>
          <p:spPr>
            <a:xfrm>
              <a:off x="11042525" y="8241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2"/>
            <p:cNvSpPr/>
            <p:nvPr/>
          </p:nvSpPr>
          <p:spPr>
            <a:xfrm>
              <a:off x="11042525" y="7701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3"/>
            <p:cNvSpPr/>
            <p:nvPr/>
          </p:nvSpPr>
          <p:spPr>
            <a:xfrm>
              <a:off x="11114807" y="7619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4"/>
            <p:cNvSpPr/>
            <p:nvPr/>
          </p:nvSpPr>
          <p:spPr>
            <a:xfrm>
              <a:off x="11042525" y="81487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5"/>
            <p:cNvSpPr/>
            <p:nvPr/>
          </p:nvSpPr>
          <p:spPr>
            <a:xfrm>
              <a:off x="11176851" y="8111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6"/>
            <p:cNvSpPr/>
            <p:nvPr/>
          </p:nvSpPr>
          <p:spPr>
            <a:xfrm>
              <a:off x="11245424" y="7982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7"/>
            <p:cNvSpPr/>
            <p:nvPr/>
          </p:nvSpPr>
          <p:spPr>
            <a:xfrm>
              <a:off x="11321329" y="8083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8"/>
            <p:cNvSpPr/>
            <p:nvPr/>
          </p:nvSpPr>
          <p:spPr>
            <a:xfrm>
              <a:off x="11042525" y="8312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9"/>
            <p:cNvSpPr/>
            <p:nvPr/>
          </p:nvSpPr>
          <p:spPr>
            <a:xfrm>
              <a:off x="11115532" y="8312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90"/>
            <p:cNvSpPr/>
            <p:nvPr/>
          </p:nvSpPr>
          <p:spPr>
            <a:xfrm>
              <a:off x="11174409" y="8298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1"/>
            <p:cNvSpPr/>
            <p:nvPr/>
          </p:nvSpPr>
          <p:spPr>
            <a:xfrm>
              <a:off x="11253576" y="8308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2"/>
            <p:cNvSpPr/>
            <p:nvPr/>
          </p:nvSpPr>
          <p:spPr>
            <a:xfrm>
              <a:off x="11317344" y="8310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3"/>
            <p:cNvSpPr/>
            <p:nvPr/>
          </p:nvSpPr>
          <p:spPr>
            <a:xfrm>
              <a:off x="11506125" y="8305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4"/>
            <p:cNvSpPr/>
            <p:nvPr/>
          </p:nvSpPr>
          <p:spPr>
            <a:xfrm>
              <a:off x="11633105" y="8311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5"/>
            <p:cNvSpPr/>
            <p:nvPr/>
          </p:nvSpPr>
          <p:spPr>
            <a:xfrm>
              <a:off x="11714250" y="8265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6"/>
            <p:cNvSpPr/>
            <p:nvPr/>
          </p:nvSpPr>
          <p:spPr>
            <a:xfrm>
              <a:off x="11042525" y="7654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7"/>
            <p:cNvSpPr/>
            <p:nvPr/>
          </p:nvSpPr>
          <p:spPr>
            <a:xfrm>
              <a:off x="11111003" y="7667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8"/>
            <p:cNvSpPr/>
            <p:nvPr/>
          </p:nvSpPr>
          <p:spPr>
            <a:xfrm>
              <a:off x="11197092" y="7558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9"/>
            <p:cNvSpPr/>
            <p:nvPr/>
          </p:nvSpPr>
          <p:spPr>
            <a:xfrm>
              <a:off x="11042525" y="8239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800"/>
            <p:cNvSpPr/>
            <p:nvPr/>
          </p:nvSpPr>
          <p:spPr>
            <a:xfrm>
              <a:off x="11110460" y="8257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1"/>
            <p:cNvSpPr/>
            <p:nvPr/>
          </p:nvSpPr>
          <p:spPr>
            <a:xfrm>
              <a:off x="11042525" y="8469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2"/>
            <p:cNvSpPr/>
            <p:nvPr/>
          </p:nvSpPr>
          <p:spPr>
            <a:xfrm>
              <a:off x="11297235" y="8324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3"/>
            <p:cNvSpPr/>
            <p:nvPr/>
          </p:nvSpPr>
          <p:spPr>
            <a:xfrm>
              <a:off x="11042525" y="8416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4"/>
            <p:cNvSpPr/>
            <p:nvPr/>
          </p:nvSpPr>
          <p:spPr>
            <a:xfrm>
              <a:off x="11042525" y="8140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5"/>
            <p:cNvSpPr/>
            <p:nvPr/>
          </p:nvSpPr>
          <p:spPr>
            <a:xfrm>
              <a:off x="11042525" y="7647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6"/>
            <p:cNvSpPr/>
            <p:nvPr/>
          </p:nvSpPr>
          <p:spPr>
            <a:xfrm>
              <a:off x="11042525" y="8357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7"/>
            <p:cNvSpPr/>
            <p:nvPr/>
          </p:nvSpPr>
          <p:spPr>
            <a:xfrm>
              <a:off x="11341794" y="8362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8"/>
            <p:cNvSpPr/>
            <p:nvPr/>
          </p:nvSpPr>
          <p:spPr>
            <a:xfrm>
              <a:off x="11445424" y="8267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9"/>
            <p:cNvSpPr/>
            <p:nvPr/>
          </p:nvSpPr>
          <p:spPr>
            <a:xfrm>
              <a:off x="11042525" y="8277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10"/>
            <p:cNvSpPr/>
            <p:nvPr/>
          </p:nvSpPr>
          <p:spPr>
            <a:xfrm>
              <a:off x="11110773" y="8199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1"/>
            <p:cNvSpPr/>
            <p:nvPr/>
          </p:nvSpPr>
          <p:spPr>
            <a:xfrm>
              <a:off x="11042525" y="8195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2"/>
            <p:cNvSpPr/>
            <p:nvPr/>
          </p:nvSpPr>
          <p:spPr>
            <a:xfrm>
              <a:off x="11042525" y="83873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3"/>
            <p:cNvSpPr/>
            <p:nvPr/>
          </p:nvSpPr>
          <p:spPr>
            <a:xfrm>
              <a:off x="11170150" y="8349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4"/>
            <p:cNvSpPr/>
            <p:nvPr/>
          </p:nvSpPr>
          <p:spPr>
            <a:xfrm>
              <a:off x="11042525" y="83775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5"/>
            <p:cNvSpPr/>
            <p:nvPr/>
          </p:nvSpPr>
          <p:spPr>
            <a:xfrm>
              <a:off x="11241438" y="8218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6"/>
            <p:cNvSpPr/>
            <p:nvPr/>
          </p:nvSpPr>
          <p:spPr>
            <a:xfrm>
              <a:off x="11042525" y="8071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7"/>
            <p:cNvSpPr/>
            <p:nvPr/>
          </p:nvSpPr>
          <p:spPr>
            <a:xfrm>
              <a:off x="11246510" y="8288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8"/>
            <p:cNvSpPr/>
            <p:nvPr/>
          </p:nvSpPr>
          <p:spPr>
            <a:xfrm>
              <a:off x="11042525" y="8234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9"/>
            <p:cNvSpPr/>
            <p:nvPr/>
          </p:nvSpPr>
          <p:spPr>
            <a:xfrm>
              <a:off x="11111135" y="8226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20"/>
            <p:cNvSpPr/>
            <p:nvPr/>
          </p:nvSpPr>
          <p:spPr>
            <a:xfrm>
              <a:off x="11042525" y="8011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1"/>
            <p:cNvSpPr/>
            <p:nvPr/>
          </p:nvSpPr>
          <p:spPr>
            <a:xfrm>
              <a:off x="11109916" y="7993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2"/>
            <p:cNvSpPr/>
            <p:nvPr/>
          </p:nvSpPr>
          <p:spPr>
            <a:xfrm>
              <a:off x="11185812" y="78595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3"/>
            <p:cNvSpPr/>
            <p:nvPr/>
          </p:nvSpPr>
          <p:spPr>
            <a:xfrm>
              <a:off x="11042525" y="7830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4"/>
            <p:cNvSpPr/>
            <p:nvPr/>
          </p:nvSpPr>
          <p:spPr>
            <a:xfrm>
              <a:off x="11042525" y="8115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5"/>
            <p:cNvSpPr/>
            <p:nvPr/>
          </p:nvSpPr>
          <p:spPr>
            <a:xfrm>
              <a:off x="11042525" y="84117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6"/>
            <p:cNvSpPr/>
            <p:nvPr/>
          </p:nvSpPr>
          <p:spPr>
            <a:xfrm>
              <a:off x="11042525" y="8289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7"/>
            <p:cNvSpPr/>
            <p:nvPr/>
          </p:nvSpPr>
          <p:spPr>
            <a:xfrm>
              <a:off x="11111365" y="8272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8"/>
            <p:cNvSpPr/>
            <p:nvPr/>
          </p:nvSpPr>
          <p:spPr>
            <a:xfrm>
              <a:off x="11178576" y="8273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9"/>
            <p:cNvSpPr/>
            <p:nvPr/>
          </p:nvSpPr>
          <p:spPr>
            <a:xfrm>
              <a:off x="11042525" y="8330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30"/>
            <p:cNvSpPr/>
            <p:nvPr/>
          </p:nvSpPr>
          <p:spPr>
            <a:xfrm>
              <a:off x="11242869" y="8291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1"/>
            <p:cNvSpPr/>
            <p:nvPr/>
          </p:nvSpPr>
          <p:spPr>
            <a:xfrm>
              <a:off x="11042525" y="8094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2"/>
            <p:cNvSpPr/>
            <p:nvPr/>
          </p:nvSpPr>
          <p:spPr>
            <a:xfrm>
              <a:off x="11042525" y="8249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3"/>
            <p:cNvSpPr/>
            <p:nvPr/>
          </p:nvSpPr>
          <p:spPr>
            <a:xfrm>
              <a:off x="11102628" y="8290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4"/>
            <p:cNvSpPr/>
            <p:nvPr/>
          </p:nvSpPr>
          <p:spPr>
            <a:xfrm>
              <a:off x="11185236" y="8290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5"/>
            <p:cNvSpPr/>
            <p:nvPr/>
          </p:nvSpPr>
          <p:spPr>
            <a:xfrm>
              <a:off x="11042525" y="8302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6"/>
            <p:cNvSpPr/>
            <p:nvPr/>
          </p:nvSpPr>
          <p:spPr>
            <a:xfrm>
              <a:off x="11243793" y="8274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7"/>
            <p:cNvSpPr/>
            <p:nvPr/>
          </p:nvSpPr>
          <p:spPr>
            <a:xfrm>
              <a:off x="11042525" y="8470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8"/>
            <p:cNvSpPr/>
            <p:nvPr/>
          </p:nvSpPr>
          <p:spPr>
            <a:xfrm>
              <a:off x="11042525" y="8075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9"/>
            <p:cNvSpPr/>
            <p:nvPr/>
          </p:nvSpPr>
          <p:spPr>
            <a:xfrm>
              <a:off x="11198503" y="8004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40"/>
            <p:cNvSpPr/>
            <p:nvPr/>
          </p:nvSpPr>
          <p:spPr>
            <a:xfrm>
              <a:off x="11042525" y="8331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1"/>
            <p:cNvSpPr/>
            <p:nvPr/>
          </p:nvSpPr>
          <p:spPr>
            <a:xfrm>
              <a:off x="11042525" y="8175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2"/>
            <p:cNvSpPr/>
            <p:nvPr/>
          </p:nvSpPr>
          <p:spPr>
            <a:xfrm>
              <a:off x="11042525" y="8465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3"/>
            <p:cNvSpPr/>
            <p:nvPr/>
          </p:nvSpPr>
          <p:spPr>
            <a:xfrm>
              <a:off x="11042525" y="8019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4"/>
            <p:cNvSpPr/>
            <p:nvPr/>
          </p:nvSpPr>
          <p:spPr>
            <a:xfrm>
              <a:off x="11042525" y="8046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5"/>
            <p:cNvSpPr/>
            <p:nvPr/>
          </p:nvSpPr>
          <p:spPr>
            <a:xfrm>
              <a:off x="11184286" y="80905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6"/>
            <p:cNvSpPr/>
            <p:nvPr/>
          </p:nvSpPr>
          <p:spPr>
            <a:xfrm>
              <a:off x="11309728" y="79631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7"/>
            <p:cNvSpPr/>
            <p:nvPr/>
          </p:nvSpPr>
          <p:spPr>
            <a:xfrm>
              <a:off x="11042525" y="8129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8"/>
            <p:cNvSpPr/>
            <p:nvPr/>
          </p:nvSpPr>
          <p:spPr>
            <a:xfrm>
              <a:off x="11274590" y="8215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9"/>
            <p:cNvSpPr/>
            <p:nvPr/>
          </p:nvSpPr>
          <p:spPr>
            <a:xfrm>
              <a:off x="11042525" y="8038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50"/>
            <p:cNvSpPr/>
            <p:nvPr/>
          </p:nvSpPr>
          <p:spPr>
            <a:xfrm>
              <a:off x="11042525" y="8446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1"/>
            <p:cNvSpPr/>
            <p:nvPr/>
          </p:nvSpPr>
          <p:spPr>
            <a:xfrm>
              <a:off x="11251039" y="8405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2"/>
            <p:cNvSpPr/>
            <p:nvPr/>
          </p:nvSpPr>
          <p:spPr>
            <a:xfrm>
              <a:off x="11373342" y="8405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3"/>
            <p:cNvSpPr/>
            <p:nvPr/>
          </p:nvSpPr>
          <p:spPr>
            <a:xfrm>
              <a:off x="11503938" y="8389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t3854"/>
            <p:cNvSpPr/>
            <p:nvPr/>
          </p:nvSpPr>
          <p:spPr>
            <a:xfrm>
              <a:off x="11649772" y="8407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t3855"/>
            <p:cNvSpPr/>
            <p:nvPr/>
          </p:nvSpPr>
          <p:spPr>
            <a:xfrm>
              <a:off x="11042525" y="8274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t3856"/>
            <p:cNvSpPr/>
            <p:nvPr/>
          </p:nvSpPr>
          <p:spPr>
            <a:xfrm>
              <a:off x="11112146" y="81663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t3857"/>
            <p:cNvSpPr/>
            <p:nvPr/>
          </p:nvSpPr>
          <p:spPr>
            <a:xfrm>
              <a:off x="11042525" y="8464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t3858"/>
            <p:cNvSpPr/>
            <p:nvPr/>
          </p:nvSpPr>
          <p:spPr>
            <a:xfrm>
              <a:off x="11108729" y="8435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t3859"/>
            <p:cNvSpPr/>
            <p:nvPr/>
          </p:nvSpPr>
          <p:spPr>
            <a:xfrm>
              <a:off x="11178757" y="8426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t3860"/>
            <p:cNvSpPr/>
            <p:nvPr/>
          </p:nvSpPr>
          <p:spPr>
            <a:xfrm>
              <a:off x="11042525" y="8323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t3861"/>
            <p:cNvSpPr/>
            <p:nvPr/>
          </p:nvSpPr>
          <p:spPr>
            <a:xfrm>
              <a:off x="11121141" y="8340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t3862"/>
            <p:cNvSpPr/>
            <p:nvPr/>
          </p:nvSpPr>
          <p:spPr>
            <a:xfrm>
              <a:off x="11042525" y="8423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t3863"/>
            <p:cNvSpPr/>
            <p:nvPr/>
          </p:nvSpPr>
          <p:spPr>
            <a:xfrm>
              <a:off x="11197072" y="8265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t3864"/>
            <p:cNvSpPr/>
            <p:nvPr/>
          </p:nvSpPr>
          <p:spPr>
            <a:xfrm>
              <a:off x="11042525" y="8304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t3865"/>
            <p:cNvSpPr/>
            <p:nvPr/>
          </p:nvSpPr>
          <p:spPr>
            <a:xfrm>
              <a:off x="11182952" y="8232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t3866"/>
            <p:cNvSpPr/>
            <p:nvPr/>
          </p:nvSpPr>
          <p:spPr>
            <a:xfrm>
              <a:off x="11042525" y="8000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t3867"/>
            <p:cNvSpPr/>
            <p:nvPr/>
          </p:nvSpPr>
          <p:spPr>
            <a:xfrm>
              <a:off x="11042525" y="8064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t3868"/>
            <p:cNvSpPr/>
            <p:nvPr/>
          </p:nvSpPr>
          <p:spPr>
            <a:xfrm>
              <a:off x="11174374" y="8213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t3869"/>
            <p:cNvSpPr/>
            <p:nvPr/>
          </p:nvSpPr>
          <p:spPr>
            <a:xfrm>
              <a:off x="11241438" y="8063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t3870"/>
            <p:cNvSpPr/>
            <p:nvPr/>
          </p:nvSpPr>
          <p:spPr>
            <a:xfrm>
              <a:off x="11042525" y="8472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t3871"/>
            <p:cNvSpPr/>
            <p:nvPr/>
          </p:nvSpPr>
          <p:spPr>
            <a:xfrm>
              <a:off x="11247825" y="8362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t3872"/>
            <p:cNvSpPr/>
            <p:nvPr/>
          </p:nvSpPr>
          <p:spPr>
            <a:xfrm>
              <a:off x="11366847" y="8295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t3873"/>
            <p:cNvSpPr/>
            <p:nvPr/>
          </p:nvSpPr>
          <p:spPr>
            <a:xfrm>
              <a:off x="11502536" y="8212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t3874"/>
            <p:cNvSpPr/>
            <p:nvPr/>
          </p:nvSpPr>
          <p:spPr>
            <a:xfrm>
              <a:off x="11638949" y="8161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t3875"/>
            <p:cNvSpPr/>
            <p:nvPr/>
          </p:nvSpPr>
          <p:spPr>
            <a:xfrm>
              <a:off x="11042525" y="8245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t3876"/>
            <p:cNvSpPr/>
            <p:nvPr/>
          </p:nvSpPr>
          <p:spPr>
            <a:xfrm>
              <a:off x="11117244" y="8247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t3877"/>
            <p:cNvSpPr/>
            <p:nvPr/>
          </p:nvSpPr>
          <p:spPr>
            <a:xfrm>
              <a:off x="11042525" y="8310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t3878"/>
            <p:cNvSpPr/>
            <p:nvPr/>
          </p:nvSpPr>
          <p:spPr>
            <a:xfrm>
              <a:off x="11042525" y="80439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t3879"/>
            <p:cNvSpPr/>
            <p:nvPr/>
          </p:nvSpPr>
          <p:spPr>
            <a:xfrm>
              <a:off x="11122416" y="8021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t3880"/>
            <p:cNvSpPr/>
            <p:nvPr/>
          </p:nvSpPr>
          <p:spPr>
            <a:xfrm>
              <a:off x="11042525" y="7509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t3881"/>
            <p:cNvSpPr/>
            <p:nvPr/>
          </p:nvSpPr>
          <p:spPr>
            <a:xfrm>
              <a:off x="11042525" y="76839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t3882"/>
            <p:cNvSpPr/>
            <p:nvPr/>
          </p:nvSpPr>
          <p:spPr>
            <a:xfrm>
              <a:off x="11120911" y="7774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t3883"/>
            <p:cNvSpPr/>
            <p:nvPr/>
          </p:nvSpPr>
          <p:spPr>
            <a:xfrm>
              <a:off x="11195967" y="7714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t3884"/>
            <p:cNvSpPr/>
            <p:nvPr/>
          </p:nvSpPr>
          <p:spPr>
            <a:xfrm>
              <a:off x="11324047" y="7576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t3885"/>
            <p:cNvSpPr/>
            <p:nvPr/>
          </p:nvSpPr>
          <p:spPr>
            <a:xfrm>
              <a:off x="11042525" y="8488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t3886"/>
            <p:cNvSpPr/>
            <p:nvPr/>
          </p:nvSpPr>
          <p:spPr>
            <a:xfrm>
              <a:off x="11042525" y="8283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t3887"/>
            <p:cNvSpPr/>
            <p:nvPr/>
          </p:nvSpPr>
          <p:spPr>
            <a:xfrm>
              <a:off x="11042525" y="8431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t3888"/>
            <p:cNvSpPr/>
            <p:nvPr/>
          </p:nvSpPr>
          <p:spPr>
            <a:xfrm>
              <a:off x="11042525" y="8050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t3889"/>
            <p:cNvSpPr/>
            <p:nvPr/>
          </p:nvSpPr>
          <p:spPr>
            <a:xfrm>
              <a:off x="11042525" y="8426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t3890"/>
            <p:cNvSpPr/>
            <p:nvPr/>
          </p:nvSpPr>
          <p:spPr>
            <a:xfrm>
              <a:off x="11209554" y="8334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t3891"/>
            <p:cNvSpPr/>
            <p:nvPr/>
          </p:nvSpPr>
          <p:spPr>
            <a:xfrm>
              <a:off x="11318793" y="8225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t3892"/>
            <p:cNvSpPr/>
            <p:nvPr/>
          </p:nvSpPr>
          <p:spPr>
            <a:xfrm>
              <a:off x="11449409" y="8203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t3893"/>
            <p:cNvSpPr/>
            <p:nvPr/>
          </p:nvSpPr>
          <p:spPr>
            <a:xfrm>
              <a:off x="11578214" y="8392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t3894"/>
            <p:cNvSpPr/>
            <p:nvPr/>
          </p:nvSpPr>
          <p:spPr>
            <a:xfrm>
              <a:off x="11388532" y="8311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t3895"/>
            <p:cNvSpPr/>
            <p:nvPr/>
          </p:nvSpPr>
          <p:spPr>
            <a:xfrm>
              <a:off x="11042525" y="8024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t3896"/>
            <p:cNvSpPr/>
            <p:nvPr/>
          </p:nvSpPr>
          <p:spPr>
            <a:xfrm>
              <a:off x="11107923" y="7987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t3897"/>
            <p:cNvSpPr/>
            <p:nvPr/>
          </p:nvSpPr>
          <p:spPr>
            <a:xfrm>
              <a:off x="11042525" y="8159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t3898"/>
            <p:cNvSpPr/>
            <p:nvPr/>
          </p:nvSpPr>
          <p:spPr>
            <a:xfrm>
              <a:off x="11042525" y="7980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t3899"/>
            <p:cNvSpPr/>
            <p:nvPr/>
          </p:nvSpPr>
          <p:spPr>
            <a:xfrm>
              <a:off x="11109561" y="7891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t3900"/>
            <p:cNvSpPr/>
            <p:nvPr/>
          </p:nvSpPr>
          <p:spPr>
            <a:xfrm>
              <a:off x="11175503" y="7933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t3901"/>
            <p:cNvSpPr/>
            <p:nvPr/>
          </p:nvSpPr>
          <p:spPr>
            <a:xfrm>
              <a:off x="11042525" y="8320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t3902"/>
            <p:cNvSpPr/>
            <p:nvPr/>
          </p:nvSpPr>
          <p:spPr>
            <a:xfrm>
              <a:off x="11042525" y="7801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t3903"/>
            <p:cNvSpPr/>
            <p:nvPr/>
          </p:nvSpPr>
          <p:spPr>
            <a:xfrm>
              <a:off x="11109321" y="7697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t3904"/>
            <p:cNvSpPr/>
            <p:nvPr/>
          </p:nvSpPr>
          <p:spPr>
            <a:xfrm>
              <a:off x="11240012" y="7946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t3905"/>
            <p:cNvSpPr/>
            <p:nvPr/>
          </p:nvSpPr>
          <p:spPr>
            <a:xfrm>
              <a:off x="11042525" y="8099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t3906"/>
            <p:cNvSpPr/>
            <p:nvPr/>
          </p:nvSpPr>
          <p:spPr>
            <a:xfrm>
              <a:off x="11167986" y="8044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t3907"/>
            <p:cNvSpPr/>
            <p:nvPr/>
          </p:nvSpPr>
          <p:spPr>
            <a:xfrm>
              <a:off x="11042525" y="8332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t3908"/>
            <p:cNvSpPr/>
            <p:nvPr/>
          </p:nvSpPr>
          <p:spPr>
            <a:xfrm>
              <a:off x="11042525" y="8479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t3909"/>
            <p:cNvSpPr/>
            <p:nvPr/>
          </p:nvSpPr>
          <p:spPr>
            <a:xfrm>
              <a:off x="11116551" y="8494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t3910"/>
            <p:cNvSpPr/>
            <p:nvPr/>
          </p:nvSpPr>
          <p:spPr>
            <a:xfrm>
              <a:off x="11042525" y="8448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t3911"/>
            <p:cNvSpPr/>
            <p:nvPr/>
          </p:nvSpPr>
          <p:spPr>
            <a:xfrm>
              <a:off x="11270605" y="8325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t3912"/>
            <p:cNvSpPr/>
            <p:nvPr/>
          </p:nvSpPr>
          <p:spPr>
            <a:xfrm>
              <a:off x="11042525" y="8198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t3913"/>
            <p:cNvSpPr/>
            <p:nvPr/>
          </p:nvSpPr>
          <p:spPr>
            <a:xfrm>
              <a:off x="11042525" y="8352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t3914"/>
            <p:cNvSpPr/>
            <p:nvPr/>
          </p:nvSpPr>
          <p:spPr>
            <a:xfrm>
              <a:off x="11113902" y="7315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t3915"/>
            <p:cNvSpPr/>
            <p:nvPr/>
          </p:nvSpPr>
          <p:spPr>
            <a:xfrm>
              <a:off x="11042525" y="8014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t3916"/>
            <p:cNvSpPr/>
            <p:nvPr/>
          </p:nvSpPr>
          <p:spPr>
            <a:xfrm>
              <a:off x="11175985" y="8055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t3917"/>
            <p:cNvSpPr/>
            <p:nvPr/>
          </p:nvSpPr>
          <p:spPr>
            <a:xfrm>
              <a:off x="11243068" y="8046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t3918"/>
            <p:cNvSpPr/>
            <p:nvPr/>
          </p:nvSpPr>
          <p:spPr>
            <a:xfrm>
              <a:off x="11373685" y="7910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t3919"/>
            <p:cNvSpPr/>
            <p:nvPr/>
          </p:nvSpPr>
          <p:spPr>
            <a:xfrm>
              <a:off x="11042525" y="8412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t3920"/>
            <p:cNvSpPr/>
            <p:nvPr/>
          </p:nvSpPr>
          <p:spPr>
            <a:xfrm>
              <a:off x="11449361" y="8232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t3921"/>
            <p:cNvSpPr/>
            <p:nvPr/>
          </p:nvSpPr>
          <p:spPr>
            <a:xfrm>
              <a:off x="11042525" y="8103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t3922"/>
            <p:cNvSpPr/>
            <p:nvPr/>
          </p:nvSpPr>
          <p:spPr>
            <a:xfrm>
              <a:off x="11042525" y="8290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t3923"/>
            <p:cNvSpPr/>
            <p:nvPr/>
          </p:nvSpPr>
          <p:spPr>
            <a:xfrm>
              <a:off x="11042525" y="8412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11227605" y="8395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11373322" y="8330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11529134" y="8327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11649228" y="8263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11763276" y="8235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11109624" y="7850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11175496" y="7855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11242706" y="7921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11042525" y="7702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11111353" y="7876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11042525" y="7944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11042525" y="8488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11244120" y="8510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11042525" y="7444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11042525" y="7811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11042525" y="8406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11042525" y="8366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11181112" y="8312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11320242" y="8235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11042525" y="8421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11042525" y="8303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11042525" y="8421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11195496" y="8395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11042525" y="8175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11042525" y="7941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11042525" y="8019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11328915" y="7697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11042525" y="8123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11042525" y="7827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11042525" y="8379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11180702" y="8119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11351897" y="8009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11448274" y="7988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11512948" y="8004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11042525" y="8439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11305387" y="84515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11042525" y="7604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l3961"/>
            <p:cNvSpPr/>
            <p:nvPr/>
          </p:nvSpPr>
          <p:spPr>
            <a:xfrm>
              <a:off x="11067351" y="8387978"/>
              <a:ext cx="210326" cy="40409"/>
            </a:xfrm>
            <a:custGeom>
              <a:avLst/>
              <a:pathLst>
                <a:path w="210326" h="40409">
                  <a:moveTo>
                    <a:pt x="0" y="0"/>
                  </a:moveTo>
                  <a:lnTo>
                    <a:pt x="210326" y="4040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11067351" y="8483635"/>
              <a:ext cx="197645" cy="18948"/>
            </a:xfrm>
            <a:custGeom>
              <a:avLst/>
              <a:pathLst>
                <a:path w="197645" h="18948">
                  <a:moveTo>
                    <a:pt x="0" y="18948"/>
                  </a:moveTo>
                  <a:lnTo>
                    <a:pt x="19764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11067351" y="8337980"/>
              <a:ext cx="68325" cy="57988"/>
            </a:xfrm>
            <a:custGeom>
              <a:avLst/>
              <a:pathLst>
                <a:path w="68325" h="57988">
                  <a:moveTo>
                    <a:pt x="0" y="57988"/>
                  </a:moveTo>
                  <a:lnTo>
                    <a:pt x="683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11067351" y="7598744"/>
              <a:ext cx="197645" cy="154787"/>
            </a:xfrm>
            <a:custGeom>
              <a:avLst/>
              <a:pathLst>
                <a:path w="197645" h="154787">
                  <a:moveTo>
                    <a:pt x="0" y="154787"/>
                  </a:moveTo>
                  <a:lnTo>
                    <a:pt x="75990" y="123053"/>
                  </a:lnTo>
                  <a:lnTo>
                    <a:pt x="134058" y="125108"/>
                  </a:lnTo>
                  <a:lnTo>
                    <a:pt x="19764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11067351" y="8104885"/>
              <a:ext cx="235917" cy="57531"/>
            </a:xfrm>
            <a:custGeom>
              <a:avLst/>
              <a:pathLst>
                <a:path w="235917" h="57531">
                  <a:moveTo>
                    <a:pt x="0" y="57531"/>
                  </a:moveTo>
                  <a:lnTo>
                    <a:pt x="78623" y="55705"/>
                  </a:lnTo>
                  <a:lnTo>
                    <a:pt x="23591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11067351" y="8341176"/>
              <a:ext cx="400725" cy="36071"/>
            </a:xfrm>
            <a:custGeom>
              <a:avLst/>
              <a:pathLst>
                <a:path w="400725" h="36071">
                  <a:moveTo>
                    <a:pt x="0" y="36071"/>
                  </a:moveTo>
                  <a:lnTo>
                    <a:pt x="219326" y="6620"/>
                  </a:lnTo>
                  <a:lnTo>
                    <a:pt x="4007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l3967"/>
            <p:cNvSpPr/>
            <p:nvPr/>
          </p:nvSpPr>
          <p:spPr>
            <a:xfrm>
              <a:off x="11067351" y="8423821"/>
              <a:ext cx="239855" cy="82188"/>
            </a:xfrm>
            <a:custGeom>
              <a:avLst/>
              <a:pathLst>
                <a:path w="239855" h="82188">
                  <a:moveTo>
                    <a:pt x="0" y="82188"/>
                  </a:moveTo>
                  <a:lnTo>
                    <a:pt x="2398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l3968"/>
            <p:cNvSpPr/>
            <p:nvPr/>
          </p:nvSpPr>
          <p:spPr>
            <a:xfrm>
              <a:off x="11067351" y="8403045"/>
              <a:ext cx="76044" cy="35158"/>
            </a:xfrm>
            <a:custGeom>
              <a:avLst/>
              <a:pathLst>
                <a:path w="76044" h="35158">
                  <a:moveTo>
                    <a:pt x="0" y="0"/>
                  </a:moveTo>
                  <a:lnTo>
                    <a:pt x="76044" y="351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l3969"/>
            <p:cNvSpPr/>
            <p:nvPr/>
          </p:nvSpPr>
          <p:spPr>
            <a:xfrm>
              <a:off x="11067351" y="7794397"/>
              <a:ext cx="139612" cy="199077"/>
            </a:xfrm>
            <a:custGeom>
              <a:avLst/>
              <a:pathLst>
                <a:path w="139612" h="199077">
                  <a:moveTo>
                    <a:pt x="0" y="199077"/>
                  </a:moveTo>
                  <a:lnTo>
                    <a:pt x="1396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l3970"/>
            <p:cNvSpPr/>
            <p:nvPr/>
          </p:nvSpPr>
          <p:spPr>
            <a:xfrm>
              <a:off x="11067351" y="8227939"/>
              <a:ext cx="333576" cy="87895"/>
            </a:xfrm>
            <a:custGeom>
              <a:avLst/>
              <a:pathLst>
                <a:path w="333576" h="87895">
                  <a:moveTo>
                    <a:pt x="0" y="87895"/>
                  </a:moveTo>
                  <a:lnTo>
                    <a:pt x="159481" y="0"/>
                  </a:lnTo>
                  <a:lnTo>
                    <a:pt x="333576" y="799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l3971"/>
            <p:cNvSpPr/>
            <p:nvPr/>
          </p:nvSpPr>
          <p:spPr>
            <a:xfrm>
              <a:off x="11067351" y="8401904"/>
              <a:ext cx="216848" cy="80361"/>
            </a:xfrm>
            <a:custGeom>
              <a:avLst/>
              <a:pathLst>
                <a:path w="216848" h="80361">
                  <a:moveTo>
                    <a:pt x="0" y="80361"/>
                  </a:moveTo>
                  <a:lnTo>
                    <a:pt x="21684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l3972"/>
            <p:cNvSpPr/>
            <p:nvPr/>
          </p:nvSpPr>
          <p:spPr>
            <a:xfrm>
              <a:off x="11067351" y="8475873"/>
              <a:ext cx="335869" cy="49997"/>
            </a:xfrm>
            <a:custGeom>
              <a:avLst/>
              <a:pathLst>
                <a:path w="335869" h="49997">
                  <a:moveTo>
                    <a:pt x="0" y="25341"/>
                  </a:moveTo>
                  <a:lnTo>
                    <a:pt x="72101" y="49997"/>
                  </a:lnTo>
                  <a:lnTo>
                    <a:pt x="200305" y="0"/>
                  </a:lnTo>
                  <a:lnTo>
                    <a:pt x="335869" y="296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l3973"/>
            <p:cNvSpPr/>
            <p:nvPr/>
          </p:nvSpPr>
          <p:spPr>
            <a:xfrm>
              <a:off x="11067351" y="8222688"/>
              <a:ext cx="462925" cy="182411"/>
            </a:xfrm>
            <a:custGeom>
              <a:avLst/>
              <a:pathLst>
                <a:path w="462925" h="182411">
                  <a:moveTo>
                    <a:pt x="0" y="182411"/>
                  </a:moveTo>
                  <a:lnTo>
                    <a:pt x="199338" y="38811"/>
                  </a:lnTo>
                  <a:lnTo>
                    <a:pt x="332309" y="0"/>
                  </a:lnTo>
                  <a:lnTo>
                    <a:pt x="462925" y="684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l3974"/>
            <p:cNvSpPr/>
            <p:nvPr/>
          </p:nvSpPr>
          <p:spPr>
            <a:xfrm>
              <a:off x="11067351" y="8503726"/>
              <a:ext cx="136413" cy="5479"/>
            </a:xfrm>
            <a:custGeom>
              <a:avLst/>
              <a:pathLst>
                <a:path w="136413" h="5479">
                  <a:moveTo>
                    <a:pt x="0" y="5479"/>
                  </a:moveTo>
                  <a:lnTo>
                    <a:pt x="13641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l3975"/>
            <p:cNvSpPr/>
            <p:nvPr/>
          </p:nvSpPr>
          <p:spPr>
            <a:xfrm>
              <a:off x="11067351" y="8356700"/>
              <a:ext cx="63405" cy="20090"/>
            </a:xfrm>
            <a:custGeom>
              <a:avLst/>
              <a:pathLst>
                <a:path w="63405" h="20090">
                  <a:moveTo>
                    <a:pt x="0" y="0"/>
                  </a:moveTo>
                  <a:lnTo>
                    <a:pt x="63405" y="2009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l3976"/>
            <p:cNvSpPr/>
            <p:nvPr/>
          </p:nvSpPr>
          <p:spPr>
            <a:xfrm>
              <a:off x="11067351" y="8260129"/>
              <a:ext cx="76035" cy="42463"/>
            </a:xfrm>
            <a:custGeom>
              <a:avLst/>
              <a:pathLst>
                <a:path w="76035" h="42463">
                  <a:moveTo>
                    <a:pt x="0" y="42463"/>
                  </a:moveTo>
                  <a:lnTo>
                    <a:pt x="760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l3977"/>
            <p:cNvSpPr/>
            <p:nvPr/>
          </p:nvSpPr>
          <p:spPr>
            <a:xfrm>
              <a:off x="11067351" y="8324282"/>
              <a:ext cx="73463" cy="5935"/>
            </a:xfrm>
            <a:custGeom>
              <a:avLst/>
              <a:pathLst>
                <a:path w="73463" h="5935">
                  <a:moveTo>
                    <a:pt x="0" y="0"/>
                  </a:moveTo>
                  <a:lnTo>
                    <a:pt x="73463" y="593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l3978"/>
            <p:cNvSpPr/>
            <p:nvPr/>
          </p:nvSpPr>
          <p:spPr>
            <a:xfrm>
              <a:off x="11067351" y="8269718"/>
              <a:ext cx="221920" cy="58673"/>
            </a:xfrm>
            <a:custGeom>
              <a:avLst/>
              <a:pathLst>
                <a:path w="221920" h="58673">
                  <a:moveTo>
                    <a:pt x="0" y="0"/>
                  </a:moveTo>
                  <a:lnTo>
                    <a:pt x="86203" y="58673"/>
                  </a:lnTo>
                  <a:lnTo>
                    <a:pt x="221920" y="3173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l3979"/>
            <p:cNvSpPr/>
            <p:nvPr/>
          </p:nvSpPr>
          <p:spPr>
            <a:xfrm>
              <a:off x="11067351" y="8355102"/>
              <a:ext cx="136846" cy="41094"/>
            </a:xfrm>
            <a:custGeom>
              <a:avLst/>
              <a:pathLst>
                <a:path w="136846" h="41094">
                  <a:moveTo>
                    <a:pt x="0" y="31277"/>
                  </a:moveTo>
                  <a:lnTo>
                    <a:pt x="70904" y="41094"/>
                  </a:lnTo>
                  <a:lnTo>
                    <a:pt x="1368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l3980"/>
            <p:cNvSpPr/>
            <p:nvPr/>
          </p:nvSpPr>
          <p:spPr>
            <a:xfrm>
              <a:off x="11067351" y="7937541"/>
              <a:ext cx="672464" cy="86982"/>
            </a:xfrm>
            <a:custGeom>
              <a:avLst/>
              <a:pathLst>
                <a:path w="672464" h="86982">
                  <a:moveTo>
                    <a:pt x="0" y="86982"/>
                  </a:moveTo>
                  <a:lnTo>
                    <a:pt x="202717" y="7762"/>
                  </a:lnTo>
                  <a:lnTo>
                    <a:pt x="330760" y="17579"/>
                  </a:lnTo>
                  <a:lnTo>
                    <a:pt x="462500" y="0"/>
                  </a:lnTo>
                  <a:lnTo>
                    <a:pt x="672464" y="593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l3981"/>
            <p:cNvSpPr/>
            <p:nvPr/>
          </p:nvSpPr>
          <p:spPr>
            <a:xfrm>
              <a:off x="11067351" y="8356472"/>
              <a:ext cx="144701" cy="114150"/>
            </a:xfrm>
            <a:custGeom>
              <a:avLst/>
              <a:pathLst>
                <a:path w="144701" h="114150">
                  <a:moveTo>
                    <a:pt x="0" y="114150"/>
                  </a:moveTo>
                  <a:lnTo>
                    <a:pt x="14470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l3982"/>
            <p:cNvSpPr/>
            <p:nvPr/>
          </p:nvSpPr>
          <p:spPr>
            <a:xfrm>
              <a:off x="11067351" y="8491626"/>
              <a:ext cx="472101" cy="13926"/>
            </a:xfrm>
            <a:custGeom>
              <a:avLst/>
              <a:pathLst>
                <a:path w="472101" h="13926">
                  <a:moveTo>
                    <a:pt x="0" y="0"/>
                  </a:moveTo>
                  <a:lnTo>
                    <a:pt x="342210" y="13926"/>
                  </a:lnTo>
                  <a:lnTo>
                    <a:pt x="472101" y="821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l3983"/>
            <p:cNvSpPr/>
            <p:nvPr/>
          </p:nvSpPr>
          <p:spPr>
            <a:xfrm>
              <a:off x="11067351" y="7617236"/>
              <a:ext cx="133325" cy="87438"/>
            </a:xfrm>
            <a:custGeom>
              <a:avLst/>
              <a:pathLst>
                <a:path w="133325" h="87438">
                  <a:moveTo>
                    <a:pt x="0" y="87438"/>
                  </a:moveTo>
                  <a:lnTo>
                    <a:pt x="65942" y="3652"/>
                  </a:lnTo>
                  <a:lnTo>
                    <a:pt x="1333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l3984"/>
            <p:cNvSpPr/>
            <p:nvPr/>
          </p:nvSpPr>
          <p:spPr>
            <a:xfrm>
              <a:off x="11067351" y="8378846"/>
              <a:ext cx="70052" cy="8675"/>
            </a:xfrm>
            <a:custGeom>
              <a:avLst/>
              <a:pathLst>
                <a:path w="70052" h="8675">
                  <a:moveTo>
                    <a:pt x="0" y="8675"/>
                  </a:moveTo>
                  <a:lnTo>
                    <a:pt x="700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l3985"/>
            <p:cNvSpPr/>
            <p:nvPr/>
          </p:nvSpPr>
          <p:spPr>
            <a:xfrm>
              <a:off x="11067351" y="8401447"/>
              <a:ext cx="147826" cy="81274"/>
            </a:xfrm>
            <a:custGeom>
              <a:avLst/>
              <a:pathLst>
                <a:path w="147826" h="81274">
                  <a:moveTo>
                    <a:pt x="0" y="81274"/>
                  </a:moveTo>
                  <a:lnTo>
                    <a:pt x="14782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l3986"/>
            <p:cNvSpPr/>
            <p:nvPr/>
          </p:nvSpPr>
          <p:spPr>
            <a:xfrm>
              <a:off x="11067351" y="8357157"/>
              <a:ext cx="198913" cy="80589"/>
            </a:xfrm>
            <a:custGeom>
              <a:avLst/>
              <a:pathLst>
                <a:path w="198913" h="80589">
                  <a:moveTo>
                    <a:pt x="0" y="80589"/>
                  </a:moveTo>
                  <a:lnTo>
                    <a:pt x="19891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l3987"/>
            <p:cNvSpPr/>
            <p:nvPr/>
          </p:nvSpPr>
          <p:spPr>
            <a:xfrm>
              <a:off x="11067351" y="8464458"/>
              <a:ext cx="235688" cy="30135"/>
            </a:xfrm>
            <a:custGeom>
              <a:avLst/>
              <a:pathLst>
                <a:path w="235688" h="30135">
                  <a:moveTo>
                    <a:pt x="0" y="30135"/>
                  </a:moveTo>
                  <a:lnTo>
                    <a:pt x="110145" y="22830"/>
                  </a:lnTo>
                  <a:lnTo>
                    <a:pt x="23568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l3988"/>
            <p:cNvSpPr/>
            <p:nvPr/>
          </p:nvSpPr>
          <p:spPr>
            <a:xfrm>
              <a:off x="11195612" y="7979777"/>
              <a:ext cx="203442" cy="76937"/>
            </a:xfrm>
            <a:custGeom>
              <a:avLst/>
              <a:pathLst>
                <a:path w="203442" h="76937">
                  <a:moveTo>
                    <a:pt x="0" y="76937"/>
                  </a:moveTo>
                  <a:lnTo>
                    <a:pt x="75362" y="44290"/>
                  </a:lnTo>
                  <a:lnTo>
                    <a:pt x="137318" y="0"/>
                  </a:lnTo>
                  <a:lnTo>
                    <a:pt x="203442" y="7100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l3989"/>
            <p:cNvSpPr/>
            <p:nvPr/>
          </p:nvSpPr>
          <p:spPr>
            <a:xfrm>
              <a:off x="11067351" y="8472905"/>
              <a:ext cx="66892" cy="10958"/>
            </a:xfrm>
            <a:custGeom>
              <a:avLst/>
              <a:pathLst>
                <a:path w="66892" h="10958">
                  <a:moveTo>
                    <a:pt x="0" y="0"/>
                  </a:moveTo>
                  <a:lnTo>
                    <a:pt x="66892" y="109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l3990"/>
            <p:cNvSpPr/>
            <p:nvPr/>
          </p:nvSpPr>
          <p:spPr>
            <a:xfrm>
              <a:off x="11067351" y="7843938"/>
              <a:ext cx="68478" cy="126249"/>
            </a:xfrm>
            <a:custGeom>
              <a:avLst/>
              <a:pathLst>
                <a:path w="68478" h="126249">
                  <a:moveTo>
                    <a:pt x="0" y="126249"/>
                  </a:moveTo>
                  <a:lnTo>
                    <a:pt x="6847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l3991"/>
            <p:cNvSpPr/>
            <p:nvPr/>
          </p:nvSpPr>
          <p:spPr>
            <a:xfrm>
              <a:off x="11067351" y="8223145"/>
              <a:ext cx="137032" cy="13241"/>
            </a:xfrm>
            <a:custGeom>
              <a:avLst/>
              <a:pathLst>
                <a:path w="137032" h="13241">
                  <a:moveTo>
                    <a:pt x="0" y="13241"/>
                  </a:moveTo>
                  <a:lnTo>
                    <a:pt x="1370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l3992"/>
            <p:cNvSpPr/>
            <p:nvPr/>
          </p:nvSpPr>
          <p:spPr>
            <a:xfrm>
              <a:off x="11067351" y="8261499"/>
              <a:ext cx="78985" cy="27396"/>
            </a:xfrm>
            <a:custGeom>
              <a:avLst/>
              <a:pathLst>
                <a:path w="78985" h="27396">
                  <a:moveTo>
                    <a:pt x="0" y="0"/>
                  </a:moveTo>
                  <a:lnTo>
                    <a:pt x="78985" y="2739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11067351" y="7659244"/>
              <a:ext cx="144203" cy="199077"/>
            </a:xfrm>
            <a:custGeom>
              <a:avLst/>
              <a:pathLst>
                <a:path w="144203" h="199077">
                  <a:moveTo>
                    <a:pt x="0" y="193370"/>
                  </a:moveTo>
                  <a:lnTo>
                    <a:pt x="83085" y="199077"/>
                  </a:lnTo>
                  <a:lnTo>
                    <a:pt x="1442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11067351" y="7977722"/>
              <a:ext cx="205571" cy="89950"/>
            </a:xfrm>
            <a:custGeom>
              <a:avLst/>
              <a:pathLst>
                <a:path w="205571" h="89950">
                  <a:moveTo>
                    <a:pt x="0" y="0"/>
                  </a:moveTo>
                  <a:lnTo>
                    <a:pt x="61549" y="84699"/>
                  </a:lnTo>
                  <a:lnTo>
                    <a:pt x="144701" y="51367"/>
                  </a:lnTo>
                  <a:lnTo>
                    <a:pt x="205571" y="8995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11067351" y="7990735"/>
              <a:ext cx="67064" cy="5022"/>
            </a:xfrm>
            <a:custGeom>
              <a:avLst/>
              <a:pathLst>
                <a:path w="67064" h="5022">
                  <a:moveTo>
                    <a:pt x="0" y="0"/>
                  </a:moveTo>
                  <a:lnTo>
                    <a:pt x="67064" y="502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11067351" y="8151915"/>
              <a:ext cx="76087" cy="39952"/>
            </a:xfrm>
            <a:custGeom>
              <a:avLst/>
              <a:pathLst>
                <a:path w="76087" h="39952">
                  <a:moveTo>
                    <a:pt x="0" y="39952"/>
                  </a:moveTo>
                  <a:lnTo>
                    <a:pt x="7608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11067351" y="8411492"/>
              <a:ext cx="272261" cy="17122"/>
            </a:xfrm>
            <a:custGeom>
              <a:avLst/>
              <a:pathLst>
                <a:path w="272261" h="17122">
                  <a:moveTo>
                    <a:pt x="0" y="0"/>
                  </a:moveTo>
                  <a:lnTo>
                    <a:pt x="136628" y="15524"/>
                  </a:lnTo>
                  <a:lnTo>
                    <a:pt x="272261" y="1712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11067351" y="8342317"/>
              <a:ext cx="468841" cy="159353"/>
            </a:xfrm>
            <a:custGeom>
              <a:avLst/>
              <a:pathLst>
                <a:path w="468841" h="159353">
                  <a:moveTo>
                    <a:pt x="0" y="159353"/>
                  </a:moveTo>
                  <a:lnTo>
                    <a:pt x="65816" y="156613"/>
                  </a:lnTo>
                  <a:lnTo>
                    <a:pt x="134239" y="130815"/>
                  </a:lnTo>
                  <a:lnTo>
                    <a:pt x="198007" y="101136"/>
                  </a:lnTo>
                  <a:lnTo>
                    <a:pt x="337175" y="60271"/>
                  </a:lnTo>
                  <a:lnTo>
                    <a:pt x="4688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11067351" y="7578425"/>
              <a:ext cx="134146" cy="140176"/>
            </a:xfrm>
            <a:custGeom>
              <a:avLst/>
              <a:pathLst>
                <a:path w="134146" h="140176">
                  <a:moveTo>
                    <a:pt x="0" y="140176"/>
                  </a:moveTo>
                  <a:lnTo>
                    <a:pt x="66754" y="93374"/>
                  </a:lnTo>
                  <a:lnTo>
                    <a:pt x="1341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11067351" y="8395511"/>
              <a:ext cx="600601" cy="133555"/>
            </a:xfrm>
            <a:custGeom>
              <a:avLst/>
              <a:pathLst>
                <a:path w="600601" h="133555">
                  <a:moveTo>
                    <a:pt x="0" y="0"/>
                  </a:moveTo>
                  <a:lnTo>
                    <a:pt x="81010" y="123738"/>
                  </a:lnTo>
                  <a:lnTo>
                    <a:pt x="149456" y="123966"/>
                  </a:lnTo>
                  <a:lnTo>
                    <a:pt x="218116" y="120085"/>
                  </a:lnTo>
                  <a:lnTo>
                    <a:pt x="334663" y="133555"/>
                  </a:lnTo>
                  <a:lnTo>
                    <a:pt x="532428" y="128761"/>
                  </a:lnTo>
                  <a:lnTo>
                    <a:pt x="600601" y="12761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11067351" y="8290265"/>
              <a:ext cx="89855" cy="92689"/>
            </a:xfrm>
            <a:custGeom>
              <a:avLst/>
              <a:pathLst>
                <a:path w="89855" h="92689">
                  <a:moveTo>
                    <a:pt x="0" y="92689"/>
                  </a:moveTo>
                  <a:lnTo>
                    <a:pt x="898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11067351" y="7928638"/>
              <a:ext cx="67210" cy="32646"/>
            </a:xfrm>
            <a:custGeom>
              <a:avLst/>
              <a:pathLst>
                <a:path w="67210" h="32646">
                  <a:moveTo>
                    <a:pt x="0" y="0"/>
                  </a:moveTo>
                  <a:lnTo>
                    <a:pt x="67210" y="3264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11067351" y="7993247"/>
              <a:ext cx="71014" cy="8447"/>
            </a:xfrm>
            <a:custGeom>
              <a:avLst/>
              <a:pathLst>
                <a:path w="71014" h="8447">
                  <a:moveTo>
                    <a:pt x="0" y="8447"/>
                  </a:moveTo>
                  <a:lnTo>
                    <a:pt x="7101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11067351" y="8401447"/>
              <a:ext cx="155434" cy="34929"/>
            </a:xfrm>
            <a:custGeom>
              <a:avLst/>
              <a:pathLst>
                <a:path w="155434" h="34929">
                  <a:moveTo>
                    <a:pt x="0" y="34929"/>
                  </a:moveTo>
                  <a:lnTo>
                    <a:pt x="1554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11067351" y="7906493"/>
              <a:ext cx="396739" cy="199077"/>
            </a:xfrm>
            <a:custGeom>
              <a:avLst/>
              <a:pathLst>
                <a:path w="396739" h="199077">
                  <a:moveTo>
                    <a:pt x="0" y="199077"/>
                  </a:moveTo>
                  <a:lnTo>
                    <a:pt x="126811" y="161408"/>
                  </a:lnTo>
                  <a:lnTo>
                    <a:pt x="263587" y="65978"/>
                  </a:lnTo>
                  <a:lnTo>
                    <a:pt x="330797" y="24884"/>
                  </a:lnTo>
                  <a:lnTo>
                    <a:pt x="3967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l4006"/>
            <p:cNvSpPr/>
            <p:nvPr/>
          </p:nvSpPr>
          <p:spPr>
            <a:xfrm>
              <a:off x="11067351" y="8195977"/>
              <a:ext cx="209964" cy="42235"/>
            </a:xfrm>
            <a:custGeom>
              <a:avLst/>
              <a:pathLst>
                <a:path w="209964" h="42235">
                  <a:moveTo>
                    <a:pt x="0" y="42235"/>
                  </a:moveTo>
                  <a:lnTo>
                    <a:pt x="20996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l4007"/>
            <p:cNvSpPr/>
            <p:nvPr/>
          </p:nvSpPr>
          <p:spPr>
            <a:xfrm>
              <a:off x="11067351" y="7308803"/>
              <a:ext cx="66123" cy="156613"/>
            </a:xfrm>
            <a:custGeom>
              <a:avLst/>
              <a:pathLst>
                <a:path w="66123" h="156613">
                  <a:moveTo>
                    <a:pt x="0" y="156613"/>
                  </a:moveTo>
                  <a:lnTo>
                    <a:pt x="6612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l4008"/>
            <p:cNvSpPr/>
            <p:nvPr/>
          </p:nvSpPr>
          <p:spPr>
            <a:xfrm>
              <a:off x="11067351" y="8361495"/>
              <a:ext cx="420728" cy="132414"/>
            </a:xfrm>
            <a:custGeom>
              <a:avLst/>
              <a:pathLst>
                <a:path w="420728" h="132414">
                  <a:moveTo>
                    <a:pt x="0" y="132414"/>
                  </a:moveTo>
                  <a:lnTo>
                    <a:pt x="200181" y="94972"/>
                  </a:lnTo>
                  <a:lnTo>
                    <a:pt x="42072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l4009"/>
            <p:cNvSpPr/>
            <p:nvPr/>
          </p:nvSpPr>
          <p:spPr>
            <a:xfrm>
              <a:off x="11067351" y="8252596"/>
              <a:ext cx="82427" cy="87895"/>
            </a:xfrm>
            <a:custGeom>
              <a:avLst/>
              <a:pathLst>
                <a:path w="82427" h="87895">
                  <a:moveTo>
                    <a:pt x="0" y="87895"/>
                  </a:moveTo>
                  <a:lnTo>
                    <a:pt x="824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l4010"/>
            <p:cNvSpPr/>
            <p:nvPr/>
          </p:nvSpPr>
          <p:spPr>
            <a:xfrm>
              <a:off x="11067351" y="7599201"/>
              <a:ext cx="133615" cy="306150"/>
            </a:xfrm>
            <a:custGeom>
              <a:avLst/>
              <a:pathLst>
                <a:path w="133615" h="306150">
                  <a:moveTo>
                    <a:pt x="0" y="306150"/>
                  </a:moveTo>
                  <a:lnTo>
                    <a:pt x="69021" y="101365"/>
                  </a:lnTo>
                  <a:lnTo>
                    <a:pt x="13361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l4011"/>
            <p:cNvSpPr/>
            <p:nvPr/>
          </p:nvSpPr>
          <p:spPr>
            <a:xfrm>
              <a:off x="11067351" y="8448705"/>
              <a:ext cx="216666" cy="61641"/>
            </a:xfrm>
            <a:custGeom>
              <a:avLst/>
              <a:pathLst>
                <a:path w="216666" h="61641">
                  <a:moveTo>
                    <a:pt x="0" y="61641"/>
                  </a:moveTo>
                  <a:lnTo>
                    <a:pt x="21666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l4012"/>
            <p:cNvSpPr/>
            <p:nvPr/>
          </p:nvSpPr>
          <p:spPr>
            <a:xfrm>
              <a:off x="11067351" y="8277024"/>
              <a:ext cx="274637" cy="59814"/>
            </a:xfrm>
            <a:custGeom>
              <a:avLst/>
              <a:pathLst>
                <a:path w="274637" h="59814">
                  <a:moveTo>
                    <a:pt x="0" y="0"/>
                  </a:moveTo>
                  <a:lnTo>
                    <a:pt x="72101" y="59814"/>
                  </a:lnTo>
                  <a:lnTo>
                    <a:pt x="140346" y="41322"/>
                  </a:lnTo>
                  <a:lnTo>
                    <a:pt x="207608" y="46573"/>
                  </a:lnTo>
                  <a:lnTo>
                    <a:pt x="274637" y="63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l4013"/>
            <p:cNvSpPr/>
            <p:nvPr/>
          </p:nvSpPr>
          <p:spPr>
            <a:xfrm>
              <a:off x="11067351" y="8077946"/>
              <a:ext cx="604891" cy="394502"/>
            </a:xfrm>
            <a:custGeom>
              <a:avLst/>
              <a:pathLst>
                <a:path w="604891" h="394502">
                  <a:moveTo>
                    <a:pt x="0" y="394502"/>
                  </a:moveTo>
                  <a:lnTo>
                    <a:pt x="206521" y="272590"/>
                  </a:lnTo>
                  <a:lnTo>
                    <a:pt x="60489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l4014"/>
            <p:cNvSpPr/>
            <p:nvPr/>
          </p:nvSpPr>
          <p:spPr>
            <a:xfrm>
              <a:off x="11067351" y="7695087"/>
              <a:ext cx="72282" cy="121455"/>
            </a:xfrm>
            <a:custGeom>
              <a:avLst/>
              <a:pathLst>
                <a:path w="72282" h="121455">
                  <a:moveTo>
                    <a:pt x="0" y="121455"/>
                  </a:moveTo>
                  <a:lnTo>
                    <a:pt x="722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l4015"/>
            <p:cNvSpPr/>
            <p:nvPr/>
          </p:nvSpPr>
          <p:spPr>
            <a:xfrm>
              <a:off x="11130757" y="7732300"/>
              <a:ext cx="65579" cy="48856"/>
            </a:xfrm>
            <a:custGeom>
              <a:avLst/>
              <a:pathLst>
                <a:path w="65579" h="48856">
                  <a:moveTo>
                    <a:pt x="0" y="0"/>
                  </a:moveTo>
                  <a:lnTo>
                    <a:pt x="65579" y="4885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l4016"/>
            <p:cNvSpPr/>
            <p:nvPr/>
          </p:nvSpPr>
          <p:spPr>
            <a:xfrm>
              <a:off x="11067351" y="8103287"/>
              <a:ext cx="77397" cy="47258"/>
            </a:xfrm>
            <a:custGeom>
              <a:avLst/>
              <a:pathLst>
                <a:path w="77397" h="47258">
                  <a:moveTo>
                    <a:pt x="0" y="47258"/>
                  </a:moveTo>
                  <a:lnTo>
                    <a:pt x="7739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l4017"/>
            <p:cNvSpPr/>
            <p:nvPr/>
          </p:nvSpPr>
          <p:spPr>
            <a:xfrm>
              <a:off x="11143323" y="7832752"/>
              <a:ext cx="55730" cy="16894"/>
            </a:xfrm>
            <a:custGeom>
              <a:avLst/>
              <a:pathLst>
                <a:path w="55730" h="16894">
                  <a:moveTo>
                    <a:pt x="0" y="16894"/>
                  </a:moveTo>
                  <a:lnTo>
                    <a:pt x="5573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l4018"/>
            <p:cNvSpPr/>
            <p:nvPr/>
          </p:nvSpPr>
          <p:spPr>
            <a:xfrm>
              <a:off x="11067351" y="8113332"/>
              <a:ext cx="80253" cy="20775"/>
            </a:xfrm>
            <a:custGeom>
              <a:avLst/>
              <a:pathLst>
                <a:path w="80253" h="20775">
                  <a:moveTo>
                    <a:pt x="0" y="20775"/>
                  </a:moveTo>
                  <a:lnTo>
                    <a:pt x="8025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l4019"/>
            <p:cNvSpPr/>
            <p:nvPr/>
          </p:nvSpPr>
          <p:spPr>
            <a:xfrm>
              <a:off x="11067351" y="8423136"/>
              <a:ext cx="134248" cy="13469"/>
            </a:xfrm>
            <a:custGeom>
              <a:avLst/>
              <a:pathLst>
                <a:path w="134248" h="13469">
                  <a:moveTo>
                    <a:pt x="0" y="0"/>
                  </a:moveTo>
                  <a:lnTo>
                    <a:pt x="134248" y="1346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l4020"/>
            <p:cNvSpPr/>
            <p:nvPr/>
          </p:nvSpPr>
          <p:spPr>
            <a:xfrm>
              <a:off x="11476237" y="8441628"/>
              <a:ext cx="130577" cy="4337"/>
            </a:xfrm>
            <a:custGeom>
              <a:avLst/>
              <a:pathLst>
                <a:path w="130577" h="4337">
                  <a:moveTo>
                    <a:pt x="0" y="0"/>
                  </a:moveTo>
                  <a:lnTo>
                    <a:pt x="130577" y="433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l4021"/>
            <p:cNvSpPr/>
            <p:nvPr/>
          </p:nvSpPr>
          <p:spPr>
            <a:xfrm>
              <a:off x="11067351" y="8233875"/>
              <a:ext cx="288043" cy="150449"/>
            </a:xfrm>
            <a:custGeom>
              <a:avLst/>
              <a:pathLst>
                <a:path w="288043" h="150449">
                  <a:moveTo>
                    <a:pt x="0" y="150449"/>
                  </a:moveTo>
                  <a:lnTo>
                    <a:pt x="68478" y="110040"/>
                  </a:lnTo>
                  <a:lnTo>
                    <a:pt x="135938" y="72142"/>
                  </a:lnTo>
                  <a:lnTo>
                    <a:pt x="201811" y="12099"/>
                  </a:lnTo>
                  <a:lnTo>
                    <a:pt x="28804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l4022"/>
            <p:cNvSpPr/>
            <p:nvPr/>
          </p:nvSpPr>
          <p:spPr>
            <a:xfrm>
              <a:off x="11067351" y="8203283"/>
              <a:ext cx="232246" cy="66207"/>
            </a:xfrm>
            <a:custGeom>
              <a:avLst/>
              <a:pathLst>
                <a:path w="232246" h="66207">
                  <a:moveTo>
                    <a:pt x="0" y="66207"/>
                  </a:moveTo>
                  <a:lnTo>
                    <a:pt x="2322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l4023"/>
            <p:cNvSpPr/>
            <p:nvPr/>
          </p:nvSpPr>
          <p:spPr>
            <a:xfrm>
              <a:off x="11067351" y="8314921"/>
              <a:ext cx="67148" cy="14839"/>
            </a:xfrm>
            <a:custGeom>
              <a:avLst/>
              <a:pathLst>
                <a:path w="67148" h="14839">
                  <a:moveTo>
                    <a:pt x="0" y="14839"/>
                  </a:moveTo>
                  <a:lnTo>
                    <a:pt x="6714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l4024"/>
            <p:cNvSpPr/>
            <p:nvPr/>
          </p:nvSpPr>
          <p:spPr>
            <a:xfrm>
              <a:off x="11067351" y="8369942"/>
              <a:ext cx="287987" cy="10958"/>
            </a:xfrm>
            <a:custGeom>
              <a:avLst/>
              <a:pathLst>
                <a:path w="287987" h="10958">
                  <a:moveTo>
                    <a:pt x="0" y="0"/>
                  </a:moveTo>
                  <a:lnTo>
                    <a:pt x="287987" y="109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l4025"/>
            <p:cNvSpPr/>
            <p:nvPr/>
          </p:nvSpPr>
          <p:spPr>
            <a:xfrm>
              <a:off x="11067351" y="8222460"/>
              <a:ext cx="330718" cy="57988"/>
            </a:xfrm>
            <a:custGeom>
              <a:avLst/>
              <a:pathLst>
                <a:path w="330718" h="57988">
                  <a:moveTo>
                    <a:pt x="0" y="57988"/>
                  </a:moveTo>
                  <a:lnTo>
                    <a:pt x="214130" y="0"/>
                  </a:lnTo>
                  <a:lnTo>
                    <a:pt x="285145" y="18492"/>
                  </a:lnTo>
                  <a:lnTo>
                    <a:pt x="330718" y="4132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l4026"/>
            <p:cNvSpPr/>
            <p:nvPr/>
          </p:nvSpPr>
          <p:spPr>
            <a:xfrm>
              <a:off x="11067351" y="8409666"/>
              <a:ext cx="338128" cy="46344"/>
            </a:xfrm>
            <a:custGeom>
              <a:avLst/>
              <a:pathLst>
                <a:path w="338128" h="46344">
                  <a:moveTo>
                    <a:pt x="0" y="5707"/>
                  </a:moveTo>
                  <a:lnTo>
                    <a:pt x="224359" y="0"/>
                  </a:lnTo>
                  <a:lnTo>
                    <a:pt x="338128" y="4634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l4027"/>
            <p:cNvSpPr/>
            <p:nvPr/>
          </p:nvSpPr>
          <p:spPr>
            <a:xfrm>
              <a:off x="11067351" y="8187302"/>
              <a:ext cx="132790" cy="170083"/>
            </a:xfrm>
            <a:custGeom>
              <a:avLst/>
              <a:pathLst>
                <a:path w="132790" h="170083">
                  <a:moveTo>
                    <a:pt x="0" y="170083"/>
                  </a:moveTo>
                  <a:lnTo>
                    <a:pt x="79403" y="0"/>
                  </a:lnTo>
                  <a:lnTo>
                    <a:pt x="132790" y="5684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l4028"/>
            <p:cNvSpPr/>
            <p:nvPr/>
          </p:nvSpPr>
          <p:spPr>
            <a:xfrm>
              <a:off x="11067351" y="8442313"/>
              <a:ext cx="165761" cy="53193"/>
            </a:xfrm>
            <a:custGeom>
              <a:avLst/>
              <a:pathLst>
                <a:path w="165761" h="53193">
                  <a:moveTo>
                    <a:pt x="0" y="53193"/>
                  </a:moveTo>
                  <a:lnTo>
                    <a:pt x="16576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l4029"/>
            <p:cNvSpPr/>
            <p:nvPr/>
          </p:nvSpPr>
          <p:spPr>
            <a:xfrm>
              <a:off x="11067351" y="7903068"/>
              <a:ext cx="149637" cy="8218"/>
            </a:xfrm>
            <a:custGeom>
              <a:avLst/>
              <a:pathLst>
                <a:path w="149637" h="8218">
                  <a:moveTo>
                    <a:pt x="0" y="0"/>
                  </a:moveTo>
                  <a:lnTo>
                    <a:pt x="68659" y="6392"/>
                  </a:lnTo>
                  <a:lnTo>
                    <a:pt x="149637" y="821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l4030"/>
            <p:cNvSpPr/>
            <p:nvPr/>
          </p:nvSpPr>
          <p:spPr>
            <a:xfrm>
              <a:off x="11420250" y="7935258"/>
              <a:ext cx="119021" cy="128989"/>
            </a:xfrm>
            <a:custGeom>
              <a:avLst/>
              <a:pathLst>
                <a:path w="119021" h="128989">
                  <a:moveTo>
                    <a:pt x="0" y="0"/>
                  </a:moveTo>
                  <a:lnTo>
                    <a:pt x="119021" y="12898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l4031"/>
            <p:cNvSpPr/>
            <p:nvPr/>
          </p:nvSpPr>
          <p:spPr>
            <a:xfrm>
              <a:off x="11067351" y="8432039"/>
              <a:ext cx="79865" cy="19177"/>
            </a:xfrm>
            <a:custGeom>
              <a:avLst/>
              <a:pathLst>
                <a:path w="79865" h="19177">
                  <a:moveTo>
                    <a:pt x="0" y="19177"/>
                  </a:moveTo>
                  <a:lnTo>
                    <a:pt x="7986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l4032"/>
            <p:cNvSpPr/>
            <p:nvPr/>
          </p:nvSpPr>
          <p:spPr>
            <a:xfrm>
              <a:off x="11067351" y="8444368"/>
              <a:ext cx="139311" cy="35614"/>
            </a:xfrm>
            <a:custGeom>
              <a:avLst/>
              <a:pathLst>
                <a:path w="139311" h="35614">
                  <a:moveTo>
                    <a:pt x="0" y="35614"/>
                  </a:moveTo>
                  <a:lnTo>
                    <a:pt x="77232" y="24428"/>
                  </a:lnTo>
                  <a:lnTo>
                    <a:pt x="13931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l4033"/>
            <p:cNvSpPr/>
            <p:nvPr/>
          </p:nvSpPr>
          <p:spPr>
            <a:xfrm>
              <a:off x="11067351" y="7621117"/>
              <a:ext cx="266123" cy="118487"/>
            </a:xfrm>
            <a:custGeom>
              <a:avLst/>
              <a:pathLst>
                <a:path w="266123" h="118487">
                  <a:moveTo>
                    <a:pt x="0" y="118487"/>
                  </a:moveTo>
                  <a:lnTo>
                    <a:pt x="66847" y="0"/>
                  </a:lnTo>
                  <a:lnTo>
                    <a:pt x="135249" y="59129"/>
                  </a:lnTo>
                  <a:lnTo>
                    <a:pt x="192210" y="56161"/>
                  </a:lnTo>
                  <a:lnTo>
                    <a:pt x="266123" y="5639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l4034"/>
            <p:cNvSpPr/>
            <p:nvPr/>
          </p:nvSpPr>
          <p:spPr>
            <a:xfrm>
              <a:off x="11067351" y="8395968"/>
              <a:ext cx="71195" cy="1141"/>
            </a:xfrm>
            <a:custGeom>
              <a:avLst/>
              <a:pathLst>
                <a:path w="71195" h="1141">
                  <a:moveTo>
                    <a:pt x="0" y="0"/>
                  </a:moveTo>
                  <a:lnTo>
                    <a:pt x="71195" y="114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11204208" y="8339121"/>
              <a:ext cx="76087" cy="28309"/>
            </a:xfrm>
            <a:custGeom>
              <a:avLst/>
              <a:pathLst>
                <a:path w="76087" h="28309">
                  <a:moveTo>
                    <a:pt x="0" y="0"/>
                  </a:moveTo>
                  <a:lnTo>
                    <a:pt x="76087" y="2830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11067351" y="8421994"/>
              <a:ext cx="142012" cy="32875"/>
            </a:xfrm>
            <a:custGeom>
              <a:avLst/>
              <a:pathLst>
                <a:path w="142012" h="32875">
                  <a:moveTo>
                    <a:pt x="0" y="32875"/>
                  </a:moveTo>
                  <a:lnTo>
                    <a:pt x="69729" y="8675"/>
                  </a:lnTo>
                  <a:lnTo>
                    <a:pt x="1420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11067351" y="8266750"/>
              <a:ext cx="367870" cy="22601"/>
            </a:xfrm>
            <a:custGeom>
              <a:avLst/>
              <a:pathLst>
                <a:path w="367870" h="22601">
                  <a:moveTo>
                    <a:pt x="0" y="22601"/>
                  </a:moveTo>
                  <a:lnTo>
                    <a:pt x="139329" y="21003"/>
                  </a:lnTo>
                  <a:lnTo>
                    <a:pt x="205253" y="1598"/>
                  </a:lnTo>
                  <a:lnTo>
                    <a:pt x="3678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11067351" y="8093699"/>
              <a:ext cx="77347" cy="101365"/>
            </a:xfrm>
            <a:custGeom>
              <a:avLst/>
              <a:pathLst>
                <a:path w="77347" h="101365">
                  <a:moveTo>
                    <a:pt x="0" y="101365"/>
                  </a:moveTo>
                  <a:lnTo>
                    <a:pt x="7734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11067351" y="8345514"/>
              <a:ext cx="75785" cy="36071"/>
            </a:xfrm>
            <a:custGeom>
              <a:avLst/>
              <a:pathLst>
                <a:path w="75785" h="36071">
                  <a:moveTo>
                    <a:pt x="0" y="36071"/>
                  </a:moveTo>
                  <a:lnTo>
                    <a:pt x="7578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11067351" y="8415145"/>
              <a:ext cx="408152" cy="96114"/>
            </a:xfrm>
            <a:custGeom>
              <a:avLst/>
              <a:pathLst>
                <a:path w="408152" h="96114">
                  <a:moveTo>
                    <a:pt x="0" y="96114"/>
                  </a:moveTo>
                  <a:lnTo>
                    <a:pt x="260869" y="72142"/>
                  </a:lnTo>
                  <a:lnTo>
                    <a:pt x="4081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11256119" y="7823163"/>
              <a:ext cx="81159" cy="18264"/>
            </a:xfrm>
            <a:custGeom>
              <a:avLst/>
              <a:pathLst>
                <a:path w="81159" h="18264">
                  <a:moveTo>
                    <a:pt x="0" y="18264"/>
                  </a:moveTo>
                  <a:lnTo>
                    <a:pt x="8115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11067351" y="8404872"/>
              <a:ext cx="208877" cy="47943"/>
            </a:xfrm>
            <a:custGeom>
              <a:avLst/>
              <a:pathLst>
                <a:path w="208877" h="47943">
                  <a:moveTo>
                    <a:pt x="0" y="47943"/>
                  </a:moveTo>
                  <a:lnTo>
                    <a:pt x="20887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11067351" y="8046897"/>
              <a:ext cx="76043" cy="7305"/>
            </a:xfrm>
            <a:custGeom>
              <a:avLst/>
              <a:pathLst>
                <a:path w="76043" h="7305">
                  <a:moveTo>
                    <a:pt x="0" y="0"/>
                  </a:moveTo>
                  <a:lnTo>
                    <a:pt x="76043" y="730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11067351" y="8373138"/>
              <a:ext cx="148453" cy="78991"/>
            </a:xfrm>
            <a:custGeom>
              <a:avLst/>
              <a:pathLst>
                <a:path w="148453" h="78991">
                  <a:moveTo>
                    <a:pt x="0" y="78991"/>
                  </a:moveTo>
                  <a:lnTo>
                    <a:pt x="58598" y="52965"/>
                  </a:lnTo>
                  <a:lnTo>
                    <a:pt x="14845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11067351" y="8499845"/>
              <a:ext cx="79891" cy="12328"/>
            </a:xfrm>
            <a:custGeom>
              <a:avLst/>
              <a:pathLst>
                <a:path w="79891" h="12328">
                  <a:moveTo>
                    <a:pt x="0" y="0"/>
                  </a:moveTo>
                  <a:lnTo>
                    <a:pt x="79891" y="1232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l4046"/>
            <p:cNvSpPr/>
            <p:nvPr/>
          </p:nvSpPr>
          <p:spPr>
            <a:xfrm>
              <a:off x="11067351" y="7829327"/>
              <a:ext cx="395471" cy="129902"/>
            </a:xfrm>
            <a:custGeom>
              <a:avLst/>
              <a:pathLst>
                <a:path w="395471" h="129902">
                  <a:moveTo>
                    <a:pt x="0" y="129902"/>
                  </a:moveTo>
                  <a:lnTo>
                    <a:pt x="227536" y="75567"/>
                  </a:lnTo>
                  <a:lnTo>
                    <a:pt x="39547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l4047"/>
            <p:cNvSpPr/>
            <p:nvPr/>
          </p:nvSpPr>
          <p:spPr>
            <a:xfrm>
              <a:off x="11067351" y="8423136"/>
              <a:ext cx="408152" cy="62782"/>
            </a:xfrm>
            <a:custGeom>
              <a:avLst/>
              <a:pathLst>
                <a:path w="408152" h="62782">
                  <a:moveTo>
                    <a:pt x="0" y="62782"/>
                  </a:moveTo>
                  <a:lnTo>
                    <a:pt x="76083" y="46344"/>
                  </a:lnTo>
                  <a:lnTo>
                    <a:pt x="162319" y="38811"/>
                  </a:lnTo>
                  <a:lnTo>
                    <a:pt x="276268" y="1826"/>
                  </a:lnTo>
                  <a:lnTo>
                    <a:pt x="4081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l4048"/>
            <p:cNvSpPr/>
            <p:nvPr/>
          </p:nvSpPr>
          <p:spPr>
            <a:xfrm>
              <a:off x="11067351" y="8154426"/>
              <a:ext cx="149637" cy="139719"/>
            </a:xfrm>
            <a:custGeom>
              <a:avLst/>
              <a:pathLst>
                <a:path w="149637" h="139719">
                  <a:moveTo>
                    <a:pt x="0" y="139719"/>
                  </a:moveTo>
                  <a:lnTo>
                    <a:pt x="14963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l4049"/>
            <p:cNvSpPr/>
            <p:nvPr/>
          </p:nvSpPr>
          <p:spPr>
            <a:xfrm>
              <a:off x="11067351" y="8438888"/>
              <a:ext cx="133876" cy="12556"/>
            </a:xfrm>
            <a:custGeom>
              <a:avLst/>
              <a:pathLst>
                <a:path w="133876" h="12556">
                  <a:moveTo>
                    <a:pt x="0" y="0"/>
                  </a:moveTo>
                  <a:lnTo>
                    <a:pt x="133876" y="1255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l4050"/>
            <p:cNvSpPr/>
            <p:nvPr/>
          </p:nvSpPr>
          <p:spPr>
            <a:xfrm>
              <a:off x="11200437" y="7940053"/>
              <a:ext cx="210392" cy="218254"/>
            </a:xfrm>
            <a:custGeom>
              <a:avLst/>
              <a:pathLst>
                <a:path w="210392" h="218254">
                  <a:moveTo>
                    <a:pt x="0" y="218254"/>
                  </a:moveTo>
                  <a:lnTo>
                    <a:pt x="70899" y="122368"/>
                  </a:lnTo>
                  <a:lnTo>
                    <a:pt x="144631" y="0"/>
                  </a:lnTo>
                  <a:lnTo>
                    <a:pt x="210392" y="3082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l4051"/>
            <p:cNvSpPr/>
            <p:nvPr/>
          </p:nvSpPr>
          <p:spPr>
            <a:xfrm>
              <a:off x="11067351" y="7835948"/>
              <a:ext cx="205712" cy="105474"/>
            </a:xfrm>
            <a:custGeom>
              <a:avLst/>
              <a:pathLst>
                <a:path w="205712" h="105474">
                  <a:moveTo>
                    <a:pt x="0" y="105474"/>
                  </a:moveTo>
                  <a:lnTo>
                    <a:pt x="2057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l4052"/>
            <p:cNvSpPr/>
            <p:nvPr/>
          </p:nvSpPr>
          <p:spPr>
            <a:xfrm>
              <a:off x="11067351" y="8325423"/>
              <a:ext cx="264855" cy="105246"/>
            </a:xfrm>
            <a:custGeom>
              <a:avLst/>
              <a:pathLst>
                <a:path w="264855" h="105246">
                  <a:moveTo>
                    <a:pt x="0" y="105246"/>
                  </a:moveTo>
                  <a:lnTo>
                    <a:pt x="157246" y="60956"/>
                  </a:lnTo>
                  <a:lnTo>
                    <a:pt x="2648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l4053"/>
            <p:cNvSpPr/>
            <p:nvPr/>
          </p:nvSpPr>
          <p:spPr>
            <a:xfrm>
              <a:off x="11067351" y="8260586"/>
              <a:ext cx="71014" cy="2739"/>
            </a:xfrm>
            <a:custGeom>
              <a:avLst/>
              <a:pathLst>
                <a:path w="71014" h="2739">
                  <a:moveTo>
                    <a:pt x="0" y="0"/>
                  </a:moveTo>
                  <a:lnTo>
                    <a:pt x="71014" y="273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l4054"/>
            <p:cNvSpPr/>
            <p:nvPr/>
          </p:nvSpPr>
          <p:spPr>
            <a:xfrm>
              <a:off x="11067351" y="8328391"/>
              <a:ext cx="411956" cy="56390"/>
            </a:xfrm>
            <a:custGeom>
              <a:avLst/>
              <a:pathLst>
                <a:path w="411956" h="56390">
                  <a:moveTo>
                    <a:pt x="0" y="56390"/>
                  </a:moveTo>
                  <a:lnTo>
                    <a:pt x="271195" y="13698"/>
                  </a:lnTo>
                  <a:lnTo>
                    <a:pt x="41195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l4055"/>
            <p:cNvSpPr/>
            <p:nvPr/>
          </p:nvSpPr>
          <p:spPr>
            <a:xfrm>
              <a:off x="11067351" y="8211502"/>
              <a:ext cx="149637" cy="88352"/>
            </a:xfrm>
            <a:custGeom>
              <a:avLst/>
              <a:pathLst>
                <a:path w="149637" h="88352">
                  <a:moveTo>
                    <a:pt x="0" y="88352"/>
                  </a:moveTo>
                  <a:lnTo>
                    <a:pt x="14963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l4056"/>
            <p:cNvSpPr/>
            <p:nvPr/>
          </p:nvSpPr>
          <p:spPr>
            <a:xfrm>
              <a:off x="11067351" y="8330446"/>
              <a:ext cx="79835" cy="31048"/>
            </a:xfrm>
            <a:custGeom>
              <a:avLst/>
              <a:pathLst>
                <a:path w="79835" h="31048">
                  <a:moveTo>
                    <a:pt x="0" y="31048"/>
                  </a:moveTo>
                  <a:lnTo>
                    <a:pt x="798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l4057"/>
            <p:cNvSpPr/>
            <p:nvPr/>
          </p:nvSpPr>
          <p:spPr>
            <a:xfrm>
              <a:off x="11067351" y="7644176"/>
              <a:ext cx="72282" cy="81959"/>
            </a:xfrm>
            <a:custGeom>
              <a:avLst/>
              <a:pathLst>
                <a:path w="72282" h="81959">
                  <a:moveTo>
                    <a:pt x="0" y="81959"/>
                  </a:moveTo>
                  <a:lnTo>
                    <a:pt x="722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l4058"/>
            <p:cNvSpPr/>
            <p:nvPr/>
          </p:nvSpPr>
          <p:spPr>
            <a:xfrm>
              <a:off x="11201677" y="8007401"/>
              <a:ext cx="144478" cy="128989"/>
            </a:xfrm>
            <a:custGeom>
              <a:avLst/>
              <a:pathLst>
                <a:path w="144478" h="128989">
                  <a:moveTo>
                    <a:pt x="0" y="128989"/>
                  </a:moveTo>
                  <a:lnTo>
                    <a:pt x="68572" y="0"/>
                  </a:lnTo>
                  <a:lnTo>
                    <a:pt x="144478" y="10136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l4059"/>
            <p:cNvSpPr/>
            <p:nvPr/>
          </p:nvSpPr>
          <p:spPr>
            <a:xfrm>
              <a:off x="11067351" y="8290265"/>
              <a:ext cx="671725" cy="47029"/>
            </a:xfrm>
            <a:custGeom>
              <a:avLst/>
              <a:pathLst>
                <a:path w="671725" h="47029">
                  <a:moveTo>
                    <a:pt x="0" y="46573"/>
                  </a:moveTo>
                  <a:lnTo>
                    <a:pt x="73007" y="47029"/>
                  </a:lnTo>
                  <a:lnTo>
                    <a:pt x="131884" y="33560"/>
                  </a:lnTo>
                  <a:lnTo>
                    <a:pt x="211050" y="42692"/>
                  </a:lnTo>
                  <a:lnTo>
                    <a:pt x="274819" y="45431"/>
                  </a:lnTo>
                  <a:lnTo>
                    <a:pt x="463599" y="40180"/>
                  </a:lnTo>
                  <a:lnTo>
                    <a:pt x="590580" y="46116"/>
                  </a:lnTo>
                  <a:lnTo>
                    <a:pt x="6717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l4060"/>
            <p:cNvSpPr/>
            <p:nvPr/>
          </p:nvSpPr>
          <p:spPr>
            <a:xfrm>
              <a:off x="11067351" y="7583676"/>
              <a:ext cx="154567" cy="108670"/>
            </a:xfrm>
            <a:custGeom>
              <a:avLst/>
              <a:pathLst>
                <a:path w="154567" h="108670">
                  <a:moveTo>
                    <a:pt x="0" y="95657"/>
                  </a:moveTo>
                  <a:lnTo>
                    <a:pt x="68478" y="108670"/>
                  </a:lnTo>
                  <a:lnTo>
                    <a:pt x="15456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l4061"/>
            <p:cNvSpPr/>
            <p:nvPr/>
          </p:nvSpPr>
          <p:spPr>
            <a:xfrm>
              <a:off x="11067351" y="8264467"/>
              <a:ext cx="67934" cy="17807"/>
            </a:xfrm>
            <a:custGeom>
              <a:avLst/>
              <a:pathLst>
                <a:path w="67934" h="17807">
                  <a:moveTo>
                    <a:pt x="0" y="0"/>
                  </a:moveTo>
                  <a:lnTo>
                    <a:pt x="67934" y="178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l4062"/>
            <p:cNvSpPr/>
            <p:nvPr/>
          </p:nvSpPr>
          <p:spPr>
            <a:xfrm>
              <a:off x="11067351" y="8291863"/>
              <a:ext cx="402899" cy="95886"/>
            </a:xfrm>
            <a:custGeom>
              <a:avLst/>
              <a:pathLst>
                <a:path w="402899" h="95886">
                  <a:moveTo>
                    <a:pt x="0" y="90178"/>
                  </a:moveTo>
                  <a:lnTo>
                    <a:pt x="299269" y="95886"/>
                  </a:lnTo>
                  <a:lnTo>
                    <a:pt x="40289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l4063"/>
            <p:cNvSpPr/>
            <p:nvPr/>
          </p:nvSpPr>
          <p:spPr>
            <a:xfrm>
              <a:off x="11067351" y="8224286"/>
              <a:ext cx="68248" cy="77850"/>
            </a:xfrm>
            <a:custGeom>
              <a:avLst/>
              <a:pathLst>
                <a:path w="68248" h="77850">
                  <a:moveTo>
                    <a:pt x="0" y="77850"/>
                  </a:moveTo>
                  <a:lnTo>
                    <a:pt x="6824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l4064"/>
            <p:cNvSpPr/>
            <p:nvPr/>
          </p:nvSpPr>
          <p:spPr>
            <a:xfrm>
              <a:off x="11067351" y="8374736"/>
              <a:ext cx="127625" cy="37441"/>
            </a:xfrm>
            <a:custGeom>
              <a:avLst/>
              <a:pathLst>
                <a:path w="127625" h="37441">
                  <a:moveTo>
                    <a:pt x="0" y="37441"/>
                  </a:moveTo>
                  <a:lnTo>
                    <a:pt x="1276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l4065"/>
            <p:cNvSpPr/>
            <p:nvPr/>
          </p:nvSpPr>
          <p:spPr>
            <a:xfrm>
              <a:off x="11067351" y="8243235"/>
              <a:ext cx="198913" cy="159125"/>
            </a:xfrm>
            <a:custGeom>
              <a:avLst/>
              <a:pathLst>
                <a:path w="198913" h="159125">
                  <a:moveTo>
                    <a:pt x="0" y="159125"/>
                  </a:moveTo>
                  <a:lnTo>
                    <a:pt x="19891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l4066"/>
            <p:cNvSpPr/>
            <p:nvPr/>
          </p:nvSpPr>
          <p:spPr>
            <a:xfrm>
              <a:off x="11067351" y="8251682"/>
              <a:ext cx="68610" cy="7762"/>
            </a:xfrm>
            <a:custGeom>
              <a:avLst/>
              <a:pathLst>
                <a:path w="68610" h="7762">
                  <a:moveTo>
                    <a:pt x="0" y="7762"/>
                  </a:moveTo>
                  <a:lnTo>
                    <a:pt x="6861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l4067"/>
            <p:cNvSpPr/>
            <p:nvPr/>
          </p:nvSpPr>
          <p:spPr>
            <a:xfrm>
              <a:off x="11067351" y="7884347"/>
              <a:ext cx="143287" cy="152047"/>
            </a:xfrm>
            <a:custGeom>
              <a:avLst/>
              <a:pathLst>
                <a:path w="143287" h="152047">
                  <a:moveTo>
                    <a:pt x="0" y="152047"/>
                  </a:moveTo>
                  <a:lnTo>
                    <a:pt x="67391" y="133555"/>
                  </a:lnTo>
                  <a:lnTo>
                    <a:pt x="14328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l4068"/>
            <p:cNvSpPr/>
            <p:nvPr/>
          </p:nvSpPr>
          <p:spPr>
            <a:xfrm>
              <a:off x="11067351" y="8297571"/>
              <a:ext cx="136050" cy="16437"/>
            </a:xfrm>
            <a:custGeom>
              <a:avLst/>
              <a:pathLst>
                <a:path w="136050" h="16437">
                  <a:moveTo>
                    <a:pt x="0" y="16437"/>
                  </a:moveTo>
                  <a:lnTo>
                    <a:pt x="68840" y="0"/>
                  </a:lnTo>
                  <a:lnTo>
                    <a:pt x="136050" y="114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l4069"/>
            <p:cNvSpPr/>
            <p:nvPr/>
          </p:nvSpPr>
          <p:spPr>
            <a:xfrm>
              <a:off x="11067351" y="8316748"/>
              <a:ext cx="200344" cy="38354"/>
            </a:xfrm>
            <a:custGeom>
              <a:avLst/>
              <a:pathLst>
                <a:path w="200344" h="38354">
                  <a:moveTo>
                    <a:pt x="0" y="38354"/>
                  </a:moveTo>
                  <a:lnTo>
                    <a:pt x="20034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l4070"/>
            <p:cNvSpPr/>
            <p:nvPr/>
          </p:nvSpPr>
          <p:spPr>
            <a:xfrm>
              <a:off x="11067351" y="8274284"/>
              <a:ext cx="142711" cy="41322"/>
            </a:xfrm>
            <a:custGeom>
              <a:avLst/>
              <a:pathLst>
                <a:path w="142711" h="41322">
                  <a:moveTo>
                    <a:pt x="0" y="0"/>
                  </a:moveTo>
                  <a:lnTo>
                    <a:pt x="60102" y="41322"/>
                  </a:lnTo>
                  <a:lnTo>
                    <a:pt x="142711" y="4063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l4071"/>
            <p:cNvSpPr/>
            <p:nvPr/>
          </p:nvSpPr>
          <p:spPr>
            <a:xfrm>
              <a:off x="11067351" y="8299625"/>
              <a:ext cx="201268" cy="27624"/>
            </a:xfrm>
            <a:custGeom>
              <a:avLst/>
              <a:pathLst>
                <a:path w="201268" h="27624">
                  <a:moveTo>
                    <a:pt x="0" y="27624"/>
                  </a:moveTo>
                  <a:lnTo>
                    <a:pt x="20126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l4072"/>
            <p:cNvSpPr/>
            <p:nvPr/>
          </p:nvSpPr>
          <p:spPr>
            <a:xfrm>
              <a:off x="11067351" y="8029546"/>
              <a:ext cx="155978" cy="71229"/>
            </a:xfrm>
            <a:custGeom>
              <a:avLst/>
              <a:pathLst>
                <a:path w="155978" h="71229">
                  <a:moveTo>
                    <a:pt x="0" y="71229"/>
                  </a:moveTo>
                  <a:lnTo>
                    <a:pt x="15597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l4073"/>
            <p:cNvSpPr/>
            <p:nvPr/>
          </p:nvSpPr>
          <p:spPr>
            <a:xfrm>
              <a:off x="11209112" y="7987996"/>
              <a:ext cx="125441" cy="127391"/>
            </a:xfrm>
            <a:custGeom>
              <a:avLst/>
              <a:pathLst>
                <a:path w="125441" h="127391">
                  <a:moveTo>
                    <a:pt x="0" y="127391"/>
                  </a:moveTo>
                  <a:lnTo>
                    <a:pt x="1254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l4074"/>
            <p:cNvSpPr/>
            <p:nvPr/>
          </p:nvSpPr>
          <p:spPr>
            <a:xfrm>
              <a:off x="11067351" y="8153970"/>
              <a:ext cx="232065" cy="86297"/>
            </a:xfrm>
            <a:custGeom>
              <a:avLst/>
              <a:pathLst>
                <a:path w="232065" h="86297">
                  <a:moveTo>
                    <a:pt x="0" y="0"/>
                  </a:moveTo>
                  <a:lnTo>
                    <a:pt x="232065" y="8629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l4075"/>
            <p:cNvSpPr/>
            <p:nvPr/>
          </p:nvSpPr>
          <p:spPr>
            <a:xfrm>
              <a:off x="11067351" y="8414004"/>
              <a:ext cx="607247" cy="57303"/>
            </a:xfrm>
            <a:custGeom>
              <a:avLst/>
              <a:pathLst>
                <a:path w="607247" h="57303">
                  <a:moveTo>
                    <a:pt x="0" y="57303"/>
                  </a:moveTo>
                  <a:lnTo>
                    <a:pt x="208514" y="16437"/>
                  </a:lnTo>
                  <a:lnTo>
                    <a:pt x="330817" y="16209"/>
                  </a:lnTo>
                  <a:lnTo>
                    <a:pt x="461413" y="0"/>
                  </a:lnTo>
                  <a:lnTo>
                    <a:pt x="607247" y="1872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l4076"/>
            <p:cNvSpPr/>
            <p:nvPr/>
          </p:nvSpPr>
          <p:spPr>
            <a:xfrm>
              <a:off x="11067351" y="8191183"/>
              <a:ext cx="69621" cy="108442"/>
            </a:xfrm>
            <a:custGeom>
              <a:avLst/>
              <a:pathLst>
                <a:path w="69621" h="108442">
                  <a:moveTo>
                    <a:pt x="0" y="108442"/>
                  </a:moveTo>
                  <a:lnTo>
                    <a:pt x="696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l4077"/>
            <p:cNvSpPr/>
            <p:nvPr/>
          </p:nvSpPr>
          <p:spPr>
            <a:xfrm>
              <a:off x="11067351" y="8451445"/>
              <a:ext cx="136232" cy="37669"/>
            </a:xfrm>
            <a:custGeom>
              <a:avLst/>
              <a:pathLst>
                <a:path w="136232" h="37669">
                  <a:moveTo>
                    <a:pt x="0" y="37669"/>
                  </a:moveTo>
                  <a:lnTo>
                    <a:pt x="66203" y="8675"/>
                  </a:lnTo>
                  <a:lnTo>
                    <a:pt x="1362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l4078"/>
            <p:cNvSpPr/>
            <p:nvPr/>
          </p:nvSpPr>
          <p:spPr>
            <a:xfrm>
              <a:off x="11067351" y="8348025"/>
              <a:ext cx="78615" cy="16894"/>
            </a:xfrm>
            <a:custGeom>
              <a:avLst/>
              <a:pathLst>
                <a:path w="78615" h="16894">
                  <a:moveTo>
                    <a:pt x="0" y="0"/>
                  </a:moveTo>
                  <a:lnTo>
                    <a:pt x="78615" y="1689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l4079"/>
            <p:cNvSpPr/>
            <p:nvPr/>
          </p:nvSpPr>
          <p:spPr>
            <a:xfrm>
              <a:off x="11067351" y="8290265"/>
              <a:ext cx="154546" cy="157983"/>
            </a:xfrm>
            <a:custGeom>
              <a:avLst/>
              <a:pathLst>
                <a:path w="154546" h="157983">
                  <a:moveTo>
                    <a:pt x="0" y="157983"/>
                  </a:moveTo>
                  <a:lnTo>
                    <a:pt x="1545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l4080"/>
            <p:cNvSpPr/>
            <p:nvPr/>
          </p:nvSpPr>
          <p:spPr>
            <a:xfrm>
              <a:off x="11199200" y="8088219"/>
              <a:ext cx="67064" cy="149993"/>
            </a:xfrm>
            <a:custGeom>
              <a:avLst/>
              <a:pathLst>
                <a:path w="67064" h="149993">
                  <a:moveTo>
                    <a:pt x="0" y="149993"/>
                  </a:moveTo>
                  <a:lnTo>
                    <a:pt x="6706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l4081"/>
            <p:cNvSpPr/>
            <p:nvPr/>
          </p:nvSpPr>
          <p:spPr>
            <a:xfrm>
              <a:off x="11067351" y="8186160"/>
              <a:ext cx="596424" cy="311173"/>
            </a:xfrm>
            <a:custGeom>
              <a:avLst/>
              <a:pathLst>
                <a:path w="596424" h="311173">
                  <a:moveTo>
                    <a:pt x="0" y="311173"/>
                  </a:moveTo>
                  <a:lnTo>
                    <a:pt x="205300" y="201360"/>
                  </a:lnTo>
                  <a:lnTo>
                    <a:pt x="324322" y="134012"/>
                  </a:lnTo>
                  <a:lnTo>
                    <a:pt x="460010" y="51595"/>
                  </a:lnTo>
                  <a:lnTo>
                    <a:pt x="59642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l4082"/>
            <p:cNvSpPr/>
            <p:nvPr/>
          </p:nvSpPr>
          <p:spPr>
            <a:xfrm>
              <a:off x="11067351" y="8269946"/>
              <a:ext cx="74719" cy="2739"/>
            </a:xfrm>
            <a:custGeom>
              <a:avLst/>
              <a:pathLst>
                <a:path w="74719" h="2739">
                  <a:moveTo>
                    <a:pt x="0" y="0"/>
                  </a:moveTo>
                  <a:lnTo>
                    <a:pt x="74719" y="273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l4083"/>
            <p:cNvSpPr/>
            <p:nvPr/>
          </p:nvSpPr>
          <p:spPr>
            <a:xfrm>
              <a:off x="11067351" y="8046212"/>
              <a:ext cx="79891" cy="22601"/>
            </a:xfrm>
            <a:custGeom>
              <a:avLst/>
              <a:pathLst>
                <a:path w="79891" h="22601">
                  <a:moveTo>
                    <a:pt x="0" y="22601"/>
                  </a:moveTo>
                  <a:lnTo>
                    <a:pt x="7989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l4084"/>
            <p:cNvSpPr/>
            <p:nvPr/>
          </p:nvSpPr>
          <p:spPr>
            <a:xfrm>
              <a:off x="11067351" y="7601712"/>
              <a:ext cx="281522" cy="197707"/>
            </a:xfrm>
            <a:custGeom>
              <a:avLst/>
              <a:pathLst>
                <a:path w="281522" h="197707">
                  <a:moveTo>
                    <a:pt x="0" y="107072"/>
                  </a:moveTo>
                  <a:lnTo>
                    <a:pt x="78386" y="197707"/>
                  </a:lnTo>
                  <a:lnTo>
                    <a:pt x="153442" y="137664"/>
                  </a:lnTo>
                  <a:lnTo>
                    <a:pt x="28152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l4085"/>
            <p:cNvSpPr/>
            <p:nvPr/>
          </p:nvSpPr>
          <p:spPr>
            <a:xfrm>
              <a:off x="11067351" y="8228167"/>
              <a:ext cx="535689" cy="223049"/>
            </a:xfrm>
            <a:custGeom>
              <a:avLst/>
              <a:pathLst>
                <a:path w="535689" h="223049">
                  <a:moveTo>
                    <a:pt x="0" y="223049"/>
                  </a:moveTo>
                  <a:lnTo>
                    <a:pt x="167029" y="131044"/>
                  </a:lnTo>
                  <a:lnTo>
                    <a:pt x="276268" y="22373"/>
                  </a:lnTo>
                  <a:lnTo>
                    <a:pt x="406884" y="0"/>
                  </a:lnTo>
                  <a:lnTo>
                    <a:pt x="535689" y="18903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l4086"/>
            <p:cNvSpPr/>
            <p:nvPr/>
          </p:nvSpPr>
          <p:spPr>
            <a:xfrm>
              <a:off x="11067351" y="8012196"/>
              <a:ext cx="65398" cy="37212"/>
            </a:xfrm>
            <a:custGeom>
              <a:avLst/>
              <a:pathLst>
                <a:path w="65398" h="37212">
                  <a:moveTo>
                    <a:pt x="0" y="37212"/>
                  </a:moveTo>
                  <a:lnTo>
                    <a:pt x="653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l4087"/>
            <p:cNvSpPr/>
            <p:nvPr/>
          </p:nvSpPr>
          <p:spPr>
            <a:xfrm>
              <a:off x="11067351" y="7916766"/>
              <a:ext cx="132978" cy="89037"/>
            </a:xfrm>
            <a:custGeom>
              <a:avLst/>
              <a:pathLst>
                <a:path w="132978" h="89037">
                  <a:moveTo>
                    <a:pt x="0" y="89037"/>
                  </a:moveTo>
                  <a:lnTo>
                    <a:pt x="67036" y="0"/>
                  </a:lnTo>
                  <a:lnTo>
                    <a:pt x="132978" y="420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l4088"/>
            <p:cNvSpPr/>
            <p:nvPr/>
          </p:nvSpPr>
          <p:spPr>
            <a:xfrm>
              <a:off x="11067351" y="7722026"/>
              <a:ext cx="66796" cy="104561"/>
            </a:xfrm>
            <a:custGeom>
              <a:avLst/>
              <a:pathLst>
                <a:path w="66796" h="104561">
                  <a:moveTo>
                    <a:pt x="0" y="104561"/>
                  </a:moveTo>
                  <a:lnTo>
                    <a:pt x="6679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l4089"/>
            <p:cNvSpPr/>
            <p:nvPr/>
          </p:nvSpPr>
          <p:spPr>
            <a:xfrm>
              <a:off x="11067351" y="8069727"/>
              <a:ext cx="125461" cy="54107"/>
            </a:xfrm>
            <a:custGeom>
              <a:avLst/>
              <a:pathLst>
                <a:path w="125461" h="54107">
                  <a:moveTo>
                    <a:pt x="0" y="54107"/>
                  </a:moveTo>
                  <a:lnTo>
                    <a:pt x="12546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l4090"/>
            <p:cNvSpPr/>
            <p:nvPr/>
          </p:nvSpPr>
          <p:spPr>
            <a:xfrm>
              <a:off x="11067351" y="8503954"/>
              <a:ext cx="74026" cy="15296"/>
            </a:xfrm>
            <a:custGeom>
              <a:avLst/>
              <a:pathLst>
                <a:path w="74026" h="15296">
                  <a:moveTo>
                    <a:pt x="0" y="0"/>
                  </a:moveTo>
                  <a:lnTo>
                    <a:pt x="74026" y="1529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l4091"/>
            <p:cNvSpPr/>
            <p:nvPr/>
          </p:nvSpPr>
          <p:spPr>
            <a:xfrm>
              <a:off x="11067351" y="8350536"/>
              <a:ext cx="228079" cy="122597"/>
            </a:xfrm>
            <a:custGeom>
              <a:avLst/>
              <a:pathLst>
                <a:path w="228079" h="122597">
                  <a:moveTo>
                    <a:pt x="0" y="122597"/>
                  </a:moveTo>
                  <a:lnTo>
                    <a:pt x="22807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l4092"/>
            <p:cNvSpPr/>
            <p:nvPr/>
          </p:nvSpPr>
          <p:spPr>
            <a:xfrm>
              <a:off x="11067351" y="8039135"/>
              <a:ext cx="200543" cy="40865"/>
            </a:xfrm>
            <a:custGeom>
              <a:avLst/>
              <a:pathLst>
                <a:path w="200543" h="40865">
                  <a:moveTo>
                    <a:pt x="0" y="0"/>
                  </a:moveTo>
                  <a:lnTo>
                    <a:pt x="133460" y="40865"/>
                  </a:lnTo>
                  <a:lnTo>
                    <a:pt x="200543" y="3219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l4093"/>
            <p:cNvSpPr/>
            <p:nvPr/>
          </p:nvSpPr>
          <p:spPr>
            <a:xfrm>
              <a:off x="11067351" y="8260129"/>
              <a:ext cx="720750" cy="176704"/>
            </a:xfrm>
            <a:custGeom>
              <a:avLst/>
              <a:pathLst>
                <a:path w="720750" h="176704">
                  <a:moveTo>
                    <a:pt x="0" y="176704"/>
                  </a:moveTo>
                  <a:lnTo>
                    <a:pt x="185080" y="160038"/>
                  </a:lnTo>
                  <a:lnTo>
                    <a:pt x="330797" y="95429"/>
                  </a:lnTo>
                  <a:lnTo>
                    <a:pt x="486609" y="92233"/>
                  </a:lnTo>
                  <a:lnTo>
                    <a:pt x="606703" y="28080"/>
                  </a:lnTo>
                  <a:lnTo>
                    <a:pt x="72075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l4094"/>
            <p:cNvSpPr/>
            <p:nvPr/>
          </p:nvSpPr>
          <p:spPr>
            <a:xfrm>
              <a:off x="11134450" y="7875215"/>
              <a:ext cx="133082" cy="71001"/>
            </a:xfrm>
            <a:custGeom>
              <a:avLst/>
              <a:pathLst>
                <a:path w="133082" h="71001">
                  <a:moveTo>
                    <a:pt x="0" y="0"/>
                  </a:moveTo>
                  <a:lnTo>
                    <a:pt x="65872" y="4794"/>
                  </a:lnTo>
                  <a:lnTo>
                    <a:pt x="133082" y="7100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l4095"/>
            <p:cNvSpPr/>
            <p:nvPr/>
          </p:nvSpPr>
          <p:spPr>
            <a:xfrm>
              <a:off x="11067351" y="7727734"/>
              <a:ext cx="68827" cy="173279"/>
            </a:xfrm>
            <a:custGeom>
              <a:avLst/>
              <a:pathLst>
                <a:path w="68827" h="173279">
                  <a:moveTo>
                    <a:pt x="0" y="0"/>
                  </a:moveTo>
                  <a:lnTo>
                    <a:pt x="68827" y="17327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l4096"/>
            <p:cNvSpPr/>
            <p:nvPr/>
          </p:nvSpPr>
          <p:spPr>
            <a:xfrm>
              <a:off x="11067351" y="8513086"/>
              <a:ext cx="201595" cy="22373"/>
            </a:xfrm>
            <a:custGeom>
              <a:avLst/>
              <a:pathLst>
                <a:path w="201595" h="22373">
                  <a:moveTo>
                    <a:pt x="0" y="0"/>
                  </a:moveTo>
                  <a:lnTo>
                    <a:pt x="201595" y="2237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l4097"/>
            <p:cNvSpPr/>
            <p:nvPr/>
          </p:nvSpPr>
          <p:spPr>
            <a:xfrm>
              <a:off x="11067351" y="8260129"/>
              <a:ext cx="277717" cy="130815"/>
            </a:xfrm>
            <a:custGeom>
              <a:avLst/>
              <a:pathLst>
                <a:path w="277717" h="130815">
                  <a:moveTo>
                    <a:pt x="0" y="130815"/>
                  </a:moveTo>
                  <a:lnTo>
                    <a:pt x="138587" y="77622"/>
                  </a:lnTo>
                  <a:lnTo>
                    <a:pt x="27771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l4098"/>
            <p:cNvSpPr/>
            <p:nvPr/>
          </p:nvSpPr>
          <p:spPr>
            <a:xfrm>
              <a:off x="11067351" y="8419940"/>
              <a:ext cx="152970" cy="26254"/>
            </a:xfrm>
            <a:custGeom>
              <a:avLst/>
              <a:pathLst>
                <a:path w="152970" h="26254">
                  <a:moveTo>
                    <a:pt x="0" y="26254"/>
                  </a:moveTo>
                  <a:lnTo>
                    <a:pt x="1529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l4099"/>
            <p:cNvSpPr/>
            <p:nvPr/>
          </p:nvSpPr>
          <p:spPr>
            <a:xfrm>
              <a:off x="11376723" y="8013794"/>
              <a:ext cx="161050" cy="21003"/>
            </a:xfrm>
            <a:custGeom>
              <a:avLst/>
              <a:pathLst>
                <a:path w="161050" h="21003">
                  <a:moveTo>
                    <a:pt x="0" y="21003"/>
                  </a:moveTo>
                  <a:lnTo>
                    <a:pt x="96376" y="0"/>
                  </a:lnTo>
                  <a:lnTo>
                    <a:pt x="161050" y="1552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l4100"/>
            <p:cNvSpPr/>
            <p:nvPr/>
          </p:nvSpPr>
          <p:spPr>
            <a:xfrm>
              <a:off x="11067351" y="8464686"/>
              <a:ext cx="262862" cy="11643"/>
            </a:xfrm>
            <a:custGeom>
              <a:avLst/>
              <a:pathLst>
                <a:path w="262862" h="11643">
                  <a:moveTo>
                    <a:pt x="0" y="0"/>
                  </a:moveTo>
                  <a:lnTo>
                    <a:pt x="262862" y="1164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l4101"/>
            <p:cNvSpPr/>
            <p:nvPr/>
          </p:nvSpPr>
          <p:spPr>
            <a:xfrm>
              <a:off x="11067351" y="8036629"/>
              <a:ext cx="932247" cy="202393"/>
            </a:xfrm>
            <a:custGeom>
              <a:avLst/>
              <a:pathLst>
                <a:path w="932247" h="202393">
                  <a:moveTo>
                    <a:pt x="0" y="202393"/>
                  </a:moveTo>
                  <a:lnTo>
                    <a:pt x="9416" y="200349"/>
                  </a:lnTo>
                  <a:lnTo>
                    <a:pt x="18833" y="198304"/>
                  </a:lnTo>
                  <a:lnTo>
                    <a:pt x="28249" y="196260"/>
                  </a:lnTo>
                  <a:lnTo>
                    <a:pt x="37666" y="194216"/>
                  </a:lnTo>
                  <a:lnTo>
                    <a:pt x="47083" y="192171"/>
                  </a:lnTo>
                  <a:lnTo>
                    <a:pt x="56499" y="190127"/>
                  </a:lnTo>
                  <a:lnTo>
                    <a:pt x="65916" y="188083"/>
                  </a:lnTo>
                  <a:lnTo>
                    <a:pt x="75333" y="186038"/>
                  </a:lnTo>
                  <a:lnTo>
                    <a:pt x="84749" y="183994"/>
                  </a:lnTo>
                  <a:lnTo>
                    <a:pt x="94166" y="181949"/>
                  </a:lnTo>
                  <a:lnTo>
                    <a:pt x="103583" y="179905"/>
                  </a:lnTo>
                  <a:lnTo>
                    <a:pt x="112999" y="177861"/>
                  </a:lnTo>
                  <a:lnTo>
                    <a:pt x="122416" y="175816"/>
                  </a:lnTo>
                  <a:lnTo>
                    <a:pt x="131832" y="173772"/>
                  </a:lnTo>
                  <a:lnTo>
                    <a:pt x="141249" y="171727"/>
                  </a:lnTo>
                  <a:lnTo>
                    <a:pt x="150666" y="169683"/>
                  </a:lnTo>
                  <a:lnTo>
                    <a:pt x="160082" y="167639"/>
                  </a:lnTo>
                  <a:lnTo>
                    <a:pt x="169499" y="165594"/>
                  </a:lnTo>
                  <a:lnTo>
                    <a:pt x="178916" y="163550"/>
                  </a:lnTo>
                  <a:lnTo>
                    <a:pt x="188332" y="161506"/>
                  </a:lnTo>
                  <a:lnTo>
                    <a:pt x="197749" y="159461"/>
                  </a:lnTo>
                  <a:lnTo>
                    <a:pt x="207166" y="157417"/>
                  </a:lnTo>
                  <a:lnTo>
                    <a:pt x="216582" y="155372"/>
                  </a:lnTo>
                  <a:lnTo>
                    <a:pt x="225999" y="153328"/>
                  </a:lnTo>
                  <a:lnTo>
                    <a:pt x="235416" y="151284"/>
                  </a:lnTo>
                  <a:lnTo>
                    <a:pt x="244832" y="149239"/>
                  </a:lnTo>
                  <a:lnTo>
                    <a:pt x="254249" y="147195"/>
                  </a:lnTo>
                  <a:lnTo>
                    <a:pt x="263665" y="145151"/>
                  </a:lnTo>
                  <a:lnTo>
                    <a:pt x="273082" y="143106"/>
                  </a:lnTo>
                  <a:lnTo>
                    <a:pt x="282499" y="141062"/>
                  </a:lnTo>
                  <a:lnTo>
                    <a:pt x="291915" y="139017"/>
                  </a:lnTo>
                  <a:lnTo>
                    <a:pt x="301332" y="136973"/>
                  </a:lnTo>
                  <a:lnTo>
                    <a:pt x="310749" y="134929"/>
                  </a:lnTo>
                  <a:lnTo>
                    <a:pt x="320165" y="132884"/>
                  </a:lnTo>
                  <a:lnTo>
                    <a:pt x="329582" y="130840"/>
                  </a:lnTo>
                  <a:lnTo>
                    <a:pt x="338999" y="128795"/>
                  </a:lnTo>
                  <a:lnTo>
                    <a:pt x="348415" y="126751"/>
                  </a:lnTo>
                  <a:lnTo>
                    <a:pt x="357832" y="124707"/>
                  </a:lnTo>
                  <a:lnTo>
                    <a:pt x="367248" y="122662"/>
                  </a:lnTo>
                  <a:lnTo>
                    <a:pt x="376665" y="120618"/>
                  </a:lnTo>
                  <a:lnTo>
                    <a:pt x="386082" y="118574"/>
                  </a:lnTo>
                  <a:lnTo>
                    <a:pt x="395498" y="116529"/>
                  </a:lnTo>
                  <a:lnTo>
                    <a:pt x="404915" y="114485"/>
                  </a:lnTo>
                  <a:lnTo>
                    <a:pt x="414332" y="112440"/>
                  </a:lnTo>
                  <a:lnTo>
                    <a:pt x="423748" y="110396"/>
                  </a:lnTo>
                  <a:lnTo>
                    <a:pt x="433165" y="108352"/>
                  </a:lnTo>
                  <a:lnTo>
                    <a:pt x="442582" y="106307"/>
                  </a:lnTo>
                  <a:lnTo>
                    <a:pt x="451998" y="104263"/>
                  </a:lnTo>
                  <a:lnTo>
                    <a:pt x="461415" y="102219"/>
                  </a:lnTo>
                  <a:lnTo>
                    <a:pt x="470832" y="100174"/>
                  </a:lnTo>
                  <a:lnTo>
                    <a:pt x="480248" y="98130"/>
                  </a:lnTo>
                  <a:lnTo>
                    <a:pt x="489665" y="96085"/>
                  </a:lnTo>
                  <a:lnTo>
                    <a:pt x="499081" y="94041"/>
                  </a:lnTo>
                  <a:lnTo>
                    <a:pt x="508498" y="91997"/>
                  </a:lnTo>
                  <a:lnTo>
                    <a:pt x="517915" y="89952"/>
                  </a:lnTo>
                  <a:lnTo>
                    <a:pt x="527331" y="87908"/>
                  </a:lnTo>
                  <a:lnTo>
                    <a:pt x="536748" y="85863"/>
                  </a:lnTo>
                  <a:lnTo>
                    <a:pt x="546165" y="83819"/>
                  </a:lnTo>
                  <a:lnTo>
                    <a:pt x="555581" y="81775"/>
                  </a:lnTo>
                  <a:lnTo>
                    <a:pt x="564998" y="79730"/>
                  </a:lnTo>
                  <a:lnTo>
                    <a:pt x="574415" y="77686"/>
                  </a:lnTo>
                  <a:lnTo>
                    <a:pt x="583831" y="75642"/>
                  </a:lnTo>
                  <a:lnTo>
                    <a:pt x="593248" y="73597"/>
                  </a:lnTo>
                  <a:lnTo>
                    <a:pt x="602664" y="71553"/>
                  </a:lnTo>
                  <a:lnTo>
                    <a:pt x="612081" y="69508"/>
                  </a:lnTo>
                  <a:lnTo>
                    <a:pt x="621498" y="67464"/>
                  </a:lnTo>
                  <a:lnTo>
                    <a:pt x="630914" y="65420"/>
                  </a:lnTo>
                  <a:lnTo>
                    <a:pt x="640331" y="63375"/>
                  </a:lnTo>
                  <a:lnTo>
                    <a:pt x="649748" y="61331"/>
                  </a:lnTo>
                  <a:lnTo>
                    <a:pt x="659164" y="59287"/>
                  </a:lnTo>
                  <a:lnTo>
                    <a:pt x="668581" y="57242"/>
                  </a:lnTo>
                  <a:lnTo>
                    <a:pt x="677998" y="55198"/>
                  </a:lnTo>
                  <a:lnTo>
                    <a:pt x="687414" y="53153"/>
                  </a:lnTo>
                  <a:lnTo>
                    <a:pt x="696831" y="51109"/>
                  </a:lnTo>
                  <a:lnTo>
                    <a:pt x="706248" y="49065"/>
                  </a:lnTo>
                  <a:lnTo>
                    <a:pt x="715664" y="47020"/>
                  </a:lnTo>
                  <a:lnTo>
                    <a:pt x="725081" y="44976"/>
                  </a:lnTo>
                  <a:lnTo>
                    <a:pt x="734497" y="42931"/>
                  </a:lnTo>
                  <a:lnTo>
                    <a:pt x="743914" y="40887"/>
                  </a:lnTo>
                  <a:lnTo>
                    <a:pt x="753331" y="38843"/>
                  </a:lnTo>
                  <a:lnTo>
                    <a:pt x="762747" y="36798"/>
                  </a:lnTo>
                  <a:lnTo>
                    <a:pt x="772164" y="34754"/>
                  </a:lnTo>
                  <a:lnTo>
                    <a:pt x="781581" y="32710"/>
                  </a:lnTo>
                  <a:lnTo>
                    <a:pt x="790997" y="30665"/>
                  </a:lnTo>
                  <a:lnTo>
                    <a:pt x="800414" y="28621"/>
                  </a:lnTo>
                  <a:lnTo>
                    <a:pt x="809831" y="26576"/>
                  </a:lnTo>
                  <a:lnTo>
                    <a:pt x="819247" y="24532"/>
                  </a:lnTo>
                  <a:lnTo>
                    <a:pt x="828664" y="22488"/>
                  </a:lnTo>
                  <a:lnTo>
                    <a:pt x="838081" y="20443"/>
                  </a:lnTo>
                  <a:lnTo>
                    <a:pt x="847497" y="18399"/>
                  </a:lnTo>
                  <a:lnTo>
                    <a:pt x="856914" y="16355"/>
                  </a:lnTo>
                  <a:lnTo>
                    <a:pt x="866330" y="14310"/>
                  </a:lnTo>
                  <a:lnTo>
                    <a:pt x="875747" y="12266"/>
                  </a:lnTo>
                  <a:lnTo>
                    <a:pt x="885164" y="10221"/>
                  </a:lnTo>
                  <a:lnTo>
                    <a:pt x="894580" y="8177"/>
                  </a:lnTo>
                  <a:lnTo>
                    <a:pt x="903997" y="6133"/>
                  </a:lnTo>
                  <a:lnTo>
                    <a:pt x="913414" y="4088"/>
                  </a:lnTo>
                  <a:lnTo>
                    <a:pt x="922830" y="2044"/>
                  </a:lnTo>
                  <a:lnTo>
                    <a:pt x="932247" y="0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102" name="tx4102"/>
            <p:cNvSpPr/>
            <p:nvPr/>
          </p:nvSpPr>
          <p:spPr>
            <a:xfrm>
              <a:off x="10985242" y="7268574"/>
              <a:ext cx="1014356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7B82">
                      <a:alpha val="100000"/>
                    </a:srgbClr>
                  </a:solidFill>
                  <a:latin typeface="Arial"/>
                  <a:cs typeface="Arial"/>
                </a:rPr>
                <a:t>0.424 Z/year</a:t>
              </a:r>
            </a:p>
          </p:txBody>
        </p:sp>
        <p:sp>
          <p:nvSpPr>
            <p:cNvPr id="4103" name="rc4103"/>
            <p:cNvSpPr/>
            <p:nvPr/>
          </p:nvSpPr>
          <p:spPr>
            <a:xfrm>
              <a:off x="11020738" y="7247470"/>
              <a:ext cx="1025472" cy="13493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tx4104"/>
            <p:cNvSpPr/>
            <p:nvPr/>
          </p:nvSpPr>
          <p:spPr>
            <a:xfrm>
              <a:off x="10895953" y="8498276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105" name="tx4105"/>
            <p:cNvSpPr/>
            <p:nvPr/>
          </p:nvSpPr>
          <p:spPr>
            <a:xfrm>
              <a:off x="10833797" y="815934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106" name="tx4106"/>
            <p:cNvSpPr/>
            <p:nvPr/>
          </p:nvSpPr>
          <p:spPr>
            <a:xfrm>
              <a:off x="10833797" y="782040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107" name="tx4107"/>
            <p:cNvSpPr/>
            <p:nvPr/>
          </p:nvSpPr>
          <p:spPr>
            <a:xfrm>
              <a:off x="10833797" y="7481417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108" name="pl4108"/>
            <p:cNvSpPr/>
            <p:nvPr/>
          </p:nvSpPr>
          <p:spPr>
            <a:xfrm>
              <a:off x="10985944" y="85399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l4109"/>
            <p:cNvSpPr/>
            <p:nvPr/>
          </p:nvSpPr>
          <p:spPr>
            <a:xfrm>
              <a:off x="10985944" y="820103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l4110"/>
            <p:cNvSpPr/>
            <p:nvPr/>
          </p:nvSpPr>
          <p:spPr>
            <a:xfrm>
              <a:off x="10985944" y="786209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l4111"/>
            <p:cNvSpPr/>
            <p:nvPr/>
          </p:nvSpPr>
          <p:spPr>
            <a:xfrm>
              <a:off x="10985944" y="752316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l4112"/>
            <p:cNvSpPr/>
            <p:nvPr/>
          </p:nvSpPr>
          <p:spPr>
            <a:xfrm>
              <a:off x="11067351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l4113"/>
            <p:cNvSpPr/>
            <p:nvPr/>
          </p:nvSpPr>
          <p:spPr>
            <a:xfrm>
              <a:off x="11397967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l4114"/>
            <p:cNvSpPr/>
            <p:nvPr/>
          </p:nvSpPr>
          <p:spPr>
            <a:xfrm>
              <a:off x="11728583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tx4115"/>
            <p:cNvSpPr/>
            <p:nvPr/>
          </p:nvSpPr>
          <p:spPr>
            <a:xfrm>
              <a:off x="11036273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116" name="tx4116"/>
            <p:cNvSpPr/>
            <p:nvPr/>
          </p:nvSpPr>
          <p:spPr>
            <a:xfrm>
              <a:off x="11366889" y="86591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4117" name="tx4117"/>
            <p:cNvSpPr/>
            <p:nvPr/>
          </p:nvSpPr>
          <p:spPr>
            <a:xfrm>
              <a:off x="11666428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118" name="tx4118"/>
            <p:cNvSpPr/>
            <p:nvPr/>
          </p:nvSpPr>
          <p:spPr>
            <a:xfrm>
              <a:off x="10912294" y="88051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4119" name="tx4119"/>
            <p:cNvSpPr/>
            <p:nvPr/>
          </p:nvSpPr>
          <p:spPr>
            <a:xfrm rot="-5400000">
              <a:off x="10082636" y="7856579"/>
              <a:ext cx="1226399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Cortical Amyloid (Z)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7</cp:revision>
  <dcterms:created xsi:type="dcterms:W3CDTF">2015-07-14T21:05:00Z</dcterms:created>
  <dcterms:modified xsi:type="dcterms:W3CDTF">2026-04-29T09:07:15Z</dcterms:modified>
</cp:coreProperties>
</file>